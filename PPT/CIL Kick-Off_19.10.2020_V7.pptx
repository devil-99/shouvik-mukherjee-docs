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theme/theme2.xml" ContentType="application/vnd.openxmlformats-officedocument.them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19.xml" ContentType="application/vnd.openxmlformats-officedocument.presentationml.tags+xml"/>
  <Override PartName="/ppt/tags/tag20.xml" ContentType="application/vnd.openxmlformats-officedocument.presentationml.tags+xml"/>
  <Override PartName="/ppt/notesSlides/notesSlide1.xml" ContentType="application/vnd.openxmlformats-officedocument.presentationml.notesSlide+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notesSlides/notesSlide2.xml" ContentType="application/vnd.openxmlformats-officedocument.presentationml.notesSlide+xml"/>
  <Override PartName="/ppt/tags/tag44.xml" ContentType="application/vnd.openxmlformats-officedocument.presentationml.tags+xml"/>
  <Override PartName="/ppt/tags/tag45.xml" ContentType="application/vnd.openxmlformats-officedocument.presentationml.tags+xml"/>
  <Override PartName="/ppt/notesSlides/notesSlide3.xml" ContentType="application/vnd.openxmlformats-officedocument.presentationml.notesSlide+xml"/>
  <Override PartName="/ppt/tags/tag46.xml" ContentType="application/vnd.openxmlformats-officedocument.presentationml.tags+xml"/>
  <Override PartName="/ppt/tags/tag47.xml" ContentType="application/vnd.openxmlformats-officedocument.presentationml.tags+xml"/>
  <Override PartName="/ppt/notesSlides/notesSlide4.xml" ContentType="application/vnd.openxmlformats-officedocument.presentationml.notesSlide+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notesSlides/notesSlide5.xml" ContentType="application/vnd.openxmlformats-officedocument.presentationml.notesSlide+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notesSlides/notesSlide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tags/tag76.xml" ContentType="application/vnd.openxmlformats-officedocument.presentationml.tags+xml"/>
  <Override PartName="/ppt/tags/tag77.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notesSlides/notesSlide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6"/>
    <p:sldMasterId id="2147484374" r:id="rId7"/>
  </p:sldMasterIdLst>
  <p:notesMasterIdLst>
    <p:notesMasterId r:id="rId29"/>
  </p:notesMasterIdLst>
  <p:handoutMasterIdLst>
    <p:handoutMasterId r:id="rId30"/>
  </p:handoutMasterIdLst>
  <p:sldIdLst>
    <p:sldId id="2975" r:id="rId8"/>
    <p:sldId id="3286" r:id="rId9"/>
    <p:sldId id="3331" r:id="rId10"/>
    <p:sldId id="3321" r:id="rId11"/>
    <p:sldId id="3330" r:id="rId12"/>
    <p:sldId id="3325" r:id="rId13"/>
    <p:sldId id="3326" r:id="rId14"/>
    <p:sldId id="3328" r:id="rId15"/>
    <p:sldId id="3327" r:id="rId16"/>
    <p:sldId id="3329" r:id="rId17"/>
    <p:sldId id="1495" r:id="rId18"/>
    <p:sldId id="3304" r:id="rId19"/>
    <p:sldId id="3332" r:id="rId20"/>
    <p:sldId id="3306" r:id="rId21"/>
    <p:sldId id="3307" r:id="rId22"/>
    <p:sldId id="3308" r:id="rId23"/>
    <p:sldId id="3309" r:id="rId24"/>
    <p:sldId id="3310" r:id="rId25"/>
    <p:sldId id="3311" r:id="rId26"/>
    <p:sldId id="3312" r:id="rId27"/>
    <p:sldId id="3313" r:id="rId28"/>
  </p:sldIdLst>
  <p:sldSz cx="12192000" cy="6858000"/>
  <p:notesSz cx="6735763" cy="9866313"/>
  <p:custDataLst>
    <p:tags r:id="rId3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Thomas, Emil" initials="TE" lastIdx="1" clrIdx="6">
    <p:extLst>
      <p:ext uri="{19B8F6BF-5375-455C-9EA6-DF929625EA0E}">
        <p15:presenceInfo xmlns:p15="http://schemas.microsoft.com/office/powerpoint/2012/main" userId="S-1-5-21-776561741-1482476501-682003330-1280410" providerId="AD"/>
      </p:ext>
    </p:extLst>
  </p:cmAuthor>
  <p:cmAuthor id="1" name="Jacob, Ashwin" initials="JA" lastIdx="50" clrIdx="0">
    <p:extLst>
      <p:ext uri="{19B8F6BF-5375-455C-9EA6-DF929625EA0E}">
        <p15:presenceInfo xmlns:p15="http://schemas.microsoft.com/office/powerpoint/2012/main" userId="S-1-5-21-776561741-1482476501-682003330-1077912" providerId="AD"/>
      </p:ext>
    </p:extLst>
  </p:cmAuthor>
  <p:cmAuthor id="8" name="Mukherjee, Mainak" initials="MM" lastIdx="1" clrIdx="7">
    <p:extLst>
      <p:ext uri="{19B8F6BF-5375-455C-9EA6-DF929625EA0E}">
        <p15:presenceInfo xmlns:p15="http://schemas.microsoft.com/office/powerpoint/2012/main" userId="S-1-5-21-776561741-1482476501-682003330-932777" providerId="AD"/>
      </p:ext>
    </p:extLst>
  </p:cmAuthor>
  <p:cmAuthor id="2" name="Mohta, Prabhav" initials="MP" lastIdx="15" clrIdx="1">
    <p:extLst>
      <p:ext uri="{19B8F6BF-5375-455C-9EA6-DF929625EA0E}">
        <p15:presenceInfo xmlns:p15="http://schemas.microsoft.com/office/powerpoint/2012/main" userId="S-1-5-21-776561741-1482476501-682003330-1283530" providerId="AD"/>
      </p:ext>
    </p:extLst>
  </p:cmAuthor>
  <p:cmAuthor id="3" name="Nafde, Ajit" initials="NA" lastIdx="8" clrIdx="2">
    <p:extLst>
      <p:ext uri="{19B8F6BF-5375-455C-9EA6-DF929625EA0E}">
        <p15:presenceInfo xmlns:p15="http://schemas.microsoft.com/office/powerpoint/2012/main" userId="S-1-5-21-776561741-1482476501-682003330-1107216" providerId="AD"/>
      </p:ext>
    </p:extLst>
  </p:cmAuthor>
  <p:cmAuthor id="4" name="Chakraborty, Ranjan" initials="CR" lastIdx="36" clrIdx="3">
    <p:extLst>
      <p:ext uri="{19B8F6BF-5375-455C-9EA6-DF929625EA0E}">
        <p15:presenceInfo xmlns:p15="http://schemas.microsoft.com/office/powerpoint/2012/main" userId="S-1-5-21-776561741-1482476501-682003330-1077916" providerId="AD"/>
      </p:ext>
    </p:extLst>
  </p:cmAuthor>
  <p:cmAuthor id="5" name="Bansal, Ritesh" initials="BR" lastIdx="8" clrIdx="4">
    <p:extLst>
      <p:ext uri="{19B8F6BF-5375-455C-9EA6-DF929625EA0E}">
        <p15:presenceInfo xmlns:p15="http://schemas.microsoft.com/office/powerpoint/2012/main" userId="S-1-5-21-776561741-1482476501-682003330-1067257" providerId="AD"/>
      </p:ext>
    </p:extLst>
  </p:cmAuthor>
  <p:cmAuthor id="6" name="Ashwin Jacob" initials="AJ" lastIdx="1" clrIdx="5">
    <p:extLst>
      <p:ext uri="{19B8F6BF-5375-455C-9EA6-DF929625EA0E}">
        <p15:presenceInfo xmlns:p15="http://schemas.microsoft.com/office/powerpoint/2012/main" userId="e5d53ba02c9b5ebb"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ABE3"/>
    <a:srgbClr val="046B38"/>
    <a:srgbClr val="E37528"/>
    <a:srgbClr val="8B3085"/>
    <a:srgbClr val="F2F2F2"/>
    <a:srgbClr val="86BC25"/>
    <a:srgbClr val="75787B"/>
    <a:srgbClr val="046A38"/>
    <a:srgbClr val="54575B"/>
    <a:srgbClr val="65BA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332" autoAdjust="0"/>
  </p:normalViewPr>
  <p:slideViewPr>
    <p:cSldViewPr snapToGrid="0">
      <p:cViewPr varScale="1">
        <p:scale>
          <a:sx n="81" d="100"/>
          <a:sy n="81" d="100"/>
        </p:scale>
        <p:origin x="754" y="72"/>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40" d="100"/>
        <a:sy n="140" d="100"/>
      </p:scale>
      <p:origin x="0" y="-12691"/>
    </p:cViewPr>
  </p:sorterViewPr>
  <p:notesViewPr>
    <p:cSldViewPr snapToGrid="0" showGuides="1">
      <p:cViewPr varScale="1">
        <p:scale>
          <a:sx n="62" d="100"/>
          <a:sy n="62" d="100"/>
        </p:scale>
        <p:origin x="3106"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21" Type="http://schemas.openxmlformats.org/officeDocument/2006/relationships/slide" Target="slides/slide14.xml"/><Relationship Id="rId34" Type="http://schemas.openxmlformats.org/officeDocument/2006/relationships/viewProps" Target="viewProps.xml"/><Relationship Id="rId7" Type="http://schemas.openxmlformats.org/officeDocument/2006/relationships/slideMaster" Target="slideMasters/slideMaster2.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commentAuthors" Target="commentAuthors.xml"/><Relationship Id="rId37" Type="http://schemas.microsoft.com/office/2016/11/relationships/changesInfo" Target="changesInfos/changesInfo1.xml"/><Relationship Id="rId5" Type="http://schemas.openxmlformats.org/officeDocument/2006/relationships/customXml" Target="../customXml/item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tableStyles" Target="tableStyles.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tags" Target="tags/tag1.xml"/><Relationship Id="rId4" Type="http://schemas.openxmlformats.org/officeDocument/2006/relationships/customXml" Target="../customXml/item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handoutMaster" Target="handoutMasters/handoutMaster1.xml"/><Relationship Id="rId35" Type="http://schemas.openxmlformats.org/officeDocument/2006/relationships/theme" Target="theme/theme1.xml"/><Relationship Id="rId8" Type="http://schemas.openxmlformats.org/officeDocument/2006/relationships/slide" Target="slides/slide1.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kherjee, Shouvik" userId="8a0946e8-3a6b-4d5c-947d-73f4cd578335" providerId="ADAL" clId="{8D4B5960-BC34-44A6-B0F4-099752FD7BDB}"/>
    <pc:docChg chg="modSld">
      <pc:chgData name="Mukherjee, Shouvik" userId="8a0946e8-3a6b-4d5c-947d-73f4cd578335" providerId="ADAL" clId="{8D4B5960-BC34-44A6-B0F4-099752FD7BDB}" dt="2023-08-08T06:10:19.236" v="0" actId="1036"/>
      <pc:docMkLst>
        <pc:docMk/>
      </pc:docMkLst>
      <pc:sldChg chg="modSp mod">
        <pc:chgData name="Mukherjee, Shouvik" userId="8a0946e8-3a6b-4d5c-947d-73f4cd578335" providerId="ADAL" clId="{8D4B5960-BC34-44A6-B0F4-099752FD7BDB}" dt="2023-08-08T06:10:19.236" v="0" actId="1036"/>
        <pc:sldMkLst>
          <pc:docMk/>
          <pc:sldMk cId="829278702" sldId="3310"/>
        </pc:sldMkLst>
        <pc:spChg chg="mod">
          <ac:chgData name="Mukherjee, Shouvik" userId="8a0946e8-3a6b-4d5c-947d-73f4cd578335" providerId="ADAL" clId="{8D4B5960-BC34-44A6-B0F4-099752FD7BDB}" dt="2023-08-08T06:10:19.236" v="0" actId="1036"/>
          <ac:spMkLst>
            <pc:docMk/>
            <pc:sldMk cId="829278702" sldId="3310"/>
            <ac:spMk id="16" creationId="{00000000-0000-0000-0000-000000000000}"/>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9790121722846443"/>
          <c:y val="8.858309792843691E-2"/>
          <c:w val="0.55663217852684144"/>
          <c:h val="0.83966548964218457"/>
        </c:manualLayout>
      </c:layout>
      <c:doughnutChart>
        <c:varyColors val="1"/>
        <c:ser>
          <c:idx val="0"/>
          <c:order val="0"/>
          <c:tx>
            <c:strRef>
              <c:f>Sheet1!$B$1</c:f>
              <c:strCache>
                <c:ptCount val="1"/>
                <c:pt idx="0">
                  <c:v>Sales</c:v>
                </c:pt>
              </c:strCache>
            </c:strRef>
          </c:tx>
          <c:spPr>
            <a:solidFill>
              <a:schemeClr val="bg1">
                <a:lumMod val="85000"/>
              </a:schemeClr>
            </a:solidFill>
            <a:ln w="3175"/>
          </c:spPr>
          <c:explosion val="2"/>
          <c:dPt>
            <c:idx val="0"/>
            <c:bubble3D val="0"/>
            <c:spPr>
              <a:noFill/>
              <a:ln w="3175">
                <a:solidFill>
                  <a:schemeClr val="lt1"/>
                </a:solidFill>
              </a:ln>
              <a:effectLst/>
            </c:spPr>
            <c:extLst>
              <c:ext xmlns:c16="http://schemas.microsoft.com/office/drawing/2014/chart" uri="{C3380CC4-5D6E-409C-BE32-E72D297353CC}">
                <c16:uniqueId val="{00000001-373D-4EA8-947A-92E2B2503673}"/>
              </c:ext>
            </c:extLst>
          </c:dPt>
          <c:dPt>
            <c:idx val="1"/>
            <c:bubble3D val="0"/>
            <c:spPr>
              <a:solidFill>
                <a:schemeClr val="bg1">
                  <a:lumMod val="95000"/>
                </a:schemeClr>
              </a:solidFill>
              <a:ln w="3175">
                <a:solidFill>
                  <a:schemeClr val="lt1"/>
                </a:solidFill>
              </a:ln>
              <a:effectLst/>
            </c:spPr>
            <c:extLst>
              <c:ext xmlns:c16="http://schemas.microsoft.com/office/drawing/2014/chart" uri="{C3380CC4-5D6E-409C-BE32-E72D297353CC}">
                <c16:uniqueId val="{00000003-373D-4EA8-947A-92E2B2503673}"/>
              </c:ext>
            </c:extLst>
          </c:dPt>
          <c:dPt>
            <c:idx val="2"/>
            <c:bubble3D val="0"/>
            <c:spPr>
              <a:solidFill>
                <a:schemeClr val="bg1">
                  <a:lumMod val="95000"/>
                </a:schemeClr>
              </a:solidFill>
              <a:ln w="3175">
                <a:solidFill>
                  <a:schemeClr val="lt1"/>
                </a:solidFill>
              </a:ln>
              <a:effectLst/>
            </c:spPr>
            <c:extLst>
              <c:ext xmlns:c16="http://schemas.microsoft.com/office/drawing/2014/chart" uri="{C3380CC4-5D6E-409C-BE32-E72D297353CC}">
                <c16:uniqueId val="{00000005-373D-4EA8-947A-92E2B2503673}"/>
              </c:ext>
            </c:extLst>
          </c:dPt>
          <c:dPt>
            <c:idx val="3"/>
            <c:bubble3D val="0"/>
            <c:spPr>
              <a:solidFill>
                <a:schemeClr val="bg1">
                  <a:lumMod val="95000"/>
                </a:schemeClr>
              </a:solidFill>
              <a:ln w="3175">
                <a:solidFill>
                  <a:schemeClr val="lt1"/>
                </a:solidFill>
              </a:ln>
              <a:effectLst/>
            </c:spPr>
            <c:extLst>
              <c:ext xmlns:c16="http://schemas.microsoft.com/office/drawing/2014/chart" uri="{C3380CC4-5D6E-409C-BE32-E72D297353CC}">
                <c16:uniqueId val="{00000007-373D-4EA8-947A-92E2B2503673}"/>
              </c:ext>
            </c:extLst>
          </c:dPt>
          <c:dPt>
            <c:idx val="4"/>
            <c:bubble3D val="0"/>
            <c:spPr>
              <a:solidFill>
                <a:schemeClr val="bg1">
                  <a:lumMod val="95000"/>
                </a:schemeClr>
              </a:solidFill>
              <a:ln w="3175">
                <a:solidFill>
                  <a:schemeClr val="lt1"/>
                </a:solidFill>
              </a:ln>
              <a:effectLst/>
            </c:spPr>
            <c:extLst>
              <c:ext xmlns:c16="http://schemas.microsoft.com/office/drawing/2014/chart" uri="{C3380CC4-5D6E-409C-BE32-E72D297353CC}">
                <c16:uniqueId val="{00000009-373D-4EA8-947A-92E2B2503673}"/>
              </c:ext>
            </c:extLst>
          </c:dPt>
          <c:dPt>
            <c:idx val="5"/>
            <c:bubble3D val="0"/>
            <c:spPr>
              <a:solidFill>
                <a:schemeClr val="bg1">
                  <a:lumMod val="95000"/>
                </a:schemeClr>
              </a:solidFill>
              <a:ln w="3175">
                <a:solidFill>
                  <a:schemeClr val="lt1"/>
                </a:solidFill>
              </a:ln>
              <a:effectLst/>
            </c:spPr>
            <c:extLst>
              <c:ext xmlns:c16="http://schemas.microsoft.com/office/drawing/2014/chart" uri="{C3380CC4-5D6E-409C-BE32-E72D297353CC}">
                <c16:uniqueId val="{0000000B-373D-4EA8-947A-92E2B2503673}"/>
              </c:ext>
            </c:extLst>
          </c:dPt>
          <c:dPt>
            <c:idx val="6"/>
            <c:bubble3D val="0"/>
            <c:spPr>
              <a:solidFill>
                <a:schemeClr val="bg1">
                  <a:lumMod val="95000"/>
                </a:schemeClr>
              </a:solidFill>
              <a:ln w="3175">
                <a:solidFill>
                  <a:schemeClr val="lt1"/>
                </a:solidFill>
              </a:ln>
              <a:effectLst/>
            </c:spPr>
            <c:extLst>
              <c:ext xmlns:c16="http://schemas.microsoft.com/office/drawing/2014/chart" uri="{C3380CC4-5D6E-409C-BE32-E72D297353CC}">
                <c16:uniqueId val="{0000000D-373D-4EA8-947A-92E2B2503673}"/>
              </c:ext>
            </c:extLst>
          </c:dPt>
          <c:dPt>
            <c:idx val="7"/>
            <c:bubble3D val="0"/>
            <c:spPr>
              <a:solidFill>
                <a:schemeClr val="bg1">
                  <a:lumMod val="95000"/>
                </a:schemeClr>
              </a:solidFill>
              <a:ln w="3175">
                <a:solidFill>
                  <a:schemeClr val="lt1"/>
                </a:solidFill>
              </a:ln>
              <a:effectLst/>
            </c:spPr>
            <c:extLst>
              <c:ext xmlns:c16="http://schemas.microsoft.com/office/drawing/2014/chart" uri="{C3380CC4-5D6E-409C-BE32-E72D297353CC}">
                <c16:uniqueId val="{0000000F-373D-4EA8-947A-92E2B2503673}"/>
              </c:ext>
            </c:extLst>
          </c:dPt>
          <c:dPt>
            <c:idx val="8"/>
            <c:bubble3D val="0"/>
            <c:spPr>
              <a:solidFill>
                <a:schemeClr val="bg1">
                  <a:lumMod val="95000"/>
                </a:schemeClr>
              </a:solidFill>
              <a:ln w="3175">
                <a:solidFill>
                  <a:schemeClr val="lt1"/>
                </a:solidFill>
              </a:ln>
              <a:effectLst/>
            </c:spPr>
            <c:extLst>
              <c:ext xmlns:c16="http://schemas.microsoft.com/office/drawing/2014/chart" uri="{C3380CC4-5D6E-409C-BE32-E72D297353CC}">
                <c16:uniqueId val="{00000011-373D-4EA8-947A-92E2B2503673}"/>
              </c:ext>
            </c:extLst>
          </c:dPt>
          <c:dPt>
            <c:idx val="9"/>
            <c:bubble3D val="0"/>
            <c:spPr>
              <a:solidFill>
                <a:schemeClr val="bg1">
                  <a:lumMod val="95000"/>
                </a:schemeClr>
              </a:solidFill>
              <a:ln w="3175">
                <a:solidFill>
                  <a:schemeClr val="lt1"/>
                </a:solidFill>
              </a:ln>
              <a:effectLst/>
            </c:spPr>
            <c:extLst>
              <c:ext xmlns:c16="http://schemas.microsoft.com/office/drawing/2014/chart" uri="{C3380CC4-5D6E-409C-BE32-E72D297353CC}">
                <c16:uniqueId val="{00000013-373D-4EA8-947A-92E2B2503673}"/>
              </c:ext>
            </c:extLst>
          </c:dPt>
          <c:dPt>
            <c:idx val="10"/>
            <c:bubble3D val="0"/>
            <c:spPr>
              <a:solidFill>
                <a:schemeClr val="bg1">
                  <a:lumMod val="95000"/>
                </a:schemeClr>
              </a:solidFill>
              <a:ln w="3175">
                <a:solidFill>
                  <a:schemeClr val="lt1"/>
                </a:solidFill>
              </a:ln>
              <a:effectLst/>
            </c:spPr>
            <c:extLst>
              <c:ext xmlns:c16="http://schemas.microsoft.com/office/drawing/2014/chart" uri="{C3380CC4-5D6E-409C-BE32-E72D297353CC}">
                <c16:uniqueId val="{00000015-373D-4EA8-947A-92E2B2503673}"/>
              </c:ext>
            </c:extLst>
          </c:dPt>
          <c:dPt>
            <c:idx val="11"/>
            <c:bubble3D val="0"/>
            <c:spPr>
              <a:solidFill>
                <a:schemeClr val="bg1">
                  <a:lumMod val="95000"/>
                </a:schemeClr>
              </a:solidFill>
              <a:ln w="3175">
                <a:solidFill>
                  <a:schemeClr val="lt1"/>
                </a:solidFill>
              </a:ln>
              <a:effectLst/>
            </c:spPr>
            <c:extLst>
              <c:ext xmlns:c16="http://schemas.microsoft.com/office/drawing/2014/chart" uri="{C3380CC4-5D6E-409C-BE32-E72D297353CC}">
                <c16:uniqueId val="{00000017-373D-4EA8-947A-92E2B2503673}"/>
              </c:ext>
            </c:extLst>
          </c:dPt>
          <c:dPt>
            <c:idx val="12"/>
            <c:bubble3D val="0"/>
            <c:spPr>
              <a:solidFill>
                <a:schemeClr val="accent1"/>
              </a:solidFill>
              <a:ln w="3175">
                <a:solidFill>
                  <a:schemeClr val="lt1"/>
                </a:solidFill>
              </a:ln>
              <a:effectLst/>
            </c:spPr>
            <c:extLst>
              <c:ext xmlns:c16="http://schemas.microsoft.com/office/drawing/2014/chart" uri="{C3380CC4-5D6E-409C-BE32-E72D297353CC}">
                <c16:uniqueId val="{00000019-373D-4EA8-947A-92E2B2503673}"/>
              </c:ext>
            </c:extLst>
          </c:dPt>
          <c:dPt>
            <c:idx val="13"/>
            <c:bubble3D val="0"/>
            <c:spPr>
              <a:solidFill>
                <a:schemeClr val="accent1"/>
              </a:solidFill>
              <a:ln w="3175">
                <a:noFill/>
              </a:ln>
              <a:effectLst/>
            </c:spPr>
            <c:extLst>
              <c:ext xmlns:c16="http://schemas.microsoft.com/office/drawing/2014/chart" uri="{C3380CC4-5D6E-409C-BE32-E72D297353CC}">
                <c16:uniqueId val="{0000001B-373D-4EA8-947A-92E2B2503673}"/>
              </c:ext>
            </c:extLst>
          </c:dPt>
          <c:dPt>
            <c:idx val="14"/>
            <c:bubble3D val="0"/>
            <c:spPr>
              <a:solidFill>
                <a:schemeClr val="accent1"/>
              </a:solidFill>
              <a:ln w="3175">
                <a:noFill/>
              </a:ln>
              <a:effectLst/>
            </c:spPr>
            <c:extLst>
              <c:ext xmlns:c16="http://schemas.microsoft.com/office/drawing/2014/chart" uri="{C3380CC4-5D6E-409C-BE32-E72D297353CC}">
                <c16:uniqueId val="{0000001D-373D-4EA8-947A-92E2B2503673}"/>
              </c:ext>
            </c:extLst>
          </c:dPt>
          <c:dPt>
            <c:idx val="15"/>
            <c:bubble3D val="0"/>
            <c:spPr>
              <a:solidFill>
                <a:schemeClr val="accent1"/>
              </a:solidFill>
              <a:ln w="3175">
                <a:noFill/>
              </a:ln>
              <a:effectLst/>
            </c:spPr>
            <c:extLst>
              <c:ext xmlns:c16="http://schemas.microsoft.com/office/drawing/2014/chart" uri="{C3380CC4-5D6E-409C-BE32-E72D297353CC}">
                <c16:uniqueId val="{0000001F-373D-4EA8-947A-92E2B2503673}"/>
              </c:ext>
            </c:extLst>
          </c:dPt>
          <c:dPt>
            <c:idx val="16"/>
            <c:bubble3D val="0"/>
            <c:spPr>
              <a:noFill/>
              <a:ln w="3175">
                <a:solidFill>
                  <a:schemeClr val="lt1"/>
                </a:solidFill>
              </a:ln>
              <a:effectLst/>
            </c:spPr>
            <c:extLst>
              <c:ext xmlns:c16="http://schemas.microsoft.com/office/drawing/2014/chart" uri="{C3380CC4-5D6E-409C-BE32-E72D297353CC}">
                <c16:uniqueId val="{00000021-373D-4EA8-947A-92E2B2503673}"/>
              </c:ext>
            </c:extLst>
          </c:dPt>
          <c:dPt>
            <c:idx val="17"/>
            <c:bubble3D val="0"/>
            <c:spPr>
              <a:noFill/>
              <a:ln w="3175">
                <a:solidFill>
                  <a:schemeClr val="lt1"/>
                </a:solidFill>
              </a:ln>
              <a:effectLst/>
            </c:spPr>
            <c:extLst>
              <c:ext xmlns:c16="http://schemas.microsoft.com/office/drawing/2014/chart" uri="{C3380CC4-5D6E-409C-BE32-E72D297353CC}">
                <c16:uniqueId val="{00000023-373D-4EA8-947A-92E2B2503673}"/>
              </c:ext>
            </c:extLst>
          </c:dPt>
          <c:dPt>
            <c:idx val="18"/>
            <c:bubble3D val="0"/>
            <c:spPr>
              <a:noFill/>
              <a:ln w="3175">
                <a:solidFill>
                  <a:schemeClr val="lt1"/>
                </a:solidFill>
              </a:ln>
              <a:effectLst/>
            </c:spPr>
            <c:extLst>
              <c:ext xmlns:c16="http://schemas.microsoft.com/office/drawing/2014/chart" uri="{C3380CC4-5D6E-409C-BE32-E72D297353CC}">
                <c16:uniqueId val="{00000025-373D-4EA8-947A-92E2B2503673}"/>
              </c:ext>
            </c:extLst>
          </c:dPt>
          <c:cat>
            <c:strRef>
              <c:f>Sheet1!$A$2:$A$20</c:f>
              <c:strCache>
                <c:ptCount val="4"/>
                <c:pt idx="0">
                  <c:v>1st Qtr</c:v>
                </c:pt>
                <c:pt idx="1">
                  <c:v>2nd Qtr</c:v>
                </c:pt>
                <c:pt idx="2">
                  <c:v>3rd Qtr</c:v>
                </c:pt>
                <c:pt idx="3">
                  <c:v>4th Qtr</c:v>
                </c:pt>
              </c:strCache>
            </c:strRef>
          </c:cat>
          <c:val>
            <c:numRef>
              <c:f>Sheet1!$B$2:$B$20</c:f>
              <c:numCache>
                <c:formatCode>General</c:formatCode>
                <c:ptCount val="19"/>
                <c:pt idx="0">
                  <c:v>5.2631578947368425</c:v>
                </c:pt>
                <c:pt idx="1">
                  <c:v>5.2631578947368425</c:v>
                </c:pt>
                <c:pt idx="2">
                  <c:v>5.2631578947368425</c:v>
                </c:pt>
                <c:pt idx="3">
                  <c:v>5.2631578947368425</c:v>
                </c:pt>
                <c:pt idx="4">
                  <c:v>5.2631578947368425</c:v>
                </c:pt>
                <c:pt idx="5">
                  <c:v>5.2631578947368425</c:v>
                </c:pt>
                <c:pt idx="6">
                  <c:v>5.2631578947368425</c:v>
                </c:pt>
                <c:pt idx="7">
                  <c:v>5.2631578947368425</c:v>
                </c:pt>
                <c:pt idx="8">
                  <c:v>5.2631578947368425</c:v>
                </c:pt>
                <c:pt idx="9">
                  <c:v>5.2631578947368425</c:v>
                </c:pt>
                <c:pt idx="10">
                  <c:v>5.2631578947368425</c:v>
                </c:pt>
                <c:pt idx="11">
                  <c:v>5.2631578947368425</c:v>
                </c:pt>
                <c:pt idx="12">
                  <c:v>5.2631578947368425</c:v>
                </c:pt>
                <c:pt idx="13">
                  <c:v>5.2631578947368425</c:v>
                </c:pt>
                <c:pt idx="14">
                  <c:v>5.2631578947368425</c:v>
                </c:pt>
                <c:pt idx="15">
                  <c:v>5.2631578947368425</c:v>
                </c:pt>
                <c:pt idx="16">
                  <c:v>5.2631578947368425</c:v>
                </c:pt>
                <c:pt idx="17">
                  <c:v>5.2631578947368425</c:v>
                </c:pt>
                <c:pt idx="18">
                  <c:v>5.2631578947368425</c:v>
                </c:pt>
              </c:numCache>
            </c:numRef>
          </c:val>
          <c:extLst>
            <c:ext xmlns:c16="http://schemas.microsoft.com/office/drawing/2014/chart" uri="{C3380CC4-5D6E-409C-BE32-E72D297353CC}">
              <c16:uniqueId val="{00000026-373D-4EA8-947A-92E2B2503673}"/>
            </c:ext>
          </c:extLst>
        </c:ser>
        <c:dLbls>
          <c:showLegendKey val="0"/>
          <c:showVal val="0"/>
          <c:showCatName val="0"/>
          <c:showSerName val="0"/>
          <c:showPercent val="0"/>
          <c:showBubbleSize val="0"/>
          <c:showLeaderLines val="1"/>
        </c:dLbls>
        <c:firstSliceAng val="0"/>
        <c:holeSize val="83"/>
      </c:doughnutChart>
      <c:spPr>
        <a:noFill/>
        <a:ln>
          <a:noFill/>
        </a:ln>
        <a:effectLst/>
      </c:spPr>
    </c:plotArea>
    <c:plotVisOnly val="1"/>
    <c:dispBlanksAs val="gap"/>
    <c:showDLblsOverMax val="0"/>
  </c:chart>
  <c:spPr>
    <a:noFill/>
    <a:ln w="3175">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9790121722846443"/>
          <c:y val="8.858309792843691E-2"/>
          <c:w val="0.55663217852684144"/>
          <c:h val="0.83966548964218457"/>
        </c:manualLayout>
      </c:layout>
      <c:doughnutChart>
        <c:varyColors val="1"/>
        <c:ser>
          <c:idx val="0"/>
          <c:order val="0"/>
          <c:tx>
            <c:strRef>
              <c:f>Sheet1!$B$1</c:f>
              <c:strCache>
                <c:ptCount val="1"/>
                <c:pt idx="0">
                  <c:v>Sales</c:v>
                </c:pt>
              </c:strCache>
            </c:strRef>
          </c:tx>
          <c:spPr>
            <a:solidFill>
              <a:schemeClr val="bg1">
                <a:lumMod val="85000"/>
              </a:schemeClr>
            </a:solidFill>
            <a:ln w="3175"/>
          </c:spPr>
          <c:explosion val="2"/>
          <c:dPt>
            <c:idx val="0"/>
            <c:bubble3D val="0"/>
            <c:spPr>
              <a:noFill/>
              <a:ln w="3175">
                <a:solidFill>
                  <a:schemeClr val="lt1"/>
                </a:solidFill>
              </a:ln>
              <a:effectLst/>
            </c:spPr>
            <c:extLst>
              <c:ext xmlns:c16="http://schemas.microsoft.com/office/drawing/2014/chart" uri="{C3380CC4-5D6E-409C-BE32-E72D297353CC}">
                <c16:uniqueId val="{00000001-7DDD-471D-919B-4967F5CA970B}"/>
              </c:ext>
            </c:extLst>
          </c:dPt>
          <c:dPt>
            <c:idx val="1"/>
            <c:bubble3D val="0"/>
            <c:spPr>
              <a:solidFill>
                <a:schemeClr val="bg1">
                  <a:lumMod val="95000"/>
                </a:schemeClr>
              </a:solidFill>
              <a:ln w="3175">
                <a:solidFill>
                  <a:schemeClr val="lt1"/>
                </a:solidFill>
              </a:ln>
              <a:effectLst/>
            </c:spPr>
            <c:extLst>
              <c:ext xmlns:c16="http://schemas.microsoft.com/office/drawing/2014/chart" uri="{C3380CC4-5D6E-409C-BE32-E72D297353CC}">
                <c16:uniqueId val="{00000003-7DDD-471D-919B-4967F5CA970B}"/>
              </c:ext>
            </c:extLst>
          </c:dPt>
          <c:dPt>
            <c:idx val="2"/>
            <c:bubble3D val="0"/>
            <c:spPr>
              <a:solidFill>
                <a:schemeClr val="bg1">
                  <a:lumMod val="95000"/>
                </a:schemeClr>
              </a:solidFill>
              <a:ln w="3175">
                <a:solidFill>
                  <a:schemeClr val="lt1"/>
                </a:solidFill>
              </a:ln>
              <a:effectLst/>
            </c:spPr>
            <c:extLst>
              <c:ext xmlns:c16="http://schemas.microsoft.com/office/drawing/2014/chart" uri="{C3380CC4-5D6E-409C-BE32-E72D297353CC}">
                <c16:uniqueId val="{00000005-7DDD-471D-919B-4967F5CA970B}"/>
              </c:ext>
            </c:extLst>
          </c:dPt>
          <c:dPt>
            <c:idx val="3"/>
            <c:bubble3D val="0"/>
            <c:spPr>
              <a:solidFill>
                <a:schemeClr val="bg1">
                  <a:lumMod val="95000"/>
                </a:schemeClr>
              </a:solidFill>
              <a:ln w="3175">
                <a:solidFill>
                  <a:schemeClr val="lt1"/>
                </a:solidFill>
              </a:ln>
              <a:effectLst/>
            </c:spPr>
            <c:extLst>
              <c:ext xmlns:c16="http://schemas.microsoft.com/office/drawing/2014/chart" uri="{C3380CC4-5D6E-409C-BE32-E72D297353CC}">
                <c16:uniqueId val="{00000007-7DDD-471D-919B-4967F5CA970B}"/>
              </c:ext>
            </c:extLst>
          </c:dPt>
          <c:dPt>
            <c:idx val="4"/>
            <c:bubble3D val="0"/>
            <c:spPr>
              <a:solidFill>
                <a:schemeClr val="bg1">
                  <a:lumMod val="95000"/>
                </a:schemeClr>
              </a:solidFill>
              <a:ln w="3175">
                <a:solidFill>
                  <a:schemeClr val="lt1"/>
                </a:solidFill>
              </a:ln>
              <a:effectLst/>
            </c:spPr>
            <c:extLst>
              <c:ext xmlns:c16="http://schemas.microsoft.com/office/drawing/2014/chart" uri="{C3380CC4-5D6E-409C-BE32-E72D297353CC}">
                <c16:uniqueId val="{00000009-7DDD-471D-919B-4967F5CA970B}"/>
              </c:ext>
            </c:extLst>
          </c:dPt>
          <c:dPt>
            <c:idx val="5"/>
            <c:bubble3D val="0"/>
            <c:spPr>
              <a:solidFill>
                <a:schemeClr val="bg1">
                  <a:lumMod val="95000"/>
                </a:schemeClr>
              </a:solidFill>
              <a:ln w="3175">
                <a:solidFill>
                  <a:schemeClr val="lt1"/>
                </a:solidFill>
              </a:ln>
              <a:effectLst/>
            </c:spPr>
            <c:extLst>
              <c:ext xmlns:c16="http://schemas.microsoft.com/office/drawing/2014/chart" uri="{C3380CC4-5D6E-409C-BE32-E72D297353CC}">
                <c16:uniqueId val="{0000000B-7DDD-471D-919B-4967F5CA970B}"/>
              </c:ext>
            </c:extLst>
          </c:dPt>
          <c:dPt>
            <c:idx val="6"/>
            <c:bubble3D val="0"/>
            <c:spPr>
              <a:solidFill>
                <a:srgbClr val="E37528"/>
              </a:solidFill>
              <a:ln w="3175">
                <a:solidFill>
                  <a:schemeClr val="lt1"/>
                </a:solidFill>
              </a:ln>
              <a:effectLst/>
            </c:spPr>
            <c:extLst>
              <c:ext xmlns:c16="http://schemas.microsoft.com/office/drawing/2014/chart" uri="{C3380CC4-5D6E-409C-BE32-E72D297353CC}">
                <c16:uniqueId val="{0000000D-7DDD-471D-919B-4967F5CA970B}"/>
              </c:ext>
            </c:extLst>
          </c:dPt>
          <c:dPt>
            <c:idx val="7"/>
            <c:bubble3D val="0"/>
            <c:spPr>
              <a:solidFill>
                <a:srgbClr val="E37528"/>
              </a:solidFill>
              <a:ln w="3175">
                <a:solidFill>
                  <a:schemeClr val="lt1"/>
                </a:solidFill>
              </a:ln>
              <a:effectLst/>
            </c:spPr>
            <c:extLst>
              <c:ext xmlns:c16="http://schemas.microsoft.com/office/drawing/2014/chart" uri="{C3380CC4-5D6E-409C-BE32-E72D297353CC}">
                <c16:uniqueId val="{0000000F-7DDD-471D-919B-4967F5CA970B}"/>
              </c:ext>
            </c:extLst>
          </c:dPt>
          <c:dPt>
            <c:idx val="8"/>
            <c:bubble3D val="0"/>
            <c:spPr>
              <a:solidFill>
                <a:srgbClr val="E37528"/>
              </a:solidFill>
              <a:ln w="3175">
                <a:solidFill>
                  <a:schemeClr val="lt1"/>
                </a:solidFill>
              </a:ln>
              <a:effectLst/>
            </c:spPr>
            <c:extLst>
              <c:ext xmlns:c16="http://schemas.microsoft.com/office/drawing/2014/chart" uri="{C3380CC4-5D6E-409C-BE32-E72D297353CC}">
                <c16:uniqueId val="{00000011-7DDD-471D-919B-4967F5CA970B}"/>
              </c:ext>
            </c:extLst>
          </c:dPt>
          <c:dPt>
            <c:idx val="9"/>
            <c:bubble3D val="0"/>
            <c:spPr>
              <a:solidFill>
                <a:srgbClr val="ED8B00"/>
              </a:solidFill>
              <a:ln w="3175">
                <a:solidFill>
                  <a:schemeClr val="lt1"/>
                </a:solidFill>
              </a:ln>
              <a:effectLst/>
            </c:spPr>
            <c:extLst>
              <c:ext xmlns:c16="http://schemas.microsoft.com/office/drawing/2014/chart" uri="{C3380CC4-5D6E-409C-BE32-E72D297353CC}">
                <c16:uniqueId val="{00000013-7DDD-471D-919B-4967F5CA970B}"/>
              </c:ext>
            </c:extLst>
          </c:dPt>
          <c:dPt>
            <c:idx val="10"/>
            <c:bubble3D val="0"/>
            <c:spPr>
              <a:solidFill>
                <a:srgbClr val="ED8B00"/>
              </a:solidFill>
              <a:ln w="3175">
                <a:solidFill>
                  <a:schemeClr val="lt1"/>
                </a:solidFill>
              </a:ln>
              <a:effectLst/>
            </c:spPr>
            <c:extLst>
              <c:ext xmlns:c16="http://schemas.microsoft.com/office/drawing/2014/chart" uri="{C3380CC4-5D6E-409C-BE32-E72D297353CC}">
                <c16:uniqueId val="{00000015-7DDD-471D-919B-4967F5CA970B}"/>
              </c:ext>
            </c:extLst>
          </c:dPt>
          <c:dPt>
            <c:idx val="11"/>
            <c:bubble3D val="0"/>
            <c:spPr>
              <a:solidFill>
                <a:srgbClr val="ED8B00"/>
              </a:solidFill>
              <a:ln w="3175">
                <a:solidFill>
                  <a:schemeClr val="lt1"/>
                </a:solidFill>
              </a:ln>
              <a:effectLst/>
            </c:spPr>
            <c:extLst>
              <c:ext xmlns:c16="http://schemas.microsoft.com/office/drawing/2014/chart" uri="{C3380CC4-5D6E-409C-BE32-E72D297353CC}">
                <c16:uniqueId val="{00000017-7DDD-471D-919B-4967F5CA970B}"/>
              </c:ext>
            </c:extLst>
          </c:dPt>
          <c:dPt>
            <c:idx val="12"/>
            <c:bubble3D val="0"/>
            <c:spPr>
              <a:solidFill>
                <a:schemeClr val="bg1">
                  <a:lumMod val="95000"/>
                </a:schemeClr>
              </a:solidFill>
              <a:ln w="3175">
                <a:solidFill>
                  <a:schemeClr val="lt1"/>
                </a:solidFill>
              </a:ln>
              <a:effectLst/>
            </c:spPr>
            <c:extLst>
              <c:ext xmlns:c16="http://schemas.microsoft.com/office/drawing/2014/chart" uri="{C3380CC4-5D6E-409C-BE32-E72D297353CC}">
                <c16:uniqueId val="{00000019-7DDD-471D-919B-4967F5CA970B}"/>
              </c:ext>
            </c:extLst>
          </c:dPt>
          <c:dPt>
            <c:idx val="13"/>
            <c:bubble3D val="0"/>
            <c:spPr>
              <a:solidFill>
                <a:schemeClr val="bg1">
                  <a:lumMod val="95000"/>
                </a:schemeClr>
              </a:solidFill>
              <a:ln w="3175">
                <a:noFill/>
              </a:ln>
              <a:effectLst/>
            </c:spPr>
            <c:extLst>
              <c:ext xmlns:c16="http://schemas.microsoft.com/office/drawing/2014/chart" uri="{C3380CC4-5D6E-409C-BE32-E72D297353CC}">
                <c16:uniqueId val="{0000001B-7DDD-471D-919B-4967F5CA970B}"/>
              </c:ext>
            </c:extLst>
          </c:dPt>
          <c:dPt>
            <c:idx val="14"/>
            <c:bubble3D val="0"/>
            <c:spPr>
              <a:solidFill>
                <a:schemeClr val="bg1">
                  <a:lumMod val="95000"/>
                </a:schemeClr>
              </a:solidFill>
              <a:ln w="3175">
                <a:noFill/>
              </a:ln>
              <a:effectLst/>
            </c:spPr>
            <c:extLst>
              <c:ext xmlns:c16="http://schemas.microsoft.com/office/drawing/2014/chart" uri="{C3380CC4-5D6E-409C-BE32-E72D297353CC}">
                <c16:uniqueId val="{0000001D-7DDD-471D-919B-4967F5CA970B}"/>
              </c:ext>
            </c:extLst>
          </c:dPt>
          <c:dPt>
            <c:idx val="15"/>
            <c:bubble3D val="0"/>
            <c:spPr>
              <a:solidFill>
                <a:schemeClr val="bg1">
                  <a:lumMod val="95000"/>
                </a:schemeClr>
              </a:solidFill>
              <a:ln w="3175">
                <a:noFill/>
              </a:ln>
              <a:effectLst/>
            </c:spPr>
            <c:extLst>
              <c:ext xmlns:c16="http://schemas.microsoft.com/office/drawing/2014/chart" uri="{C3380CC4-5D6E-409C-BE32-E72D297353CC}">
                <c16:uniqueId val="{0000001F-7DDD-471D-919B-4967F5CA970B}"/>
              </c:ext>
            </c:extLst>
          </c:dPt>
          <c:dPt>
            <c:idx val="16"/>
            <c:bubble3D val="0"/>
            <c:spPr>
              <a:noFill/>
              <a:ln w="3175">
                <a:solidFill>
                  <a:schemeClr val="lt1"/>
                </a:solidFill>
              </a:ln>
              <a:effectLst/>
            </c:spPr>
            <c:extLst>
              <c:ext xmlns:c16="http://schemas.microsoft.com/office/drawing/2014/chart" uri="{C3380CC4-5D6E-409C-BE32-E72D297353CC}">
                <c16:uniqueId val="{00000021-7DDD-471D-919B-4967F5CA970B}"/>
              </c:ext>
            </c:extLst>
          </c:dPt>
          <c:dPt>
            <c:idx val="17"/>
            <c:bubble3D val="0"/>
            <c:spPr>
              <a:noFill/>
              <a:ln w="3175">
                <a:solidFill>
                  <a:schemeClr val="lt1"/>
                </a:solidFill>
              </a:ln>
              <a:effectLst/>
            </c:spPr>
            <c:extLst>
              <c:ext xmlns:c16="http://schemas.microsoft.com/office/drawing/2014/chart" uri="{C3380CC4-5D6E-409C-BE32-E72D297353CC}">
                <c16:uniqueId val="{00000023-7DDD-471D-919B-4967F5CA970B}"/>
              </c:ext>
            </c:extLst>
          </c:dPt>
          <c:dPt>
            <c:idx val="18"/>
            <c:bubble3D val="0"/>
            <c:spPr>
              <a:noFill/>
              <a:ln w="3175">
                <a:solidFill>
                  <a:schemeClr val="lt1"/>
                </a:solidFill>
              </a:ln>
              <a:effectLst/>
            </c:spPr>
            <c:extLst>
              <c:ext xmlns:c16="http://schemas.microsoft.com/office/drawing/2014/chart" uri="{C3380CC4-5D6E-409C-BE32-E72D297353CC}">
                <c16:uniqueId val="{00000025-7DDD-471D-919B-4967F5CA970B}"/>
              </c:ext>
            </c:extLst>
          </c:dPt>
          <c:cat>
            <c:strRef>
              <c:f>Sheet1!$A$2:$A$20</c:f>
              <c:strCache>
                <c:ptCount val="4"/>
                <c:pt idx="0">
                  <c:v>1st Qtr</c:v>
                </c:pt>
                <c:pt idx="1">
                  <c:v>2nd Qtr</c:v>
                </c:pt>
                <c:pt idx="2">
                  <c:v>3rd Qtr</c:v>
                </c:pt>
                <c:pt idx="3">
                  <c:v>4th Qtr</c:v>
                </c:pt>
              </c:strCache>
            </c:strRef>
          </c:cat>
          <c:val>
            <c:numRef>
              <c:f>Sheet1!$B$2:$B$20</c:f>
              <c:numCache>
                <c:formatCode>General</c:formatCode>
                <c:ptCount val="19"/>
                <c:pt idx="0">
                  <c:v>5.2631578947368425</c:v>
                </c:pt>
                <c:pt idx="1">
                  <c:v>5.2631578947368425</c:v>
                </c:pt>
                <c:pt idx="2">
                  <c:v>5.2631578947368425</c:v>
                </c:pt>
                <c:pt idx="3">
                  <c:v>5.2631578947368425</c:v>
                </c:pt>
                <c:pt idx="4">
                  <c:v>5.2631578947368425</c:v>
                </c:pt>
                <c:pt idx="5">
                  <c:v>5.2631578947368425</c:v>
                </c:pt>
                <c:pt idx="6">
                  <c:v>5.2631578947368425</c:v>
                </c:pt>
                <c:pt idx="7">
                  <c:v>5.2631578947368425</c:v>
                </c:pt>
                <c:pt idx="8">
                  <c:v>5.2631578947368425</c:v>
                </c:pt>
                <c:pt idx="9">
                  <c:v>5.2631578947368425</c:v>
                </c:pt>
                <c:pt idx="10">
                  <c:v>5.2631578947368425</c:v>
                </c:pt>
                <c:pt idx="11">
                  <c:v>5.2631578947368425</c:v>
                </c:pt>
                <c:pt idx="12">
                  <c:v>5.2631578947368425</c:v>
                </c:pt>
                <c:pt idx="13">
                  <c:v>5.2631578947368425</c:v>
                </c:pt>
                <c:pt idx="14">
                  <c:v>5.2631578947368425</c:v>
                </c:pt>
                <c:pt idx="15">
                  <c:v>5.2631578947368425</c:v>
                </c:pt>
                <c:pt idx="16">
                  <c:v>5.2631578947368425</c:v>
                </c:pt>
                <c:pt idx="17">
                  <c:v>5.2631578947368425</c:v>
                </c:pt>
                <c:pt idx="18">
                  <c:v>5.2631578947368425</c:v>
                </c:pt>
              </c:numCache>
            </c:numRef>
          </c:val>
          <c:extLst>
            <c:ext xmlns:c16="http://schemas.microsoft.com/office/drawing/2014/chart" uri="{C3380CC4-5D6E-409C-BE32-E72D297353CC}">
              <c16:uniqueId val="{00000026-7DDD-471D-919B-4967F5CA970B}"/>
            </c:ext>
          </c:extLst>
        </c:ser>
        <c:dLbls>
          <c:showLegendKey val="0"/>
          <c:showVal val="0"/>
          <c:showCatName val="0"/>
          <c:showSerName val="0"/>
          <c:showPercent val="0"/>
          <c:showBubbleSize val="0"/>
          <c:showLeaderLines val="1"/>
        </c:dLbls>
        <c:firstSliceAng val="0"/>
        <c:holeSize val="85"/>
      </c:doughnutChart>
      <c:spPr>
        <a:noFill/>
        <a:ln>
          <a:noFill/>
        </a:ln>
        <a:effectLst/>
      </c:spPr>
    </c:plotArea>
    <c:plotVisOnly val="1"/>
    <c:dispBlanksAs val="gap"/>
    <c:showDLblsOverMax val="0"/>
  </c:chart>
  <c:spPr>
    <a:noFill/>
    <a:ln w="3175">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9790121722846443"/>
          <c:y val="8.858309792843691E-2"/>
          <c:w val="0.55663217852684144"/>
          <c:h val="0.83966548964218457"/>
        </c:manualLayout>
      </c:layout>
      <c:doughnutChart>
        <c:varyColors val="1"/>
        <c:ser>
          <c:idx val="0"/>
          <c:order val="0"/>
          <c:tx>
            <c:strRef>
              <c:f>Sheet1!$B$1</c:f>
              <c:strCache>
                <c:ptCount val="1"/>
                <c:pt idx="0">
                  <c:v>Sales</c:v>
                </c:pt>
              </c:strCache>
            </c:strRef>
          </c:tx>
          <c:spPr>
            <a:solidFill>
              <a:schemeClr val="bg1">
                <a:lumMod val="85000"/>
              </a:schemeClr>
            </a:solidFill>
            <a:ln w="3175"/>
          </c:spPr>
          <c:explosion val="2"/>
          <c:dPt>
            <c:idx val="0"/>
            <c:bubble3D val="0"/>
            <c:spPr>
              <a:noFill/>
              <a:ln w="3175">
                <a:solidFill>
                  <a:schemeClr val="lt1"/>
                </a:solidFill>
              </a:ln>
              <a:effectLst/>
            </c:spPr>
            <c:extLst>
              <c:ext xmlns:c16="http://schemas.microsoft.com/office/drawing/2014/chart" uri="{C3380CC4-5D6E-409C-BE32-E72D297353CC}">
                <c16:uniqueId val="{00000001-1ABD-47D6-82AF-0292AEAE193C}"/>
              </c:ext>
            </c:extLst>
          </c:dPt>
          <c:dPt>
            <c:idx val="1"/>
            <c:bubble3D val="0"/>
            <c:spPr>
              <a:solidFill>
                <a:schemeClr val="bg1">
                  <a:lumMod val="95000"/>
                </a:schemeClr>
              </a:solidFill>
              <a:ln w="3175">
                <a:solidFill>
                  <a:schemeClr val="lt1"/>
                </a:solidFill>
              </a:ln>
              <a:effectLst/>
            </c:spPr>
            <c:extLst>
              <c:ext xmlns:c16="http://schemas.microsoft.com/office/drawing/2014/chart" uri="{C3380CC4-5D6E-409C-BE32-E72D297353CC}">
                <c16:uniqueId val="{00000003-1ABD-47D6-82AF-0292AEAE193C}"/>
              </c:ext>
            </c:extLst>
          </c:dPt>
          <c:dPt>
            <c:idx val="2"/>
            <c:bubble3D val="0"/>
            <c:spPr>
              <a:solidFill>
                <a:schemeClr val="bg1">
                  <a:lumMod val="95000"/>
                </a:schemeClr>
              </a:solidFill>
              <a:ln w="3175">
                <a:solidFill>
                  <a:schemeClr val="lt1"/>
                </a:solidFill>
              </a:ln>
              <a:effectLst/>
            </c:spPr>
            <c:extLst>
              <c:ext xmlns:c16="http://schemas.microsoft.com/office/drawing/2014/chart" uri="{C3380CC4-5D6E-409C-BE32-E72D297353CC}">
                <c16:uniqueId val="{00000005-1ABD-47D6-82AF-0292AEAE193C}"/>
              </c:ext>
            </c:extLst>
          </c:dPt>
          <c:dPt>
            <c:idx val="3"/>
            <c:bubble3D val="0"/>
            <c:spPr>
              <a:solidFill>
                <a:schemeClr val="bg1">
                  <a:lumMod val="95000"/>
                </a:schemeClr>
              </a:solidFill>
              <a:ln w="3175">
                <a:solidFill>
                  <a:schemeClr val="lt1"/>
                </a:solidFill>
              </a:ln>
              <a:effectLst/>
            </c:spPr>
            <c:extLst>
              <c:ext xmlns:c16="http://schemas.microsoft.com/office/drawing/2014/chart" uri="{C3380CC4-5D6E-409C-BE32-E72D297353CC}">
                <c16:uniqueId val="{00000007-1ABD-47D6-82AF-0292AEAE193C}"/>
              </c:ext>
            </c:extLst>
          </c:dPt>
          <c:dPt>
            <c:idx val="4"/>
            <c:bubble3D val="0"/>
            <c:spPr>
              <a:solidFill>
                <a:srgbClr val="8B3085"/>
              </a:solidFill>
              <a:ln w="3175">
                <a:solidFill>
                  <a:schemeClr val="lt1"/>
                </a:solidFill>
              </a:ln>
              <a:effectLst/>
            </c:spPr>
            <c:extLst>
              <c:ext xmlns:c16="http://schemas.microsoft.com/office/drawing/2014/chart" uri="{C3380CC4-5D6E-409C-BE32-E72D297353CC}">
                <c16:uniqueId val="{00000009-1ABD-47D6-82AF-0292AEAE193C}"/>
              </c:ext>
            </c:extLst>
          </c:dPt>
          <c:dPt>
            <c:idx val="5"/>
            <c:bubble3D val="0"/>
            <c:spPr>
              <a:solidFill>
                <a:srgbClr val="8B3085"/>
              </a:solidFill>
              <a:ln w="3175">
                <a:solidFill>
                  <a:schemeClr val="lt1"/>
                </a:solidFill>
              </a:ln>
              <a:effectLst/>
            </c:spPr>
            <c:extLst>
              <c:ext xmlns:c16="http://schemas.microsoft.com/office/drawing/2014/chart" uri="{C3380CC4-5D6E-409C-BE32-E72D297353CC}">
                <c16:uniqueId val="{0000000B-1ABD-47D6-82AF-0292AEAE193C}"/>
              </c:ext>
            </c:extLst>
          </c:dPt>
          <c:dPt>
            <c:idx val="6"/>
            <c:bubble3D val="0"/>
            <c:spPr>
              <a:solidFill>
                <a:schemeClr val="bg1">
                  <a:lumMod val="95000"/>
                </a:schemeClr>
              </a:solidFill>
              <a:ln w="3175">
                <a:solidFill>
                  <a:schemeClr val="lt1"/>
                </a:solidFill>
              </a:ln>
              <a:effectLst/>
            </c:spPr>
            <c:extLst>
              <c:ext xmlns:c16="http://schemas.microsoft.com/office/drawing/2014/chart" uri="{C3380CC4-5D6E-409C-BE32-E72D297353CC}">
                <c16:uniqueId val="{0000000D-1ABD-47D6-82AF-0292AEAE193C}"/>
              </c:ext>
            </c:extLst>
          </c:dPt>
          <c:dPt>
            <c:idx val="7"/>
            <c:bubble3D val="0"/>
            <c:spPr>
              <a:solidFill>
                <a:schemeClr val="bg1">
                  <a:lumMod val="95000"/>
                </a:schemeClr>
              </a:solidFill>
              <a:ln w="3175">
                <a:solidFill>
                  <a:schemeClr val="lt1"/>
                </a:solidFill>
              </a:ln>
              <a:effectLst/>
            </c:spPr>
            <c:extLst>
              <c:ext xmlns:c16="http://schemas.microsoft.com/office/drawing/2014/chart" uri="{C3380CC4-5D6E-409C-BE32-E72D297353CC}">
                <c16:uniqueId val="{0000000F-1ABD-47D6-82AF-0292AEAE193C}"/>
              </c:ext>
            </c:extLst>
          </c:dPt>
          <c:dPt>
            <c:idx val="8"/>
            <c:bubble3D val="0"/>
            <c:spPr>
              <a:solidFill>
                <a:schemeClr val="bg1">
                  <a:lumMod val="95000"/>
                </a:schemeClr>
              </a:solidFill>
              <a:ln w="3175">
                <a:solidFill>
                  <a:schemeClr val="lt1"/>
                </a:solidFill>
              </a:ln>
              <a:effectLst/>
            </c:spPr>
            <c:extLst>
              <c:ext xmlns:c16="http://schemas.microsoft.com/office/drawing/2014/chart" uri="{C3380CC4-5D6E-409C-BE32-E72D297353CC}">
                <c16:uniqueId val="{00000011-1ABD-47D6-82AF-0292AEAE193C}"/>
              </c:ext>
            </c:extLst>
          </c:dPt>
          <c:dPt>
            <c:idx val="9"/>
            <c:bubble3D val="0"/>
            <c:spPr>
              <a:solidFill>
                <a:schemeClr val="bg1">
                  <a:lumMod val="95000"/>
                </a:schemeClr>
              </a:solidFill>
              <a:ln w="3175">
                <a:solidFill>
                  <a:schemeClr val="lt1"/>
                </a:solidFill>
              </a:ln>
              <a:effectLst/>
            </c:spPr>
            <c:extLst>
              <c:ext xmlns:c16="http://schemas.microsoft.com/office/drawing/2014/chart" uri="{C3380CC4-5D6E-409C-BE32-E72D297353CC}">
                <c16:uniqueId val="{00000013-1ABD-47D6-82AF-0292AEAE193C}"/>
              </c:ext>
            </c:extLst>
          </c:dPt>
          <c:dPt>
            <c:idx val="10"/>
            <c:bubble3D val="0"/>
            <c:spPr>
              <a:solidFill>
                <a:schemeClr val="bg1">
                  <a:lumMod val="95000"/>
                </a:schemeClr>
              </a:solidFill>
              <a:ln w="3175">
                <a:solidFill>
                  <a:schemeClr val="lt1"/>
                </a:solidFill>
              </a:ln>
              <a:effectLst/>
            </c:spPr>
            <c:extLst>
              <c:ext xmlns:c16="http://schemas.microsoft.com/office/drawing/2014/chart" uri="{C3380CC4-5D6E-409C-BE32-E72D297353CC}">
                <c16:uniqueId val="{00000015-1ABD-47D6-82AF-0292AEAE193C}"/>
              </c:ext>
            </c:extLst>
          </c:dPt>
          <c:dPt>
            <c:idx val="11"/>
            <c:bubble3D val="0"/>
            <c:spPr>
              <a:solidFill>
                <a:schemeClr val="bg1">
                  <a:lumMod val="95000"/>
                </a:schemeClr>
              </a:solidFill>
              <a:ln w="3175">
                <a:solidFill>
                  <a:schemeClr val="lt1"/>
                </a:solidFill>
              </a:ln>
              <a:effectLst/>
            </c:spPr>
            <c:extLst>
              <c:ext xmlns:c16="http://schemas.microsoft.com/office/drawing/2014/chart" uri="{C3380CC4-5D6E-409C-BE32-E72D297353CC}">
                <c16:uniqueId val="{00000017-1ABD-47D6-82AF-0292AEAE193C}"/>
              </c:ext>
            </c:extLst>
          </c:dPt>
          <c:dPt>
            <c:idx val="12"/>
            <c:bubble3D val="0"/>
            <c:spPr>
              <a:solidFill>
                <a:schemeClr val="bg1">
                  <a:lumMod val="95000"/>
                </a:schemeClr>
              </a:solidFill>
              <a:ln w="3175">
                <a:solidFill>
                  <a:schemeClr val="lt1"/>
                </a:solidFill>
              </a:ln>
              <a:effectLst/>
            </c:spPr>
            <c:extLst>
              <c:ext xmlns:c16="http://schemas.microsoft.com/office/drawing/2014/chart" uri="{C3380CC4-5D6E-409C-BE32-E72D297353CC}">
                <c16:uniqueId val="{00000019-1ABD-47D6-82AF-0292AEAE193C}"/>
              </c:ext>
            </c:extLst>
          </c:dPt>
          <c:dPt>
            <c:idx val="13"/>
            <c:bubble3D val="0"/>
            <c:spPr>
              <a:solidFill>
                <a:schemeClr val="bg1">
                  <a:lumMod val="95000"/>
                </a:schemeClr>
              </a:solidFill>
              <a:ln w="3175">
                <a:noFill/>
              </a:ln>
              <a:effectLst/>
            </c:spPr>
            <c:extLst>
              <c:ext xmlns:c16="http://schemas.microsoft.com/office/drawing/2014/chart" uri="{C3380CC4-5D6E-409C-BE32-E72D297353CC}">
                <c16:uniqueId val="{0000001B-1ABD-47D6-82AF-0292AEAE193C}"/>
              </c:ext>
            </c:extLst>
          </c:dPt>
          <c:dPt>
            <c:idx val="14"/>
            <c:bubble3D val="0"/>
            <c:spPr>
              <a:solidFill>
                <a:schemeClr val="bg1">
                  <a:lumMod val="95000"/>
                </a:schemeClr>
              </a:solidFill>
              <a:ln w="3175">
                <a:noFill/>
              </a:ln>
              <a:effectLst/>
            </c:spPr>
            <c:extLst>
              <c:ext xmlns:c16="http://schemas.microsoft.com/office/drawing/2014/chart" uri="{C3380CC4-5D6E-409C-BE32-E72D297353CC}">
                <c16:uniqueId val="{0000001D-1ABD-47D6-82AF-0292AEAE193C}"/>
              </c:ext>
            </c:extLst>
          </c:dPt>
          <c:dPt>
            <c:idx val="15"/>
            <c:bubble3D val="0"/>
            <c:spPr>
              <a:solidFill>
                <a:schemeClr val="bg1">
                  <a:lumMod val="95000"/>
                </a:schemeClr>
              </a:solidFill>
              <a:ln w="3175">
                <a:noFill/>
              </a:ln>
              <a:effectLst/>
            </c:spPr>
            <c:extLst>
              <c:ext xmlns:c16="http://schemas.microsoft.com/office/drawing/2014/chart" uri="{C3380CC4-5D6E-409C-BE32-E72D297353CC}">
                <c16:uniqueId val="{0000001F-1ABD-47D6-82AF-0292AEAE193C}"/>
              </c:ext>
            </c:extLst>
          </c:dPt>
          <c:dPt>
            <c:idx val="16"/>
            <c:bubble3D val="0"/>
            <c:spPr>
              <a:noFill/>
              <a:ln w="3175">
                <a:solidFill>
                  <a:schemeClr val="lt1"/>
                </a:solidFill>
              </a:ln>
              <a:effectLst/>
            </c:spPr>
            <c:extLst>
              <c:ext xmlns:c16="http://schemas.microsoft.com/office/drawing/2014/chart" uri="{C3380CC4-5D6E-409C-BE32-E72D297353CC}">
                <c16:uniqueId val="{00000021-1ABD-47D6-82AF-0292AEAE193C}"/>
              </c:ext>
            </c:extLst>
          </c:dPt>
          <c:dPt>
            <c:idx val="17"/>
            <c:bubble3D val="0"/>
            <c:spPr>
              <a:noFill/>
              <a:ln w="3175">
                <a:solidFill>
                  <a:schemeClr val="lt1"/>
                </a:solidFill>
              </a:ln>
              <a:effectLst/>
            </c:spPr>
            <c:extLst>
              <c:ext xmlns:c16="http://schemas.microsoft.com/office/drawing/2014/chart" uri="{C3380CC4-5D6E-409C-BE32-E72D297353CC}">
                <c16:uniqueId val="{00000023-1ABD-47D6-82AF-0292AEAE193C}"/>
              </c:ext>
            </c:extLst>
          </c:dPt>
          <c:dPt>
            <c:idx val="18"/>
            <c:bubble3D val="0"/>
            <c:spPr>
              <a:noFill/>
              <a:ln w="3175">
                <a:solidFill>
                  <a:schemeClr val="lt1"/>
                </a:solidFill>
              </a:ln>
              <a:effectLst/>
            </c:spPr>
            <c:extLst>
              <c:ext xmlns:c16="http://schemas.microsoft.com/office/drawing/2014/chart" uri="{C3380CC4-5D6E-409C-BE32-E72D297353CC}">
                <c16:uniqueId val="{00000025-1ABD-47D6-82AF-0292AEAE193C}"/>
              </c:ext>
            </c:extLst>
          </c:dPt>
          <c:cat>
            <c:strRef>
              <c:f>Sheet1!$A$2:$A$20</c:f>
              <c:strCache>
                <c:ptCount val="4"/>
                <c:pt idx="0">
                  <c:v>1st Qtr</c:v>
                </c:pt>
                <c:pt idx="1">
                  <c:v>2nd Qtr</c:v>
                </c:pt>
                <c:pt idx="2">
                  <c:v>3rd Qtr</c:v>
                </c:pt>
                <c:pt idx="3">
                  <c:v>4th Qtr</c:v>
                </c:pt>
              </c:strCache>
            </c:strRef>
          </c:cat>
          <c:val>
            <c:numRef>
              <c:f>Sheet1!$B$2:$B$20</c:f>
              <c:numCache>
                <c:formatCode>General</c:formatCode>
                <c:ptCount val="19"/>
                <c:pt idx="0">
                  <c:v>5.2631578947368425</c:v>
                </c:pt>
                <c:pt idx="1">
                  <c:v>5.2631578947368425</c:v>
                </c:pt>
                <c:pt idx="2">
                  <c:v>5.2631578947368425</c:v>
                </c:pt>
                <c:pt idx="3">
                  <c:v>5.2631578947368425</c:v>
                </c:pt>
                <c:pt idx="4">
                  <c:v>5.2631578947368425</c:v>
                </c:pt>
                <c:pt idx="5">
                  <c:v>5.2631578947368425</c:v>
                </c:pt>
                <c:pt idx="6">
                  <c:v>5.2631578947368425</c:v>
                </c:pt>
                <c:pt idx="7">
                  <c:v>5.2631578947368425</c:v>
                </c:pt>
                <c:pt idx="8">
                  <c:v>5.2631578947368425</c:v>
                </c:pt>
                <c:pt idx="9">
                  <c:v>5.2631578947368425</c:v>
                </c:pt>
                <c:pt idx="10">
                  <c:v>5.2631578947368425</c:v>
                </c:pt>
                <c:pt idx="11">
                  <c:v>5.2631578947368425</c:v>
                </c:pt>
                <c:pt idx="12">
                  <c:v>5.2631578947368425</c:v>
                </c:pt>
                <c:pt idx="13">
                  <c:v>5.2631578947368425</c:v>
                </c:pt>
                <c:pt idx="14">
                  <c:v>5.2631578947368425</c:v>
                </c:pt>
                <c:pt idx="15">
                  <c:v>5.2631578947368425</c:v>
                </c:pt>
                <c:pt idx="16">
                  <c:v>5.2631578947368425</c:v>
                </c:pt>
                <c:pt idx="17">
                  <c:v>5.2631578947368425</c:v>
                </c:pt>
                <c:pt idx="18">
                  <c:v>5.2631578947368425</c:v>
                </c:pt>
              </c:numCache>
            </c:numRef>
          </c:val>
          <c:extLst>
            <c:ext xmlns:c16="http://schemas.microsoft.com/office/drawing/2014/chart" uri="{C3380CC4-5D6E-409C-BE32-E72D297353CC}">
              <c16:uniqueId val="{00000026-1ABD-47D6-82AF-0292AEAE193C}"/>
            </c:ext>
          </c:extLst>
        </c:ser>
        <c:dLbls>
          <c:showLegendKey val="0"/>
          <c:showVal val="0"/>
          <c:showCatName val="0"/>
          <c:showSerName val="0"/>
          <c:showPercent val="0"/>
          <c:showBubbleSize val="0"/>
          <c:showLeaderLines val="1"/>
        </c:dLbls>
        <c:firstSliceAng val="0"/>
        <c:holeSize val="86"/>
      </c:doughnutChart>
      <c:spPr>
        <a:noFill/>
        <a:ln>
          <a:noFill/>
        </a:ln>
        <a:effectLst/>
      </c:spPr>
    </c:plotArea>
    <c:plotVisOnly val="1"/>
    <c:dispBlanksAs val="gap"/>
    <c:showDLblsOverMax val="0"/>
  </c:chart>
  <c:spPr>
    <a:noFill/>
    <a:ln w="3175">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9790121722846443"/>
          <c:y val="8.858309792843691E-2"/>
          <c:w val="0.55663217852684144"/>
          <c:h val="0.83966548964218457"/>
        </c:manualLayout>
      </c:layout>
      <c:doughnutChart>
        <c:varyColors val="1"/>
        <c:dLbls>
          <c:showLegendKey val="0"/>
          <c:showVal val="0"/>
          <c:showCatName val="0"/>
          <c:showSerName val="0"/>
          <c:showPercent val="0"/>
          <c:showBubbleSize val="0"/>
          <c:showLeaderLines val="0"/>
        </c:dLbls>
        <c:firstSliceAng val="0"/>
        <c:holeSize val="81"/>
      </c:doughnutChart>
      <c:spPr>
        <a:noFill/>
        <a:ln>
          <a:noFill/>
        </a:ln>
        <a:effectLst/>
      </c:spPr>
    </c:plotArea>
    <c:plotVisOnly val="1"/>
    <c:dispBlanksAs val="gap"/>
    <c:showDLblsOverMax val="0"/>
  </c:chart>
  <c:spPr>
    <a:noFill/>
    <a:ln w="3175">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9790121722846443"/>
          <c:y val="8.858309792843691E-2"/>
          <c:w val="0.55663217852684144"/>
          <c:h val="0.83966548964218457"/>
        </c:manualLayout>
      </c:layout>
      <c:doughnutChart>
        <c:varyColors val="1"/>
        <c:ser>
          <c:idx val="0"/>
          <c:order val="0"/>
          <c:tx>
            <c:strRef>
              <c:f>Sheet1!$B$1</c:f>
              <c:strCache>
                <c:ptCount val="1"/>
                <c:pt idx="0">
                  <c:v>Sales</c:v>
                </c:pt>
              </c:strCache>
            </c:strRef>
          </c:tx>
          <c:spPr>
            <a:solidFill>
              <a:schemeClr val="bg1">
                <a:lumMod val="85000"/>
              </a:schemeClr>
            </a:solidFill>
            <a:ln w="3175"/>
          </c:spPr>
          <c:dPt>
            <c:idx val="0"/>
            <c:bubble3D val="0"/>
            <c:spPr>
              <a:noFill/>
              <a:ln w="3175">
                <a:solidFill>
                  <a:schemeClr val="lt1"/>
                </a:solidFill>
              </a:ln>
              <a:effectLst/>
            </c:spPr>
            <c:extLst>
              <c:ext xmlns:c16="http://schemas.microsoft.com/office/drawing/2014/chart" uri="{C3380CC4-5D6E-409C-BE32-E72D297353CC}">
                <c16:uniqueId val="{00000001-E6F1-4B73-BAA5-84059AA3C046}"/>
              </c:ext>
            </c:extLst>
          </c:dPt>
          <c:dPt>
            <c:idx val="1"/>
            <c:bubble3D val="0"/>
            <c:spPr>
              <a:solidFill>
                <a:schemeClr val="accent5"/>
              </a:solidFill>
              <a:ln w="3175">
                <a:solidFill>
                  <a:schemeClr val="lt1"/>
                </a:solidFill>
              </a:ln>
              <a:effectLst/>
            </c:spPr>
            <c:extLst>
              <c:ext xmlns:c16="http://schemas.microsoft.com/office/drawing/2014/chart" uri="{C3380CC4-5D6E-409C-BE32-E72D297353CC}">
                <c16:uniqueId val="{00000003-E6F1-4B73-BAA5-84059AA3C046}"/>
              </c:ext>
            </c:extLst>
          </c:dPt>
          <c:dPt>
            <c:idx val="2"/>
            <c:bubble3D val="0"/>
            <c:spPr>
              <a:solidFill>
                <a:schemeClr val="accent5"/>
              </a:solidFill>
              <a:ln w="3175">
                <a:solidFill>
                  <a:schemeClr val="lt1"/>
                </a:solidFill>
              </a:ln>
              <a:effectLst/>
            </c:spPr>
            <c:extLst>
              <c:ext xmlns:c16="http://schemas.microsoft.com/office/drawing/2014/chart" uri="{C3380CC4-5D6E-409C-BE32-E72D297353CC}">
                <c16:uniqueId val="{00000005-E6F1-4B73-BAA5-84059AA3C046}"/>
              </c:ext>
            </c:extLst>
          </c:dPt>
          <c:dPt>
            <c:idx val="3"/>
            <c:bubble3D val="0"/>
            <c:spPr>
              <a:solidFill>
                <a:schemeClr val="accent5"/>
              </a:solidFill>
              <a:ln w="3175">
                <a:solidFill>
                  <a:schemeClr val="lt1"/>
                </a:solidFill>
              </a:ln>
              <a:effectLst/>
            </c:spPr>
            <c:extLst>
              <c:ext xmlns:c16="http://schemas.microsoft.com/office/drawing/2014/chart" uri="{C3380CC4-5D6E-409C-BE32-E72D297353CC}">
                <c16:uniqueId val="{00000007-E6F1-4B73-BAA5-84059AA3C046}"/>
              </c:ext>
            </c:extLst>
          </c:dPt>
          <c:dPt>
            <c:idx val="4"/>
            <c:bubble3D val="0"/>
            <c:spPr>
              <a:solidFill>
                <a:schemeClr val="bg1">
                  <a:lumMod val="95000"/>
                </a:schemeClr>
              </a:solidFill>
              <a:ln w="3175">
                <a:solidFill>
                  <a:schemeClr val="lt1"/>
                </a:solidFill>
              </a:ln>
              <a:effectLst/>
            </c:spPr>
            <c:extLst>
              <c:ext xmlns:c16="http://schemas.microsoft.com/office/drawing/2014/chart" uri="{C3380CC4-5D6E-409C-BE32-E72D297353CC}">
                <c16:uniqueId val="{00000009-E6F1-4B73-BAA5-84059AA3C046}"/>
              </c:ext>
            </c:extLst>
          </c:dPt>
          <c:dPt>
            <c:idx val="5"/>
            <c:bubble3D val="0"/>
            <c:spPr>
              <a:solidFill>
                <a:schemeClr val="bg1">
                  <a:lumMod val="95000"/>
                </a:schemeClr>
              </a:solidFill>
              <a:ln w="3175">
                <a:solidFill>
                  <a:schemeClr val="lt1"/>
                </a:solidFill>
              </a:ln>
              <a:effectLst/>
            </c:spPr>
            <c:extLst>
              <c:ext xmlns:c16="http://schemas.microsoft.com/office/drawing/2014/chart" uri="{C3380CC4-5D6E-409C-BE32-E72D297353CC}">
                <c16:uniqueId val="{0000000B-E6F1-4B73-BAA5-84059AA3C046}"/>
              </c:ext>
            </c:extLst>
          </c:dPt>
          <c:dPt>
            <c:idx val="6"/>
            <c:bubble3D val="0"/>
            <c:spPr>
              <a:solidFill>
                <a:schemeClr val="bg1">
                  <a:lumMod val="95000"/>
                </a:schemeClr>
              </a:solidFill>
              <a:ln w="3175">
                <a:solidFill>
                  <a:schemeClr val="lt1"/>
                </a:solidFill>
              </a:ln>
              <a:effectLst/>
            </c:spPr>
            <c:extLst>
              <c:ext xmlns:c16="http://schemas.microsoft.com/office/drawing/2014/chart" uri="{C3380CC4-5D6E-409C-BE32-E72D297353CC}">
                <c16:uniqueId val="{0000000D-E6F1-4B73-BAA5-84059AA3C046}"/>
              </c:ext>
            </c:extLst>
          </c:dPt>
          <c:dPt>
            <c:idx val="7"/>
            <c:bubble3D val="0"/>
            <c:spPr>
              <a:solidFill>
                <a:schemeClr val="bg1">
                  <a:lumMod val="95000"/>
                </a:schemeClr>
              </a:solidFill>
              <a:ln w="3175">
                <a:solidFill>
                  <a:schemeClr val="lt1"/>
                </a:solidFill>
              </a:ln>
              <a:effectLst/>
            </c:spPr>
            <c:extLst>
              <c:ext xmlns:c16="http://schemas.microsoft.com/office/drawing/2014/chart" uri="{C3380CC4-5D6E-409C-BE32-E72D297353CC}">
                <c16:uniqueId val="{0000000F-E6F1-4B73-BAA5-84059AA3C046}"/>
              </c:ext>
            </c:extLst>
          </c:dPt>
          <c:dPt>
            <c:idx val="8"/>
            <c:bubble3D val="0"/>
            <c:spPr>
              <a:solidFill>
                <a:schemeClr val="bg1">
                  <a:lumMod val="95000"/>
                </a:schemeClr>
              </a:solidFill>
              <a:ln w="3175">
                <a:solidFill>
                  <a:schemeClr val="lt1"/>
                </a:solidFill>
              </a:ln>
              <a:effectLst/>
            </c:spPr>
            <c:extLst>
              <c:ext xmlns:c16="http://schemas.microsoft.com/office/drawing/2014/chart" uri="{C3380CC4-5D6E-409C-BE32-E72D297353CC}">
                <c16:uniqueId val="{00000011-E6F1-4B73-BAA5-84059AA3C046}"/>
              </c:ext>
            </c:extLst>
          </c:dPt>
          <c:dPt>
            <c:idx val="9"/>
            <c:bubble3D val="0"/>
            <c:spPr>
              <a:solidFill>
                <a:schemeClr val="bg1">
                  <a:lumMod val="95000"/>
                </a:schemeClr>
              </a:solidFill>
              <a:ln w="3175">
                <a:solidFill>
                  <a:schemeClr val="lt1"/>
                </a:solidFill>
              </a:ln>
              <a:effectLst/>
            </c:spPr>
            <c:extLst>
              <c:ext xmlns:c16="http://schemas.microsoft.com/office/drawing/2014/chart" uri="{C3380CC4-5D6E-409C-BE32-E72D297353CC}">
                <c16:uniqueId val="{00000013-E6F1-4B73-BAA5-84059AA3C046}"/>
              </c:ext>
            </c:extLst>
          </c:dPt>
          <c:dPt>
            <c:idx val="10"/>
            <c:bubble3D val="0"/>
            <c:spPr>
              <a:solidFill>
                <a:schemeClr val="bg1">
                  <a:lumMod val="95000"/>
                </a:schemeClr>
              </a:solidFill>
              <a:ln w="3175">
                <a:solidFill>
                  <a:schemeClr val="lt1"/>
                </a:solidFill>
              </a:ln>
              <a:effectLst/>
            </c:spPr>
            <c:extLst>
              <c:ext xmlns:c16="http://schemas.microsoft.com/office/drawing/2014/chart" uri="{C3380CC4-5D6E-409C-BE32-E72D297353CC}">
                <c16:uniqueId val="{00000015-E6F1-4B73-BAA5-84059AA3C046}"/>
              </c:ext>
            </c:extLst>
          </c:dPt>
          <c:dPt>
            <c:idx val="11"/>
            <c:bubble3D val="0"/>
            <c:spPr>
              <a:solidFill>
                <a:schemeClr val="bg1">
                  <a:lumMod val="95000"/>
                </a:schemeClr>
              </a:solidFill>
              <a:ln w="3175">
                <a:solidFill>
                  <a:schemeClr val="lt1"/>
                </a:solidFill>
              </a:ln>
              <a:effectLst/>
            </c:spPr>
            <c:extLst>
              <c:ext xmlns:c16="http://schemas.microsoft.com/office/drawing/2014/chart" uri="{C3380CC4-5D6E-409C-BE32-E72D297353CC}">
                <c16:uniqueId val="{00000017-E6F1-4B73-BAA5-84059AA3C046}"/>
              </c:ext>
            </c:extLst>
          </c:dPt>
          <c:dPt>
            <c:idx val="12"/>
            <c:bubble3D val="0"/>
            <c:spPr>
              <a:solidFill>
                <a:schemeClr val="bg1">
                  <a:lumMod val="95000"/>
                </a:schemeClr>
              </a:solidFill>
              <a:ln w="3175">
                <a:solidFill>
                  <a:schemeClr val="lt1"/>
                </a:solidFill>
              </a:ln>
              <a:effectLst/>
            </c:spPr>
            <c:extLst>
              <c:ext xmlns:c16="http://schemas.microsoft.com/office/drawing/2014/chart" uri="{C3380CC4-5D6E-409C-BE32-E72D297353CC}">
                <c16:uniqueId val="{00000019-E6F1-4B73-BAA5-84059AA3C046}"/>
              </c:ext>
            </c:extLst>
          </c:dPt>
          <c:dPt>
            <c:idx val="13"/>
            <c:bubble3D val="0"/>
            <c:spPr>
              <a:solidFill>
                <a:schemeClr val="bg1">
                  <a:lumMod val="95000"/>
                </a:schemeClr>
              </a:solidFill>
              <a:ln w="3175">
                <a:noFill/>
              </a:ln>
              <a:effectLst/>
            </c:spPr>
            <c:extLst>
              <c:ext xmlns:c16="http://schemas.microsoft.com/office/drawing/2014/chart" uri="{C3380CC4-5D6E-409C-BE32-E72D297353CC}">
                <c16:uniqueId val="{0000001B-E6F1-4B73-BAA5-84059AA3C046}"/>
              </c:ext>
            </c:extLst>
          </c:dPt>
          <c:dPt>
            <c:idx val="14"/>
            <c:bubble3D val="0"/>
            <c:spPr>
              <a:solidFill>
                <a:schemeClr val="bg1">
                  <a:lumMod val="95000"/>
                </a:schemeClr>
              </a:solidFill>
              <a:ln w="3175">
                <a:noFill/>
              </a:ln>
              <a:effectLst/>
            </c:spPr>
            <c:extLst>
              <c:ext xmlns:c16="http://schemas.microsoft.com/office/drawing/2014/chart" uri="{C3380CC4-5D6E-409C-BE32-E72D297353CC}">
                <c16:uniqueId val="{0000001D-E6F1-4B73-BAA5-84059AA3C046}"/>
              </c:ext>
            </c:extLst>
          </c:dPt>
          <c:dPt>
            <c:idx val="15"/>
            <c:bubble3D val="0"/>
            <c:spPr>
              <a:solidFill>
                <a:schemeClr val="bg1">
                  <a:lumMod val="95000"/>
                </a:schemeClr>
              </a:solidFill>
              <a:ln w="3175">
                <a:noFill/>
              </a:ln>
              <a:effectLst/>
            </c:spPr>
            <c:extLst>
              <c:ext xmlns:c16="http://schemas.microsoft.com/office/drawing/2014/chart" uri="{C3380CC4-5D6E-409C-BE32-E72D297353CC}">
                <c16:uniqueId val="{0000001F-E6F1-4B73-BAA5-84059AA3C046}"/>
              </c:ext>
            </c:extLst>
          </c:dPt>
          <c:dPt>
            <c:idx val="16"/>
            <c:bubble3D val="0"/>
            <c:spPr>
              <a:noFill/>
              <a:ln w="3175">
                <a:solidFill>
                  <a:schemeClr val="lt1"/>
                </a:solidFill>
              </a:ln>
              <a:effectLst/>
            </c:spPr>
            <c:extLst>
              <c:ext xmlns:c16="http://schemas.microsoft.com/office/drawing/2014/chart" uri="{C3380CC4-5D6E-409C-BE32-E72D297353CC}">
                <c16:uniqueId val="{00000021-E6F1-4B73-BAA5-84059AA3C046}"/>
              </c:ext>
            </c:extLst>
          </c:dPt>
          <c:dPt>
            <c:idx val="17"/>
            <c:bubble3D val="0"/>
            <c:spPr>
              <a:noFill/>
              <a:ln w="3175">
                <a:solidFill>
                  <a:schemeClr val="lt1"/>
                </a:solidFill>
              </a:ln>
              <a:effectLst/>
            </c:spPr>
            <c:extLst>
              <c:ext xmlns:c16="http://schemas.microsoft.com/office/drawing/2014/chart" uri="{C3380CC4-5D6E-409C-BE32-E72D297353CC}">
                <c16:uniqueId val="{00000023-E6F1-4B73-BAA5-84059AA3C046}"/>
              </c:ext>
            </c:extLst>
          </c:dPt>
          <c:dPt>
            <c:idx val="18"/>
            <c:bubble3D val="0"/>
            <c:spPr>
              <a:noFill/>
              <a:ln w="3175">
                <a:solidFill>
                  <a:schemeClr val="lt1"/>
                </a:solidFill>
              </a:ln>
              <a:effectLst/>
            </c:spPr>
            <c:extLst>
              <c:ext xmlns:c16="http://schemas.microsoft.com/office/drawing/2014/chart" uri="{C3380CC4-5D6E-409C-BE32-E72D297353CC}">
                <c16:uniqueId val="{00000025-E6F1-4B73-BAA5-84059AA3C046}"/>
              </c:ext>
            </c:extLst>
          </c:dPt>
          <c:cat>
            <c:strRef>
              <c:f>Sheet1!$A$2:$A$20</c:f>
              <c:strCache>
                <c:ptCount val="4"/>
                <c:pt idx="0">
                  <c:v>1st Qtr</c:v>
                </c:pt>
                <c:pt idx="1">
                  <c:v>2nd Qtr</c:v>
                </c:pt>
                <c:pt idx="2">
                  <c:v>3rd Qtr</c:v>
                </c:pt>
                <c:pt idx="3">
                  <c:v>4th Qtr</c:v>
                </c:pt>
              </c:strCache>
            </c:strRef>
          </c:cat>
          <c:val>
            <c:numRef>
              <c:f>Sheet1!$B$2:$B$20</c:f>
              <c:numCache>
                <c:formatCode>General</c:formatCode>
                <c:ptCount val="19"/>
                <c:pt idx="0">
                  <c:v>5.2631578947368425</c:v>
                </c:pt>
                <c:pt idx="1">
                  <c:v>5.2631578947368425</c:v>
                </c:pt>
                <c:pt idx="2">
                  <c:v>5.2631578947368425</c:v>
                </c:pt>
                <c:pt idx="3">
                  <c:v>5.2631578947368425</c:v>
                </c:pt>
                <c:pt idx="4">
                  <c:v>5.2631578947368425</c:v>
                </c:pt>
                <c:pt idx="5">
                  <c:v>5.2631578947368425</c:v>
                </c:pt>
                <c:pt idx="6">
                  <c:v>5.2631578947368425</c:v>
                </c:pt>
                <c:pt idx="7">
                  <c:v>5.2631578947368425</c:v>
                </c:pt>
                <c:pt idx="8">
                  <c:v>5.2631578947368425</c:v>
                </c:pt>
                <c:pt idx="9">
                  <c:v>5.2631578947368425</c:v>
                </c:pt>
                <c:pt idx="10">
                  <c:v>5.2631578947368425</c:v>
                </c:pt>
                <c:pt idx="11">
                  <c:v>5.2631578947368425</c:v>
                </c:pt>
                <c:pt idx="12">
                  <c:v>5.2631578947368425</c:v>
                </c:pt>
                <c:pt idx="13">
                  <c:v>5.2631578947368425</c:v>
                </c:pt>
                <c:pt idx="14">
                  <c:v>5.2631578947368425</c:v>
                </c:pt>
                <c:pt idx="15">
                  <c:v>5.2631578947368425</c:v>
                </c:pt>
                <c:pt idx="16">
                  <c:v>5.2631578947368425</c:v>
                </c:pt>
                <c:pt idx="17">
                  <c:v>5.2631578947368425</c:v>
                </c:pt>
                <c:pt idx="18">
                  <c:v>5.2631578947368425</c:v>
                </c:pt>
              </c:numCache>
            </c:numRef>
          </c:val>
          <c:extLst>
            <c:ext xmlns:c16="http://schemas.microsoft.com/office/drawing/2014/chart" uri="{C3380CC4-5D6E-409C-BE32-E72D297353CC}">
              <c16:uniqueId val="{00000026-E6F1-4B73-BAA5-84059AA3C046}"/>
            </c:ext>
          </c:extLst>
        </c:ser>
        <c:dLbls>
          <c:showLegendKey val="0"/>
          <c:showVal val="0"/>
          <c:showCatName val="0"/>
          <c:showSerName val="0"/>
          <c:showPercent val="0"/>
          <c:showBubbleSize val="0"/>
          <c:showLeaderLines val="1"/>
        </c:dLbls>
        <c:firstSliceAng val="0"/>
        <c:holeSize val="87"/>
      </c:doughnutChart>
      <c:spPr>
        <a:noFill/>
        <a:ln>
          <a:noFill/>
        </a:ln>
        <a:effectLst/>
      </c:spPr>
    </c:plotArea>
    <c:plotVisOnly val="1"/>
    <c:dispBlanksAs val="gap"/>
    <c:showDLblsOverMax val="0"/>
  </c:chart>
  <c:spPr>
    <a:noFill/>
    <a:ln w="3175">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EFD060E-1326-454E-89F9-203B17B6E48C}" type="doc">
      <dgm:prSet loTypeId="urn:microsoft.com/office/officeart/2005/8/layout/chevron1" loCatId="process" qsTypeId="urn:microsoft.com/office/officeart/2005/8/quickstyle/simple1" qsCatId="simple" csTypeId="urn:microsoft.com/office/officeart/2005/8/colors/accent2_3" csCatId="accent2" phldr="1"/>
      <dgm:spPr/>
    </dgm:pt>
    <dgm:pt modelId="{000D89CD-BDE6-4EB4-B242-78E02465A469}">
      <dgm:prSet phldrT="[Text]" custT="1"/>
      <dgm:spPr/>
      <dgm:t>
        <a:bodyPr/>
        <a:lstStyle/>
        <a:p>
          <a:r>
            <a:rPr lang="en-US" sz="1200" dirty="0"/>
            <a:t>EBIDTA Improvement</a:t>
          </a:r>
        </a:p>
      </dgm:t>
    </dgm:pt>
    <dgm:pt modelId="{86CA408E-451B-4C9D-B65A-C647F251A9A5}" type="parTrans" cxnId="{5D8BDFA9-3477-4CD6-8646-227895894C43}">
      <dgm:prSet/>
      <dgm:spPr/>
      <dgm:t>
        <a:bodyPr/>
        <a:lstStyle/>
        <a:p>
          <a:endParaRPr lang="en-US" sz="1600"/>
        </a:p>
      </dgm:t>
    </dgm:pt>
    <dgm:pt modelId="{E52C382A-00BA-4A11-9188-D3E624BFDDCF}" type="sibTrans" cxnId="{5D8BDFA9-3477-4CD6-8646-227895894C43}">
      <dgm:prSet/>
      <dgm:spPr/>
      <dgm:t>
        <a:bodyPr/>
        <a:lstStyle/>
        <a:p>
          <a:endParaRPr lang="en-US" sz="1600"/>
        </a:p>
      </dgm:t>
    </dgm:pt>
    <dgm:pt modelId="{C7C9BE66-922C-4552-A03F-C9F7DA568599}">
      <dgm:prSet phldrT="[Text]" custT="1"/>
      <dgm:spPr/>
      <dgm:t>
        <a:bodyPr/>
        <a:lstStyle/>
        <a:p>
          <a:r>
            <a:rPr lang="en-US" sz="1200" dirty="0"/>
            <a:t>Shareholder Value Enhancement</a:t>
          </a:r>
        </a:p>
      </dgm:t>
    </dgm:pt>
    <dgm:pt modelId="{567E4427-D3B1-4CC8-88B3-370E9E14E472}" type="parTrans" cxnId="{00027EF1-5F07-4246-92E0-998275D43555}">
      <dgm:prSet/>
      <dgm:spPr/>
      <dgm:t>
        <a:bodyPr/>
        <a:lstStyle/>
        <a:p>
          <a:endParaRPr lang="en-US" sz="1600"/>
        </a:p>
      </dgm:t>
    </dgm:pt>
    <dgm:pt modelId="{4D15A33A-6CB8-453F-A896-22F87FD54A26}" type="sibTrans" cxnId="{00027EF1-5F07-4246-92E0-998275D43555}">
      <dgm:prSet/>
      <dgm:spPr/>
      <dgm:t>
        <a:bodyPr/>
        <a:lstStyle/>
        <a:p>
          <a:endParaRPr lang="en-US" sz="1600"/>
        </a:p>
      </dgm:t>
    </dgm:pt>
    <dgm:pt modelId="{20736B03-9325-425E-BE8E-EB574257CB5A}">
      <dgm:prSet phldrT="[Text]" custT="1"/>
      <dgm:spPr/>
      <dgm:t>
        <a:bodyPr/>
        <a:lstStyle/>
        <a:p>
          <a:r>
            <a:rPr lang="en-US" sz="1200" dirty="0"/>
            <a:t>Process Intervention assessment for emerging markets</a:t>
          </a:r>
        </a:p>
      </dgm:t>
    </dgm:pt>
    <dgm:pt modelId="{37CCAF94-CB29-4A39-BB0B-D8637655CE96}" type="parTrans" cxnId="{2F908228-AEDE-4F0E-93A2-1A2792B211BD}">
      <dgm:prSet/>
      <dgm:spPr/>
      <dgm:t>
        <a:bodyPr/>
        <a:lstStyle/>
        <a:p>
          <a:endParaRPr lang="en-US" sz="1600"/>
        </a:p>
      </dgm:t>
    </dgm:pt>
    <dgm:pt modelId="{2E573102-C6BA-421B-A20B-72F50AB9846C}" type="sibTrans" cxnId="{2F908228-AEDE-4F0E-93A2-1A2792B211BD}">
      <dgm:prSet/>
      <dgm:spPr/>
      <dgm:t>
        <a:bodyPr/>
        <a:lstStyle/>
        <a:p>
          <a:endParaRPr lang="en-US" sz="1600"/>
        </a:p>
      </dgm:t>
    </dgm:pt>
    <dgm:pt modelId="{DC080085-20AD-431C-A39D-7159A57F9624}" type="pres">
      <dgm:prSet presAssocID="{DEFD060E-1326-454E-89F9-203B17B6E48C}" presName="Name0" presStyleCnt="0">
        <dgm:presLayoutVars>
          <dgm:dir/>
          <dgm:animLvl val="lvl"/>
          <dgm:resizeHandles val="exact"/>
        </dgm:presLayoutVars>
      </dgm:prSet>
      <dgm:spPr/>
    </dgm:pt>
    <dgm:pt modelId="{6C249418-62EE-444E-BA6B-F97FE52BDC9A}" type="pres">
      <dgm:prSet presAssocID="{000D89CD-BDE6-4EB4-B242-78E02465A469}" presName="parTxOnly" presStyleLbl="node1" presStyleIdx="0" presStyleCnt="3">
        <dgm:presLayoutVars>
          <dgm:chMax val="0"/>
          <dgm:chPref val="0"/>
          <dgm:bulletEnabled val="1"/>
        </dgm:presLayoutVars>
      </dgm:prSet>
      <dgm:spPr/>
    </dgm:pt>
    <dgm:pt modelId="{619D8FF6-58E3-4979-AFA5-07FBAE545A11}" type="pres">
      <dgm:prSet presAssocID="{E52C382A-00BA-4A11-9188-D3E624BFDDCF}" presName="parTxOnlySpace" presStyleCnt="0"/>
      <dgm:spPr/>
    </dgm:pt>
    <dgm:pt modelId="{07359398-773A-49A4-801C-397489476568}" type="pres">
      <dgm:prSet presAssocID="{C7C9BE66-922C-4552-A03F-C9F7DA568599}" presName="parTxOnly" presStyleLbl="node1" presStyleIdx="1" presStyleCnt="3">
        <dgm:presLayoutVars>
          <dgm:chMax val="0"/>
          <dgm:chPref val="0"/>
          <dgm:bulletEnabled val="1"/>
        </dgm:presLayoutVars>
      </dgm:prSet>
      <dgm:spPr/>
    </dgm:pt>
    <dgm:pt modelId="{83EBAD5E-C713-47D4-A31A-37B494A921C9}" type="pres">
      <dgm:prSet presAssocID="{4D15A33A-6CB8-453F-A896-22F87FD54A26}" presName="parTxOnlySpace" presStyleCnt="0"/>
      <dgm:spPr/>
    </dgm:pt>
    <dgm:pt modelId="{258A0FDA-7060-40E9-9348-49748426F938}" type="pres">
      <dgm:prSet presAssocID="{20736B03-9325-425E-BE8E-EB574257CB5A}" presName="parTxOnly" presStyleLbl="node1" presStyleIdx="2" presStyleCnt="3">
        <dgm:presLayoutVars>
          <dgm:chMax val="0"/>
          <dgm:chPref val="0"/>
          <dgm:bulletEnabled val="1"/>
        </dgm:presLayoutVars>
      </dgm:prSet>
      <dgm:spPr/>
    </dgm:pt>
  </dgm:ptLst>
  <dgm:cxnLst>
    <dgm:cxn modelId="{2F908228-AEDE-4F0E-93A2-1A2792B211BD}" srcId="{DEFD060E-1326-454E-89F9-203B17B6E48C}" destId="{20736B03-9325-425E-BE8E-EB574257CB5A}" srcOrd="2" destOrd="0" parTransId="{37CCAF94-CB29-4A39-BB0B-D8637655CE96}" sibTransId="{2E573102-C6BA-421B-A20B-72F50AB9846C}"/>
    <dgm:cxn modelId="{4F19215D-BB2C-4D3E-84E7-9C97281B67E8}" type="presOf" srcId="{20736B03-9325-425E-BE8E-EB574257CB5A}" destId="{258A0FDA-7060-40E9-9348-49748426F938}" srcOrd="0" destOrd="0" presId="urn:microsoft.com/office/officeart/2005/8/layout/chevron1"/>
    <dgm:cxn modelId="{91F5945F-9CF5-48D1-B5BD-B6460842B894}" type="presOf" srcId="{000D89CD-BDE6-4EB4-B242-78E02465A469}" destId="{6C249418-62EE-444E-BA6B-F97FE52BDC9A}" srcOrd="0" destOrd="0" presId="urn:microsoft.com/office/officeart/2005/8/layout/chevron1"/>
    <dgm:cxn modelId="{5D8BDFA9-3477-4CD6-8646-227895894C43}" srcId="{DEFD060E-1326-454E-89F9-203B17B6E48C}" destId="{000D89CD-BDE6-4EB4-B242-78E02465A469}" srcOrd="0" destOrd="0" parTransId="{86CA408E-451B-4C9D-B65A-C647F251A9A5}" sibTransId="{E52C382A-00BA-4A11-9188-D3E624BFDDCF}"/>
    <dgm:cxn modelId="{6C4A06B4-FFD7-4E06-88C6-D8484C1D1E9B}" type="presOf" srcId="{C7C9BE66-922C-4552-A03F-C9F7DA568599}" destId="{07359398-773A-49A4-801C-397489476568}" srcOrd="0" destOrd="0" presId="urn:microsoft.com/office/officeart/2005/8/layout/chevron1"/>
    <dgm:cxn modelId="{FF62E5D0-747E-4A54-AAA1-0E186B7FE8BF}" type="presOf" srcId="{DEFD060E-1326-454E-89F9-203B17B6E48C}" destId="{DC080085-20AD-431C-A39D-7159A57F9624}" srcOrd="0" destOrd="0" presId="urn:microsoft.com/office/officeart/2005/8/layout/chevron1"/>
    <dgm:cxn modelId="{00027EF1-5F07-4246-92E0-998275D43555}" srcId="{DEFD060E-1326-454E-89F9-203B17B6E48C}" destId="{C7C9BE66-922C-4552-A03F-C9F7DA568599}" srcOrd="1" destOrd="0" parTransId="{567E4427-D3B1-4CC8-88B3-370E9E14E472}" sibTransId="{4D15A33A-6CB8-453F-A896-22F87FD54A26}"/>
    <dgm:cxn modelId="{46E52678-6075-4136-8952-9602AB3B6736}" type="presParOf" srcId="{DC080085-20AD-431C-A39D-7159A57F9624}" destId="{6C249418-62EE-444E-BA6B-F97FE52BDC9A}" srcOrd="0" destOrd="0" presId="urn:microsoft.com/office/officeart/2005/8/layout/chevron1"/>
    <dgm:cxn modelId="{FAB1AD7D-BFEC-45DE-9CB1-E6D08B713E8C}" type="presParOf" srcId="{DC080085-20AD-431C-A39D-7159A57F9624}" destId="{619D8FF6-58E3-4979-AFA5-07FBAE545A11}" srcOrd="1" destOrd="0" presId="urn:microsoft.com/office/officeart/2005/8/layout/chevron1"/>
    <dgm:cxn modelId="{94082330-0178-4D63-A4DE-B962FC038603}" type="presParOf" srcId="{DC080085-20AD-431C-A39D-7159A57F9624}" destId="{07359398-773A-49A4-801C-397489476568}" srcOrd="2" destOrd="0" presId="urn:microsoft.com/office/officeart/2005/8/layout/chevron1"/>
    <dgm:cxn modelId="{89ADDD2B-31DE-46D3-A6D1-1088639FC1EC}" type="presParOf" srcId="{DC080085-20AD-431C-A39D-7159A57F9624}" destId="{83EBAD5E-C713-47D4-A31A-37B494A921C9}" srcOrd="3" destOrd="0" presId="urn:microsoft.com/office/officeart/2005/8/layout/chevron1"/>
    <dgm:cxn modelId="{A3E4409D-26B6-4AE2-A3AD-83DF380CEC7B}" type="presParOf" srcId="{DC080085-20AD-431C-A39D-7159A57F9624}" destId="{258A0FDA-7060-40E9-9348-49748426F938}" srcOrd="4" destOrd="0" presId="urn:microsoft.com/office/officeart/2005/8/layout/chevron1"/>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249418-62EE-444E-BA6B-F97FE52BDC9A}">
      <dsp:nvSpPr>
        <dsp:cNvPr id="0" name=""/>
        <dsp:cNvSpPr/>
      </dsp:nvSpPr>
      <dsp:spPr>
        <a:xfrm>
          <a:off x="2826" y="0"/>
          <a:ext cx="3443583" cy="445386"/>
        </a:xfrm>
        <a:prstGeom prst="chevron">
          <a:avLst/>
        </a:prstGeom>
        <a:solidFill>
          <a:schemeClr val="accent2">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en-US" sz="1200" kern="1200" dirty="0"/>
            <a:t>EBIDTA Improvement</a:t>
          </a:r>
        </a:p>
      </dsp:txBody>
      <dsp:txXfrm>
        <a:off x="225519" y="0"/>
        <a:ext cx="2998197" cy="445386"/>
      </dsp:txXfrm>
    </dsp:sp>
    <dsp:sp modelId="{07359398-773A-49A4-801C-397489476568}">
      <dsp:nvSpPr>
        <dsp:cNvPr id="0" name=""/>
        <dsp:cNvSpPr/>
      </dsp:nvSpPr>
      <dsp:spPr>
        <a:xfrm>
          <a:off x="3102052" y="0"/>
          <a:ext cx="3443583" cy="445386"/>
        </a:xfrm>
        <a:prstGeom prst="chevron">
          <a:avLst/>
        </a:prstGeom>
        <a:solidFill>
          <a:schemeClr val="accent2">
            <a:shade val="80000"/>
            <a:hueOff val="-396768"/>
            <a:satOff val="-41336"/>
            <a:lumOff val="2160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en-US" sz="1200" kern="1200" dirty="0"/>
            <a:t>Shareholder Value Enhancement</a:t>
          </a:r>
        </a:p>
      </dsp:txBody>
      <dsp:txXfrm>
        <a:off x="3324745" y="0"/>
        <a:ext cx="2998197" cy="445386"/>
      </dsp:txXfrm>
    </dsp:sp>
    <dsp:sp modelId="{258A0FDA-7060-40E9-9348-49748426F938}">
      <dsp:nvSpPr>
        <dsp:cNvPr id="0" name=""/>
        <dsp:cNvSpPr/>
      </dsp:nvSpPr>
      <dsp:spPr>
        <a:xfrm>
          <a:off x="6201277" y="0"/>
          <a:ext cx="3443583" cy="445386"/>
        </a:xfrm>
        <a:prstGeom prst="chevron">
          <a:avLst/>
        </a:prstGeom>
        <a:solidFill>
          <a:schemeClr val="accent2">
            <a:shade val="80000"/>
            <a:hueOff val="-793537"/>
            <a:satOff val="-82672"/>
            <a:lumOff val="4320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en-US" sz="1200" kern="1200" dirty="0"/>
            <a:t>Process Intervention assessment for emerging markets</a:t>
          </a:r>
        </a:p>
      </dsp:txBody>
      <dsp:txXfrm>
        <a:off x="6423970" y="0"/>
        <a:ext cx="2998197" cy="445386"/>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19233" cy="493816"/>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sz="quarter" idx="1"/>
          </p:nvPr>
        </p:nvSpPr>
        <p:spPr>
          <a:xfrm>
            <a:off x="3815026" y="0"/>
            <a:ext cx="2919233" cy="493816"/>
          </a:xfrm>
          <a:prstGeom prst="rect">
            <a:avLst/>
          </a:prstGeom>
        </p:spPr>
        <p:txBody>
          <a:bodyPr vert="horz" lIns="91440" tIns="45720" rIns="91440" bIns="45720" rtlCol="0"/>
          <a:lstStyle>
            <a:lvl1pPr algn="r">
              <a:defRPr sz="1200"/>
            </a:lvl1pPr>
          </a:lstStyle>
          <a:p>
            <a:fld id="{4B98F239-4AFB-49AB-9B21-48537200A4AC}" type="datetimeFigureOut">
              <a:rPr lang="en-IN" smtClean="0"/>
              <a:t>08-08-2023</a:t>
            </a:fld>
            <a:endParaRPr lang="en-IN" dirty="0"/>
          </a:p>
        </p:txBody>
      </p:sp>
      <p:sp>
        <p:nvSpPr>
          <p:cNvPr id="4" name="Footer Placeholder 3"/>
          <p:cNvSpPr>
            <a:spLocks noGrp="1"/>
          </p:cNvSpPr>
          <p:nvPr>
            <p:ph type="ftr" sz="quarter" idx="2"/>
          </p:nvPr>
        </p:nvSpPr>
        <p:spPr>
          <a:xfrm>
            <a:off x="0" y="9372497"/>
            <a:ext cx="2919233" cy="493816"/>
          </a:xfrm>
          <a:prstGeom prst="rect">
            <a:avLst/>
          </a:prstGeom>
        </p:spPr>
        <p:txBody>
          <a:bodyPr vert="horz" lIns="91440" tIns="45720" rIns="91440" bIns="45720" rtlCol="0" anchor="b"/>
          <a:lstStyle>
            <a:lvl1pPr algn="l">
              <a:defRPr sz="1200"/>
            </a:lvl1pPr>
          </a:lstStyle>
          <a:p>
            <a:endParaRPr lang="en-IN" dirty="0"/>
          </a:p>
        </p:txBody>
      </p:sp>
      <p:sp>
        <p:nvSpPr>
          <p:cNvPr id="5" name="Slide Number Placeholder 4"/>
          <p:cNvSpPr>
            <a:spLocks noGrp="1"/>
          </p:cNvSpPr>
          <p:nvPr>
            <p:ph type="sldNum" sz="quarter" idx="3"/>
          </p:nvPr>
        </p:nvSpPr>
        <p:spPr>
          <a:xfrm>
            <a:off x="3815026" y="9372497"/>
            <a:ext cx="2919233" cy="493816"/>
          </a:xfrm>
          <a:prstGeom prst="rect">
            <a:avLst/>
          </a:prstGeom>
        </p:spPr>
        <p:txBody>
          <a:bodyPr vert="horz" lIns="91440" tIns="45720" rIns="91440" bIns="45720" rtlCol="0" anchor="b"/>
          <a:lstStyle>
            <a:lvl1pPr algn="r">
              <a:defRPr sz="1200"/>
            </a:lvl1pPr>
          </a:lstStyle>
          <a:p>
            <a:fld id="{2EBF1E29-E3C0-4FD9-99DA-F4BB0855EF26}" type="slidenum">
              <a:rPr lang="en-IN" smtClean="0"/>
              <a:t>‹#›</a:t>
            </a:fld>
            <a:endParaRPr lang="en-IN" dirty="0"/>
          </a:p>
        </p:txBody>
      </p:sp>
    </p:spTree>
    <p:extLst>
      <p:ext uri="{BB962C8B-B14F-4D97-AF65-F5344CB8AC3E}">
        <p14:creationId xmlns:p14="http://schemas.microsoft.com/office/powerpoint/2010/main" val="1212333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918830" cy="495029"/>
          </a:xfrm>
          <a:prstGeom prst="rect">
            <a:avLst/>
          </a:prstGeom>
        </p:spPr>
        <p:txBody>
          <a:bodyPr vert="horz" lIns="94229" tIns="47114" rIns="94229" bIns="47114" rtlCol="0"/>
          <a:lstStyle>
            <a:lvl1pPr algn="l">
              <a:defRPr sz="1200"/>
            </a:lvl1pPr>
          </a:lstStyle>
          <a:p>
            <a:endParaRPr lang="en-US" dirty="0"/>
          </a:p>
        </p:txBody>
      </p:sp>
      <p:sp>
        <p:nvSpPr>
          <p:cNvPr id="3" name="Date Placeholder 2"/>
          <p:cNvSpPr>
            <a:spLocks noGrp="1"/>
          </p:cNvSpPr>
          <p:nvPr>
            <p:ph type="dt" idx="1"/>
          </p:nvPr>
        </p:nvSpPr>
        <p:spPr>
          <a:xfrm>
            <a:off x="3815374" y="0"/>
            <a:ext cx="2918830" cy="495029"/>
          </a:xfrm>
          <a:prstGeom prst="rect">
            <a:avLst/>
          </a:prstGeom>
        </p:spPr>
        <p:txBody>
          <a:bodyPr vert="horz" lIns="94229" tIns="47114" rIns="94229" bIns="47114" rtlCol="0"/>
          <a:lstStyle>
            <a:lvl1pPr algn="r">
              <a:defRPr sz="1200"/>
            </a:lvl1pPr>
          </a:lstStyle>
          <a:p>
            <a:fld id="{3265B434-07EB-42DE-BB00-D0516CC13C17}" type="datetimeFigureOut">
              <a:rPr lang="en-US" smtClean="0"/>
              <a:t>8/8/2023</a:t>
            </a:fld>
            <a:endParaRPr lang="en-US" dirty="0"/>
          </a:p>
        </p:txBody>
      </p:sp>
      <p:sp>
        <p:nvSpPr>
          <p:cNvPr id="4" name="Slide Image Placeholder 3"/>
          <p:cNvSpPr>
            <a:spLocks noGrp="1" noRot="1" noChangeAspect="1"/>
          </p:cNvSpPr>
          <p:nvPr>
            <p:ph type="sldImg" idx="2"/>
          </p:nvPr>
        </p:nvSpPr>
        <p:spPr>
          <a:xfrm>
            <a:off x="409575" y="1233488"/>
            <a:ext cx="5916613" cy="3328987"/>
          </a:xfrm>
          <a:prstGeom prst="rect">
            <a:avLst/>
          </a:prstGeom>
          <a:noFill/>
          <a:ln w="12700">
            <a:solidFill>
              <a:prstClr val="black"/>
            </a:solidFill>
          </a:ln>
        </p:spPr>
        <p:txBody>
          <a:bodyPr vert="horz" lIns="94229" tIns="47114" rIns="94229" bIns="47114" rtlCol="0" anchor="ctr"/>
          <a:lstStyle/>
          <a:p>
            <a:endParaRPr lang="en-US" dirty="0"/>
          </a:p>
        </p:txBody>
      </p:sp>
      <p:sp>
        <p:nvSpPr>
          <p:cNvPr id="5" name="Notes Placeholder 4"/>
          <p:cNvSpPr>
            <a:spLocks noGrp="1"/>
          </p:cNvSpPr>
          <p:nvPr>
            <p:ph type="body" sz="quarter" idx="3"/>
          </p:nvPr>
        </p:nvSpPr>
        <p:spPr>
          <a:xfrm>
            <a:off x="673577" y="4748163"/>
            <a:ext cx="5388610" cy="3884861"/>
          </a:xfrm>
          <a:prstGeom prst="rect">
            <a:avLst/>
          </a:prstGeom>
        </p:spPr>
        <p:txBody>
          <a:bodyPr vert="horz" lIns="94229" tIns="47114" rIns="94229" bIns="47114"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9371286"/>
            <a:ext cx="2918830" cy="495028"/>
          </a:xfrm>
          <a:prstGeom prst="rect">
            <a:avLst/>
          </a:prstGeom>
        </p:spPr>
        <p:txBody>
          <a:bodyPr vert="horz" lIns="94229" tIns="47114" rIns="94229" bIns="47114"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15374" y="9371286"/>
            <a:ext cx="2918830" cy="495028"/>
          </a:xfrm>
          <a:prstGeom prst="rect">
            <a:avLst/>
          </a:prstGeom>
        </p:spPr>
        <p:txBody>
          <a:bodyPr vert="horz" lIns="94229" tIns="47114" rIns="94229" bIns="47114" rtlCol="0" anchor="b"/>
          <a:lstStyle>
            <a:lvl1pPr algn="r">
              <a:defRPr sz="1200"/>
            </a:lvl1pPr>
          </a:lstStyle>
          <a:p>
            <a:fld id="{125381C9-55C3-4B32-B5F4-25388DE16562}" type="slidenum">
              <a:rPr lang="en-US" smtClean="0"/>
              <a:t>‹#›</a:t>
            </a:fld>
            <a:endParaRPr lang="en-US" dirty="0"/>
          </a:p>
        </p:txBody>
      </p:sp>
    </p:spTree>
    <p:extLst>
      <p:ext uri="{BB962C8B-B14F-4D97-AF65-F5344CB8AC3E}">
        <p14:creationId xmlns:p14="http://schemas.microsoft.com/office/powerpoint/2010/main" val="38384467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solidFill>
                  <a:schemeClr val="bg1"/>
                </a:solidFill>
              </a:rPr>
              <a:t>Credentialise Deloitte with saying more than 125+ similar  engagements executed across ministries, PSE</a:t>
            </a:r>
            <a:r>
              <a:rPr lang="en-US" sz="1000" baseline="0" dirty="0">
                <a:solidFill>
                  <a:schemeClr val="bg1"/>
                </a:solidFill>
              </a:rPr>
              <a:t> and Private clients</a:t>
            </a:r>
            <a:endParaRPr lang="en-US" sz="1000" dirty="0">
              <a:solidFill>
                <a:schemeClr val="bg1"/>
              </a:solidFill>
            </a:endParaRP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25381C9-55C3-4B32-B5F4-25388DE165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759448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6</a:t>
            </a:fld>
            <a:endParaRPr lang="en-US" dirty="0"/>
          </a:p>
        </p:txBody>
      </p:sp>
    </p:spTree>
    <p:extLst>
      <p:ext uri="{BB962C8B-B14F-4D97-AF65-F5344CB8AC3E}">
        <p14:creationId xmlns:p14="http://schemas.microsoft.com/office/powerpoint/2010/main" val="39594941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0F4A2C8-6C88-4E71-83EE-698B9D4FE22F}" type="slidenum">
              <a:rPr lang="en-IN" smtClean="0"/>
              <a:pPr/>
              <a:t>7</a:t>
            </a:fld>
            <a:endParaRPr lang="en-IN" dirty="0"/>
          </a:p>
        </p:txBody>
      </p:sp>
    </p:spTree>
    <p:extLst>
      <p:ext uri="{BB962C8B-B14F-4D97-AF65-F5344CB8AC3E}">
        <p14:creationId xmlns:p14="http://schemas.microsoft.com/office/powerpoint/2010/main" val="24720162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0F4A2C8-6C88-4E71-83EE-698B9D4FE22F}" type="slidenum">
              <a:rPr lang="en-IN" smtClean="0"/>
              <a:pPr/>
              <a:t>8</a:t>
            </a:fld>
            <a:endParaRPr lang="en-IN" dirty="0"/>
          </a:p>
        </p:txBody>
      </p:sp>
    </p:spTree>
    <p:extLst>
      <p:ext uri="{BB962C8B-B14F-4D97-AF65-F5344CB8AC3E}">
        <p14:creationId xmlns:p14="http://schemas.microsoft.com/office/powerpoint/2010/main" val="26503921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950" y="757238"/>
            <a:ext cx="6721475" cy="3781425"/>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a:xfrm>
            <a:off x="3929446" y="9584371"/>
            <a:ext cx="3006554" cy="505494"/>
          </a:xfrm>
          <a:prstGeom prst="rect">
            <a:avLst/>
          </a:prstGeom>
        </p:spPr>
        <p:txBody>
          <a:bodyPr/>
          <a:lstStyle/>
          <a:p>
            <a:fld id="{B1FEB637-BC42-497E-9119-65CA0380A6EE}" type="slidenum">
              <a:rPr lang="en-GB" smtClean="0">
                <a:solidFill>
                  <a:prstClr val="black"/>
                </a:solidFill>
              </a:rPr>
              <a:pPr/>
              <a:t>11</a:t>
            </a:fld>
            <a:endParaRPr lang="en-GB" dirty="0">
              <a:solidFill>
                <a:prstClr val="black"/>
              </a:solidFill>
            </a:endParaRPr>
          </a:p>
        </p:txBody>
      </p:sp>
    </p:spTree>
    <p:extLst>
      <p:ext uri="{BB962C8B-B14F-4D97-AF65-F5344CB8AC3E}">
        <p14:creationId xmlns:p14="http://schemas.microsoft.com/office/powerpoint/2010/main" val="15679433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25381C9-55C3-4B32-B5F4-25388DE165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987447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950" y="739775"/>
            <a:ext cx="6581775" cy="370205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1233427" rtl="0" eaLnBrk="1" fontAlgn="auto" latinLnBrk="0" hangingPunct="1">
              <a:lnSpc>
                <a:spcPct val="100000"/>
              </a:lnSpc>
              <a:spcBef>
                <a:spcPts val="0"/>
              </a:spcBef>
              <a:spcAft>
                <a:spcPts val="0"/>
              </a:spcAft>
              <a:buClrTx/>
              <a:buSzTx/>
              <a:buFontTx/>
              <a:buNone/>
              <a:tabLst/>
              <a:defRPr/>
            </a:pPr>
            <a:fld id="{C0F4A2C8-6C88-4E71-83EE-698B9D4FE22F}"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1233427"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6040996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B19E439-0A36-4389-B1D4-036D35E9F4EA}"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6500980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950" y="739775"/>
            <a:ext cx="6581775" cy="370205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1233427" rtl="0" eaLnBrk="1" fontAlgn="auto" latinLnBrk="0" hangingPunct="1">
              <a:lnSpc>
                <a:spcPct val="100000"/>
              </a:lnSpc>
              <a:spcBef>
                <a:spcPts val="0"/>
              </a:spcBef>
              <a:spcAft>
                <a:spcPts val="0"/>
              </a:spcAft>
              <a:buClrTx/>
              <a:buSzTx/>
              <a:buFontTx/>
              <a:buNone/>
              <a:tabLst/>
              <a:defRPr/>
            </a:pPr>
            <a:fld id="{C0F4A2C8-6C88-4E71-83EE-698B9D4FE22F}"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1233427"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3440983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3.emf"/></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6.xml"/><Relationship Id="rId1" Type="http://schemas.openxmlformats.org/officeDocument/2006/relationships/tags" Target="../tags/tag5.xml"/><Relationship Id="rId5" Type="http://schemas.openxmlformats.org/officeDocument/2006/relationships/image" Target="../media/image3.emf"/><Relationship Id="rId4" Type="http://schemas.openxmlformats.org/officeDocument/2006/relationships/oleObject" Target="../embeddings/oleObject3.bin"/></Relationships>
</file>

<file path=ppt/slideLayouts/_rels/slideLayout4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3.emf"/></Relationships>
</file>

<file path=ppt/slideLayouts/_rels/slideLayout4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3.emf"/></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0.xml"/><Relationship Id="rId1" Type="http://schemas.openxmlformats.org/officeDocument/2006/relationships/tags" Target="../tags/tag9.xml"/><Relationship Id="rId5" Type="http://schemas.openxmlformats.org/officeDocument/2006/relationships/image" Target="../media/image3.emf"/><Relationship Id="rId4" Type="http://schemas.openxmlformats.org/officeDocument/2006/relationships/oleObject" Target="../embeddings/oleObject6.bin"/></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2.xml"/><Relationship Id="rId1" Type="http://schemas.openxmlformats.org/officeDocument/2006/relationships/tags" Target="../tags/tag13.xml"/><Relationship Id="rId4" Type="http://schemas.openxmlformats.org/officeDocument/2006/relationships/image" Target="../media/image3.emf"/></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5.xml"/><Relationship Id="rId1" Type="http://schemas.openxmlformats.org/officeDocument/2006/relationships/tags" Target="../tags/tag14.xml"/><Relationship Id="rId5" Type="http://schemas.openxmlformats.org/officeDocument/2006/relationships/image" Target="../media/image3.emf"/><Relationship Id="rId4" Type="http://schemas.openxmlformats.org/officeDocument/2006/relationships/oleObject" Target="../embeddings/oleObject9.bin"/></Relationships>
</file>

<file path=ppt/slideLayouts/_rels/slideLayout95.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2.xml"/><Relationship Id="rId1" Type="http://schemas.openxmlformats.org/officeDocument/2006/relationships/tags" Target="../tags/tag16.xml"/><Relationship Id="rId4" Type="http://schemas.openxmlformats.org/officeDocument/2006/relationships/image" Target="../media/image3.emf"/></Relationships>
</file>

<file path=ppt/slideLayouts/_rels/slideLayout96.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2.xml"/><Relationship Id="rId1" Type="http://schemas.openxmlformats.org/officeDocument/2006/relationships/tags" Target="../tags/tag17.xml"/><Relationship Id="rId4" Type="http://schemas.openxmlformats.org/officeDocument/2006/relationships/image" Target="../media/image3.emf"/></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2.xml"/><Relationship Id="rId1" Type="http://schemas.openxmlformats.org/officeDocument/2006/relationships/tags" Target="../tags/tag18.xml"/><Relationship Id="rId4" Type="http://schemas.openxmlformats.org/officeDocument/2006/relationships/image" Target="../media/image6.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327" y="5489580"/>
            <a:ext cx="5594348"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tx1"/>
                </a:solidFill>
              </a:defRPr>
            </a:lvl1pPr>
            <a:lvl2pPr marL="0" indent="0" algn="l">
              <a:buNone/>
              <a:defRPr sz="1600" b="0"/>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475325" y="6007099"/>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9" name="Group 18"/>
          <p:cNvGrpSpPr>
            <a:grpSpLocks noChangeAspect="1"/>
          </p:cNvGrpSpPr>
          <p:nvPr userDrawn="1"/>
        </p:nvGrpSpPr>
        <p:grpSpPr>
          <a:xfrm>
            <a:off x="475325" y="457200"/>
            <a:ext cx="1998000" cy="374400"/>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
        <p:nvSpPr>
          <p:cNvPr id="30" name="Picture Placeholder 8"/>
          <p:cNvSpPr>
            <a:spLocks noGrp="1"/>
          </p:cNvSpPr>
          <p:nvPr>
            <p:ph type="pic" sz="quarter" idx="11"/>
          </p:nvPr>
        </p:nvSpPr>
        <p:spPr>
          <a:xfrm>
            <a:off x="3393716" y="727595"/>
            <a:ext cx="5400000" cy="5400000"/>
          </a:xfrm>
          <a:prstGeom prst="rect">
            <a:avLst/>
          </a:prstGeom>
        </p:spPr>
        <p:txBody>
          <a:bodyPr/>
          <a:lstStyle/>
          <a:p>
            <a:r>
              <a:rPr lang="en-US" noProof="0" dirty="0"/>
              <a:t>Click icon to add picture</a:t>
            </a:r>
          </a:p>
        </p:txBody>
      </p:sp>
    </p:spTree>
    <p:extLst>
      <p:ext uri="{BB962C8B-B14F-4D97-AF65-F5344CB8AC3E}">
        <p14:creationId xmlns:p14="http://schemas.microsoft.com/office/powerpoint/2010/main" val="153662792"/>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2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200" y="5845180"/>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indent="0" algn="l">
              <a:buNone/>
              <a:defRPr sz="1600" b="0">
                <a:solidFill>
                  <a:schemeClr val="bg1"/>
                </a:solidFill>
              </a:defRPr>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475200" y="6362699"/>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2" name="Group 21"/>
          <p:cNvGrpSpPr>
            <a:grpSpLocks noChangeAspect="1"/>
          </p:cNvGrpSpPr>
          <p:nvPr userDrawn="1"/>
        </p:nvGrpSpPr>
        <p:grpSpPr>
          <a:xfrm>
            <a:off x="469900" y="457761"/>
            <a:ext cx="1998000" cy="374400"/>
            <a:chOff x="398463" y="404813"/>
            <a:chExt cx="1627187" cy="307976"/>
          </a:xfrm>
          <a:solidFill>
            <a:schemeClr val="tx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
        <p:nvSpPr>
          <p:cNvPr id="33" name="Picture Placeholder 8"/>
          <p:cNvSpPr>
            <a:spLocks noGrp="1"/>
          </p:cNvSpPr>
          <p:nvPr>
            <p:ph type="pic" sz="quarter" idx="11"/>
          </p:nvPr>
        </p:nvSpPr>
        <p:spPr>
          <a:xfrm>
            <a:off x="3393716" y="727595"/>
            <a:ext cx="5400000" cy="5400000"/>
          </a:xfrm>
          <a:prstGeom prst="rect">
            <a:avLst/>
          </a:prstGeom>
        </p:spPr>
        <p:txBody>
          <a:bodyPr/>
          <a:lstStyle/>
          <a:p>
            <a:r>
              <a:rPr lang="en-US" noProof="0" dirty="0"/>
              <a:t>Click icon to add picture</a:t>
            </a:r>
          </a:p>
        </p:txBody>
      </p:sp>
    </p:spTree>
    <p:extLst>
      <p:ext uri="{BB962C8B-B14F-4D97-AF65-F5344CB8AC3E}">
        <p14:creationId xmlns:p14="http://schemas.microsoft.com/office/powerpoint/2010/main" val="415178506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0150" y="153045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475200" y="5845180"/>
            <a:ext cx="5592011"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bg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475200" y="6362699"/>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6" name="Group 15"/>
          <p:cNvGrpSpPr>
            <a:grpSpLocks noChangeAspect="1"/>
          </p:cNvGrpSpPr>
          <p:nvPr userDrawn="1"/>
        </p:nvGrpSpPr>
        <p:grpSpPr>
          <a:xfrm>
            <a:off x="469900" y="457761"/>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9"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0"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1"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96574281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2000" y="153000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475327" y="5845180"/>
            <a:ext cx="5594348"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tx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475325" y="6362699"/>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6" name="Group 15"/>
          <p:cNvGrpSpPr>
            <a:grpSpLocks noChangeAspect="1"/>
          </p:cNvGrpSpPr>
          <p:nvPr userDrawn="1"/>
        </p:nvGrpSpPr>
        <p:grpSpPr>
          <a:xfrm>
            <a:off x="475325" y="457200"/>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0"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1"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2628206897"/>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0" y="1700213"/>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469899" y="3423545"/>
            <a:ext cx="10418235"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12"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master1]</a:t>
            </a:r>
          </a:p>
        </p:txBody>
      </p:sp>
      <p:sp>
        <p:nvSpPr>
          <p:cNvPr id="13"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Copyright © 2019 Deloitte Development LLC. All rights reserved.</a:t>
            </a:r>
          </a:p>
        </p:txBody>
      </p:sp>
      <p:sp>
        <p:nvSpPr>
          <p:cNvPr id="14" name="TextBox 13"/>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3050706280"/>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20"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master1]</a:t>
            </a:r>
          </a:p>
        </p:txBody>
      </p:sp>
      <p:sp>
        <p:nvSpPr>
          <p:cNvPr id="21"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Copyright © 2019 Deloitte Development LLC. All rights reserved.</a:t>
            </a:r>
          </a:p>
        </p:txBody>
      </p:sp>
      <p:sp>
        <p:nvSpPr>
          <p:cNvPr id="22" name="TextBox 21"/>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3661081828"/>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tx1"/>
        </a:solidFill>
        <a:effectLst/>
      </p:bgPr>
    </p:bg>
    <p:spTree>
      <p:nvGrpSpPr>
        <p:cNvPr id="1" name=""/>
        <p:cNvGrpSpPr/>
        <p:nvPr/>
      </p:nvGrpSpPr>
      <p:grpSpPr>
        <a:xfrm>
          <a:off x="0" y="0"/>
          <a:ext cx="0" cy="0"/>
          <a:chOff x="0" y="0"/>
          <a:chExt cx="0" cy="0"/>
        </a:xfrm>
      </p:grpSpPr>
      <p:sp>
        <p:nvSpPr>
          <p:cNvPr id="10" name="TextBox 9"/>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fr-FR" sz="650" noProof="0" dirty="0">
                <a:solidFill>
                  <a:schemeClr val="bg1"/>
                </a:solidFill>
              </a:rPr>
              <a:t>© 2020 Deloitte Touche Tohmatsu India LLP</a:t>
            </a:r>
          </a:p>
        </p:txBody>
      </p:sp>
      <p:sp>
        <p:nvSpPr>
          <p:cNvPr id="11" name="TextBox 10"/>
          <p:cNvSpPr txBox="1"/>
          <p:nvPr userDrawn="1"/>
        </p:nvSpPr>
        <p:spPr>
          <a:xfrm>
            <a:off x="11370308"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
        <p:nvSpPr>
          <p:cNvPr id="12" name="TextBox 11"/>
          <p:cNvSpPr txBox="1"/>
          <p:nvPr userDrawn="1"/>
        </p:nvSpPr>
        <p:spPr>
          <a:xfrm>
            <a:off x="5568513" y="6478972"/>
            <a:ext cx="5852160" cy="100027"/>
          </a:xfrm>
          <a:prstGeom prst="rect">
            <a:avLst/>
          </a:prstGeom>
          <a:noFill/>
        </p:spPr>
        <p:txBody>
          <a:bodyPr wrap="square" lIns="0" tIns="0" rIns="0" bIns="0" rtlCol="0">
            <a:spAutoFit/>
          </a:bodyPr>
          <a:lstStyle/>
          <a:p>
            <a:pPr algn="r" defTabSz="712592">
              <a:buSzPct val="100000"/>
              <a:buFont typeface="Arial"/>
              <a:buNone/>
            </a:pPr>
            <a:r>
              <a:rPr lang="en-US" sz="650" dirty="0">
                <a:solidFill>
                  <a:schemeClr val="bg1"/>
                </a:solidFill>
              </a:rPr>
              <a:t>Ministry of Steel| Development &amp; Implementation of Action Plan for  Indian Steel Sector in the wake of COVID</a:t>
            </a:r>
            <a:r>
              <a:rPr lang="en-US" sz="600" dirty="0">
                <a:solidFill>
                  <a:schemeClr val="bg1"/>
                </a:solidFill>
              </a:rPr>
              <a:t>| A Deloitte response to RFP</a:t>
            </a:r>
          </a:p>
        </p:txBody>
      </p:sp>
    </p:spTree>
    <p:extLst>
      <p:ext uri="{BB962C8B-B14F-4D97-AF65-F5344CB8AC3E}">
        <p14:creationId xmlns:p14="http://schemas.microsoft.com/office/powerpoint/2010/main" val="1066625744"/>
      </p:ext>
    </p:extLst>
  </p:cSld>
  <p:clrMapOvr>
    <a:masterClrMapping/>
  </p:clrMapOvr>
  <p:transition>
    <p:fade/>
  </p:transition>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1" y="1705668"/>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US" noProof="0" dirty="0"/>
              <a:t>Click to edit Master title style</a:t>
            </a:r>
          </a:p>
        </p:txBody>
      </p:sp>
      <p:sp>
        <p:nvSpPr>
          <p:cNvPr id="3" name="Text Placeholder 2"/>
          <p:cNvSpPr>
            <a:spLocks noGrp="1"/>
          </p:cNvSpPr>
          <p:nvPr>
            <p:ph type="body" idx="1"/>
          </p:nvPr>
        </p:nvSpPr>
        <p:spPr bwMode="gray">
          <a:xfrm>
            <a:off x="469900" y="3429000"/>
            <a:ext cx="10541000" cy="1566532"/>
          </a:xfrm>
        </p:spPr>
        <p:txBody>
          <a:bodyPr lIns="0" tIns="0" rIns="0" bIns="0">
            <a:noAutofit/>
          </a:bodyPr>
          <a:lstStyle>
            <a:lvl1pPr marL="0" indent="0">
              <a:lnSpc>
                <a:spcPct val="95000"/>
              </a:lnSpc>
              <a:spcAft>
                <a:spcPts val="0"/>
              </a:spcAft>
              <a:buNone/>
              <a:defRPr sz="3850">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Tree>
    <p:extLst>
      <p:ext uri="{BB962C8B-B14F-4D97-AF65-F5344CB8AC3E}">
        <p14:creationId xmlns:p14="http://schemas.microsoft.com/office/powerpoint/2010/main" val="2811172561"/>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80484" y="1590675"/>
            <a:ext cx="9029604" cy="4708525"/>
          </a:xfrm>
          <a:prstGeom prst="rect">
            <a:avLst/>
          </a:prstGeom>
        </p:spPr>
        <p:txBody>
          <a:bodyPr>
            <a:noAutofit/>
          </a:bodyPr>
          <a:lstStyle>
            <a:lvl1pPr>
              <a:spcBef>
                <a:spcPts val="4800"/>
              </a:spcBef>
              <a:defRPr sz="28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Click to edit Master text styles</a:t>
            </a:r>
          </a:p>
        </p:txBody>
      </p:sp>
      <p:sp>
        <p:nvSpPr>
          <p:cNvPr id="9"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master1]</a:t>
            </a:r>
          </a:p>
        </p:txBody>
      </p:sp>
      <p:sp>
        <p:nvSpPr>
          <p:cNvPr id="13"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Copyright © 2019 Deloitte Development LLC. All rights reserved.</a:t>
            </a:r>
          </a:p>
        </p:txBody>
      </p:sp>
      <p:sp>
        <p:nvSpPr>
          <p:cNvPr id="14" name="TextBox 13"/>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2014793496"/>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Key statement white">
    <p:bg>
      <p:bgRef idx="1001">
        <a:schemeClr val="bg1"/>
      </p:bgRef>
    </p:bg>
    <p:spTree>
      <p:nvGrpSpPr>
        <p:cNvPr id="1" name=""/>
        <p:cNvGrpSpPr/>
        <p:nvPr/>
      </p:nvGrpSpPr>
      <p:grpSpPr>
        <a:xfrm>
          <a:off x="0" y="0"/>
          <a:ext cx="0" cy="0"/>
          <a:chOff x="0" y="0"/>
          <a:chExt cx="0" cy="0"/>
        </a:xfrm>
      </p:grpSpPr>
      <p:sp>
        <p:nvSpPr>
          <p:cNvPr id="7" name="Text Placeholder 3"/>
          <p:cNvSpPr>
            <a:spLocks noGrp="1"/>
          </p:cNvSpPr>
          <p:nvPr>
            <p:ph type="body" sz="quarter" idx="10"/>
          </p:nvPr>
        </p:nvSpPr>
        <p:spPr>
          <a:xfrm>
            <a:off x="469900" y="1590675"/>
            <a:ext cx="9029604" cy="4708525"/>
          </a:xfrm>
          <a:prstGeom prst="rect">
            <a:avLst/>
          </a:prstGeom>
        </p:spPr>
        <p:txBody>
          <a:bodyPr>
            <a:noAutofit/>
          </a:bodyPr>
          <a:lstStyle>
            <a:lvl1pPr>
              <a:spcBef>
                <a:spcPts val="4800"/>
              </a:spcBef>
              <a:defRPr sz="2800">
                <a:solidFill>
                  <a:schemeClr val="tx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Click to edit Master text styles</a:t>
            </a:r>
          </a:p>
        </p:txBody>
      </p:sp>
    </p:spTree>
    <p:extLst>
      <p:ext uri="{BB962C8B-B14F-4D97-AF65-F5344CB8AC3E}">
        <p14:creationId xmlns:p14="http://schemas.microsoft.com/office/powerpoint/2010/main" val="200353974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469900" y="1665291"/>
            <a:ext cx="9348787" cy="4633910"/>
          </a:xfrm>
          <a:prstGeom prst="rect">
            <a:avLst/>
          </a:prstGeom>
        </p:spPr>
        <p:txBody>
          <a:bodyPr/>
          <a:lstStyle>
            <a:lvl1pPr>
              <a:tabLst>
                <a:tab pos="8972326" algn="r"/>
              </a:tabLst>
              <a:defRPr/>
            </a:lvl1pPr>
            <a:lvl2pPr>
              <a:tabLst>
                <a:tab pos="8972326" algn="r"/>
              </a:tabLst>
              <a:defRPr/>
            </a:lvl2pPr>
            <a:lvl3pPr>
              <a:tabLst>
                <a:tab pos="8972326" algn="r"/>
              </a:tabLst>
              <a:defRPr/>
            </a:lvl3pPr>
            <a:lvl4pPr>
              <a:tabLst>
                <a:tab pos="8972326" algn="r"/>
              </a:tabLst>
              <a:defRPr/>
            </a:lvl4pPr>
            <a:lvl5pPr>
              <a:tabLst>
                <a:tab pos="6705432" algn="r"/>
              </a:tabLst>
              <a:defRPr baseline="0"/>
            </a:lvl5pPr>
            <a:lvl6pPr>
              <a:tabLst>
                <a:tab pos="8972326" algn="r"/>
              </a:tabLst>
              <a:defRPr/>
            </a:lvl6pPr>
            <a:lvl7pPr>
              <a:tabLst>
                <a:tab pos="8972326" algn="r"/>
              </a:tabLst>
              <a:defRPr/>
            </a:lvl7pPr>
            <a:lvl8pPr>
              <a:tabLst>
                <a:tab pos="8972326" algn="r"/>
              </a:tabLst>
              <a:defRPr/>
            </a:lvl8pPr>
            <a:lvl9pPr>
              <a:tabLst>
                <a:tab pos="8972326" algn="r"/>
              </a:tabLs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6"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3682330046"/>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s with image">
    <p:spTree>
      <p:nvGrpSpPr>
        <p:cNvPr id="1" name=""/>
        <p:cNvGrpSpPr/>
        <p:nvPr/>
      </p:nvGrpSpPr>
      <p:grpSpPr>
        <a:xfrm>
          <a:off x="0" y="0"/>
          <a:ext cx="0" cy="0"/>
          <a:chOff x="0" y="0"/>
          <a:chExt cx="0" cy="0"/>
        </a:xfrm>
      </p:grpSpPr>
      <p:sp>
        <p:nvSpPr>
          <p:cNvPr id="5" name="Picture Placeholder 9"/>
          <p:cNvSpPr>
            <a:spLocks noGrp="1"/>
          </p:cNvSpPr>
          <p:nvPr>
            <p:ph type="pic" sz="quarter" idx="15"/>
          </p:nvPr>
        </p:nvSpPr>
        <p:spPr>
          <a:xfrm>
            <a:off x="5604867" y="1700213"/>
            <a:ext cx="6117233" cy="4598988"/>
          </a:xfrm>
        </p:spPr>
        <p:txBody>
          <a:bodyPr/>
          <a:lstStyle/>
          <a:p>
            <a:r>
              <a:rPr lang="en-US" noProof="0" dirty="0"/>
              <a:t>Click icon to add picture</a:t>
            </a:r>
          </a:p>
        </p:txBody>
      </p:sp>
      <p:sp>
        <p:nvSpPr>
          <p:cNvPr id="6" name="Content Placeholder 3"/>
          <p:cNvSpPr>
            <a:spLocks noGrp="1"/>
          </p:cNvSpPr>
          <p:nvPr>
            <p:ph sz="quarter" idx="10"/>
          </p:nvPr>
        </p:nvSpPr>
        <p:spPr>
          <a:xfrm>
            <a:off x="469900" y="1665290"/>
            <a:ext cx="4333663" cy="4633911"/>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342481843"/>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mp; 1 column text">
    <p:spTree>
      <p:nvGrpSpPr>
        <p:cNvPr id="1" name=""/>
        <p:cNvGrpSpPr/>
        <p:nvPr/>
      </p:nvGrpSpPr>
      <p:grpSpPr>
        <a:xfrm>
          <a:off x="0" y="0"/>
          <a:ext cx="0" cy="0"/>
          <a:chOff x="0" y="0"/>
          <a:chExt cx="0" cy="0"/>
        </a:xfrm>
      </p:grpSpPr>
      <p:sp>
        <p:nvSpPr>
          <p:cNvPr id="14" name="Text Placeholder 18"/>
          <p:cNvSpPr>
            <a:spLocks noGrp="1"/>
          </p:cNvSpPr>
          <p:nvPr>
            <p:ph idx="1"/>
          </p:nvPr>
        </p:nvSpPr>
        <p:spPr>
          <a:xfrm>
            <a:off x="469900" y="1665290"/>
            <a:ext cx="11252200" cy="4633911"/>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3179003417"/>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
        <p:nvSpPr>
          <p:cNvPr id="8" name="Text Placeholder 18"/>
          <p:cNvSpPr>
            <a:spLocks noGrp="1"/>
          </p:cNvSpPr>
          <p:nvPr>
            <p:ph idx="1"/>
          </p:nvPr>
        </p:nvSpPr>
        <p:spPr>
          <a:xfrm>
            <a:off x="469900" y="1665818"/>
            <a:ext cx="11252200" cy="4633383"/>
          </a:xfrm>
          <a:prstGeom prst="rect">
            <a:avLst/>
          </a:prstGeom>
        </p:spPr>
        <p:txBody>
          <a:bodyPr vert="horz" lIns="0" tIns="0" rIns="0" bIns="0" rtlCol="0">
            <a:noAutofit/>
          </a:bodyPr>
          <a:lstStyle>
            <a:lvl1pPr marL="0" indent="0" algn="l">
              <a:buFontTx/>
              <a:buNone/>
              <a:defRPr/>
            </a:lvl1pPr>
            <a:lvl2pPr marL="127000" indent="-127000" algn="l">
              <a:buClrTx/>
              <a:buSzPct val="100000"/>
              <a:buFont typeface="Arial" panose="020B0604020202020204" pitchFamily="34" charset="0"/>
              <a:buChar char="•"/>
              <a:defRPr/>
            </a:lvl2pPr>
            <a:lvl3pPr marL="279400" indent="-127000" algn="l">
              <a:buClrTx/>
              <a:buSzPct val="100000"/>
              <a:buFont typeface="Arial" panose="020B0604020202020204" pitchFamily="34" charset="0"/>
              <a:buChar char="−"/>
              <a:defRPr/>
            </a:lvl3pPr>
            <a:lvl4pPr marL="431800" indent="-127000" algn="l">
              <a:buClrTx/>
              <a:buSzPct val="100000"/>
              <a:buFont typeface="Arial" panose="020B0604020202020204" pitchFamily="34" charset="0"/>
              <a:buChar char="◦"/>
              <a:defRPr/>
            </a:lvl4pPr>
            <a:lvl5pPr marL="584200" indent="-127000" algn="l">
              <a:buClrTx/>
              <a:buSzPct val="100000"/>
              <a:buFont typeface="Arial" panose="020B0604020202020204" pitchFamily="34" charset="0"/>
              <a:buChar cha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847761379"/>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ubtitle &amp; 1 column - large">
    <p:spTree>
      <p:nvGrpSpPr>
        <p:cNvPr id="1" name=""/>
        <p:cNvGrpSpPr/>
        <p:nvPr/>
      </p:nvGrpSpPr>
      <p:grpSpPr>
        <a:xfrm>
          <a:off x="0" y="0"/>
          <a:ext cx="0" cy="0"/>
          <a:chOff x="0" y="0"/>
          <a:chExt cx="0" cy="0"/>
        </a:xfrm>
      </p:grpSpPr>
      <p:sp>
        <p:nvSpPr>
          <p:cNvPr id="8" name="Text Placeholder 18"/>
          <p:cNvSpPr>
            <a:spLocks noGrp="1"/>
          </p:cNvSpPr>
          <p:nvPr>
            <p:ph idx="1"/>
          </p:nvPr>
        </p:nvSpPr>
        <p:spPr>
          <a:xfrm>
            <a:off x="469900" y="1676402"/>
            <a:ext cx="11252200" cy="4622799"/>
          </a:xfrm>
          <a:prstGeom prst="rect">
            <a:avLst/>
          </a:prstGeom>
        </p:spPr>
        <p:txBody>
          <a:bodyPr vert="horz" lIns="0" tIns="0" rIns="0" bIns="0" rtlCol="0">
            <a:noAutofit/>
          </a:bodyPr>
          <a:lstStyle>
            <a:lvl1pPr>
              <a:defRPr sz="1600"/>
            </a:lvl1pPr>
            <a:lvl2pPr>
              <a:defRPr sz="1600"/>
            </a:lvl2pPr>
            <a:lvl3pPr>
              <a:defRPr sz="1600"/>
            </a:lvl3pPr>
            <a:lvl4pPr>
              <a:defRPr sz="1600"/>
            </a:lvl4pPr>
            <a:lvl5pPr>
              <a:defRPr sz="1600"/>
            </a:lvl5pPr>
            <a:lvl6pPr>
              <a:defRPr sz="2133"/>
            </a:lvl6pPr>
            <a:lvl7pPr>
              <a:defRPr sz="2133"/>
            </a:lvl7pPr>
            <a:lvl8pPr>
              <a:defRPr sz="2133"/>
            </a:lvl8pPr>
            <a:lvl9pPr>
              <a:defRPr sz="2133"/>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6"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4256068076"/>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ubtitle &amp;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468000" y="2054581"/>
            <a:ext cx="11252200" cy="3928209"/>
          </a:xfrm>
          <a:prstGeom prst="rect">
            <a:avLst/>
          </a:prstGeom>
        </p:spPr>
        <p:txBody>
          <a:bodyPr/>
          <a:lstStyle/>
          <a:p>
            <a:r>
              <a:rPr lang="en-US" noProof="0" dirty="0"/>
              <a:t>Click icon to add chart</a:t>
            </a:r>
          </a:p>
        </p:txBody>
      </p:sp>
      <p:sp>
        <p:nvSpPr>
          <p:cNvPr id="18" name="Text Placeholder 8"/>
          <p:cNvSpPr>
            <a:spLocks noGrp="1"/>
          </p:cNvSpPr>
          <p:nvPr>
            <p:ph type="body" sz="quarter" idx="18"/>
          </p:nvPr>
        </p:nvSpPr>
        <p:spPr>
          <a:xfrm>
            <a:off x="468000" y="1659816"/>
            <a:ext cx="11252200" cy="357187"/>
          </a:xfrm>
        </p:spPr>
        <p:txBody>
          <a:bodyPr/>
          <a:lstStyle/>
          <a:p>
            <a:pPr lvl="0"/>
            <a:r>
              <a:rPr lang="en-US" noProof="0"/>
              <a:t>Click to edit Master text styles</a:t>
            </a:r>
          </a:p>
        </p:txBody>
      </p:sp>
      <p:sp>
        <p:nvSpPr>
          <p:cNvPr id="7"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8"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158331829"/>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468000" y="2051999"/>
            <a:ext cx="3600000" cy="3930791"/>
          </a:xfrm>
          <a:prstGeom prst="rect">
            <a:avLst/>
          </a:prstGeom>
        </p:spPr>
        <p:txBody>
          <a:bodyPr/>
          <a:lstStyle/>
          <a:p>
            <a:r>
              <a:rPr lang="en-US" noProof="0" dirty="0"/>
              <a:t>Click icon to add chart</a:t>
            </a:r>
          </a:p>
        </p:txBody>
      </p:sp>
      <p:sp>
        <p:nvSpPr>
          <p:cNvPr id="18" name="Text Placeholder 8"/>
          <p:cNvSpPr>
            <a:spLocks noGrp="1"/>
          </p:cNvSpPr>
          <p:nvPr>
            <p:ph type="body" sz="quarter" idx="18"/>
          </p:nvPr>
        </p:nvSpPr>
        <p:spPr>
          <a:xfrm>
            <a:off x="468000" y="1665289"/>
            <a:ext cx="3600000" cy="392112"/>
          </a:xfrm>
        </p:spPr>
        <p:txBody>
          <a:bodyPr/>
          <a:lstStyle/>
          <a:p>
            <a:pPr lvl="0"/>
            <a:r>
              <a:rPr lang="en-US" noProof="0"/>
              <a:t>Click to edit Master text styles</a:t>
            </a:r>
          </a:p>
        </p:txBody>
      </p:sp>
      <p:sp>
        <p:nvSpPr>
          <p:cNvPr id="7" name="Chart Placeholder 3"/>
          <p:cNvSpPr>
            <a:spLocks noGrp="1"/>
          </p:cNvSpPr>
          <p:nvPr>
            <p:ph type="chart" sz="quarter" idx="19"/>
          </p:nvPr>
        </p:nvSpPr>
        <p:spPr>
          <a:xfrm>
            <a:off x="4296000" y="2051998"/>
            <a:ext cx="3600000" cy="3930791"/>
          </a:xfrm>
          <a:prstGeom prst="rect">
            <a:avLst/>
          </a:prstGeom>
        </p:spPr>
        <p:txBody>
          <a:bodyPr/>
          <a:lstStyle/>
          <a:p>
            <a:r>
              <a:rPr lang="en-US" noProof="0" dirty="0"/>
              <a:t>Click icon to add chart</a:t>
            </a:r>
          </a:p>
        </p:txBody>
      </p:sp>
      <p:sp>
        <p:nvSpPr>
          <p:cNvPr id="8" name="Text Placeholder 8"/>
          <p:cNvSpPr>
            <a:spLocks noGrp="1"/>
          </p:cNvSpPr>
          <p:nvPr>
            <p:ph type="body" sz="quarter" idx="20"/>
          </p:nvPr>
        </p:nvSpPr>
        <p:spPr>
          <a:xfrm>
            <a:off x="4296003" y="1665288"/>
            <a:ext cx="3600000" cy="392112"/>
          </a:xfrm>
        </p:spPr>
        <p:txBody>
          <a:bodyPr/>
          <a:lstStyle/>
          <a:p>
            <a:pPr lvl="0"/>
            <a:r>
              <a:rPr lang="en-US" noProof="0"/>
              <a:t>Click to edit Master text styles</a:t>
            </a:r>
          </a:p>
        </p:txBody>
      </p:sp>
      <p:sp>
        <p:nvSpPr>
          <p:cNvPr id="9" name="Chart Placeholder 3"/>
          <p:cNvSpPr>
            <a:spLocks noGrp="1"/>
          </p:cNvSpPr>
          <p:nvPr>
            <p:ph type="chart" sz="quarter" idx="21"/>
          </p:nvPr>
        </p:nvSpPr>
        <p:spPr>
          <a:xfrm>
            <a:off x="8086960" y="2051999"/>
            <a:ext cx="3600000" cy="3930791"/>
          </a:xfrm>
          <a:prstGeom prst="rect">
            <a:avLst/>
          </a:prstGeom>
        </p:spPr>
        <p:txBody>
          <a:bodyPr/>
          <a:lstStyle/>
          <a:p>
            <a:r>
              <a:rPr lang="en-US" noProof="0" dirty="0"/>
              <a:t>Click icon to add chart</a:t>
            </a:r>
          </a:p>
        </p:txBody>
      </p:sp>
      <p:sp>
        <p:nvSpPr>
          <p:cNvPr id="10" name="Text Placeholder 8"/>
          <p:cNvSpPr>
            <a:spLocks noGrp="1"/>
          </p:cNvSpPr>
          <p:nvPr>
            <p:ph type="body" sz="quarter" idx="22"/>
          </p:nvPr>
        </p:nvSpPr>
        <p:spPr>
          <a:xfrm>
            <a:off x="8086959" y="1659145"/>
            <a:ext cx="3600000" cy="398256"/>
          </a:xfrm>
        </p:spPr>
        <p:txBody>
          <a:bodyPr/>
          <a:lstStyle/>
          <a:p>
            <a:pPr lvl="0"/>
            <a:r>
              <a:rPr lang="en-US" noProof="0"/>
              <a:t>Click to edit Master text styles</a:t>
            </a:r>
          </a:p>
        </p:txBody>
      </p:sp>
      <p:sp>
        <p:nvSpPr>
          <p:cNvPr id="13"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469900" y="402586"/>
            <a:ext cx="11252200" cy="334101"/>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4251294604"/>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 columns of text">
    <p:spTree>
      <p:nvGrpSpPr>
        <p:cNvPr id="1" name=""/>
        <p:cNvGrpSpPr/>
        <p:nvPr/>
      </p:nvGrpSpPr>
      <p:grpSpPr>
        <a:xfrm>
          <a:off x="0" y="0"/>
          <a:ext cx="0" cy="0"/>
          <a:chOff x="0" y="0"/>
          <a:chExt cx="0" cy="0"/>
        </a:xfrm>
      </p:grpSpPr>
      <p:sp>
        <p:nvSpPr>
          <p:cNvPr id="13" name="Content Placeholder 3"/>
          <p:cNvSpPr>
            <a:spLocks noGrp="1"/>
          </p:cNvSpPr>
          <p:nvPr>
            <p:ph sz="quarter" idx="10"/>
          </p:nvPr>
        </p:nvSpPr>
        <p:spPr>
          <a:xfrm>
            <a:off x="468000" y="1665288"/>
            <a:ext cx="5328000" cy="4622507"/>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5" name="Content Placeholder 3"/>
          <p:cNvSpPr>
            <a:spLocks noGrp="1"/>
          </p:cNvSpPr>
          <p:nvPr>
            <p:ph sz="quarter" idx="20"/>
          </p:nvPr>
        </p:nvSpPr>
        <p:spPr>
          <a:xfrm>
            <a:off x="6394100" y="1656000"/>
            <a:ext cx="5328000" cy="4631795"/>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7"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2333446148"/>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469900" y="1665289"/>
            <a:ext cx="4431857" cy="4633913"/>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Content Placeholder 3"/>
          <p:cNvSpPr>
            <a:spLocks noGrp="1"/>
          </p:cNvSpPr>
          <p:nvPr>
            <p:ph sz="quarter" idx="16"/>
          </p:nvPr>
        </p:nvSpPr>
        <p:spPr>
          <a:xfrm>
            <a:off x="5482100" y="1700213"/>
            <a:ext cx="6240000" cy="4598989"/>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1"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200002662"/>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 columns - large">
    <p:spTree>
      <p:nvGrpSpPr>
        <p:cNvPr id="1" name=""/>
        <p:cNvGrpSpPr/>
        <p:nvPr/>
      </p:nvGrpSpPr>
      <p:grpSpPr>
        <a:xfrm>
          <a:off x="0" y="0"/>
          <a:ext cx="0" cy="0"/>
          <a:chOff x="0" y="0"/>
          <a:chExt cx="0" cy="0"/>
        </a:xfrm>
      </p:grpSpPr>
      <p:sp>
        <p:nvSpPr>
          <p:cNvPr id="11" name="Content Placeholder 3"/>
          <p:cNvSpPr>
            <a:spLocks noGrp="1"/>
          </p:cNvSpPr>
          <p:nvPr>
            <p:ph sz="quarter" idx="10"/>
          </p:nvPr>
        </p:nvSpPr>
        <p:spPr>
          <a:xfrm>
            <a:off x="469900" y="1665288"/>
            <a:ext cx="5328000" cy="4633912"/>
          </a:xfrm>
          <a:prstGeom prst="rect">
            <a:avLst/>
          </a:prstGeom>
        </p:spPr>
        <p:txBody>
          <a:bodyPr>
            <a:noAutofit/>
          </a:bodyPr>
          <a:lstStyle>
            <a:lvl1pPr>
              <a:tabLst>
                <a:tab pos="6705432" algn="r"/>
              </a:tabLst>
              <a:defRPr sz="1600"/>
            </a:lvl1pPr>
            <a:lvl2pPr>
              <a:tabLst>
                <a:tab pos="6705432" algn="r"/>
              </a:tabLst>
              <a:defRPr sz="1600"/>
            </a:lvl2pPr>
            <a:lvl3pPr>
              <a:tabLst>
                <a:tab pos="6705432" algn="r"/>
              </a:tabLst>
              <a:defRPr sz="1600"/>
            </a:lvl3pPr>
            <a:lvl4pPr>
              <a:tabLst>
                <a:tab pos="6705432" algn="r"/>
              </a:tabLst>
              <a:defRPr sz="1600"/>
            </a:lvl4pPr>
            <a:lvl5pPr>
              <a:tabLst>
                <a:tab pos="6705432" algn="r"/>
              </a:tabLst>
              <a:defRPr sz="1000" baseline="0"/>
            </a:lvl5pPr>
            <a:lvl6pPr>
              <a:defRPr sz="2133"/>
            </a:lvl6pPr>
            <a:lvl7pPr>
              <a:defRPr sz="2133"/>
            </a:lvl7pPr>
            <a:lvl8pPr>
              <a:defRPr sz="2133"/>
            </a:lvl8pPr>
            <a:lvl9pPr>
              <a:defRPr sz="2133"/>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Content Placeholder 3"/>
          <p:cNvSpPr>
            <a:spLocks noGrp="1"/>
          </p:cNvSpPr>
          <p:nvPr>
            <p:ph sz="quarter" idx="20"/>
          </p:nvPr>
        </p:nvSpPr>
        <p:spPr>
          <a:xfrm>
            <a:off x="6394100" y="1665288"/>
            <a:ext cx="5328000" cy="4633912"/>
          </a:xfrm>
          <a:prstGeom prst="rect">
            <a:avLst/>
          </a:prstGeom>
        </p:spPr>
        <p:txBody>
          <a:bodyPr>
            <a:noAutofit/>
          </a:bodyPr>
          <a:lstStyle>
            <a:lvl1pPr>
              <a:tabLst>
                <a:tab pos="6705432" algn="r"/>
              </a:tabLst>
              <a:defRPr sz="1600"/>
            </a:lvl1pPr>
            <a:lvl2pPr>
              <a:tabLst>
                <a:tab pos="6705432" algn="r"/>
              </a:tabLst>
              <a:defRPr sz="1600"/>
            </a:lvl2pPr>
            <a:lvl3pPr>
              <a:tabLst>
                <a:tab pos="6705432" algn="r"/>
              </a:tabLst>
              <a:defRPr sz="1600"/>
            </a:lvl3pPr>
            <a:lvl4pPr>
              <a:tabLst>
                <a:tab pos="6705432" algn="r"/>
              </a:tabLst>
              <a:defRPr sz="1600"/>
            </a:lvl4pPr>
            <a:lvl5pPr>
              <a:tabLst>
                <a:tab pos="6705432" algn="r"/>
              </a:tabLst>
              <a:defRPr sz="1000" baseline="0"/>
            </a:lvl5pPr>
            <a:lvl6pPr>
              <a:defRPr sz="2133"/>
            </a:lvl6pPr>
            <a:lvl7pPr>
              <a:defRPr sz="2133"/>
            </a:lvl7pPr>
            <a:lvl8pPr>
              <a:defRPr sz="2133"/>
            </a:lvl8pPr>
            <a:lvl9pPr>
              <a:defRPr sz="2133"/>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1684166056"/>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469900" y="1665288"/>
            <a:ext cx="5480400" cy="4317502"/>
          </a:xfrm>
          <a:prstGeom prst="rect">
            <a:avLst/>
          </a:prstGeom>
        </p:spPr>
        <p:txBody>
          <a:bodyPr>
            <a:noAutofit/>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3" name="Chart Placeholder 2"/>
          <p:cNvSpPr>
            <a:spLocks noGrp="1"/>
          </p:cNvSpPr>
          <p:nvPr>
            <p:ph type="chart" sz="quarter" idx="21"/>
          </p:nvPr>
        </p:nvSpPr>
        <p:spPr>
          <a:xfrm>
            <a:off x="6239584" y="2125013"/>
            <a:ext cx="5482516" cy="3857777"/>
          </a:xfrm>
        </p:spPr>
        <p:txBody>
          <a:bodyPr>
            <a:noAutofit/>
          </a:bodyPr>
          <a:lstStyle/>
          <a:p>
            <a:r>
              <a:rPr lang="en-US" noProof="0" dirty="0"/>
              <a:t>Click icon to add chart</a:t>
            </a:r>
          </a:p>
        </p:txBody>
      </p:sp>
      <p:sp>
        <p:nvSpPr>
          <p:cNvPr id="6" name="Text Placeholder 5"/>
          <p:cNvSpPr>
            <a:spLocks noGrp="1"/>
          </p:cNvSpPr>
          <p:nvPr>
            <p:ph type="body" sz="quarter" idx="22"/>
          </p:nvPr>
        </p:nvSpPr>
        <p:spPr>
          <a:xfrm>
            <a:off x="6239584" y="1655763"/>
            <a:ext cx="5482516" cy="420687"/>
          </a:xfrm>
        </p:spPr>
        <p:txBody>
          <a:bodyPr>
            <a:noAutofit/>
          </a:bodyPr>
          <a:lstStyle/>
          <a:p>
            <a:pPr lvl="0"/>
            <a:r>
              <a:rPr lang="en-US" noProof="0"/>
              <a:t>Click to edit Master text styles</a:t>
            </a:r>
          </a:p>
        </p:txBody>
      </p:sp>
      <p:sp>
        <p:nvSpPr>
          <p:cNvPr id="12"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4282268245"/>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239584" y="2125013"/>
            <a:ext cx="5482516" cy="3857777"/>
          </a:xfrm>
        </p:spPr>
        <p:txBody>
          <a:bodyPr>
            <a:noAutofit/>
          </a:bodyPr>
          <a:lstStyle/>
          <a:p>
            <a:r>
              <a:rPr lang="en-US" noProof="0" dirty="0"/>
              <a:t>Click icon to add chart</a:t>
            </a:r>
          </a:p>
        </p:txBody>
      </p:sp>
      <p:sp>
        <p:nvSpPr>
          <p:cNvPr id="6" name="Text Placeholder 5"/>
          <p:cNvSpPr>
            <a:spLocks noGrp="1"/>
          </p:cNvSpPr>
          <p:nvPr>
            <p:ph type="body" sz="quarter" idx="22"/>
          </p:nvPr>
        </p:nvSpPr>
        <p:spPr>
          <a:xfrm>
            <a:off x="6239585" y="1654028"/>
            <a:ext cx="5482516" cy="420687"/>
          </a:xfrm>
        </p:spPr>
        <p:txBody>
          <a:bodyPr>
            <a:noAutofit/>
          </a:bodyPr>
          <a:lstStyle/>
          <a:p>
            <a:pPr lvl="0"/>
            <a:r>
              <a:rPr lang="en-US" noProof="0"/>
              <a:t>Click to edit Master text styles</a:t>
            </a:r>
          </a:p>
        </p:txBody>
      </p:sp>
      <p:sp>
        <p:nvSpPr>
          <p:cNvPr id="9" name="Chart Placeholder 2"/>
          <p:cNvSpPr>
            <a:spLocks noGrp="1"/>
          </p:cNvSpPr>
          <p:nvPr>
            <p:ph type="chart" sz="quarter" idx="24"/>
          </p:nvPr>
        </p:nvSpPr>
        <p:spPr>
          <a:xfrm>
            <a:off x="469900" y="2125013"/>
            <a:ext cx="5482517" cy="3857777"/>
          </a:xfrm>
        </p:spPr>
        <p:txBody>
          <a:bodyPr>
            <a:noAutofit/>
          </a:bodyPr>
          <a:lstStyle/>
          <a:p>
            <a:r>
              <a:rPr lang="en-US" noProof="0" dirty="0"/>
              <a:t>Click icon to add chart</a:t>
            </a:r>
          </a:p>
        </p:txBody>
      </p:sp>
      <p:sp>
        <p:nvSpPr>
          <p:cNvPr id="12" name="Text Placeholder 5"/>
          <p:cNvSpPr>
            <a:spLocks noGrp="1"/>
          </p:cNvSpPr>
          <p:nvPr>
            <p:ph type="body" sz="quarter" idx="25"/>
          </p:nvPr>
        </p:nvSpPr>
        <p:spPr>
          <a:xfrm>
            <a:off x="469898" y="1665288"/>
            <a:ext cx="5482517" cy="409427"/>
          </a:xfrm>
        </p:spPr>
        <p:txBody>
          <a:bodyPr>
            <a:noAutofit/>
          </a:bodyPr>
          <a:lstStyle/>
          <a:p>
            <a:pPr lvl="0"/>
            <a:r>
              <a:rPr lang="en-US" noProof="0"/>
              <a:t>Click to edit Master text styles</a:t>
            </a:r>
          </a:p>
        </p:txBody>
      </p:sp>
      <p:sp>
        <p:nvSpPr>
          <p:cNvPr id="1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7"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3544246452"/>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 content with quote ">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7455116" y="1626099"/>
            <a:ext cx="4266983" cy="4673101"/>
          </a:xfrm>
          <a:prstGeom prst="rect">
            <a:avLst/>
          </a:prstGeom>
        </p:spPr>
        <p:txBody>
          <a:bodyPr>
            <a:noAutofit/>
          </a:bodyPr>
          <a:lstStyle>
            <a:lvl1pPr>
              <a:tabLst>
                <a:tab pos="6705432" algn="r"/>
              </a:tabLst>
              <a:defRPr sz="2400">
                <a:solidFill>
                  <a:schemeClr val="accent3"/>
                </a:solidFill>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p:txBody>
      </p:sp>
      <p:sp>
        <p:nvSpPr>
          <p:cNvPr id="8" name="Content Placeholder 3"/>
          <p:cNvSpPr>
            <a:spLocks noGrp="1"/>
          </p:cNvSpPr>
          <p:nvPr>
            <p:ph sz="quarter" idx="16"/>
          </p:nvPr>
        </p:nvSpPr>
        <p:spPr>
          <a:xfrm>
            <a:off x="469900" y="1665288"/>
            <a:ext cx="6660866" cy="4633913"/>
          </a:xfrm>
          <a:prstGeom prst="rect">
            <a:avLst/>
          </a:prstGeom>
        </p:spPr>
        <p:txBody>
          <a:bodyPr>
            <a:noAutofit/>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1"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3187921694"/>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am profile">
    <p:spTree>
      <p:nvGrpSpPr>
        <p:cNvPr id="1" name=""/>
        <p:cNvGrpSpPr/>
        <p:nvPr/>
      </p:nvGrpSpPr>
      <p:grpSpPr>
        <a:xfrm>
          <a:off x="0" y="0"/>
          <a:ext cx="0" cy="0"/>
          <a:chOff x="0" y="0"/>
          <a:chExt cx="0" cy="0"/>
        </a:xfrm>
      </p:grpSpPr>
      <p:sp>
        <p:nvSpPr>
          <p:cNvPr id="4" name="Picture Placeholder 6"/>
          <p:cNvSpPr>
            <a:spLocks noGrp="1"/>
          </p:cNvSpPr>
          <p:nvPr>
            <p:ph type="pic" sz="quarter" idx="13"/>
          </p:nvPr>
        </p:nvSpPr>
        <p:spPr>
          <a:xfrm>
            <a:off x="488742" y="1700213"/>
            <a:ext cx="2664000" cy="1260000"/>
          </a:xfrm>
        </p:spPr>
        <p:txBody>
          <a:bodyPr lIns="0" tIns="0" rIns="0" bIns="0">
            <a:noAutofit/>
          </a:bodyPr>
          <a:lstStyle/>
          <a:p>
            <a:r>
              <a:rPr lang="en-US" noProof="0" dirty="0"/>
              <a:t>Click icon to add picture</a:t>
            </a:r>
          </a:p>
        </p:txBody>
      </p:sp>
      <p:sp>
        <p:nvSpPr>
          <p:cNvPr id="5" name="Picture Placeholder 6"/>
          <p:cNvSpPr>
            <a:spLocks noGrp="1"/>
          </p:cNvSpPr>
          <p:nvPr>
            <p:ph type="pic" sz="quarter" idx="14"/>
          </p:nvPr>
        </p:nvSpPr>
        <p:spPr>
          <a:xfrm>
            <a:off x="3341040" y="1700212"/>
            <a:ext cx="2664000" cy="1260000"/>
          </a:xfrm>
        </p:spPr>
        <p:txBody>
          <a:bodyPr lIns="0" tIns="0" rIns="0" bIns="0">
            <a:noAutofit/>
          </a:bodyPr>
          <a:lstStyle/>
          <a:p>
            <a:r>
              <a:rPr lang="en-US" noProof="0" dirty="0"/>
              <a:t>Click icon to add picture</a:t>
            </a:r>
          </a:p>
        </p:txBody>
      </p:sp>
      <p:sp>
        <p:nvSpPr>
          <p:cNvPr id="6" name="Picture Placeholder 6"/>
          <p:cNvSpPr>
            <a:spLocks noGrp="1"/>
          </p:cNvSpPr>
          <p:nvPr>
            <p:ph type="pic" sz="quarter" idx="15"/>
          </p:nvPr>
        </p:nvSpPr>
        <p:spPr>
          <a:xfrm>
            <a:off x="6193338" y="1700212"/>
            <a:ext cx="2664000" cy="1260000"/>
          </a:xfrm>
        </p:spPr>
        <p:txBody>
          <a:bodyPr lIns="0" tIns="0" rIns="0" bIns="0">
            <a:noAutofit/>
          </a:bodyPr>
          <a:lstStyle/>
          <a:p>
            <a:r>
              <a:rPr lang="en-US" noProof="0" dirty="0"/>
              <a:t>Click icon to add picture</a:t>
            </a:r>
          </a:p>
        </p:txBody>
      </p:sp>
      <p:sp>
        <p:nvSpPr>
          <p:cNvPr id="7" name="Picture Placeholder 6"/>
          <p:cNvSpPr>
            <a:spLocks noGrp="1"/>
          </p:cNvSpPr>
          <p:nvPr>
            <p:ph type="pic" sz="quarter" idx="16"/>
          </p:nvPr>
        </p:nvSpPr>
        <p:spPr>
          <a:xfrm>
            <a:off x="9045636" y="1700212"/>
            <a:ext cx="2664000" cy="1260000"/>
          </a:xfrm>
        </p:spPr>
        <p:txBody>
          <a:bodyPr lIns="0" tIns="0" rIns="0" bIns="0">
            <a:noAutofit/>
          </a:bodyPr>
          <a:lstStyle/>
          <a:p>
            <a:r>
              <a:rPr lang="en-US" noProof="0" dirty="0"/>
              <a:t>Click icon to add picture</a:t>
            </a:r>
          </a:p>
        </p:txBody>
      </p:sp>
      <p:sp>
        <p:nvSpPr>
          <p:cNvPr id="9" name="Text Placeholder 8"/>
          <p:cNvSpPr>
            <a:spLocks noGrp="1"/>
          </p:cNvSpPr>
          <p:nvPr>
            <p:ph type="body" sz="quarter" idx="17"/>
          </p:nvPr>
        </p:nvSpPr>
        <p:spPr>
          <a:xfrm>
            <a:off x="482363" y="3076573"/>
            <a:ext cx="2640000" cy="3222628"/>
          </a:xfrm>
        </p:spPr>
        <p:txBody>
          <a:bodyPr/>
          <a:lstStyle>
            <a:lvl1pPr marL="0" indent="0">
              <a:defRPr b="1">
                <a:solidFill>
                  <a:schemeClr val="tx1"/>
                </a:solidFill>
              </a:defRPr>
            </a:lvl1pPr>
            <a:lvl2pPr marL="127000" indent="-127000" algn="l">
              <a:spcAft>
                <a:spcPts val="0"/>
              </a:spcAft>
              <a:buClrTx/>
              <a:buSzPct val="100000"/>
              <a:buFont typeface="Arial" panose="020B0604020202020204" pitchFamily="34" charset="0"/>
              <a:buChar char="•"/>
              <a:defRPr>
                <a:solidFill>
                  <a:schemeClr val="tx1"/>
                </a:solidFill>
              </a:defRPr>
            </a:lvl2pPr>
            <a:lvl3pPr marL="279400" indent="-127000" algn="l">
              <a:spcAft>
                <a:spcPts val="0"/>
              </a:spcAft>
              <a:buClrTx/>
              <a:buSzPct val="100000"/>
              <a:buFont typeface="Arial" panose="020B0604020202020204" pitchFamily="34" charset="0"/>
              <a:buChar char="−"/>
              <a:defRPr>
                <a:solidFill>
                  <a:schemeClr val="tx1"/>
                </a:solidFill>
              </a:defRPr>
            </a:lvl3pPr>
            <a:lvl4pPr marL="431800" indent="-127000" algn="l">
              <a:spcAft>
                <a:spcPts val="0"/>
              </a:spcAft>
              <a:buClrTx/>
              <a:buSzPct val="100000"/>
              <a:buFont typeface="Arial" panose="020B0604020202020204" pitchFamily="34" charset="0"/>
              <a:buChar char="◦"/>
              <a:defRPr>
                <a:solidFill>
                  <a:schemeClr val="tx1"/>
                </a:solidFill>
              </a:defRPr>
            </a:lvl4pPr>
            <a:lvl5pPr marL="584200" indent="-127000" algn="l">
              <a:spcAft>
                <a:spcPts val="0"/>
              </a:spcAft>
              <a:buClrTx/>
              <a:buSzPct val="100000"/>
              <a:buFont typeface="Arial" panose="020B0604020202020204" pitchFamily="34" charset="0"/>
              <a:buChar char="−"/>
              <a:defRPr baseline="0">
                <a:solidFill>
                  <a:schemeClr val="tx1"/>
                </a:solidFill>
              </a:defRPr>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8"/>
          </p:nvPr>
        </p:nvSpPr>
        <p:spPr>
          <a:xfrm>
            <a:off x="6207211" y="3079742"/>
            <a:ext cx="2640000" cy="3222628"/>
          </a:xfrm>
        </p:spPr>
        <p:txBody>
          <a:bodyPr/>
          <a:lstStyle>
            <a:lvl1pPr marL="0" indent="0">
              <a:defRPr b="1">
                <a:solidFill>
                  <a:schemeClr val="tx1"/>
                </a:solidFill>
              </a:defRPr>
            </a:lvl1pPr>
            <a:lvl2pPr marL="127000" indent="-127000" algn="l">
              <a:spcAft>
                <a:spcPts val="0"/>
              </a:spcAft>
              <a:buClrTx/>
              <a:buSzPct val="100000"/>
              <a:buFont typeface="Arial" panose="020B0604020202020204" pitchFamily="34" charset="0"/>
              <a:buChar char="•"/>
              <a:defRPr>
                <a:solidFill>
                  <a:schemeClr val="tx1"/>
                </a:solidFill>
              </a:defRPr>
            </a:lvl2pPr>
            <a:lvl3pPr marL="279400" indent="-127000" algn="l">
              <a:spcAft>
                <a:spcPts val="0"/>
              </a:spcAft>
              <a:buClrTx/>
              <a:buSzPct val="100000"/>
              <a:buFont typeface="Arial" panose="020B0604020202020204" pitchFamily="34" charset="0"/>
              <a:buChar char="−"/>
              <a:defRPr>
                <a:solidFill>
                  <a:schemeClr val="tx1"/>
                </a:solidFill>
              </a:defRPr>
            </a:lvl3pPr>
            <a:lvl4pPr marL="431800" indent="-127000" algn="l">
              <a:spcAft>
                <a:spcPts val="0"/>
              </a:spcAft>
              <a:buClrTx/>
              <a:buSzPct val="100000"/>
              <a:buFont typeface="Arial" panose="020B0604020202020204" pitchFamily="34" charset="0"/>
              <a:buChar char="◦"/>
              <a:defRPr>
                <a:solidFill>
                  <a:schemeClr val="tx1"/>
                </a:solidFill>
              </a:defRPr>
            </a:lvl4pPr>
            <a:lvl5pPr marL="584200" indent="-127000" algn="l">
              <a:spcAft>
                <a:spcPts val="0"/>
              </a:spcAft>
              <a:buClrTx/>
              <a:buSzPct val="100000"/>
              <a:buFont typeface="Arial" panose="020B0604020202020204" pitchFamily="34" charset="0"/>
              <a:buChar char="−"/>
              <a:defRPr baseline="0">
                <a:solidFill>
                  <a:schemeClr val="tx1"/>
                </a:solidFill>
              </a:defRPr>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19"/>
          </p:nvPr>
        </p:nvSpPr>
        <p:spPr>
          <a:xfrm>
            <a:off x="3344787" y="3076573"/>
            <a:ext cx="2640000" cy="3222628"/>
          </a:xfrm>
        </p:spPr>
        <p:txBody>
          <a:bodyPr/>
          <a:lstStyle>
            <a:lvl1pPr marL="0" indent="0">
              <a:defRPr b="1">
                <a:solidFill>
                  <a:schemeClr val="tx1"/>
                </a:solidFill>
              </a:defRPr>
            </a:lvl1pPr>
            <a:lvl2pPr marL="127000" indent="-127000" algn="l">
              <a:spcAft>
                <a:spcPts val="0"/>
              </a:spcAft>
              <a:buClrTx/>
              <a:buSzPct val="100000"/>
              <a:buFont typeface="Arial" panose="020B0604020202020204" pitchFamily="34" charset="0"/>
              <a:buChar char="•"/>
              <a:defRPr>
                <a:solidFill>
                  <a:schemeClr val="tx1"/>
                </a:solidFill>
              </a:defRPr>
            </a:lvl2pPr>
            <a:lvl3pPr marL="279400" indent="-127000" algn="l">
              <a:spcAft>
                <a:spcPts val="0"/>
              </a:spcAft>
              <a:buClrTx/>
              <a:buSzPct val="100000"/>
              <a:buFont typeface="Arial" panose="020B0604020202020204" pitchFamily="34" charset="0"/>
              <a:buChar char="−"/>
              <a:defRPr>
                <a:solidFill>
                  <a:schemeClr val="tx1"/>
                </a:solidFill>
              </a:defRPr>
            </a:lvl3pPr>
            <a:lvl4pPr marL="431800" indent="-127000" algn="l">
              <a:spcAft>
                <a:spcPts val="0"/>
              </a:spcAft>
              <a:buClrTx/>
              <a:buSzPct val="100000"/>
              <a:buFont typeface="Arial" panose="020B0604020202020204" pitchFamily="34" charset="0"/>
              <a:buChar char="◦"/>
              <a:defRPr>
                <a:solidFill>
                  <a:schemeClr val="tx1"/>
                </a:solidFill>
              </a:defRPr>
            </a:lvl4pPr>
            <a:lvl5pPr marL="584200" indent="-127000" algn="l">
              <a:spcAft>
                <a:spcPts val="0"/>
              </a:spcAft>
              <a:buClrTx/>
              <a:buSzPct val="100000"/>
              <a:buFont typeface="Arial" panose="020B0604020202020204" pitchFamily="34" charset="0"/>
              <a:buChar char="−"/>
              <a:defRPr baseline="0">
                <a:solidFill>
                  <a:schemeClr val="tx1"/>
                </a:solidFill>
              </a:defRPr>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Text Placeholder 8"/>
          <p:cNvSpPr>
            <a:spLocks noGrp="1"/>
          </p:cNvSpPr>
          <p:nvPr>
            <p:ph type="body" sz="quarter" idx="20"/>
          </p:nvPr>
        </p:nvSpPr>
        <p:spPr>
          <a:xfrm>
            <a:off x="9069636" y="3079742"/>
            <a:ext cx="2640000" cy="3222628"/>
          </a:xfrm>
        </p:spPr>
        <p:txBody>
          <a:bodyPr/>
          <a:lstStyle>
            <a:lvl1pPr marL="0" indent="0">
              <a:defRPr b="1">
                <a:solidFill>
                  <a:schemeClr val="tx1"/>
                </a:solidFill>
              </a:defRPr>
            </a:lvl1pPr>
            <a:lvl2pPr marL="127000" indent="-127000" algn="l">
              <a:spcAft>
                <a:spcPts val="0"/>
              </a:spcAft>
              <a:buClrTx/>
              <a:buSzPct val="100000"/>
              <a:buFont typeface="Arial" panose="020B0604020202020204" pitchFamily="34" charset="0"/>
              <a:buChar char="•"/>
              <a:defRPr>
                <a:solidFill>
                  <a:schemeClr val="tx1"/>
                </a:solidFill>
              </a:defRPr>
            </a:lvl2pPr>
            <a:lvl3pPr marL="279400" indent="-127000" algn="l">
              <a:spcAft>
                <a:spcPts val="0"/>
              </a:spcAft>
              <a:buClrTx/>
              <a:buSzPct val="100000"/>
              <a:buFont typeface="Arial" panose="020B0604020202020204" pitchFamily="34" charset="0"/>
              <a:buChar char="−"/>
              <a:defRPr>
                <a:solidFill>
                  <a:schemeClr val="tx1"/>
                </a:solidFill>
              </a:defRPr>
            </a:lvl3pPr>
            <a:lvl4pPr marL="431800" indent="-127000" algn="l">
              <a:spcAft>
                <a:spcPts val="0"/>
              </a:spcAft>
              <a:buClrTx/>
              <a:buSzPct val="100000"/>
              <a:buFont typeface="Arial" panose="020B0604020202020204" pitchFamily="34" charset="0"/>
              <a:buChar char="◦"/>
              <a:defRPr>
                <a:solidFill>
                  <a:schemeClr val="tx1"/>
                </a:solidFill>
              </a:defRPr>
            </a:lvl4pPr>
            <a:lvl5pPr marL="584200" indent="-127000" algn="l">
              <a:spcAft>
                <a:spcPts val="0"/>
              </a:spcAft>
              <a:buClrTx/>
              <a:buSzPct val="100000"/>
              <a:buFont typeface="Arial" panose="020B0604020202020204" pitchFamily="34" charset="0"/>
              <a:buChar char="−"/>
              <a:defRPr baseline="0">
                <a:solidFill>
                  <a:schemeClr val="tx1"/>
                </a:solidFill>
              </a:defRPr>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4" name="Text Placeholder 8"/>
          <p:cNvSpPr>
            <a:spLocks noGrp="1"/>
          </p:cNvSpPr>
          <p:nvPr>
            <p:ph type="body" sz="quarter" idx="21"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2858442002"/>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am profile 2">
    <p:spTree>
      <p:nvGrpSpPr>
        <p:cNvPr id="1" name=""/>
        <p:cNvGrpSpPr/>
        <p:nvPr/>
      </p:nvGrpSpPr>
      <p:grpSpPr>
        <a:xfrm>
          <a:off x="0" y="0"/>
          <a:ext cx="0" cy="0"/>
          <a:chOff x="0" y="0"/>
          <a:chExt cx="0" cy="0"/>
        </a:xfrm>
      </p:grpSpPr>
      <p:sp>
        <p:nvSpPr>
          <p:cNvPr id="4" name="Rectangle 3"/>
          <p:cNvSpPr/>
          <p:nvPr userDrawn="1"/>
        </p:nvSpPr>
        <p:spPr>
          <a:xfrm>
            <a:off x="476780" y="170386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5" name="Rectangle 4"/>
          <p:cNvSpPr/>
          <p:nvPr userDrawn="1"/>
        </p:nvSpPr>
        <p:spPr>
          <a:xfrm>
            <a:off x="6184900" y="170386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6" name="Rectangle 5"/>
          <p:cNvSpPr/>
          <p:nvPr userDrawn="1"/>
        </p:nvSpPr>
        <p:spPr>
          <a:xfrm>
            <a:off x="469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7" name="Rectangle 6"/>
          <p:cNvSpPr/>
          <p:nvPr userDrawn="1"/>
        </p:nvSpPr>
        <p:spPr>
          <a:xfrm>
            <a:off x="6184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8" name="Picture Placeholder 11"/>
          <p:cNvSpPr>
            <a:spLocks noGrp="1"/>
          </p:cNvSpPr>
          <p:nvPr>
            <p:ph type="pic" sz="quarter" idx="25"/>
          </p:nvPr>
        </p:nvSpPr>
        <p:spPr>
          <a:xfrm>
            <a:off x="476780" y="1880213"/>
            <a:ext cx="2116800" cy="1591200"/>
          </a:xfrm>
        </p:spPr>
        <p:txBody>
          <a:bodyPr/>
          <a:lstStyle>
            <a:lvl1pPr algn="ctr">
              <a:defRPr/>
            </a:lvl1pPr>
          </a:lstStyle>
          <a:p>
            <a:r>
              <a:rPr lang="en-US" noProof="0" dirty="0"/>
              <a:t>Click icon to add picture</a:t>
            </a:r>
          </a:p>
        </p:txBody>
      </p:sp>
      <p:sp>
        <p:nvSpPr>
          <p:cNvPr id="9" name="Picture Placeholder 11"/>
          <p:cNvSpPr>
            <a:spLocks noGrp="1"/>
          </p:cNvSpPr>
          <p:nvPr>
            <p:ph type="pic" sz="quarter" idx="27"/>
          </p:nvPr>
        </p:nvSpPr>
        <p:spPr>
          <a:xfrm>
            <a:off x="6204097" y="1880212"/>
            <a:ext cx="2116800" cy="1591200"/>
          </a:xfrm>
        </p:spPr>
        <p:txBody>
          <a:bodyPr/>
          <a:lstStyle>
            <a:lvl1pPr algn="ctr">
              <a:defRPr/>
            </a:lvl1pPr>
          </a:lstStyle>
          <a:p>
            <a:r>
              <a:rPr lang="en-US" noProof="0" dirty="0"/>
              <a:t>Click icon to add picture</a:t>
            </a:r>
          </a:p>
        </p:txBody>
      </p:sp>
      <p:sp>
        <p:nvSpPr>
          <p:cNvPr id="10" name="Picture Placeholder 11"/>
          <p:cNvSpPr>
            <a:spLocks noGrp="1"/>
          </p:cNvSpPr>
          <p:nvPr>
            <p:ph type="pic" sz="quarter" idx="29"/>
          </p:nvPr>
        </p:nvSpPr>
        <p:spPr>
          <a:xfrm>
            <a:off x="481779" y="4256211"/>
            <a:ext cx="2116800" cy="1591200"/>
          </a:xfrm>
        </p:spPr>
        <p:txBody>
          <a:bodyPr/>
          <a:lstStyle>
            <a:lvl1pPr algn="ctr">
              <a:defRPr/>
            </a:lvl1pPr>
          </a:lstStyle>
          <a:p>
            <a:r>
              <a:rPr lang="en-US" noProof="0" dirty="0"/>
              <a:t>Click icon to add picture</a:t>
            </a:r>
          </a:p>
        </p:txBody>
      </p:sp>
      <p:sp>
        <p:nvSpPr>
          <p:cNvPr id="11" name="Picture Placeholder 11"/>
          <p:cNvSpPr>
            <a:spLocks noGrp="1"/>
          </p:cNvSpPr>
          <p:nvPr>
            <p:ph type="pic" sz="quarter" idx="31"/>
          </p:nvPr>
        </p:nvSpPr>
        <p:spPr>
          <a:xfrm>
            <a:off x="6204097" y="4256211"/>
            <a:ext cx="2116800" cy="1591200"/>
          </a:xfrm>
        </p:spPr>
        <p:txBody>
          <a:bodyPr/>
          <a:lstStyle>
            <a:lvl1pPr algn="ctr">
              <a:defRPr/>
            </a:lvl1pPr>
          </a:lstStyle>
          <a:p>
            <a:r>
              <a:rPr lang="en-US" noProof="0" dirty="0"/>
              <a:t>Click icon to add picture</a:t>
            </a:r>
          </a:p>
        </p:txBody>
      </p:sp>
      <p:sp>
        <p:nvSpPr>
          <p:cNvPr id="13" name="Text Placeholder 12"/>
          <p:cNvSpPr>
            <a:spLocks noGrp="1"/>
          </p:cNvSpPr>
          <p:nvPr>
            <p:ph type="body" sz="quarter" idx="32"/>
          </p:nvPr>
        </p:nvSpPr>
        <p:spPr>
          <a:xfrm>
            <a:off x="2840780" y="1880213"/>
            <a:ext cx="3172800" cy="1944000"/>
          </a:xfrm>
        </p:spPr>
        <p:txBody>
          <a:bodyPr/>
          <a:lstStyle>
            <a:lvl1pPr marL="0" indent="0" algn="l">
              <a:spcAft>
                <a:spcPts val="0"/>
              </a:spcAft>
              <a:buFontTx/>
              <a:buNone/>
              <a:defRPr b="1"/>
            </a:lvl1pPr>
            <a:lvl2pPr marL="127000" indent="-127000" algn="l">
              <a:spcAft>
                <a:spcPts val="0"/>
              </a:spcAft>
              <a:buClrTx/>
              <a:buSzPct val="100000"/>
              <a:buFont typeface="Arial" panose="020B0604020202020204" pitchFamily="34" charset="0"/>
              <a:buChar char="•"/>
              <a:defRPr b="0"/>
            </a:lvl2pPr>
          </a:lstStyle>
          <a:p>
            <a:pPr lvl="0"/>
            <a:r>
              <a:rPr lang="en-US" noProof="0"/>
              <a:t>Click to edit Master text styles</a:t>
            </a:r>
          </a:p>
          <a:p>
            <a:pPr lvl="1"/>
            <a:r>
              <a:rPr lang="en-US" noProof="0"/>
              <a:t>Second level</a:t>
            </a:r>
          </a:p>
        </p:txBody>
      </p:sp>
      <p:sp>
        <p:nvSpPr>
          <p:cNvPr id="14" name="Text Placeholder 12"/>
          <p:cNvSpPr>
            <a:spLocks noGrp="1"/>
          </p:cNvSpPr>
          <p:nvPr>
            <p:ph type="body" sz="quarter" idx="33"/>
          </p:nvPr>
        </p:nvSpPr>
        <p:spPr>
          <a:xfrm>
            <a:off x="8550676" y="1880213"/>
            <a:ext cx="3171024" cy="1944000"/>
          </a:xfrm>
        </p:spPr>
        <p:txBody>
          <a:bodyPr/>
          <a:lstStyle>
            <a:lvl1pPr marL="0" indent="0" algn="l">
              <a:spcAft>
                <a:spcPts val="0"/>
              </a:spcAft>
              <a:buFontTx/>
              <a:buNone/>
              <a:defRPr b="1"/>
            </a:lvl1pPr>
            <a:lvl2pPr marL="127000" indent="-127000" algn="l">
              <a:spcAft>
                <a:spcPts val="0"/>
              </a:spcAft>
              <a:buClrTx/>
              <a:buSzPct val="100000"/>
              <a:buFont typeface="Arial" panose="020B0604020202020204" pitchFamily="34" charset="0"/>
              <a:buChar char="•"/>
              <a:defRPr b="0"/>
            </a:lvl2pPr>
          </a:lstStyle>
          <a:p>
            <a:pPr lvl="0"/>
            <a:r>
              <a:rPr lang="en-US" noProof="0"/>
              <a:t>Click to edit Master text styles</a:t>
            </a:r>
          </a:p>
          <a:p>
            <a:pPr lvl="1"/>
            <a:r>
              <a:rPr lang="en-US" noProof="0"/>
              <a:t>Second level</a:t>
            </a:r>
          </a:p>
        </p:txBody>
      </p:sp>
      <p:sp>
        <p:nvSpPr>
          <p:cNvPr id="15" name="Text Placeholder 12"/>
          <p:cNvSpPr>
            <a:spLocks noGrp="1"/>
          </p:cNvSpPr>
          <p:nvPr>
            <p:ph type="body" sz="quarter" idx="34"/>
          </p:nvPr>
        </p:nvSpPr>
        <p:spPr>
          <a:xfrm>
            <a:off x="2802551" y="4256213"/>
            <a:ext cx="3172800" cy="1944000"/>
          </a:xfrm>
        </p:spPr>
        <p:txBody>
          <a:bodyPr/>
          <a:lstStyle>
            <a:lvl1pPr marL="0" indent="0" algn="l">
              <a:spcAft>
                <a:spcPts val="0"/>
              </a:spcAft>
              <a:buFontTx/>
              <a:buNone/>
              <a:defRPr b="1"/>
            </a:lvl1pPr>
            <a:lvl2pPr marL="127000" indent="-127000" algn="l">
              <a:spcAft>
                <a:spcPts val="0"/>
              </a:spcAft>
              <a:buClrTx/>
              <a:buSzPct val="100000"/>
              <a:buFont typeface="Arial" panose="020B0604020202020204" pitchFamily="34" charset="0"/>
              <a:buChar char="•"/>
              <a:defRPr b="0"/>
            </a:lvl2pPr>
          </a:lstStyle>
          <a:p>
            <a:pPr lvl="0"/>
            <a:r>
              <a:rPr lang="en-US" noProof="0"/>
              <a:t>Click to edit Master text styles</a:t>
            </a:r>
          </a:p>
          <a:p>
            <a:pPr lvl="1"/>
            <a:r>
              <a:rPr lang="en-US" noProof="0"/>
              <a:t>Second level</a:t>
            </a:r>
          </a:p>
        </p:txBody>
      </p:sp>
      <p:sp>
        <p:nvSpPr>
          <p:cNvPr id="16" name="Text Placeholder 12"/>
          <p:cNvSpPr>
            <a:spLocks noGrp="1"/>
          </p:cNvSpPr>
          <p:nvPr>
            <p:ph type="body" sz="quarter" idx="35"/>
          </p:nvPr>
        </p:nvSpPr>
        <p:spPr>
          <a:xfrm>
            <a:off x="8548900" y="4256212"/>
            <a:ext cx="3172800" cy="1944000"/>
          </a:xfrm>
        </p:spPr>
        <p:txBody>
          <a:bodyPr/>
          <a:lstStyle>
            <a:lvl1pPr marL="0" indent="0" algn="l">
              <a:spcAft>
                <a:spcPts val="0"/>
              </a:spcAft>
              <a:buFontTx/>
              <a:buNone/>
              <a:defRPr b="1"/>
            </a:lvl1pPr>
            <a:lvl2pPr marL="127000" indent="-127000" algn="l">
              <a:spcAft>
                <a:spcPts val="0"/>
              </a:spcAft>
              <a:buClrTx/>
              <a:buSzPct val="100000"/>
              <a:buFont typeface="Arial" panose="020B0604020202020204" pitchFamily="34" charset="0"/>
              <a:buChar char="•"/>
              <a:defRPr b="0"/>
            </a:lvl2pPr>
          </a:lstStyle>
          <a:p>
            <a:pPr lvl="0"/>
            <a:r>
              <a:rPr lang="en-US" noProof="0"/>
              <a:t>Click to edit Master text styles</a:t>
            </a:r>
          </a:p>
          <a:p>
            <a:pPr lvl="1"/>
            <a:r>
              <a:rPr lang="en-US" noProof="0"/>
              <a:t>Second level</a:t>
            </a:r>
          </a:p>
        </p:txBody>
      </p:sp>
      <p:sp>
        <p:nvSpPr>
          <p:cNvPr id="1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3491526985"/>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 picture and text">
    <p:spTree>
      <p:nvGrpSpPr>
        <p:cNvPr id="1" name=""/>
        <p:cNvGrpSpPr/>
        <p:nvPr/>
      </p:nvGrpSpPr>
      <p:grpSpPr>
        <a:xfrm>
          <a:off x="0" y="0"/>
          <a:ext cx="0" cy="0"/>
          <a:chOff x="0" y="0"/>
          <a:chExt cx="0" cy="0"/>
        </a:xfrm>
      </p:grpSpPr>
      <p:sp>
        <p:nvSpPr>
          <p:cNvPr id="4" name="Picture Placeholder 7"/>
          <p:cNvSpPr>
            <a:spLocks noGrp="1"/>
          </p:cNvSpPr>
          <p:nvPr>
            <p:ph type="pic" sz="quarter" idx="13"/>
          </p:nvPr>
        </p:nvSpPr>
        <p:spPr>
          <a:xfrm>
            <a:off x="478609" y="1700213"/>
            <a:ext cx="3639312" cy="2052830"/>
          </a:xfrm>
        </p:spPr>
        <p:txBody>
          <a:bodyPr/>
          <a:lstStyle/>
          <a:p>
            <a:r>
              <a:rPr lang="en-US" noProof="0" dirty="0"/>
              <a:t>Click icon to add picture</a:t>
            </a:r>
          </a:p>
        </p:txBody>
      </p:sp>
      <p:sp>
        <p:nvSpPr>
          <p:cNvPr id="5" name="Picture Placeholder 7"/>
          <p:cNvSpPr>
            <a:spLocks noGrp="1"/>
          </p:cNvSpPr>
          <p:nvPr>
            <p:ph type="pic" sz="quarter" idx="14"/>
          </p:nvPr>
        </p:nvSpPr>
        <p:spPr>
          <a:xfrm>
            <a:off x="8082784" y="1700213"/>
            <a:ext cx="3639316" cy="2059099"/>
          </a:xfrm>
        </p:spPr>
        <p:txBody>
          <a:bodyPr/>
          <a:lstStyle/>
          <a:p>
            <a:r>
              <a:rPr lang="en-US" noProof="0" dirty="0"/>
              <a:t>Click icon to add picture</a:t>
            </a:r>
          </a:p>
        </p:txBody>
      </p:sp>
      <p:sp>
        <p:nvSpPr>
          <p:cNvPr id="6" name="Picture Placeholder 7"/>
          <p:cNvSpPr>
            <a:spLocks noGrp="1"/>
          </p:cNvSpPr>
          <p:nvPr>
            <p:ph type="pic" sz="quarter" idx="15"/>
          </p:nvPr>
        </p:nvSpPr>
        <p:spPr>
          <a:xfrm>
            <a:off x="4284188" y="1700212"/>
            <a:ext cx="3636962" cy="2057767"/>
          </a:xfrm>
        </p:spPr>
        <p:txBody>
          <a:bodyPr/>
          <a:lstStyle/>
          <a:p>
            <a:r>
              <a:rPr lang="en-US" noProof="0" dirty="0"/>
              <a:t>Click icon to add picture</a:t>
            </a:r>
          </a:p>
        </p:txBody>
      </p:sp>
      <p:sp>
        <p:nvSpPr>
          <p:cNvPr id="9" name="Text Placeholder 18"/>
          <p:cNvSpPr>
            <a:spLocks noGrp="1"/>
          </p:cNvSpPr>
          <p:nvPr>
            <p:ph idx="1" hasCustomPrompt="1"/>
          </p:nvPr>
        </p:nvSpPr>
        <p:spPr>
          <a:xfrm>
            <a:off x="478609" y="3832225"/>
            <a:ext cx="3639312" cy="218144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Text Placeholder 18"/>
          <p:cNvSpPr>
            <a:spLocks noGrp="1"/>
          </p:cNvSpPr>
          <p:nvPr>
            <p:ph idx="16" hasCustomPrompt="1"/>
          </p:nvPr>
        </p:nvSpPr>
        <p:spPr>
          <a:xfrm>
            <a:off x="4278313" y="3832224"/>
            <a:ext cx="3636962" cy="2186686"/>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4" name="Text Placeholder 18"/>
          <p:cNvSpPr>
            <a:spLocks noGrp="1"/>
          </p:cNvSpPr>
          <p:nvPr>
            <p:ph idx="17" hasCustomPrompt="1"/>
          </p:nvPr>
        </p:nvSpPr>
        <p:spPr>
          <a:xfrm>
            <a:off x="8082784" y="3832224"/>
            <a:ext cx="3639316" cy="2188101"/>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1" name="Text Placeholder 8"/>
          <p:cNvSpPr>
            <a:spLocks noGrp="1"/>
          </p:cNvSpPr>
          <p:nvPr>
            <p:ph type="body" sz="quarter" idx="18"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2"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507011006"/>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3482676353"/>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Qualifications 2 x 1">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1" name="Title Placeholder 1"/>
          <p:cNvSpPr>
            <a:spLocks noGrp="1"/>
          </p:cNvSpPr>
          <p:nvPr>
            <p:ph type="title"/>
          </p:nvPr>
        </p:nvSpPr>
        <p:spPr>
          <a:xfrm>
            <a:off x="469900" y="402586"/>
            <a:ext cx="11252200" cy="334101"/>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
        <p:nvSpPr>
          <p:cNvPr id="14" name="Text Placeholder 8"/>
          <p:cNvSpPr>
            <a:spLocks noGrp="1"/>
          </p:cNvSpPr>
          <p:nvPr>
            <p:ph type="body" sz="quarter" idx="17"/>
          </p:nvPr>
        </p:nvSpPr>
        <p:spPr>
          <a:xfrm>
            <a:off x="469899" y="1857892"/>
            <a:ext cx="5544000" cy="1695451"/>
          </a:xfrm>
        </p:spPr>
        <p:txBody>
          <a:bodyPr/>
          <a:lstStyle>
            <a:lvl1pPr marL="0" indent="0" algn="l">
              <a:spcAft>
                <a:spcPts val="1333"/>
              </a:spcAft>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5" name="Text Placeholder 8"/>
          <p:cNvSpPr>
            <a:spLocks noGrp="1"/>
          </p:cNvSpPr>
          <p:nvPr>
            <p:ph type="body" sz="quarter" idx="21"/>
          </p:nvPr>
        </p:nvSpPr>
        <p:spPr>
          <a:xfrm>
            <a:off x="6177462" y="1857892"/>
            <a:ext cx="5544000" cy="1695451"/>
          </a:xfrm>
        </p:spPr>
        <p:txBody>
          <a:bodyPr/>
          <a:lstStyle>
            <a:lvl1pPr marL="0" indent="0" algn="l">
              <a:spcAft>
                <a:spcPts val="1333"/>
              </a:spcAft>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7" name="Rectangle 16"/>
          <p:cNvSpPr/>
          <p:nvPr userDrawn="1"/>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dirty="0">
              <a:solidFill>
                <a:schemeClr val="bg1"/>
              </a:solidFill>
            </a:endParaRPr>
          </a:p>
        </p:txBody>
      </p:sp>
      <p:sp>
        <p:nvSpPr>
          <p:cNvPr id="18" name="Rectangle 17"/>
          <p:cNvSpPr/>
          <p:nvPr userDrawn="1"/>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dirty="0">
              <a:solidFill>
                <a:schemeClr val="bg1"/>
              </a:solidFill>
            </a:endParaRPr>
          </a:p>
        </p:txBody>
      </p:sp>
      <p:sp>
        <p:nvSpPr>
          <p:cNvPr id="19" name="Picture Placeholder 29"/>
          <p:cNvSpPr>
            <a:spLocks noGrp="1"/>
          </p:cNvSpPr>
          <p:nvPr>
            <p:ph type="pic" sz="quarter" idx="20" hasCustomPrompt="1"/>
          </p:nvPr>
        </p:nvSpPr>
        <p:spPr>
          <a:xfrm>
            <a:off x="10467635" y="1857892"/>
            <a:ext cx="1244161" cy="549275"/>
          </a:xfrm>
        </p:spPr>
        <p:txBody>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
        <p:nvSpPr>
          <p:cNvPr id="20" name="Picture Placeholder 29"/>
          <p:cNvSpPr>
            <a:spLocks noGrp="1"/>
          </p:cNvSpPr>
          <p:nvPr>
            <p:ph type="pic" sz="quarter" idx="19" hasCustomPrompt="1"/>
          </p:nvPr>
        </p:nvSpPr>
        <p:spPr>
          <a:xfrm>
            <a:off x="4734795" y="1863917"/>
            <a:ext cx="1244906" cy="549275"/>
          </a:xfrm>
        </p:spPr>
        <p:txBody>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Tree>
    <p:extLst>
      <p:ext uri="{BB962C8B-B14F-4D97-AF65-F5344CB8AC3E}">
        <p14:creationId xmlns:p14="http://schemas.microsoft.com/office/powerpoint/2010/main" val="3315226469"/>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469899" y="1857892"/>
            <a:ext cx="5544000" cy="1695451"/>
          </a:xfrm>
        </p:spPr>
        <p:txBody>
          <a:bodyPr>
            <a:noAutofit/>
          </a:bodyPr>
          <a:lstStyle>
            <a:lvl1pPr marL="0" indent="0">
              <a:spcAft>
                <a:spcPts val="1333"/>
              </a:spcAft>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21"/>
          </p:nvPr>
        </p:nvSpPr>
        <p:spPr>
          <a:xfrm>
            <a:off x="6177462" y="1857892"/>
            <a:ext cx="5544000" cy="1695451"/>
          </a:xfrm>
        </p:spPr>
        <p:txBody>
          <a:bodyPr>
            <a:noAutofit/>
          </a:bodyPr>
          <a:lstStyle>
            <a:lvl1pPr marL="0" indent="0">
              <a:spcAft>
                <a:spcPts val="1333"/>
              </a:spcAft>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4" name="Rectangle 3"/>
          <p:cNvSpPr/>
          <p:nvPr userDrawn="1"/>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5" name="Rectangle 4"/>
          <p:cNvSpPr/>
          <p:nvPr userDrawn="1"/>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7" name="Picture Placeholder 29"/>
          <p:cNvSpPr>
            <a:spLocks noGrp="1"/>
          </p:cNvSpPr>
          <p:nvPr>
            <p:ph type="pic" sz="quarter" idx="20" hasCustomPrompt="1"/>
          </p:nvPr>
        </p:nvSpPr>
        <p:spPr>
          <a:xfrm>
            <a:off x="10467635" y="1857892"/>
            <a:ext cx="1244161"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
        <p:nvSpPr>
          <p:cNvPr id="10" name="Text Placeholder 8"/>
          <p:cNvSpPr>
            <a:spLocks noGrp="1"/>
          </p:cNvSpPr>
          <p:nvPr>
            <p:ph type="body" sz="quarter" idx="22"/>
          </p:nvPr>
        </p:nvSpPr>
        <p:spPr>
          <a:xfrm>
            <a:off x="469899" y="4249681"/>
            <a:ext cx="5544000" cy="1695451"/>
          </a:xfrm>
        </p:spPr>
        <p:txBody>
          <a:bodyPr>
            <a:noAutofit/>
          </a:bodyPr>
          <a:lstStyle>
            <a:lvl1pPr marL="0" indent="0">
              <a:spcAft>
                <a:spcPts val="1333"/>
              </a:spcAft>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23"/>
          </p:nvPr>
        </p:nvSpPr>
        <p:spPr>
          <a:xfrm>
            <a:off x="6177460" y="4249681"/>
            <a:ext cx="5544000" cy="1695451"/>
          </a:xfrm>
        </p:spPr>
        <p:txBody>
          <a:bodyPr>
            <a:noAutofit/>
          </a:bodyPr>
          <a:lstStyle>
            <a:lvl1pPr marL="0" indent="0">
              <a:spcAft>
                <a:spcPts val="1333"/>
              </a:spcAft>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Rectangle 11"/>
          <p:cNvSpPr/>
          <p:nvPr userDrawn="1"/>
        </p:nvSpPr>
        <p:spPr>
          <a:xfrm>
            <a:off x="469899"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13" name="Rectangle 12"/>
          <p:cNvSpPr/>
          <p:nvPr userDrawn="1"/>
        </p:nvSpPr>
        <p:spPr>
          <a:xfrm>
            <a:off x="6167796"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14" name="Picture Placeholder 29"/>
          <p:cNvSpPr>
            <a:spLocks noGrp="1"/>
          </p:cNvSpPr>
          <p:nvPr>
            <p:ph type="pic" sz="quarter" idx="24" hasCustomPrompt="1"/>
          </p:nvPr>
        </p:nvSpPr>
        <p:spPr>
          <a:xfrm>
            <a:off x="4700436" y="4249683"/>
            <a:ext cx="1274916"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
        <p:nvSpPr>
          <p:cNvPr id="15" name="Picture Placeholder 29"/>
          <p:cNvSpPr>
            <a:spLocks noGrp="1"/>
          </p:cNvSpPr>
          <p:nvPr>
            <p:ph type="pic" sz="quarter" idx="25" hasCustomPrompt="1"/>
          </p:nvPr>
        </p:nvSpPr>
        <p:spPr>
          <a:xfrm>
            <a:off x="10459036" y="4248209"/>
            <a:ext cx="1244160"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
        <p:nvSpPr>
          <p:cNvPr id="17" name="Picture Placeholder 29"/>
          <p:cNvSpPr>
            <a:spLocks noGrp="1"/>
          </p:cNvSpPr>
          <p:nvPr>
            <p:ph type="pic" sz="quarter" idx="19" hasCustomPrompt="1"/>
          </p:nvPr>
        </p:nvSpPr>
        <p:spPr>
          <a:xfrm>
            <a:off x="4734795" y="1863917"/>
            <a:ext cx="1244906"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
        <p:nvSpPr>
          <p:cNvPr id="1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3658076045"/>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3 column green line">
    <p:spTree>
      <p:nvGrpSpPr>
        <p:cNvPr id="1" name=""/>
        <p:cNvGrpSpPr/>
        <p:nvPr/>
      </p:nvGrpSpPr>
      <p:grpSpPr>
        <a:xfrm>
          <a:off x="0" y="0"/>
          <a:ext cx="0" cy="0"/>
          <a:chOff x="0" y="0"/>
          <a:chExt cx="0" cy="0"/>
        </a:xfrm>
      </p:grpSpPr>
      <p:sp>
        <p:nvSpPr>
          <p:cNvPr id="4" name="Rectangle 3"/>
          <p:cNvSpPr/>
          <p:nvPr userDrawn="1"/>
        </p:nvSpPr>
        <p:spPr>
          <a:xfrm>
            <a:off x="4278313" y="1705968"/>
            <a:ext cx="363696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5" name="Rectangle 4"/>
          <p:cNvSpPr/>
          <p:nvPr userDrawn="1"/>
        </p:nvSpPr>
        <p:spPr>
          <a:xfrm>
            <a:off x="469900" y="1705968"/>
            <a:ext cx="3627438"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6" name="Rectangle 5"/>
          <p:cNvSpPr/>
          <p:nvPr userDrawn="1"/>
        </p:nvSpPr>
        <p:spPr>
          <a:xfrm>
            <a:off x="8104176" y="1705968"/>
            <a:ext cx="3629025"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7" name="Text Placeholder 8"/>
          <p:cNvSpPr>
            <a:spLocks noGrp="1"/>
          </p:cNvSpPr>
          <p:nvPr>
            <p:ph type="body" sz="quarter" idx="17"/>
          </p:nvPr>
        </p:nvSpPr>
        <p:spPr>
          <a:xfrm>
            <a:off x="4278313" y="1851441"/>
            <a:ext cx="3630168" cy="3845755"/>
          </a:xfrm>
        </p:spPr>
        <p:txBody>
          <a:bodyPr/>
          <a:lstStyle>
            <a:lvl1pPr marL="0" indent="0" algn="l">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8"/>
          </p:nvPr>
        </p:nvSpPr>
        <p:spPr>
          <a:xfrm>
            <a:off x="469900" y="1851441"/>
            <a:ext cx="3627438" cy="3845755"/>
          </a:xfrm>
        </p:spPr>
        <p:txBody>
          <a:bodyPr/>
          <a:lstStyle>
            <a:lvl1pPr marL="0" indent="0" algn="l">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9"/>
          </p:nvPr>
        </p:nvSpPr>
        <p:spPr>
          <a:xfrm>
            <a:off x="8093075" y="1851441"/>
            <a:ext cx="3629025" cy="3845755"/>
          </a:xfrm>
        </p:spPr>
        <p:txBody>
          <a:bodyPr/>
          <a:lstStyle>
            <a:lvl1pPr marL="0" indent="0" algn="l">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2"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2035588879"/>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3 column green line">
    <p:spTree>
      <p:nvGrpSpPr>
        <p:cNvPr id="1" name=""/>
        <p:cNvGrpSpPr/>
        <p:nvPr/>
      </p:nvGrpSpPr>
      <p:grpSpPr>
        <a:xfrm>
          <a:off x="0" y="0"/>
          <a:ext cx="0" cy="0"/>
          <a:chOff x="0" y="0"/>
          <a:chExt cx="0" cy="0"/>
        </a:xfrm>
      </p:grpSpPr>
      <p:sp>
        <p:nvSpPr>
          <p:cNvPr id="4" name="Rectangle 3"/>
          <p:cNvSpPr/>
          <p:nvPr userDrawn="1"/>
        </p:nvSpPr>
        <p:spPr>
          <a:xfrm>
            <a:off x="4278313" y="2071728"/>
            <a:ext cx="363696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5" name="Rectangle 4"/>
          <p:cNvSpPr/>
          <p:nvPr userDrawn="1"/>
        </p:nvSpPr>
        <p:spPr>
          <a:xfrm>
            <a:off x="469900" y="2071728"/>
            <a:ext cx="3627438"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6" name="Rectangle 5"/>
          <p:cNvSpPr/>
          <p:nvPr userDrawn="1"/>
        </p:nvSpPr>
        <p:spPr>
          <a:xfrm>
            <a:off x="8104176" y="2071728"/>
            <a:ext cx="3629025"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7" name="Text Placeholder 8"/>
          <p:cNvSpPr>
            <a:spLocks noGrp="1"/>
          </p:cNvSpPr>
          <p:nvPr>
            <p:ph type="body" sz="quarter" idx="17"/>
          </p:nvPr>
        </p:nvSpPr>
        <p:spPr>
          <a:xfrm>
            <a:off x="4278313" y="2217201"/>
            <a:ext cx="3630168" cy="3845755"/>
          </a:xfrm>
        </p:spPr>
        <p:txBody>
          <a:bodyPr/>
          <a:lstStyle>
            <a:lvl1pPr marL="0" indent="0" algn="l">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8"/>
          </p:nvPr>
        </p:nvSpPr>
        <p:spPr>
          <a:xfrm>
            <a:off x="469900" y="2217201"/>
            <a:ext cx="3627438" cy="3845755"/>
          </a:xfrm>
        </p:spPr>
        <p:txBody>
          <a:bodyPr/>
          <a:lstStyle>
            <a:lvl1pPr marL="0" indent="0" algn="l">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9"/>
          </p:nvPr>
        </p:nvSpPr>
        <p:spPr>
          <a:xfrm>
            <a:off x="8093075" y="2217201"/>
            <a:ext cx="3629025" cy="3845755"/>
          </a:xfrm>
        </p:spPr>
        <p:txBody>
          <a:bodyPr/>
          <a:lstStyle>
            <a:lvl1pPr marL="0" indent="0" algn="l">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2"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2116775563"/>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 column icon">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0" y="2556000"/>
            <a:ext cx="2592000" cy="3394800"/>
          </a:xfrm>
        </p:spPr>
        <p:txBody>
          <a:bodyPr/>
          <a:lstStyle>
            <a:lvl1pPr marL="0" indent="0" algn="l">
              <a:buFontTx/>
              <a:buNone/>
              <a:defRPr b="0">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130100" y="2556000"/>
            <a:ext cx="2592000" cy="3394800"/>
          </a:xfrm>
        </p:spPr>
        <p:txBody>
          <a:bodyPr/>
          <a:lstStyle>
            <a:lvl1pPr marL="0" indent="0" algn="l">
              <a:buFontTx/>
              <a:buNone/>
              <a:defRPr b="0">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56633" y="2556000"/>
            <a:ext cx="2592000" cy="3394800"/>
          </a:xfrm>
        </p:spPr>
        <p:txBody>
          <a:bodyPr/>
          <a:lstStyle>
            <a:lvl1pPr marL="0" indent="0" algn="l">
              <a:buFontTx/>
              <a:buNone/>
              <a:defRPr b="0">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43366" y="2556000"/>
            <a:ext cx="2592000" cy="3394800"/>
          </a:xfrm>
        </p:spPr>
        <p:txBody>
          <a:bodyPr/>
          <a:lstStyle>
            <a:lvl1pPr marL="0" indent="0" algn="l">
              <a:buFontTx/>
              <a:buNone/>
              <a:defRPr b="0">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0"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1099268510"/>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4 column icon green">
    <p:bg>
      <p:bgPr>
        <a:solidFill>
          <a:schemeClr val="accent2"/>
        </a:solidFill>
        <a:effectLst/>
      </p:bgPr>
    </p:bg>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3" y="2556000"/>
            <a:ext cx="2592000" cy="3394800"/>
          </a:xfrm>
        </p:spPr>
        <p:txBody>
          <a:bodyPr/>
          <a:lstStyle>
            <a:lvl1pPr marL="0" indent="0" algn="l">
              <a:buFontTx/>
              <a:buNone/>
              <a:defRPr b="0">
                <a:solidFill>
                  <a:schemeClr val="bg1"/>
                </a:solidFill>
              </a:defRPr>
            </a:lvl1pPr>
            <a:lvl2pPr marL="127000" indent="-127000" algn="l">
              <a:spcAft>
                <a:spcPts val="1333"/>
              </a:spcAft>
              <a:buClrTx/>
              <a:buSzPct val="100000"/>
              <a:buFont typeface="Arial" panose="020B0604020202020204" pitchFamily="34" charset="0"/>
              <a:buChar char="•"/>
              <a:defRPr>
                <a:solidFill>
                  <a:schemeClr val="bg1"/>
                </a:solidFill>
              </a:defRPr>
            </a:lvl2pPr>
            <a:lvl3pPr marL="279400" indent="-127000" algn="l">
              <a:spcAft>
                <a:spcPts val="1333"/>
              </a:spcAft>
              <a:buClrTx/>
              <a:buSzPct val="100000"/>
              <a:buFont typeface="Arial" panose="020B0604020202020204" pitchFamily="34" charset="0"/>
              <a:buChar char="−"/>
              <a:defRPr>
                <a:solidFill>
                  <a:schemeClr val="bg1"/>
                </a:solidFill>
              </a:defRPr>
            </a:lvl3pPr>
            <a:lvl4pPr marL="431800" indent="-127000" algn="l">
              <a:spcAft>
                <a:spcPts val="1333"/>
              </a:spcAft>
              <a:buClrTx/>
              <a:buSzPct val="100000"/>
              <a:buFont typeface="Arial" panose="020B0604020202020204" pitchFamily="34" charset="0"/>
              <a:buChar char="◦"/>
              <a:defRPr>
                <a:solidFill>
                  <a:schemeClr val="bg1"/>
                </a:solidFill>
              </a:defRPr>
            </a:lvl4pPr>
            <a:lvl5pPr marL="584200" indent="-127000" algn="l">
              <a:spcAft>
                <a:spcPts val="1333"/>
              </a:spcAft>
              <a:buClrTx/>
              <a:buSzPct val="100000"/>
              <a:buFont typeface="Arial" panose="020B0604020202020204" pitchFamily="34" charset="0"/>
              <a:buChar char="−"/>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130100" y="2556000"/>
            <a:ext cx="2592000" cy="3394800"/>
          </a:xfrm>
        </p:spPr>
        <p:txBody>
          <a:bodyPr/>
          <a:lstStyle>
            <a:lvl1pPr marL="0" indent="0" algn="l">
              <a:buFontTx/>
              <a:buNone/>
              <a:defRPr b="0">
                <a:solidFill>
                  <a:schemeClr val="bg1"/>
                </a:solidFill>
              </a:defRPr>
            </a:lvl1pPr>
            <a:lvl2pPr marL="127000" indent="-127000" algn="l">
              <a:spcAft>
                <a:spcPts val="1333"/>
              </a:spcAft>
              <a:buClrTx/>
              <a:buSzPct val="100000"/>
              <a:buFont typeface="Arial" panose="020B0604020202020204" pitchFamily="34" charset="0"/>
              <a:buChar char="•"/>
              <a:defRPr>
                <a:solidFill>
                  <a:schemeClr val="bg1"/>
                </a:solidFill>
              </a:defRPr>
            </a:lvl2pPr>
            <a:lvl3pPr marL="279400" indent="-127000" algn="l">
              <a:spcAft>
                <a:spcPts val="1333"/>
              </a:spcAft>
              <a:buClrTx/>
              <a:buSzPct val="100000"/>
              <a:buFont typeface="Arial" panose="020B0604020202020204" pitchFamily="34" charset="0"/>
              <a:buChar char="−"/>
              <a:defRPr>
                <a:solidFill>
                  <a:schemeClr val="bg1"/>
                </a:solidFill>
              </a:defRPr>
            </a:lvl3pPr>
            <a:lvl4pPr marL="431800" indent="-127000" algn="l">
              <a:spcAft>
                <a:spcPts val="1333"/>
              </a:spcAft>
              <a:buClrTx/>
              <a:buSzPct val="100000"/>
              <a:buFont typeface="Arial" panose="020B0604020202020204" pitchFamily="34" charset="0"/>
              <a:buChar char="◦"/>
              <a:defRPr>
                <a:solidFill>
                  <a:schemeClr val="bg1"/>
                </a:solidFill>
              </a:defRPr>
            </a:lvl4pPr>
            <a:lvl5pPr marL="584200" indent="-127000" algn="l">
              <a:spcAft>
                <a:spcPts val="1333"/>
              </a:spcAft>
              <a:buClrTx/>
              <a:buSzPct val="100000"/>
              <a:buFont typeface="Arial" panose="020B0604020202020204" pitchFamily="34" charset="0"/>
              <a:buChar char="−"/>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56635" y="2556000"/>
            <a:ext cx="2592000" cy="3394800"/>
          </a:xfrm>
        </p:spPr>
        <p:txBody>
          <a:bodyPr/>
          <a:lstStyle>
            <a:lvl1pPr marL="0" indent="0" algn="l">
              <a:buFontTx/>
              <a:buNone/>
              <a:defRPr b="0">
                <a:solidFill>
                  <a:schemeClr val="bg1"/>
                </a:solidFill>
              </a:defRPr>
            </a:lvl1pPr>
            <a:lvl2pPr marL="127000" indent="-127000" algn="l">
              <a:spcAft>
                <a:spcPts val="1333"/>
              </a:spcAft>
              <a:buClrTx/>
              <a:buSzPct val="100000"/>
              <a:buFont typeface="Arial" panose="020B0604020202020204" pitchFamily="34" charset="0"/>
              <a:buChar char="•"/>
              <a:defRPr>
                <a:solidFill>
                  <a:schemeClr val="bg1"/>
                </a:solidFill>
              </a:defRPr>
            </a:lvl2pPr>
            <a:lvl3pPr marL="279400" indent="-127000" algn="l">
              <a:spcAft>
                <a:spcPts val="1333"/>
              </a:spcAft>
              <a:buClrTx/>
              <a:buSzPct val="100000"/>
              <a:buFont typeface="Arial" panose="020B0604020202020204" pitchFamily="34" charset="0"/>
              <a:buChar char="−"/>
              <a:defRPr>
                <a:solidFill>
                  <a:schemeClr val="bg1"/>
                </a:solidFill>
              </a:defRPr>
            </a:lvl3pPr>
            <a:lvl4pPr marL="431800" indent="-127000" algn="l">
              <a:spcAft>
                <a:spcPts val="1333"/>
              </a:spcAft>
              <a:buClrTx/>
              <a:buSzPct val="100000"/>
              <a:buFont typeface="Arial" panose="020B0604020202020204" pitchFamily="34" charset="0"/>
              <a:buChar char="◦"/>
              <a:defRPr>
                <a:solidFill>
                  <a:schemeClr val="bg1"/>
                </a:solidFill>
              </a:defRPr>
            </a:lvl4pPr>
            <a:lvl5pPr marL="584200" indent="-127000" algn="l">
              <a:spcAft>
                <a:spcPts val="1333"/>
              </a:spcAft>
              <a:buClrTx/>
              <a:buSzPct val="100000"/>
              <a:buFont typeface="Arial" panose="020B0604020202020204" pitchFamily="34" charset="0"/>
              <a:buChar char="−"/>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43367" y="2556000"/>
            <a:ext cx="2592000" cy="3394800"/>
          </a:xfrm>
        </p:spPr>
        <p:txBody>
          <a:bodyPr/>
          <a:lstStyle>
            <a:lvl1pPr marL="0" indent="0" algn="l">
              <a:buFontTx/>
              <a:buNone/>
              <a:defRPr b="0">
                <a:solidFill>
                  <a:schemeClr val="bg1"/>
                </a:solidFill>
              </a:defRPr>
            </a:lvl1pPr>
            <a:lvl2pPr marL="127000" indent="-127000" algn="l">
              <a:spcAft>
                <a:spcPts val="1333"/>
              </a:spcAft>
              <a:buClrTx/>
              <a:buSzPct val="100000"/>
              <a:buFont typeface="Arial" panose="020B0604020202020204" pitchFamily="34" charset="0"/>
              <a:buChar char="•"/>
              <a:defRPr>
                <a:solidFill>
                  <a:schemeClr val="bg1"/>
                </a:solidFill>
              </a:defRPr>
            </a:lvl2pPr>
            <a:lvl3pPr marL="279400" indent="-127000" algn="l">
              <a:spcAft>
                <a:spcPts val="1333"/>
              </a:spcAft>
              <a:buClrTx/>
              <a:buSzPct val="100000"/>
              <a:buFont typeface="Arial" panose="020B0604020202020204" pitchFamily="34" charset="0"/>
              <a:buChar char="−"/>
              <a:defRPr>
                <a:solidFill>
                  <a:schemeClr val="bg1"/>
                </a:solidFill>
              </a:defRPr>
            </a:lvl3pPr>
            <a:lvl4pPr marL="431800" indent="-127000" algn="l">
              <a:spcAft>
                <a:spcPts val="1333"/>
              </a:spcAft>
              <a:buClrTx/>
              <a:buSzPct val="100000"/>
              <a:buFont typeface="Arial" panose="020B0604020202020204" pitchFamily="34" charset="0"/>
              <a:buChar char="◦"/>
              <a:defRPr>
                <a:solidFill>
                  <a:schemeClr val="bg1"/>
                </a:solidFill>
              </a:defRPr>
            </a:lvl4pPr>
            <a:lvl5pPr marL="584200" indent="-127000" algn="l">
              <a:spcAft>
                <a:spcPts val="1333"/>
              </a:spcAft>
              <a:buClrTx/>
              <a:buSzPct val="100000"/>
              <a:buFont typeface="Arial" panose="020B0604020202020204" pitchFamily="34" charset="0"/>
              <a:buChar char="−"/>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master1]</a:t>
            </a:r>
          </a:p>
        </p:txBody>
      </p:sp>
      <p:sp>
        <p:nvSpPr>
          <p:cNvPr id="14"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Copyright © 2019 Deloitte Development LLC. All rights reserved.</a:t>
            </a:r>
          </a:p>
        </p:txBody>
      </p:sp>
      <p:sp>
        <p:nvSpPr>
          <p:cNvPr id="15" name="TextBox 14"/>
          <p:cNvSpPr txBox="1"/>
          <p:nvPr userDrawn="1"/>
        </p:nvSpPr>
        <p:spPr>
          <a:xfrm>
            <a:off x="11382378" y="6477001"/>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
        <p:nvSpPr>
          <p:cNvPr id="1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chemeClr val="bg1"/>
                </a:solidFill>
              </a:defRPr>
            </a:lvl1pPr>
          </a:lstStyle>
          <a:p>
            <a:pPr lvl="0"/>
            <a:r>
              <a:rPr lang="en-US" noProof="0" dirty="0"/>
              <a:t>Click to add subtitle</a:t>
            </a:r>
          </a:p>
        </p:txBody>
      </p:sp>
      <p:sp>
        <p:nvSpPr>
          <p:cNvPr id="17"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solidFill>
                  <a:schemeClr val="bg1"/>
                </a:solidFill>
              </a:defRPr>
            </a:lvl1pPr>
          </a:lstStyle>
          <a:p>
            <a:r>
              <a:rPr lang="en-US" noProof="0"/>
              <a:t>Click to edit Master title style</a:t>
            </a:r>
            <a:endParaRPr lang="en-US" noProof="0" dirty="0"/>
          </a:p>
        </p:txBody>
      </p:sp>
    </p:spTree>
    <p:extLst>
      <p:ext uri="{BB962C8B-B14F-4D97-AF65-F5344CB8AC3E}">
        <p14:creationId xmlns:p14="http://schemas.microsoft.com/office/powerpoint/2010/main" val="2641387311"/>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subtitle, 1 column text with charts">
    <p:spTree>
      <p:nvGrpSpPr>
        <p:cNvPr id="1" name=""/>
        <p:cNvGrpSpPr/>
        <p:nvPr/>
      </p:nvGrpSpPr>
      <p:grpSpPr>
        <a:xfrm>
          <a:off x="0" y="0"/>
          <a:ext cx="0" cy="0"/>
          <a:chOff x="0" y="0"/>
          <a:chExt cx="0" cy="0"/>
        </a:xfrm>
      </p:grpSpPr>
      <p:sp>
        <p:nvSpPr>
          <p:cNvPr id="10" name="Text Placeholder 18"/>
          <p:cNvSpPr>
            <a:spLocks noGrp="1"/>
          </p:cNvSpPr>
          <p:nvPr>
            <p:ph idx="1"/>
          </p:nvPr>
        </p:nvSpPr>
        <p:spPr>
          <a:xfrm>
            <a:off x="467783" y="1665817"/>
            <a:ext cx="5537730" cy="4633383"/>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6"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3515759284"/>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1883417038"/>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959101108"/>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userDrawn="1">
  <p:cSld name="End slid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 Placeholder 5"/>
          <p:cNvSpPr>
            <a:spLocks noGrp="1"/>
          </p:cNvSpPr>
          <p:nvPr>
            <p:ph type="body" sz="quarter" idx="13" hasCustomPrompt="1"/>
          </p:nvPr>
        </p:nvSpPr>
        <p:spPr>
          <a:xfrm>
            <a:off x="469899" y="4211955"/>
            <a:ext cx="9720000" cy="2087245"/>
          </a:xfrm>
          <a:prstGeom prst="rect">
            <a:avLst/>
          </a:prstGeom>
        </p:spPr>
        <p:txBody>
          <a:bodyPr anchor="b" anchorCtr="0"/>
          <a:lstStyle>
            <a:lvl1pPr>
              <a:lnSpc>
                <a:spcPct val="100000"/>
              </a:lnSpc>
              <a:spcAft>
                <a:spcPts val="600"/>
              </a:spcAft>
              <a:defRPr sz="800"/>
            </a:lvl1pPr>
          </a:lstStyle>
          <a:p>
            <a:pPr lvl="0"/>
            <a:r>
              <a:rPr lang="en-US" noProof="0" dirty="0"/>
              <a:t>Deloitte refers to one or more of Deloitte </a:t>
            </a:r>
            <a:r>
              <a:rPr lang="en-US" noProof="0" dirty="0" err="1"/>
              <a:t>Touche</a:t>
            </a:r>
            <a:r>
              <a:rPr lang="en-US" noProof="0" dirty="0"/>
              <a:t>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pPr lvl="0"/>
            <a:r>
              <a:rPr lang="en-US" noProof="0" dirty="0"/>
              <a:t>This material has been prepared by Deloitte </a:t>
            </a:r>
            <a:r>
              <a:rPr lang="en-US" noProof="0" dirty="0" err="1"/>
              <a:t>Touche</a:t>
            </a:r>
            <a:r>
              <a:rPr lang="en-US" noProof="0" dirty="0"/>
              <a:t> Tohmatsu India LLP (“DTTILLP”), a member of Deloitte </a:t>
            </a:r>
            <a:r>
              <a:rPr lang="en-US" noProof="0" dirty="0" err="1"/>
              <a:t>Touche</a:t>
            </a:r>
            <a:r>
              <a:rPr lang="en-US" noProof="0" dirty="0"/>
              <a:t> Tohmatsu Limited, on a specific request from you and contains proprietary and confidential information. This material may contain information sourced from publicly available information or other third party sources. DTTILLP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pPr lvl="0"/>
            <a:r>
              <a:rPr lang="en-US" noProof="0" dirty="0"/>
              <a:t>Nothing in this material creates any contractual relationship between DTTILLP and you. Any mutually binding legal obligations or rights may only be created between you and DTTILLP upon execution of a legally binding contract. By using this material and any information contained in it, the user accepts this entire notice and terms of use.</a:t>
            </a:r>
          </a:p>
          <a:p>
            <a:pPr lvl="0"/>
            <a:r>
              <a:rPr lang="en-US" noProof="0" dirty="0"/>
              <a:t>©2020 Deloitte </a:t>
            </a:r>
            <a:r>
              <a:rPr lang="en-US" noProof="0" dirty="0" err="1"/>
              <a:t>Touche</a:t>
            </a:r>
            <a:r>
              <a:rPr lang="en-US" noProof="0" dirty="0"/>
              <a:t> Tohmatsu India LLP. Member of Deloitte </a:t>
            </a:r>
            <a:r>
              <a:rPr lang="en-US" noProof="0" dirty="0" err="1"/>
              <a:t>Touche</a:t>
            </a:r>
            <a:r>
              <a:rPr lang="en-US" noProof="0" dirty="0"/>
              <a:t> Tohmatsu Limited</a:t>
            </a:r>
          </a:p>
          <a:p>
            <a:pPr lvl="0"/>
            <a:r>
              <a:rPr lang="en-US" noProof="0" dirty="0"/>
              <a:t>Deloitte </a:t>
            </a:r>
            <a:r>
              <a:rPr lang="en-US" noProof="0" dirty="0" err="1"/>
              <a:t>Touche</a:t>
            </a:r>
            <a:r>
              <a:rPr lang="en-US" noProof="0" dirty="0"/>
              <a:t> Tohmatsu India Private Limited (U74140MH199 5PTC093339), a private company limited by shares, was converted into Deloitte </a:t>
            </a:r>
            <a:r>
              <a:rPr lang="en-US" noProof="0" dirty="0" err="1"/>
              <a:t>Touche</a:t>
            </a:r>
            <a:r>
              <a:rPr lang="en-US" noProof="0" dirty="0"/>
              <a:t> Tohmatsu India LLP, a limited liability partnership (LLP Identification No. AAE-8458),with effect from October 1, 2015.</a:t>
            </a:r>
          </a:p>
        </p:txBody>
      </p:sp>
      <p:sp>
        <p:nvSpPr>
          <p:cNvPr id="17" name="Oval 5"/>
          <p:cNvSpPr>
            <a:spLocks noChangeArrowheads="1"/>
          </p:cNvSpPr>
          <p:nvPr userDrawn="1"/>
        </p:nvSpPr>
        <p:spPr bwMode="auto">
          <a:xfrm>
            <a:off x="2360691" y="726016"/>
            <a:ext cx="107209" cy="106145"/>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6"/>
          <p:cNvSpPr>
            <a:spLocks noEditPoints="1"/>
          </p:cNvSpPr>
          <p:nvPr userDrawn="1"/>
        </p:nvSpPr>
        <p:spPr bwMode="auto">
          <a:xfrm>
            <a:off x="469900" y="459691"/>
            <a:ext cx="304086" cy="366679"/>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19" name="Rectangle 7"/>
          <p:cNvSpPr>
            <a:spLocks noChangeArrowheads="1"/>
          </p:cNvSpPr>
          <p:nvPr userDrawn="1"/>
        </p:nvSpPr>
        <p:spPr bwMode="auto">
          <a:xfrm>
            <a:off x="1093666" y="457761"/>
            <a:ext cx="91615" cy="368610"/>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31" name="Freeform 8"/>
          <p:cNvSpPr>
            <a:spLocks noEditPoints="1"/>
          </p:cNvSpPr>
          <p:nvPr userDrawn="1"/>
        </p:nvSpPr>
        <p:spPr bwMode="auto">
          <a:xfrm>
            <a:off x="1222318" y="548466"/>
            <a:ext cx="265101" cy="281764"/>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32" name="Rectangle 9"/>
          <p:cNvSpPr>
            <a:spLocks noChangeArrowheads="1"/>
          </p:cNvSpPr>
          <p:nvPr userDrawn="1"/>
        </p:nvSpPr>
        <p:spPr bwMode="auto">
          <a:xfrm>
            <a:off x="1524454" y="552326"/>
            <a:ext cx="91615" cy="274044"/>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33" name="Rectangle 10"/>
          <p:cNvSpPr>
            <a:spLocks noChangeArrowheads="1"/>
          </p:cNvSpPr>
          <p:nvPr userDrawn="1"/>
        </p:nvSpPr>
        <p:spPr bwMode="auto">
          <a:xfrm>
            <a:off x="1524454" y="457761"/>
            <a:ext cx="91615" cy="61757"/>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34" name="Freeform 11"/>
          <p:cNvSpPr>
            <a:spLocks/>
          </p:cNvSpPr>
          <p:nvPr userDrawn="1"/>
        </p:nvSpPr>
        <p:spPr bwMode="auto">
          <a:xfrm>
            <a:off x="1653106" y="465481"/>
            <a:ext cx="194927" cy="364750"/>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35" name="Freeform 12"/>
          <p:cNvSpPr>
            <a:spLocks/>
          </p:cNvSpPr>
          <p:nvPr userDrawn="1"/>
        </p:nvSpPr>
        <p:spPr bwMode="auto">
          <a:xfrm>
            <a:off x="1865577" y="465481"/>
            <a:ext cx="194927" cy="364750"/>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36" name="Freeform 13"/>
          <p:cNvSpPr>
            <a:spLocks noEditPoints="1"/>
          </p:cNvSpPr>
          <p:nvPr userDrawn="1"/>
        </p:nvSpPr>
        <p:spPr bwMode="auto">
          <a:xfrm>
            <a:off x="2079996" y="548466"/>
            <a:ext cx="259252" cy="281764"/>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37" name="Freeform 14"/>
          <p:cNvSpPr>
            <a:spLocks noEditPoints="1"/>
          </p:cNvSpPr>
          <p:nvPr userDrawn="1"/>
        </p:nvSpPr>
        <p:spPr bwMode="auto">
          <a:xfrm>
            <a:off x="801276" y="548466"/>
            <a:ext cx="257303" cy="281764"/>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Tree>
    <p:extLst>
      <p:ext uri="{BB962C8B-B14F-4D97-AF65-F5344CB8AC3E}">
        <p14:creationId xmlns:p14="http://schemas.microsoft.com/office/powerpoint/2010/main" val="305317058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2_Title, subtitle &amp; chart">
    <p:spTree>
      <p:nvGrpSpPr>
        <p:cNvPr id="1" name=""/>
        <p:cNvGrpSpPr/>
        <p:nvPr/>
      </p:nvGrpSpPr>
      <p:grpSpPr>
        <a:xfrm>
          <a:off x="0" y="0"/>
          <a:ext cx="0" cy="0"/>
          <a:chOff x="0" y="0"/>
          <a:chExt cx="0" cy="0"/>
        </a:xfrm>
      </p:grpSpPr>
      <p:sp>
        <p:nvSpPr>
          <p:cNvPr id="7"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8"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3769396132"/>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userDrawn="1">
  <p:cSld name="3_Title Slide - Black">
    <p:bg bwMode="gray">
      <p:bgRef idx="1001">
        <a:schemeClr val="bg1"/>
      </p:bgRef>
    </p:bg>
    <p:spTree>
      <p:nvGrpSpPr>
        <p:cNvPr id="1" name=""/>
        <p:cNvGrpSpPr/>
        <p:nvPr/>
      </p:nvGrpSpPr>
      <p:grpSpPr>
        <a:xfrm>
          <a:off x="0" y="0"/>
          <a:ext cx="0" cy="0"/>
          <a:chOff x="0" y="0"/>
          <a:chExt cx="0" cy="0"/>
        </a:xfrm>
      </p:grpSpPr>
      <p:pic>
        <p:nvPicPr>
          <p:cNvPr id="3" name="Picture 2" descr="DD_RGB_white.png"/>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109728" y="65024"/>
            <a:ext cx="2872215" cy="750825"/>
          </a:xfrm>
          <a:prstGeom prst="rect">
            <a:avLst/>
          </a:prstGeom>
        </p:spPr>
      </p:pic>
    </p:spTree>
    <p:extLst>
      <p:ext uri="{BB962C8B-B14F-4D97-AF65-F5344CB8AC3E}">
        <p14:creationId xmlns:p14="http://schemas.microsoft.com/office/powerpoint/2010/main" val="4247843449"/>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4_Title Slide - Black">
    <p:bg bwMode="gray">
      <p:bgPr>
        <a:solidFill>
          <a:schemeClr val="bg1"/>
        </a:solidFill>
        <a:effectLst/>
      </p:bgPr>
    </p:bg>
    <p:spTree>
      <p:nvGrpSpPr>
        <p:cNvPr id="1" name=""/>
        <p:cNvGrpSpPr/>
        <p:nvPr/>
      </p:nvGrpSpPr>
      <p:grpSpPr>
        <a:xfrm>
          <a:off x="0" y="0"/>
          <a:ext cx="0" cy="0"/>
          <a:chOff x="0" y="0"/>
          <a:chExt cx="0" cy="0"/>
        </a:xfrm>
      </p:grpSpPr>
      <p:sp>
        <p:nvSpPr>
          <p:cNvPr id="19" name="TextBox 18"/>
          <p:cNvSpPr txBox="1"/>
          <p:nvPr userDrawn="1"/>
        </p:nvSpPr>
        <p:spPr>
          <a:xfrm>
            <a:off x="11410953" y="6685535"/>
            <a:ext cx="307975" cy="144000"/>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tx1"/>
                </a:solidFill>
              </a:rPr>
              <a:pPr marL="0" indent="0" algn="r">
                <a:spcBef>
                  <a:spcPts val="800"/>
                </a:spcBef>
                <a:buSzPct val="100000"/>
                <a:buFont typeface="Arial"/>
                <a:buNone/>
              </a:pPr>
              <a:t>‹#›</a:t>
            </a:fld>
            <a:endParaRPr lang="en-US" sz="650" noProof="0" dirty="0">
              <a:solidFill>
                <a:schemeClr val="tx1"/>
              </a:solidFill>
            </a:endParaRPr>
          </a:p>
        </p:txBody>
      </p:sp>
      <p:sp>
        <p:nvSpPr>
          <p:cNvPr id="20" name="TextBox 19"/>
          <p:cNvSpPr txBox="1"/>
          <p:nvPr userDrawn="1"/>
        </p:nvSpPr>
        <p:spPr>
          <a:xfrm>
            <a:off x="501649" y="6656039"/>
            <a:ext cx="5355168" cy="144000"/>
          </a:xfrm>
          <a:prstGeom prst="rect">
            <a:avLst/>
          </a:prstGeom>
          <a:noFill/>
        </p:spPr>
        <p:txBody>
          <a:bodyPr wrap="square" lIns="0" tIns="0" rIns="0" bIns="0" rtlCol="0">
            <a:noAutofit/>
          </a:bodyPr>
          <a:lstStyle/>
          <a:p>
            <a:pPr marL="0" indent="0">
              <a:spcBef>
                <a:spcPts val="882"/>
              </a:spcBef>
              <a:buSzPct val="100000"/>
              <a:buFont typeface="Arial"/>
              <a:buNone/>
            </a:pPr>
            <a:r>
              <a:rPr lang="fr-FR" sz="650" noProof="0" dirty="0">
                <a:solidFill>
                  <a:schemeClr val="tx1"/>
                </a:solidFill>
              </a:rPr>
              <a:t>© 2019 Deloitte Touche Tohmatsu India LLP, All rights reserved</a:t>
            </a:r>
          </a:p>
        </p:txBody>
      </p:sp>
      <p:sp>
        <p:nvSpPr>
          <p:cNvPr id="21" name="CaseCode"/>
          <p:cNvSpPr txBox="1"/>
          <p:nvPr userDrawn="1"/>
        </p:nvSpPr>
        <p:spPr>
          <a:xfrm>
            <a:off x="5737746" y="6678026"/>
            <a:ext cx="5760720" cy="100027"/>
          </a:xfrm>
          <a:prstGeom prst="rect">
            <a:avLst/>
          </a:prstGeom>
          <a:noFill/>
        </p:spPr>
        <p:txBody>
          <a:bodyPr wrap="square" lIns="0" tIns="0" rIns="0" bIns="0" rtlCol="0" anchor="ctr">
            <a:spAutoFit/>
          </a:bodyPr>
          <a:lstStyle/>
          <a:p>
            <a:pPr marL="0" indent="0" algn="r">
              <a:spcBef>
                <a:spcPts val="0"/>
              </a:spcBef>
              <a:buSzPct val="100000"/>
              <a:buFont typeface="Arial"/>
              <a:buNone/>
            </a:pPr>
            <a:r>
              <a:rPr kumimoji="0" lang="en-US" sz="650" b="0" i="0" u="none" strike="noStrike" kern="1200" cap="none" spc="0" normalizeH="0" baseline="0" noProof="0" dirty="0">
                <a:ln>
                  <a:noFill/>
                </a:ln>
                <a:solidFill>
                  <a:prstClr val="white"/>
                </a:solidFill>
                <a:effectLst/>
                <a:uLnTx/>
                <a:uFillTx/>
                <a:latin typeface="+mn-lt"/>
                <a:ea typeface="+mn-ea"/>
                <a:cs typeface="+mn-cs"/>
              </a:rPr>
              <a:t>Ministry of Steel| development &amp; Implementation of Action Plan for  Indian Steel Sector in the wake of COVID</a:t>
            </a:r>
            <a:r>
              <a:rPr kumimoji="0" lang="en-US" sz="600" b="0" i="0" u="none" strike="noStrike" kern="1200" cap="none" spc="0" normalizeH="0" baseline="0" noProof="0" dirty="0">
                <a:ln>
                  <a:noFill/>
                </a:ln>
                <a:solidFill>
                  <a:prstClr val="white"/>
                </a:solidFill>
                <a:effectLst/>
                <a:uLnTx/>
                <a:uFillTx/>
                <a:latin typeface="+mn-lt"/>
                <a:ea typeface="+mn-ea"/>
                <a:cs typeface="+mn-cs"/>
              </a:rPr>
              <a:t>| A Deloitte response to RFP</a:t>
            </a:r>
          </a:p>
        </p:txBody>
      </p:sp>
    </p:spTree>
    <p:extLst>
      <p:ext uri="{BB962C8B-B14F-4D97-AF65-F5344CB8AC3E}">
        <p14:creationId xmlns:p14="http://schemas.microsoft.com/office/powerpoint/2010/main" val="381189569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1_Title Slide - White">
    <p:bg bwMode="gray">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327" y="5845180"/>
            <a:ext cx="5594348"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tx1"/>
                </a:solidFill>
              </a:defRPr>
            </a:lvl1pPr>
            <a:lvl2pPr marL="0" indent="0" algn="l">
              <a:buNone/>
              <a:defRPr sz="1600" b="0"/>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475325" y="6362699"/>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30" name="Picture Placeholder 8"/>
          <p:cNvSpPr>
            <a:spLocks noGrp="1"/>
          </p:cNvSpPr>
          <p:nvPr>
            <p:ph type="pic" sz="quarter" idx="11"/>
          </p:nvPr>
        </p:nvSpPr>
        <p:spPr>
          <a:xfrm>
            <a:off x="3393716" y="727595"/>
            <a:ext cx="5400000" cy="5400000"/>
          </a:xfrm>
          <a:prstGeom prst="rect">
            <a:avLst/>
          </a:prstGeom>
        </p:spPr>
        <p:txBody>
          <a:bodyPr/>
          <a:lstStyle/>
          <a:p>
            <a:r>
              <a:rPr lang="en-US" noProof="0" dirty="0"/>
              <a:t>Click icon to add picture</a:t>
            </a:r>
          </a:p>
        </p:txBody>
      </p:sp>
      <p:pic>
        <p:nvPicPr>
          <p:cNvPr id="17" name="Picture 16">
            <a:extLst>
              <a:ext uri="{FF2B5EF4-FFF2-40B4-BE49-F238E27FC236}">
                <a16:creationId xmlns:a16="http://schemas.microsoft.com/office/drawing/2014/main" id="{8EF67EFC-8552-46C4-BD18-DF8F4B80D2B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152" y="-5886"/>
            <a:ext cx="12188848" cy="6858000"/>
          </a:xfrm>
          <a:prstGeom prst="rect">
            <a:avLst/>
          </a:prstGeom>
        </p:spPr>
      </p:pic>
      <p:grpSp>
        <p:nvGrpSpPr>
          <p:cNvPr id="18" name="Group 17"/>
          <p:cNvGrpSpPr>
            <a:grpSpLocks noChangeAspect="1"/>
          </p:cNvGrpSpPr>
          <p:nvPr userDrawn="1"/>
        </p:nvGrpSpPr>
        <p:grpSpPr>
          <a:xfrm>
            <a:off x="475325" y="457200"/>
            <a:ext cx="1998000" cy="374400"/>
            <a:chOff x="398463" y="404813"/>
            <a:chExt cx="1627187" cy="307976"/>
          </a:xfrm>
          <a:solidFill>
            <a:schemeClr val="tx1"/>
          </a:solidFill>
        </p:grpSpPr>
        <p:sp>
          <p:nvSpPr>
            <p:cNvPr id="31"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8"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9"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0"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3852196063"/>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7"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master1]</a:t>
            </a:r>
          </a:p>
        </p:txBody>
      </p:sp>
      <p:sp>
        <p:nvSpPr>
          <p:cNvPr id="8"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Copyright © 2019 Deloitte Development LLC. All rights reserved.</a:t>
            </a:r>
          </a:p>
        </p:txBody>
      </p:sp>
      <p:sp>
        <p:nvSpPr>
          <p:cNvPr id="9" name="TextBox 8"/>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2376348583"/>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green">
    <p:bg>
      <p:bgPr>
        <a:solidFill>
          <a:schemeClr val="tx1"/>
        </a:solidFill>
        <a:effectLst/>
      </p:bgPr>
    </p:bg>
    <p:spTree>
      <p:nvGrpSpPr>
        <p:cNvPr id="1" name=""/>
        <p:cNvGrpSpPr/>
        <p:nvPr/>
      </p:nvGrpSpPr>
      <p:grpSpPr>
        <a:xfrm>
          <a:off x="0" y="0"/>
          <a:ext cx="0" cy="0"/>
          <a:chOff x="0" y="0"/>
          <a:chExt cx="0" cy="0"/>
        </a:xfrm>
      </p:grpSpPr>
      <p:sp>
        <p:nvSpPr>
          <p:cNvPr id="6" name="TextBox 5"/>
          <p:cNvSpPr txBox="1"/>
          <p:nvPr userDrawn="1"/>
        </p:nvSpPr>
        <p:spPr>
          <a:xfrm>
            <a:off x="11410953" y="6685535"/>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
        <p:nvSpPr>
          <p:cNvPr id="7" name="TextBox 6"/>
          <p:cNvSpPr txBox="1"/>
          <p:nvPr userDrawn="1"/>
        </p:nvSpPr>
        <p:spPr>
          <a:xfrm>
            <a:off x="501649" y="6656039"/>
            <a:ext cx="5355168" cy="144000"/>
          </a:xfrm>
          <a:prstGeom prst="rect">
            <a:avLst/>
          </a:prstGeom>
          <a:noFill/>
        </p:spPr>
        <p:txBody>
          <a:bodyPr wrap="square" lIns="0" tIns="0" rIns="0" bIns="0" rtlCol="0">
            <a:noAutofit/>
          </a:bodyPr>
          <a:lstStyle/>
          <a:p>
            <a:pPr marL="0" indent="0">
              <a:spcBef>
                <a:spcPts val="882"/>
              </a:spcBef>
              <a:buSzPct val="100000"/>
              <a:buFont typeface="Arial"/>
              <a:buNone/>
            </a:pPr>
            <a:r>
              <a:rPr lang="fr-FR" sz="650" noProof="0" dirty="0">
                <a:solidFill>
                  <a:schemeClr val="bg1"/>
                </a:solidFill>
              </a:rPr>
              <a:t>© 2019 Deloitte Touche Tohmatsu India LLP, All rights reserved</a:t>
            </a:r>
          </a:p>
        </p:txBody>
      </p:sp>
      <p:sp>
        <p:nvSpPr>
          <p:cNvPr id="8" name="CaseCode"/>
          <p:cNvSpPr txBox="1"/>
          <p:nvPr userDrawn="1"/>
        </p:nvSpPr>
        <p:spPr>
          <a:xfrm>
            <a:off x="5657063" y="6678025"/>
            <a:ext cx="5760720" cy="100027"/>
          </a:xfrm>
          <a:prstGeom prst="rect">
            <a:avLst/>
          </a:prstGeom>
          <a:noFill/>
        </p:spPr>
        <p:txBody>
          <a:bodyPr wrap="square" lIns="0" tIns="0" rIns="0" bIns="0" rtlCol="0" anchor="ctr">
            <a:spAutoFit/>
          </a:bodyPr>
          <a:lstStyle/>
          <a:p>
            <a:pPr marL="0" indent="0" algn="r">
              <a:spcBef>
                <a:spcPts val="0"/>
              </a:spcBef>
              <a:buSzPct val="100000"/>
              <a:buFont typeface="Arial"/>
              <a:buNone/>
            </a:pPr>
            <a:r>
              <a:rPr kumimoji="0" lang="en-US" sz="650" b="0" i="0" u="none" strike="noStrike" kern="1200" cap="none" spc="0" normalizeH="0" baseline="0" noProof="0" dirty="0">
                <a:ln>
                  <a:noFill/>
                </a:ln>
                <a:solidFill>
                  <a:prstClr val="white"/>
                </a:solidFill>
                <a:effectLst/>
                <a:uLnTx/>
                <a:uFillTx/>
                <a:latin typeface="+mn-lt"/>
                <a:ea typeface="+mn-ea"/>
                <a:cs typeface="+mn-cs"/>
              </a:rPr>
              <a:t>Ministry of Steel| development &amp; Implementation of Action Plan for  Indian Steel Sector in the wake of COVID</a:t>
            </a:r>
            <a:r>
              <a:rPr kumimoji="0" lang="en-US" sz="600" b="0" i="0" u="none" strike="noStrike" kern="1200" cap="none" spc="0" normalizeH="0" baseline="0" noProof="0" dirty="0">
                <a:ln>
                  <a:noFill/>
                </a:ln>
                <a:solidFill>
                  <a:prstClr val="white"/>
                </a:solidFill>
                <a:effectLst/>
                <a:uLnTx/>
                <a:uFillTx/>
                <a:latin typeface="+mn-lt"/>
                <a:ea typeface="+mn-ea"/>
                <a:cs typeface="+mn-cs"/>
              </a:rPr>
              <a:t>| A Deloitte response to RFP</a:t>
            </a:r>
            <a:endParaRPr lang="en-US" sz="726" b="1" noProof="0" dirty="0">
              <a:solidFill>
                <a:schemeClr val="bg1"/>
              </a:solidFill>
            </a:endParaRPr>
          </a:p>
        </p:txBody>
      </p:sp>
    </p:spTree>
    <p:extLst>
      <p:ext uri="{BB962C8B-B14F-4D97-AF65-F5344CB8AC3E}">
        <p14:creationId xmlns:p14="http://schemas.microsoft.com/office/powerpoint/2010/main" val="4048472310"/>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2_Contents with imag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2" name="Object 1" hidden="1"/>
                      <p:cNvPicPr/>
                      <p:nvPr/>
                    </p:nvPicPr>
                    <p:blipFill>
                      <a:blip r:embed="rId5"/>
                      <a:stretch>
                        <a:fillRect/>
                      </a:stretch>
                    </p:blipFill>
                    <p:spPr>
                      <a:xfrm>
                        <a:off x="1955" y="1589"/>
                        <a:ext cx="1953" cy="1587"/>
                      </a:xfrm>
                      <a:prstGeom prst="rect">
                        <a:avLst/>
                      </a:prstGeom>
                    </p:spPr>
                  </p:pic>
                </p:oleObj>
              </mc:Fallback>
            </mc:AlternateContent>
          </a:graphicData>
        </a:graphic>
      </p:graphicFrame>
      <p:sp>
        <p:nvSpPr>
          <p:cNvPr id="3" name="Rectangle 2" hidden="1"/>
          <p:cNvSpPr/>
          <p:nvPr userDrawn="1">
            <p:custDataLst>
              <p:tags r:id="rId2"/>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462"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7" name="Title Placeholder 1"/>
          <p:cNvSpPr>
            <a:spLocks noGrp="1"/>
          </p:cNvSpPr>
          <p:nvPr>
            <p:ph type="title" hasCustomPrompt="1"/>
          </p:nvPr>
        </p:nvSpPr>
        <p:spPr>
          <a:xfrm>
            <a:off x="501652" y="317501"/>
            <a:ext cx="11188700" cy="69850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5" name="Picture Placeholder 9"/>
          <p:cNvSpPr>
            <a:spLocks noGrp="1"/>
          </p:cNvSpPr>
          <p:nvPr>
            <p:ph type="pic" sz="quarter" idx="15"/>
          </p:nvPr>
        </p:nvSpPr>
        <p:spPr>
          <a:xfrm>
            <a:off x="5450351" y="1701801"/>
            <a:ext cx="6240000" cy="4679950"/>
          </a:xfrm>
        </p:spPr>
        <p:txBody>
          <a:bodyPr/>
          <a:lstStyle/>
          <a:p>
            <a:r>
              <a:rPr lang="en-US" noProof="0" dirty="0"/>
              <a:t>Click icon to add picture</a:t>
            </a:r>
          </a:p>
        </p:txBody>
      </p:sp>
      <p:sp>
        <p:nvSpPr>
          <p:cNvPr id="6" name="Content Placeholder 3"/>
          <p:cNvSpPr>
            <a:spLocks noGrp="1"/>
          </p:cNvSpPr>
          <p:nvPr>
            <p:ph sz="quarter" idx="10"/>
          </p:nvPr>
        </p:nvSpPr>
        <p:spPr>
          <a:xfrm>
            <a:off x="501651" y="1665289"/>
            <a:ext cx="4456430" cy="4716463"/>
          </a:xfrm>
          <a:prstGeom prst="rect">
            <a:avLst/>
          </a:prstGeom>
        </p:spPr>
        <p:txBody>
          <a:bodyPr/>
          <a:lstStyle>
            <a:lvl1pPr>
              <a:tabLst>
                <a:tab pos="6705561" algn="r"/>
              </a:tabLst>
              <a:defRPr/>
            </a:lvl1pPr>
            <a:lvl2pPr>
              <a:tabLst>
                <a:tab pos="6705561" algn="r"/>
              </a:tabLst>
              <a:defRPr/>
            </a:lvl2pPr>
            <a:lvl3pPr>
              <a:tabLst>
                <a:tab pos="6705561" algn="r"/>
              </a:tabLst>
              <a:defRPr/>
            </a:lvl3pPr>
            <a:lvl4pPr>
              <a:tabLst>
                <a:tab pos="6705561" algn="r"/>
              </a:tabLst>
              <a:defRPr/>
            </a:lvl4pPr>
            <a:lvl5pPr>
              <a:tabLst>
                <a:tab pos="6705561"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3261204642"/>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userDrawn="1">
  <p:cSld name="1_End slid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 Placeholder 5"/>
          <p:cNvSpPr>
            <a:spLocks noGrp="1"/>
          </p:cNvSpPr>
          <p:nvPr>
            <p:ph type="body" sz="quarter" idx="13" hasCustomPrompt="1"/>
          </p:nvPr>
        </p:nvSpPr>
        <p:spPr>
          <a:xfrm>
            <a:off x="501652" y="4211955"/>
            <a:ext cx="10505983" cy="2169796"/>
          </a:xfrm>
          <a:prstGeom prst="rect">
            <a:avLst/>
          </a:prstGeom>
        </p:spPr>
        <p:txBody>
          <a:bodyPr anchor="b" anchorCtr="0"/>
          <a:lstStyle>
            <a:lvl1pPr>
              <a:lnSpc>
                <a:spcPct val="100000"/>
              </a:lnSpc>
              <a:spcAft>
                <a:spcPts val="554"/>
              </a:spcAft>
              <a:defRPr sz="900"/>
            </a:lvl1pPr>
          </a:lstStyle>
          <a:p>
            <a:pPr lvl="0"/>
            <a:r>
              <a:rPr lang="en-US" noProof="0" dirty="0"/>
              <a:t>Deloitte refers to one or more of Deloitte </a:t>
            </a:r>
            <a:r>
              <a:rPr lang="en-US" noProof="0" dirty="0" err="1"/>
              <a:t>Touche</a:t>
            </a:r>
            <a:r>
              <a:rPr lang="en-US" noProof="0" dirty="0"/>
              <a:t>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pPr lvl="0"/>
            <a:r>
              <a:rPr lang="en-US" noProof="0" dirty="0"/>
              <a:t>This material has been prepared by Deloitte </a:t>
            </a:r>
            <a:r>
              <a:rPr lang="en-US" noProof="0" dirty="0" err="1"/>
              <a:t>Touche</a:t>
            </a:r>
            <a:r>
              <a:rPr lang="en-US" noProof="0" dirty="0"/>
              <a:t> Tohmatsu India LLP (“DTTILLP”), a member of Deloitte </a:t>
            </a:r>
            <a:r>
              <a:rPr lang="en-US" noProof="0" dirty="0" err="1"/>
              <a:t>Touche</a:t>
            </a:r>
            <a:r>
              <a:rPr lang="en-US" noProof="0" dirty="0"/>
              <a:t> Tohmatsu Limited, on a specific request from you and contains proprietary and confidential information. This material may contain information sourced from publicly available information or other third party sources. DTTILLP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pPr lvl="0"/>
            <a:r>
              <a:rPr lang="en-US" noProof="0" dirty="0"/>
              <a:t>Nothing in this material creates any contractual relationship between DTTILLP and you. Any mutually binding legal obligations or rights may only be created between you and DTTILLP upon execution of a legally binding contract. By using this material and any information contained in it, the user accepts this entire notice and terms of use.</a:t>
            </a:r>
          </a:p>
          <a:p>
            <a:pPr lvl="0"/>
            <a:r>
              <a:rPr lang="en-US" noProof="0" dirty="0"/>
              <a:t>©2020 Deloitte </a:t>
            </a:r>
            <a:r>
              <a:rPr lang="en-US" noProof="0" dirty="0" err="1"/>
              <a:t>Touche</a:t>
            </a:r>
            <a:r>
              <a:rPr lang="en-US" noProof="0" dirty="0"/>
              <a:t> Tohmatsu India LLP. Member of Deloitte </a:t>
            </a:r>
            <a:r>
              <a:rPr lang="en-US" noProof="0" dirty="0" err="1"/>
              <a:t>Touche</a:t>
            </a:r>
            <a:r>
              <a:rPr lang="en-US" noProof="0" dirty="0"/>
              <a:t> Tohmatsu Limited</a:t>
            </a:r>
          </a:p>
          <a:p>
            <a:pPr lvl="0"/>
            <a:r>
              <a:rPr lang="en-US" noProof="0" dirty="0"/>
              <a:t>Deloitte </a:t>
            </a:r>
            <a:r>
              <a:rPr lang="en-US" noProof="0" dirty="0" err="1"/>
              <a:t>Touche</a:t>
            </a:r>
            <a:r>
              <a:rPr lang="en-US" noProof="0" dirty="0"/>
              <a:t> Tohmatsu India Private Limited (U74140MH199 5PTC093339), a private company limited by shares, was converted into Deloitte </a:t>
            </a:r>
            <a:r>
              <a:rPr lang="en-US" noProof="0" dirty="0" err="1"/>
              <a:t>Touche</a:t>
            </a:r>
            <a:r>
              <a:rPr lang="en-US" noProof="0" dirty="0"/>
              <a:t> Tohmatsu India LLP, a limited liability partnership (LLP Identification No. AAE-8458),with effect from October 1, 2015.</a:t>
            </a:r>
          </a:p>
        </p:txBody>
      </p:sp>
      <p:sp>
        <p:nvSpPr>
          <p:cNvPr id="15" name="TextBox 14"/>
          <p:cNvSpPr txBox="1"/>
          <p:nvPr userDrawn="1"/>
        </p:nvSpPr>
        <p:spPr>
          <a:xfrm>
            <a:off x="501652" y="6520189"/>
            <a:ext cx="5355168" cy="138069"/>
          </a:xfrm>
          <a:prstGeom prst="rect">
            <a:avLst/>
          </a:prstGeom>
          <a:noFill/>
        </p:spPr>
        <p:txBody>
          <a:bodyPr wrap="square" lIns="0" tIns="0" rIns="0" bIns="0" rtlCol="0" anchor="b">
            <a:noAutofit/>
          </a:bodyPr>
          <a:lstStyle/>
          <a:p>
            <a:pPr marL="0" indent="0">
              <a:spcBef>
                <a:spcPts val="0"/>
              </a:spcBef>
              <a:spcAft>
                <a:spcPts val="277"/>
              </a:spcAft>
              <a:buSzPct val="100000"/>
              <a:buFont typeface="Arial"/>
              <a:buNone/>
            </a:pPr>
            <a:r>
              <a:rPr lang="fr-FR" sz="700" noProof="0" dirty="0">
                <a:solidFill>
                  <a:schemeClr val="tx1"/>
                </a:solidFill>
              </a:rPr>
              <a:t>© 2020</a:t>
            </a:r>
            <a:r>
              <a:rPr lang="fr-FR" sz="700" baseline="0" noProof="0" dirty="0">
                <a:solidFill>
                  <a:schemeClr val="tx1"/>
                </a:solidFill>
              </a:rPr>
              <a:t> </a:t>
            </a:r>
            <a:r>
              <a:rPr lang="fr-FR" sz="700" noProof="0" dirty="0">
                <a:solidFill>
                  <a:schemeClr val="tx1"/>
                </a:solidFill>
              </a:rPr>
              <a:t>Deloitte Touche Tohmatsu India LLP</a:t>
            </a:r>
          </a:p>
        </p:txBody>
      </p:sp>
      <p:grpSp>
        <p:nvGrpSpPr>
          <p:cNvPr id="20" name="Group 19"/>
          <p:cNvGrpSpPr/>
          <p:nvPr userDrawn="1"/>
        </p:nvGrpSpPr>
        <p:grpSpPr>
          <a:xfrm>
            <a:off x="503988" y="378000"/>
            <a:ext cx="2160000" cy="394886"/>
            <a:chOff x="398463" y="404813"/>
            <a:chExt cx="1627187" cy="307976"/>
          </a:xfrm>
          <a:solidFill>
            <a:schemeClr val="tx1"/>
          </a:solidFill>
        </p:grpSpPr>
        <p:sp>
          <p:nvSpPr>
            <p:cNvPr id="21"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22"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23"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24"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25"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26"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27"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28"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29"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30"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grpSp>
    </p:spTree>
    <p:extLst>
      <p:ext uri="{BB962C8B-B14F-4D97-AF65-F5344CB8AC3E}">
        <p14:creationId xmlns:p14="http://schemas.microsoft.com/office/powerpoint/2010/main" val="148688385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6_Title &amp; subtitl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2" name="Object 1" hidden="1"/>
                      <p:cNvPicPr/>
                      <p:nvPr/>
                    </p:nvPicPr>
                    <p:blipFill>
                      <a:blip r:embed="rId4"/>
                      <a:stretch>
                        <a:fillRect/>
                      </a:stretch>
                    </p:blipFill>
                    <p:spPr>
                      <a:xfrm>
                        <a:off x="1955" y="1589"/>
                        <a:ext cx="1953" cy="1587"/>
                      </a:xfrm>
                      <a:prstGeom prst="rect">
                        <a:avLst/>
                      </a:prstGeom>
                    </p:spPr>
                  </p:pic>
                </p:oleObj>
              </mc:Fallback>
            </mc:AlternateContent>
          </a:graphicData>
        </a:graphic>
      </p:graphicFrame>
      <p:sp>
        <p:nvSpPr>
          <p:cNvPr id="10" name="Text Placeholder 8"/>
          <p:cNvSpPr>
            <a:spLocks noGrp="1"/>
          </p:cNvSpPr>
          <p:nvPr>
            <p:ph type="body" sz="quarter" idx="13" hasCustomPrompt="1"/>
          </p:nvPr>
        </p:nvSpPr>
        <p:spPr>
          <a:xfrm>
            <a:off x="501651" y="651600"/>
            <a:ext cx="11188700" cy="757255"/>
          </a:xfrm>
          <a:prstGeom prst="rect">
            <a:avLst/>
          </a:prstGeom>
        </p:spPr>
        <p:txBody>
          <a:bodyPr lIns="0" tIns="0" rIns="0" bIns="0">
            <a:noAutofit/>
          </a:bodyPr>
          <a:lstStyle>
            <a:lvl1pPr marL="0" indent="0">
              <a:spcAft>
                <a:spcPts val="0"/>
              </a:spcAft>
              <a:buNone/>
              <a:defRPr sz="1800" b="0">
                <a:solidFill>
                  <a:srgbClr val="575757"/>
                </a:solidFill>
              </a:defRPr>
            </a:lvl1pPr>
          </a:lstStyle>
          <a:p>
            <a:pPr lvl="0"/>
            <a:r>
              <a:rPr lang="en-US" noProof="0" dirty="0"/>
              <a:t>Click to add subtitle</a:t>
            </a:r>
          </a:p>
        </p:txBody>
      </p:sp>
      <p:sp>
        <p:nvSpPr>
          <p:cNvPr id="11" name="Title Placeholder 1"/>
          <p:cNvSpPr>
            <a:spLocks noGrp="1"/>
          </p:cNvSpPr>
          <p:nvPr>
            <p:ph type="title" hasCustomPrompt="1"/>
          </p:nvPr>
        </p:nvSpPr>
        <p:spPr>
          <a:xfrm>
            <a:off x="501651" y="317501"/>
            <a:ext cx="11188700" cy="334101"/>
          </a:xfrm>
          <a:prstGeom prst="rect">
            <a:avLst/>
          </a:prstGeom>
        </p:spPr>
        <p:txBody>
          <a:bodyPr vert="horz" lIns="0" tIns="0" rIns="0" bIns="0" rtlCol="0" anchor="t" anchorCtr="0">
            <a:noAutofit/>
          </a:bodyPr>
          <a:lstStyle>
            <a:lvl1pPr>
              <a:defRPr sz="2000" b="1"/>
            </a:lvl1pPr>
          </a:lstStyle>
          <a:p>
            <a:r>
              <a:rPr lang="en-US" noProof="0" dirty="0"/>
              <a:t>Click to add title</a:t>
            </a:r>
          </a:p>
        </p:txBody>
      </p:sp>
      <p:sp>
        <p:nvSpPr>
          <p:cNvPr id="6" name="Text Placeholder 18"/>
          <p:cNvSpPr>
            <a:spLocks noGrp="1"/>
          </p:cNvSpPr>
          <p:nvPr>
            <p:ph idx="1"/>
          </p:nvPr>
        </p:nvSpPr>
        <p:spPr>
          <a:xfrm>
            <a:off x="501651" y="1400735"/>
            <a:ext cx="11188700" cy="4972051"/>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602356505"/>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Text Placeholder 8"/>
          <p:cNvSpPr>
            <a:spLocks noGrp="1"/>
          </p:cNvSpPr>
          <p:nvPr>
            <p:ph type="body" sz="quarter" idx="13" hasCustomPrompt="1"/>
          </p:nvPr>
        </p:nvSpPr>
        <p:spPr>
          <a:xfrm>
            <a:off x="501651" y="651600"/>
            <a:ext cx="11162349" cy="757255"/>
          </a:xfrm>
          <a:prstGeom prst="rect">
            <a:avLst/>
          </a:prstGeom>
        </p:spPr>
        <p:txBody>
          <a:bodyPr lIns="0" tIns="0" rIns="0" bIns="0">
            <a:noAutofit/>
          </a:bodyPr>
          <a:lstStyle>
            <a:lvl1pPr marL="0" indent="0">
              <a:buNone/>
              <a:defRPr sz="16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2344002495"/>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userDrawn="1">
  <p:cSld name="Divider - Deloitte dark blue">
    <p:bg bwMode="gray">
      <p:bgPr>
        <a:solidFill>
          <a:schemeClr val="accent5"/>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2" y="1705669"/>
            <a:ext cx="10540999" cy="1592404"/>
          </a:xfrm>
        </p:spPr>
        <p:txBody>
          <a:bodyPr anchor="b"/>
          <a:lstStyle>
            <a:lvl1pPr>
              <a:lnSpc>
                <a:spcPct val="95000"/>
              </a:lnSpc>
              <a:defRPr sz="3537" b="1">
                <a:solidFill>
                  <a:schemeClr val="bg1"/>
                </a:solidFill>
                <a:latin typeface="+mj-lt"/>
                <a:ea typeface="Open Sans" panose="020B0606030504020204" pitchFamily="34" charset="0"/>
                <a:cs typeface="Open Sans" panose="020B0606030504020204" pitchFamily="34" charset="0"/>
              </a:defRPr>
            </a:lvl1pPr>
          </a:lstStyle>
          <a:p>
            <a:r>
              <a:rPr lang="en-US" noProof="0" dirty="0"/>
              <a:t>Click to edit Master title style</a:t>
            </a:r>
          </a:p>
        </p:txBody>
      </p:sp>
      <p:sp>
        <p:nvSpPr>
          <p:cNvPr id="3" name="Text Placeholder 2"/>
          <p:cNvSpPr>
            <a:spLocks noGrp="1"/>
          </p:cNvSpPr>
          <p:nvPr>
            <p:ph type="body" idx="1"/>
          </p:nvPr>
        </p:nvSpPr>
        <p:spPr bwMode="gray">
          <a:xfrm>
            <a:off x="501652" y="3429001"/>
            <a:ext cx="10540999" cy="1566532"/>
          </a:xfrm>
        </p:spPr>
        <p:txBody>
          <a:bodyPr lIns="0" tIns="0" rIns="0" bIns="0">
            <a:noAutofit/>
          </a:bodyPr>
          <a:lstStyle>
            <a:lvl1pPr marL="0" indent="0">
              <a:lnSpc>
                <a:spcPct val="95000"/>
              </a:lnSpc>
              <a:spcAft>
                <a:spcPts val="0"/>
              </a:spcAft>
              <a:buNone/>
              <a:defRPr sz="3537">
                <a:solidFill>
                  <a:schemeClr val="bg1"/>
                </a:solidFill>
              </a:defRPr>
            </a:lvl1pPr>
            <a:lvl2pPr marL="457231" indent="0">
              <a:buNone/>
              <a:defRPr sz="2000">
                <a:solidFill>
                  <a:schemeClr val="tx1">
                    <a:tint val="75000"/>
                  </a:schemeClr>
                </a:solidFill>
              </a:defRPr>
            </a:lvl2pPr>
            <a:lvl3pPr marL="914464" indent="0">
              <a:buNone/>
              <a:defRPr sz="1799">
                <a:solidFill>
                  <a:schemeClr val="tx1">
                    <a:tint val="75000"/>
                  </a:schemeClr>
                </a:solidFill>
              </a:defRPr>
            </a:lvl3pPr>
            <a:lvl4pPr marL="1371694" indent="0">
              <a:buNone/>
              <a:defRPr sz="1600">
                <a:solidFill>
                  <a:schemeClr val="tx1">
                    <a:tint val="75000"/>
                  </a:schemeClr>
                </a:solidFill>
              </a:defRPr>
            </a:lvl4pPr>
            <a:lvl5pPr marL="1828928" indent="0">
              <a:buNone/>
              <a:defRPr sz="1600">
                <a:solidFill>
                  <a:schemeClr val="tx1">
                    <a:tint val="75000"/>
                  </a:schemeClr>
                </a:solidFill>
              </a:defRPr>
            </a:lvl5pPr>
            <a:lvl6pPr marL="2286160" indent="0">
              <a:buNone/>
              <a:defRPr sz="1600">
                <a:solidFill>
                  <a:schemeClr val="tx1">
                    <a:tint val="75000"/>
                  </a:schemeClr>
                </a:solidFill>
              </a:defRPr>
            </a:lvl6pPr>
            <a:lvl7pPr marL="2743390" indent="0">
              <a:buNone/>
              <a:defRPr sz="1600">
                <a:solidFill>
                  <a:schemeClr val="tx1">
                    <a:tint val="75000"/>
                  </a:schemeClr>
                </a:solidFill>
              </a:defRPr>
            </a:lvl7pPr>
            <a:lvl8pPr marL="3200623" indent="0">
              <a:buNone/>
              <a:defRPr sz="1600">
                <a:solidFill>
                  <a:schemeClr val="tx1">
                    <a:tint val="75000"/>
                  </a:schemeClr>
                </a:solidFill>
              </a:defRPr>
            </a:lvl8pPr>
            <a:lvl9pPr marL="3657855" indent="0">
              <a:buNone/>
              <a:defRPr sz="1600">
                <a:solidFill>
                  <a:schemeClr val="tx1">
                    <a:tint val="75000"/>
                  </a:schemeClr>
                </a:solidFill>
              </a:defRPr>
            </a:lvl9pPr>
          </a:lstStyle>
          <a:p>
            <a:pPr lvl="0"/>
            <a:r>
              <a:rPr lang="en-US" noProof="0" dirty="0"/>
              <a:t>Click to edit Master text styles</a:t>
            </a:r>
          </a:p>
        </p:txBody>
      </p:sp>
      <p:sp>
        <p:nvSpPr>
          <p:cNvPr id="5" name="TextBox 4"/>
          <p:cNvSpPr txBox="1"/>
          <p:nvPr userDrawn="1"/>
        </p:nvSpPr>
        <p:spPr>
          <a:xfrm>
            <a:off x="11382378" y="6477002"/>
            <a:ext cx="307974" cy="100027"/>
          </a:xfrm>
          <a:prstGeom prst="rect">
            <a:avLst/>
          </a:prstGeom>
          <a:noFill/>
        </p:spPr>
        <p:txBody>
          <a:bodyPr wrap="square" lIns="0" tIns="0" rIns="0" bIns="0" rtlCol="0">
            <a:noAutofit/>
          </a:bodyPr>
          <a:lstStyle/>
          <a:p>
            <a:pPr marL="0" indent="0" algn="r">
              <a:spcBef>
                <a:spcPts val="599"/>
              </a:spcBef>
              <a:buSzPct val="100000"/>
              <a:buFont typeface="Arial"/>
              <a:buNone/>
            </a:pPr>
            <a:fld id="{C58DF478-B544-4ED8-9ED4-6A2648E2D233}" type="slidenum">
              <a:rPr lang="en-US" sz="900" noProof="0" smtClean="0">
                <a:solidFill>
                  <a:schemeClr val="bg1"/>
                </a:solidFill>
              </a:rPr>
              <a:pPr marL="0" indent="0" algn="r">
                <a:spcBef>
                  <a:spcPts val="599"/>
                </a:spcBef>
                <a:buSzPct val="100000"/>
                <a:buFont typeface="Arial"/>
                <a:buNone/>
              </a:pPr>
              <a:t>‹#›</a:t>
            </a:fld>
            <a:endParaRPr lang="en-US" sz="900" noProof="0" dirty="0">
              <a:solidFill>
                <a:schemeClr val="bg1"/>
              </a:solidFill>
            </a:endParaRPr>
          </a:p>
        </p:txBody>
      </p:sp>
      <p:sp>
        <p:nvSpPr>
          <p:cNvPr id="8" name="Copyright">
            <a:extLst>
              <a:ext uri="{FF2B5EF4-FFF2-40B4-BE49-F238E27FC236}">
                <a16:creationId xmlns:a16="http://schemas.microsoft.com/office/drawing/2014/main" id="{CA24B28E-5B13-4779-8D72-C52A20B99FE7}"/>
              </a:ext>
            </a:extLst>
          </p:cNvPr>
          <p:cNvSpPr txBox="1"/>
          <p:nvPr userDrawn="1"/>
        </p:nvSpPr>
        <p:spPr>
          <a:xfrm>
            <a:off x="469899" y="6477001"/>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dirty="0">
                <a:solidFill>
                  <a:schemeClr val="bg1"/>
                </a:solidFill>
                <a:latin typeface="Calibri" panose="020F0502020204030204" pitchFamily="34" charset="0"/>
                <a:cs typeface="Calibri" panose="020F0502020204030204" pitchFamily="34" charset="0"/>
              </a:rPr>
              <a:t>© 2020 Deloitte Touche </a:t>
            </a:r>
            <a:r>
              <a:rPr lang="fr-FR" sz="900" noProof="0" dirty="0" err="1">
                <a:solidFill>
                  <a:schemeClr val="bg1"/>
                </a:solidFill>
                <a:latin typeface="Calibri" panose="020F0502020204030204" pitchFamily="34" charset="0"/>
                <a:cs typeface="Calibri" panose="020F0502020204030204" pitchFamily="34" charset="0"/>
              </a:rPr>
              <a:t>Tohmatsu</a:t>
            </a:r>
            <a:r>
              <a:rPr lang="fr-FR" sz="900" noProof="0" dirty="0">
                <a:solidFill>
                  <a:schemeClr val="bg1"/>
                </a:solidFill>
                <a:latin typeface="Calibri" panose="020F0502020204030204" pitchFamily="34" charset="0"/>
                <a:cs typeface="Calibri" panose="020F0502020204030204" pitchFamily="34" charset="0"/>
              </a:rPr>
              <a:t> </a:t>
            </a:r>
            <a:r>
              <a:rPr lang="fr-FR" sz="900" noProof="0" dirty="0" err="1">
                <a:solidFill>
                  <a:schemeClr val="bg1"/>
                </a:solidFill>
                <a:latin typeface="Calibri" panose="020F0502020204030204" pitchFamily="34" charset="0"/>
                <a:cs typeface="Calibri" panose="020F0502020204030204" pitchFamily="34" charset="0"/>
              </a:rPr>
              <a:t>India</a:t>
            </a:r>
            <a:r>
              <a:rPr lang="fr-FR" sz="900" noProof="0" dirty="0">
                <a:solidFill>
                  <a:schemeClr val="bg1"/>
                </a:solidFill>
                <a:latin typeface="Calibri" panose="020F0502020204030204" pitchFamily="34" charset="0"/>
                <a:cs typeface="Calibri" panose="020F0502020204030204" pitchFamily="34" charset="0"/>
              </a:rPr>
              <a:t> LLP. </a:t>
            </a:r>
          </a:p>
        </p:txBody>
      </p:sp>
    </p:spTree>
    <p:extLst>
      <p:ext uri="{BB962C8B-B14F-4D97-AF65-F5344CB8AC3E}">
        <p14:creationId xmlns:p14="http://schemas.microsoft.com/office/powerpoint/2010/main" val="1536086150"/>
      </p:ext>
    </p:extLst>
  </p:cSld>
  <p:clrMapOvr>
    <a:masterClrMapping/>
  </p:clrMapOvr>
  <p:transition>
    <p:fade/>
  </p:transition>
  <p:extLst>
    <p:ext uri="{DCECCB84-F9BA-43D5-87BE-67443E8EF086}">
      <p15:sldGuideLst xmlns:p15="http://schemas.microsoft.com/office/powerpoint/2012/main">
        <p15:guide id="1" orient="horz" pos="2448">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Title &amp; subtitle - Black">
    <p:bg>
      <p:bgRef idx="1001">
        <a:schemeClr val="bg1"/>
      </p:bgRef>
    </p:bg>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528000" y="651600"/>
            <a:ext cx="11136000" cy="757255"/>
          </a:xfrm>
          <a:prstGeom prst="rect">
            <a:avLst/>
          </a:prstGeom>
        </p:spPr>
        <p:txBody>
          <a:bodyPr lIns="0" tIns="0" rIns="0" bIns="0">
            <a:noAutofit/>
          </a:bodyPr>
          <a:lstStyle>
            <a:lvl1pPr marL="0" indent="0">
              <a:buNone/>
              <a:defRPr sz="1800" b="0">
                <a:solidFill>
                  <a:srgbClr val="BBBCBC"/>
                </a:solidFill>
              </a:defRPr>
            </a:lvl1pPr>
          </a:lstStyle>
          <a:p>
            <a:pPr lvl="0"/>
            <a:r>
              <a:rPr lang="en-US" dirty="0"/>
              <a:t>Click to add subtitle</a:t>
            </a:r>
          </a:p>
        </p:txBody>
      </p:sp>
      <p:sp>
        <p:nvSpPr>
          <p:cNvPr id="11" name="Title Placeholder 1"/>
          <p:cNvSpPr>
            <a:spLocks noGrp="1"/>
          </p:cNvSpPr>
          <p:nvPr>
            <p:ph type="title" hasCustomPrompt="1"/>
          </p:nvPr>
        </p:nvSpPr>
        <p:spPr>
          <a:xfrm>
            <a:off x="528000" y="295683"/>
            <a:ext cx="11136000" cy="355917"/>
          </a:xfrm>
          <a:prstGeom prst="rect">
            <a:avLst/>
          </a:prstGeom>
        </p:spPr>
        <p:txBody>
          <a:bodyPr vert="horz" lIns="0" tIns="0" rIns="0" bIns="0" rtlCol="0" anchor="t" anchorCtr="0">
            <a:noAutofit/>
          </a:bodyPr>
          <a:lstStyle>
            <a:lvl1pPr>
              <a:defRPr>
                <a:solidFill>
                  <a:schemeClr val="tx1"/>
                </a:solidFill>
              </a:defRPr>
            </a:lvl1pPr>
          </a:lstStyle>
          <a:p>
            <a:r>
              <a:rPr lang="en-US" dirty="0"/>
              <a:t>Click to add title</a:t>
            </a:r>
          </a:p>
        </p:txBody>
      </p:sp>
      <p:sp>
        <p:nvSpPr>
          <p:cNvPr id="4" name="TextBox 3"/>
          <p:cNvSpPr txBox="1"/>
          <p:nvPr userDrawn="1"/>
        </p:nvSpPr>
        <p:spPr>
          <a:xfrm>
            <a:off x="11203771" y="6491553"/>
            <a:ext cx="463296" cy="329184"/>
          </a:xfrm>
          <a:prstGeom prst="rect">
            <a:avLst/>
          </a:prstGeom>
          <a:noFill/>
        </p:spPr>
        <p:txBody>
          <a:bodyPr wrap="square" lIns="0" tIns="0" rIns="0" bIns="0" rtlCol="0">
            <a:noAutofit/>
          </a:bodyPr>
          <a:lstStyle/>
          <a:p>
            <a:pPr marL="0" indent="0" algn="r">
              <a:spcBef>
                <a:spcPts val="600"/>
              </a:spcBef>
              <a:buSzPct val="100000"/>
              <a:buFont typeface="Arial"/>
              <a:buNone/>
            </a:pPr>
            <a:fld id="{C58DF478-B544-4ED8-9ED4-6A2648E2D233}" type="slidenum">
              <a:rPr lang="en-US" sz="650" noProof="0" smtClean="0">
                <a:solidFill>
                  <a:schemeClr val="tx1"/>
                </a:solidFill>
              </a:rPr>
              <a:pPr marL="0" indent="0" algn="r">
                <a:spcBef>
                  <a:spcPts val="600"/>
                </a:spcBef>
                <a:buSzPct val="100000"/>
                <a:buFont typeface="Arial"/>
                <a:buNone/>
              </a:pPr>
              <a:t>‹#›</a:t>
            </a:fld>
            <a:endParaRPr lang="en-US" sz="650" noProof="0" dirty="0">
              <a:solidFill>
                <a:schemeClr val="tx1"/>
              </a:solidFill>
            </a:endParaRPr>
          </a:p>
        </p:txBody>
      </p:sp>
    </p:spTree>
    <p:extLst>
      <p:ext uri="{BB962C8B-B14F-4D97-AF65-F5344CB8AC3E}">
        <p14:creationId xmlns:p14="http://schemas.microsoft.com/office/powerpoint/2010/main" val="132041214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2_Title, subtitle &amp; 1 column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42" imgH="442" progId="TCLayout.ActiveDocument.1">
                  <p:embed/>
                </p:oleObj>
              </mc:Choice>
              <mc:Fallback>
                <p:oleObj name="think-cell Slide" r:id="rId4" imgW="442" imgH="442" progId="TCLayout.ActiveDocument.1">
                  <p:embed/>
                  <p:pic>
                    <p:nvPicPr>
                      <p:cNvPr id="3" name="Object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0" y="0"/>
            <a:ext cx="158750" cy="158750"/>
          </a:xfrm>
          <a:prstGeom prst="rect">
            <a:avLst/>
          </a:prstGeom>
          <a:solidFill>
            <a:schemeClr val="accent3"/>
          </a:solidFill>
          <a:ln w="19050" algn="ctr">
            <a:noFill/>
            <a:miter lim="800000"/>
            <a:headEnd/>
            <a:tailEnd/>
          </a:ln>
        </p:spPr>
        <p:txBody>
          <a:bodyPr vert="horz" wrap="none" lIns="0" tIns="0" rIns="0" bIns="0" numCol="1" spcCol="0" rtlCol="0" anchor="ctr" anchorCtr="0">
            <a:noAutofit/>
          </a:bodyPr>
          <a:lstStyle/>
          <a:p>
            <a:pPr marL="0" lvl="0" indent="0" algn="ctr" eaLnBrk="1">
              <a:lnSpc>
                <a:spcPct val="100000"/>
              </a:lnSpc>
              <a:spcBef>
                <a:spcPct val="0"/>
              </a:spcBef>
              <a:spcAft>
                <a:spcPct val="0"/>
              </a:spcAft>
              <a:buFont typeface="Wingdings 2" pitchFamily="18" charset="2"/>
              <a:buNone/>
            </a:pPr>
            <a:endParaRPr lang="en-IN" sz="2000"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9"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IN" noProof="0" dirty="0"/>
              <a:t>Click to add subtitle</a:t>
            </a:r>
          </a:p>
        </p:txBody>
      </p:sp>
      <p:sp>
        <p:nvSpPr>
          <p:cNvPr id="14"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IN" noProof="0" dirty="0"/>
              <a:t>Click to edit Master title style</a:t>
            </a:r>
          </a:p>
        </p:txBody>
      </p:sp>
    </p:spTree>
    <p:extLst>
      <p:ext uri="{BB962C8B-B14F-4D97-AF65-F5344CB8AC3E}">
        <p14:creationId xmlns:p14="http://schemas.microsoft.com/office/powerpoint/2010/main" val="1632128830"/>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327" y="5489580"/>
            <a:ext cx="5594348"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tx1"/>
                </a:solidFill>
              </a:defRPr>
            </a:lvl1pPr>
            <a:lvl2pPr marL="0" indent="0" algn="l">
              <a:buNone/>
              <a:defRPr sz="1600" b="0"/>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475325" y="6007099"/>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9" name="Group 18"/>
          <p:cNvGrpSpPr>
            <a:grpSpLocks noChangeAspect="1"/>
          </p:cNvGrpSpPr>
          <p:nvPr userDrawn="1"/>
        </p:nvGrpSpPr>
        <p:grpSpPr>
          <a:xfrm>
            <a:off x="475325" y="457200"/>
            <a:ext cx="1998000" cy="374400"/>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
        <p:nvSpPr>
          <p:cNvPr id="30" name="Picture Placeholder 8"/>
          <p:cNvSpPr>
            <a:spLocks noGrp="1"/>
          </p:cNvSpPr>
          <p:nvPr>
            <p:ph type="pic" sz="quarter" idx="11"/>
          </p:nvPr>
        </p:nvSpPr>
        <p:spPr>
          <a:xfrm>
            <a:off x="3393716" y="727595"/>
            <a:ext cx="5400000" cy="5400000"/>
          </a:xfrm>
          <a:prstGeom prst="rect">
            <a:avLst/>
          </a:prstGeom>
        </p:spPr>
        <p:txBody>
          <a:bodyPr/>
          <a:lstStyle/>
          <a:p>
            <a:r>
              <a:rPr lang="en-US" noProof="0" dirty="0"/>
              <a:t>Click icon to add picture</a:t>
            </a:r>
          </a:p>
        </p:txBody>
      </p:sp>
    </p:spTree>
    <p:extLst>
      <p:ext uri="{BB962C8B-B14F-4D97-AF65-F5344CB8AC3E}">
        <p14:creationId xmlns:p14="http://schemas.microsoft.com/office/powerpoint/2010/main" val="365349342"/>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2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200" y="5845180"/>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indent="0" algn="l">
              <a:buNone/>
              <a:defRPr sz="1600" b="0">
                <a:solidFill>
                  <a:schemeClr val="bg1"/>
                </a:solidFill>
              </a:defRPr>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475200" y="6362699"/>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2" name="Group 21"/>
          <p:cNvGrpSpPr>
            <a:grpSpLocks noChangeAspect="1"/>
          </p:cNvGrpSpPr>
          <p:nvPr userDrawn="1"/>
        </p:nvGrpSpPr>
        <p:grpSpPr>
          <a:xfrm>
            <a:off x="469900" y="457761"/>
            <a:ext cx="1998000" cy="374400"/>
            <a:chOff x="398463" y="404813"/>
            <a:chExt cx="1627187" cy="307976"/>
          </a:xfrm>
          <a:solidFill>
            <a:schemeClr val="tx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
        <p:nvSpPr>
          <p:cNvPr id="33" name="Picture Placeholder 8"/>
          <p:cNvSpPr>
            <a:spLocks noGrp="1"/>
          </p:cNvSpPr>
          <p:nvPr>
            <p:ph type="pic" sz="quarter" idx="11"/>
          </p:nvPr>
        </p:nvSpPr>
        <p:spPr>
          <a:xfrm>
            <a:off x="3393716" y="727595"/>
            <a:ext cx="5400000" cy="5400000"/>
          </a:xfrm>
          <a:prstGeom prst="rect">
            <a:avLst/>
          </a:prstGeom>
        </p:spPr>
        <p:txBody>
          <a:bodyPr/>
          <a:lstStyle/>
          <a:p>
            <a:r>
              <a:rPr lang="en-US" noProof="0" dirty="0"/>
              <a:t>Click icon to add picture</a:t>
            </a:r>
          </a:p>
        </p:txBody>
      </p:sp>
    </p:spTree>
    <p:extLst>
      <p:ext uri="{BB962C8B-B14F-4D97-AF65-F5344CB8AC3E}">
        <p14:creationId xmlns:p14="http://schemas.microsoft.com/office/powerpoint/2010/main" val="26978663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0150" y="153045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475200" y="5845180"/>
            <a:ext cx="5592011"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bg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475200" y="6362699"/>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6" name="Group 15"/>
          <p:cNvGrpSpPr>
            <a:grpSpLocks noChangeAspect="1"/>
          </p:cNvGrpSpPr>
          <p:nvPr userDrawn="1"/>
        </p:nvGrpSpPr>
        <p:grpSpPr>
          <a:xfrm>
            <a:off x="469900" y="457761"/>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9"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0"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1"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376953799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2000" y="153000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475327" y="5845180"/>
            <a:ext cx="5594348"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tx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475325" y="6362699"/>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6" name="Group 15"/>
          <p:cNvGrpSpPr>
            <a:grpSpLocks noChangeAspect="1"/>
          </p:cNvGrpSpPr>
          <p:nvPr userDrawn="1"/>
        </p:nvGrpSpPr>
        <p:grpSpPr>
          <a:xfrm>
            <a:off x="475325" y="457200"/>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0"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1"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3805296297"/>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0" y="1700213"/>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469899" y="3423545"/>
            <a:ext cx="10418235"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12"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master1]</a:t>
            </a:r>
          </a:p>
        </p:txBody>
      </p:sp>
      <p:sp>
        <p:nvSpPr>
          <p:cNvPr id="13"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Copyright © 2019 Deloitte Development LLC. All rights reserved.</a:t>
            </a:r>
          </a:p>
        </p:txBody>
      </p:sp>
      <p:sp>
        <p:nvSpPr>
          <p:cNvPr id="14" name="TextBox 13"/>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3714355074"/>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20"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master1]</a:t>
            </a:r>
          </a:p>
        </p:txBody>
      </p:sp>
      <p:sp>
        <p:nvSpPr>
          <p:cNvPr id="21"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Copyright © 2019 Deloitte Development LLC. All rights reserved.</a:t>
            </a:r>
          </a:p>
        </p:txBody>
      </p:sp>
      <p:sp>
        <p:nvSpPr>
          <p:cNvPr id="22" name="TextBox 21"/>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983502408"/>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tx1"/>
        </a:solidFill>
        <a:effectLst/>
      </p:bgPr>
    </p:bg>
    <p:spTree>
      <p:nvGrpSpPr>
        <p:cNvPr id="1" name=""/>
        <p:cNvGrpSpPr/>
        <p:nvPr/>
      </p:nvGrpSpPr>
      <p:grpSpPr>
        <a:xfrm>
          <a:off x="0" y="0"/>
          <a:ext cx="0" cy="0"/>
          <a:chOff x="0" y="0"/>
          <a:chExt cx="0" cy="0"/>
        </a:xfrm>
      </p:grpSpPr>
      <p:sp>
        <p:nvSpPr>
          <p:cNvPr id="10" name="TextBox 9"/>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fr-FR" sz="650" noProof="0" dirty="0">
                <a:solidFill>
                  <a:schemeClr val="bg1"/>
                </a:solidFill>
              </a:rPr>
              <a:t>© 2020 Deloitte Touche Tohmatsu India LLP</a:t>
            </a:r>
          </a:p>
        </p:txBody>
      </p:sp>
      <p:sp>
        <p:nvSpPr>
          <p:cNvPr id="11" name="TextBox 10"/>
          <p:cNvSpPr txBox="1"/>
          <p:nvPr userDrawn="1"/>
        </p:nvSpPr>
        <p:spPr>
          <a:xfrm>
            <a:off x="11370308"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
        <p:nvSpPr>
          <p:cNvPr id="12" name="TextBox 11"/>
          <p:cNvSpPr txBox="1"/>
          <p:nvPr userDrawn="1"/>
        </p:nvSpPr>
        <p:spPr>
          <a:xfrm>
            <a:off x="5568513" y="6478972"/>
            <a:ext cx="5852160" cy="100027"/>
          </a:xfrm>
          <a:prstGeom prst="rect">
            <a:avLst/>
          </a:prstGeom>
          <a:noFill/>
        </p:spPr>
        <p:txBody>
          <a:bodyPr wrap="square" lIns="0" tIns="0" rIns="0" bIns="0" rtlCol="0">
            <a:spAutoFit/>
          </a:bodyPr>
          <a:lstStyle/>
          <a:p>
            <a:pPr algn="r" defTabSz="712592">
              <a:buSzPct val="100000"/>
              <a:buFont typeface="Arial"/>
              <a:buNone/>
            </a:pPr>
            <a:r>
              <a:rPr lang="en-US" sz="650" dirty="0">
                <a:solidFill>
                  <a:schemeClr val="bg1"/>
                </a:solidFill>
              </a:rPr>
              <a:t>Ministry of Steel| Development &amp; Implementation of Action Plan for  Indian Steel Sector in the wake of COVID</a:t>
            </a:r>
            <a:r>
              <a:rPr lang="en-US" sz="600" dirty="0">
                <a:solidFill>
                  <a:schemeClr val="bg1"/>
                </a:solidFill>
              </a:rPr>
              <a:t>| A Deloitte response to RFP</a:t>
            </a:r>
          </a:p>
        </p:txBody>
      </p:sp>
    </p:spTree>
    <p:extLst>
      <p:ext uri="{BB962C8B-B14F-4D97-AF65-F5344CB8AC3E}">
        <p14:creationId xmlns:p14="http://schemas.microsoft.com/office/powerpoint/2010/main" val="1416250962"/>
      </p:ext>
    </p:extLst>
  </p:cSld>
  <p:clrMapOvr>
    <a:masterClrMapping/>
  </p:clrMapOvr>
  <p:transition>
    <p:fade/>
  </p:transition>
  <p:extLst>
    <p:ext uri="{DCECCB84-F9BA-43D5-87BE-67443E8EF086}">
      <p15:sldGuideLst xmlns:p15="http://schemas.microsoft.com/office/powerpoint/2012/main"/>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1" y="1705668"/>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US" noProof="0" dirty="0"/>
              <a:t>Click to edit Master title style</a:t>
            </a:r>
          </a:p>
        </p:txBody>
      </p:sp>
      <p:sp>
        <p:nvSpPr>
          <p:cNvPr id="3" name="Text Placeholder 2"/>
          <p:cNvSpPr>
            <a:spLocks noGrp="1"/>
          </p:cNvSpPr>
          <p:nvPr>
            <p:ph type="body" idx="1"/>
          </p:nvPr>
        </p:nvSpPr>
        <p:spPr bwMode="gray">
          <a:xfrm>
            <a:off x="469900" y="3429000"/>
            <a:ext cx="10541000" cy="1566532"/>
          </a:xfrm>
        </p:spPr>
        <p:txBody>
          <a:bodyPr lIns="0" tIns="0" rIns="0" bIns="0">
            <a:noAutofit/>
          </a:bodyPr>
          <a:lstStyle>
            <a:lvl1pPr marL="0" indent="0">
              <a:lnSpc>
                <a:spcPct val="95000"/>
              </a:lnSpc>
              <a:spcAft>
                <a:spcPts val="0"/>
              </a:spcAft>
              <a:buNone/>
              <a:defRPr sz="3850">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Tree>
    <p:extLst>
      <p:ext uri="{BB962C8B-B14F-4D97-AF65-F5344CB8AC3E}">
        <p14:creationId xmlns:p14="http://schemas.microsoft.com/office/powerpoint/2010/main" val="341478683"/>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80484" y="1590675"/>
            <a:ext cx="9029604" cy="4708525"/>
          </a:xfrm>
          <a:prstGeom prst="rect">
            <a:avLst/>
          </a:prstGeom>
        </p:spPr>
        <p:txBody>
          <a:bodyPr>
            <a:noAutofit/>
          </a:bodyPr>
          <a:lstStyle>
            <a:lvl1pPr>
              <a:spcBef>
                <a:spcPts val="4800"/>
              </a:spcBef>
              <a:defRPr sz="28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Click to edit Master text styles</a:t>
            </a:r>
          </a:p>
        </p:txBody>
      </p:sp>
      <p:sp>
        <p:nvSpPr>
          <p:cNvPr id="9"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master1]</a:t>
            </a:r>
          </a:p>
        </p:txBody>
      </p:sp>
      <p:sp>
        <p:nvSpPr>
          <p:cNvPr id="13"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Copyright © 2019 Deloitte Development LLC. All rights reserved.</a:t>
            </a:r>
          </a:p>
        </p:txBody>
      </p:sp>
      <p:sp>
        <p:nvSpPr>
          <p:cNvPr id="14" name="TextBox 13"/>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3225372113"/>
      </p:ext>
    </p:extLst>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Key statement white">
    <p:bg>
      <p:bgRef idx="1001">
        <a:schemeClr val="bg1"/>
      </p:bgRef>
    </p:bg>
    <p:spTree>
      <p:nvGrpSpPr>
        <p:cNvPr id="1" name=""/>
        <p:cNvGrpSpPr/>
        <p:nvPr/>
      </p:nvGrpSpPr>
      <p:grpSpPr>
        <a:xfrm>
          <a:off x="0" y="0"/>
          <a:ext cx="0" cy="0"/>
          <a:chOff x="0" y="0"/>
          <a:chExt cx="0" cy="0"/>
        </a:xfrm>
      </p:grpSpPr>
      <p:sp>
        <p:nvSpPr>
          <p:cNvPr id="7" name="Text Placeholder 3"/>
          <p:cNvSpPr>
            <a:spLocks noGrp="1"/>
          </p:cNvSpPr>
          <p:nvPr>
            <p:ph type="body" sz="quarter" idx="10"/>
          </p:nvPr>
        </p:nvSpPr>
        <p:spPr>
          <a:xfrm>
            <a:off x="469900" y="1590675"/>
            <a:ext cx="9029604" cy="4708525"/>
          </a:xfrm>
          <a:prstGeom prst="rect">
            <a:avLst/>
          </a:prstGeom>
        </p:spPr>
        <p:txBody>
          <a:bodyPr>
            <a:noAutofit/>
          </a:bodyPr>
          <a:lstStyle>
            <a:lvl1pPr>
              <a:spcBef>
                <a:spcPts val="4800"/>
              </a:spcBef>
              <a:defRPr sz="2800">
                <a:solidFill>
                  <a:schemeClr val="tx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Click to edit Master text styles</a:t>
            </a:r>
          </a:p>
        </p:txBody>
      </p:sp>
    </p:spTree>
    <p:extLst>
      <p:ext uri="{BB962C8B-B14F-4D97-AF65-F5344CB8AC3E}">
        <p14:creationId xmlns:p14="http://schemas.microsoft.com/office/powerpoint/2010/main" val="1069551493"/>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469900" y="1665291"/>
            <a:ext cx="9348787" cy="4633910"/>
          </a:xfrm>
          <a:prstGeom prst="rect">
            <a:avLst/>
          </a:prstGeom>
        </p:spPr>
        <p:txBody>
          <a:bodyPr/>
          <a:lstStyle>
            <a:lvl1pPr>
              <a:tabLst>
                <a:tab pos="8972326" algn="r"/>
              </a:tabLst>
              <a:defRPr/>
            </a:lvl1pPr>
            <a:lvl2pPr>
              <a:tabLst>
                <a:tab pos="8972326" algn="r"/>
              </a:tabLst>
              <a:defRPr/>
            </a:lvl2pPr>
            <a:lvl3pPr>
              <a:tabLst>
                <a:tab pos="8972326" algn="r"/>
              </a:tabLst>
              <a:defRPr/>
            </a:lvl3pPr>
            <a:lvl4pPr>
              <a:tabLst>
                <a:tab pos="8972326" algn="r"/>
              </a:tabLst>
              <a:defRPr/>
            </a:lvl4pPr>
            <a:lvl5pPr>
              <a:tabLst>
                <a:tab pos="6705432" algn="r"/>
              </a:tabLst>
              <a:defRPr baseline="0"/>
            </a:lvl5pPr>
            <a:lvl6pPr>
              <a:tabLst>
                <a:tab pos="8972326" algn="r"/>
              </a:tabLst>
              <a:defRPr/>
            </a:lvl6pPr>
            <a:lvl7pPr>
              <a:tabLst>
                <a:tab pos="8972326" algn="r"/>
              </a:tabLst>
              <a:defRPr/>
            </a:lvl7pPr>
            <a:lvl8pPr>
              <a:tabLst>
                <a:tab pos="8972326" algn="r"/>
              </a:tabLst>
              <a:defRPr/>
            </a:lvl8pPr>
            <a:lvl9pPr>
              <a:tabLst>
                <a:tab pos="8972326" algn="r"/>
              </a:tabLs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6"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2258838856"/>
      </p:ext>
    </p:extLst>
  </p:cSld>
  <p:clrMapOvr>
    <a:masterClrMapping/>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ontents with image">
    <p:spTree>
      <p:nvGrpSpPr>
        <p:cNvPr id="1" name=""/>
        <p:cNvGrpSpPr/>
        <p:nvPr/>
      </p:nvGrpSpPr>
      <p:grpSpPr>
        <a:xfrm>
          <a:off x="0" y="0"/>
          <a:ext cx="0" cy="0"/>
          <a:chOff x="0" y="0"/>
          <a:chExt cx="0" cy="0"/>
        </a:xfrm>
      </p:grpSpPr>
      <p:sp>
        <p:nvSpPr>
          <p:cNvPr id="5" name="Picture Placeholder 9"/>
          <p:cNvSpPr>
            <a:spLocks noGrp="1"/>
          </p:cNvSpPr>
          <p:nvPr>
            <p:ph type="pic" sz="quarter" idx="15"/>
          </p:nvPr>
        </p:nvSpPr>
        <p:spPr>
          <a:xfrm>
            <a:off x="5604867" y="1700213"/>
            <a:ext cx="6117233" cy="4598988"/>
          </a:xfrm>
        </p:spPr>
        <p:txBody>
          <a:bodyPr/>
          <a:lstStyle/>
          <a:p>
            <a:r>
              <a:rPr lang="en-US" noProof="0" dirty="0"/>
              <a:t>Click icon to add picture</a:t>
            </a:r>
          </a:p>
        </p:txBody>
      </p:sp>
      <p:sp>
        <p:nvSpPr>
          <p:cNvPr id="6" name="Content Placeholder 3"/>
          <p:cNvSpPr>
            <a:spLocks noGrp="1"/>
          </p:cNvSpPr>
          <p:nvPr>
            <p:ph sz="quarter" idx="10"/>
          </p:nvPr>
        </p:nvSpPr>
        <p:spPr>
          <a:xfrm>
            <a:off x="469900" y="1665290"/>
            <a:ext cx="4333663" cy="4633911"/>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1627468350"/>
      </p:ext>
    </p:extLst>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amp; 1 column text">
    <p:spTree>
      <p:nvGrpSpPr>
        <p:cNvPr id="1" name=""/>
        <p:cNvGrpSpPr/>
        <p:nvPr/>
      </p:nvGrpSpPr>
      <p:grpSpPr>
        <a:xfrm>
          <a:off x="0" y="0"/>
          <a:ext cx="0" cy="0"/>
          <a:chOff x="0" y="0"/>
          <a:chExt cx="0" cy="0"/>
        </a:xfrm>
      </p:grpSpPr>
      <p:sp>
        <p:nvSpPr>
          <p:cNvPr id="14" name="Text Placeholder 18"/>
          <p:cNvSpPr>
            <a:spLocks noGrp="1"/>
          </p:cNvSpPr>
          <p:nvPr>
            <p:ph idx="1"/>
          </p:nvPr>
        </p:nvSpPr>
        <p:spPr>
          <a:xfrm>
            <a:off x="469900" y="1665290"/>
            <a:ext cx="11252200" cy="4633911"/>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793131550"/>
      </p:ext>
    </p:extLst>
  </p:cSld>
  <p:clrMapOvr>
    <a:masterClrMapping/>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
        <p:nvSpPr>
          <p:cNvPr id="8" name="Text Placeholder 18"/>
          <p:cNvSpPr>
            <a:spLocks noGrp="1"/>
          </p:cNvSpPr>
          <p:nvPr>
            <p:ph idx="1"/>
          </p:nvPr>
        </p:nvSpPr>
        <p:spPr>
          <a:xfrm>
            <a:off x="469900" y="1665818"/>
            <a:ext cx="11252200" cy="4633383"/>
          </a:xfrm>
          <a:prstGeom prst="rect">
            <a:avLst/>
          </a:prstGeom>
        </p:spPr>
        <p:txBody>
          <a:bodyPr vert="horz" lIns="0" tIns="0" rIns="0" bIns="0" rtlCol="0">
            <a:noAutofit/>
          </a:bodyPr>
          <a:lstStyle>
            <a:lvl1pPr marL="0" indent="0" algn="l">
              <a:buFontTx/>
              <a:buNone/>
              <a:defRPr/>
            </a:lvl1pPr>
            <a:lvl2pPr marL="127000" indent="-127000" algn="l">
              <a:buClrTx/>
              <a:buSzPct val="100000"/>
              <a:buFont typeface="Arial" panose="020B0604020202020204" pitchFamily="34" charset="0"/>
              <a:buChar char="•"/>
              <a:defRPr/>
            </a:lvl2pPr>
            <a:lvl3pPr marL="279400" indent="-127000" algn="l">
              <a:buClrTx/>
              <a:buSzPct val="100000"/>
              <a:buFont typeface="Arial" panose="020B0604020202020204" pitchFamily="34" charset="0"/>
              <a:buChar char="−"/>
              <a:defRPr/>
            </a:lvl3pPr>
            <a:lvl4pPr marL="431800" indent="-127000" algn="l">
              <a:buClrTx/>
              <a:buSzPct val="100000"/>
              <a:buFont typeface="Arial" panose="020B0604020202020204" pitchFamily="34" charset="0"/>
              <a:buChar char="◦"/>
              <a:defRPr/>
            </a:lvl4pPr>
            <a:lvl5pPr marL="584200" indent="-127000" algn="l">
              <a:buClrTx/>
              <a:buSzPct val="100000"/>
              <a:buFont typeface="Arial" panose="020B0604020202020204" pitchFamily="34" charset="0"/>
              <a:buChar cha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772584844"/>
      </p:ext>
    </p:extLst>
  </p:cSld>
  <p:clrMapOvr>
    <a:masterClrMapping/>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subtitle &amp; 1 column - large">
    <p:spTree>
      <p:nvGrpSpPr>
        <p:cNvPr id="1" name=""/>
        <p:cNvGrpSpPr/>
        <p:nvPr/>
      </p:nvGrpSpPr>
      <p:grpSpPr>
        <a:xfrm>
          <a:off x="0" y="0"/>
          <a:ext cx="0" cy="0"/>
          <a:chOff x="0" y="0"/>
          <a:chExt cx="0" cy="0"/>
        </a:xfrm>
      </p:grpSpPr>
      <p:sp>
        <p:nvSpPr>
          <p:cNvPr id="8" name="Text Placeholder 18"/>
          <p:cNvSpPr>
            <a:spLocks noGrp="1"/>
          </p:cNvSpPr>
          <p:nvPr>
            <p:ph idx="1"/>
          </p:nvPr>
        </p:nvSpPr>
        <p:spPr>
          <a:xfrm>
            <a:off x="469900" y="1676402"/>
            <a:ext cx="11252200" cy="4622799"/>
          </a:xfrm>
          <a:prstGeom prst="rect">
            <a:avLst/>
          </a:prstGeom>
        </p:spPr>
        <p:txBody>
          <a:bodyPr vert="horz" lIns="0" tIns="0" rIns="0" bIns="0" rtlCol="0">
            <a:noAutofit/>
          </a:bodyPr>
          <a:lstStyle>
            <a:lvl1pPr>
              <a:defRPr sz="1600"/>
            </a:lvl1pPr>
            <a:lvl2pPr>
              <a:defRPr sz="1600"/>
            </a:lvl2pPr>
            <a:lvl3pPr>
              <a:defRPr sz="1600"/>
            </a:lvl3pPr>
            <a:lvl4pPr>
              <a:defRPr sz="1600"/>
            </a:lvl4pPr>
            <a:lvl5pPr>
              <a:defRPr sz="1600"/>
            </a:lvl5pPr>
            <a:lvl6pPr>
              <a:defRPr sz="2133"/>
            </a:lvl6pPr>
            <a:lvl7pPr>
              <a:defRPr sz="2133"/>
            </a:lvl7pPr>
            <a:lvl8pPr>
              <a:defRPr sz="2133"/>
            </a:lvl8pPr>
            <a:lvl9pPr>
              <a:defRPr sz="2133"/>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6"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385897083"/>
      </p:ext>
    </p:extLst>
  </p:cSld>
  <p:clrMapOvr>
    <a:masterClrMapping/>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 subtitle &amp;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468000" y="2054581"/>
            <a:ext cx="11252200" cy="3928209"/>
          </a:xfrm>
          <a:prstGeom prst="rect">
            <a:avLst/>
          </a:prstGeom>
        </p:spPr>
        <p:txBody>
          <a:bodyPr/>
          <a:lstStyle/>
          <a:p>
            <a:r>
              <a:rPr lang="en-US" noProof="0" dirty="0"/>
              <a:t>Click icon to add chart</a:t>
            </a:r>
          </a:p>
        </p:txBody>
      </p:sp>
      <p:sp>
        <p:nvSpPr>
          <p:cNvPr id="18" name="Text Placeholder 8"/>
          <p:cNvSpPr>
            <a:spLocks noGrp="1"/>
          </p:cNvSpPr>
          <p:nvPr>
            <p:ph type="body" sz="quarter" idx="18"/>
          </p:nvPr>
        </p:nvSpPr>
        <p:spPr>
          <a:xfrm>
            <a:off x="468000" y="1659816"/>
            <a:ext cx="11252200" cy="357187"/>
          </a:xfrm>
        </p:spPr>
        <p:txBody>
          <a:bodyPr/>
          <a:lstStyle/>
          <a:p>
            <a:pPr lvl="0"/>
            <a:r>
              <a:rPr lang="en-US" noProof="0"/>
              <a:t>Click to edit Master text styles</a:t>
            </a:r>
          </a:p>
        </p:txBody>
      </p:sp>
      <p:sp>
        <p:nvSpPr>
          <p:cNvPr id="7"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8"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3999751584"/>
      </p:ext>
    </p:extLst>
  </p:cSld>
  <p:clrMapOvr>
    <a:masterClrMapping/>
  </p:clrMapOvr>
  <p:transition>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3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468000" y="2051999"/>
            <a:ext cx="3600000" cy="3930791"/>
          </a:xfrm>
          <a:prstGeom prst="rect">
            <a:avLst/>
          </a:prstGeom>
        </p:spPr>
        <p:txBody>
          <a:bodyPr/>
          <a:lstStyle/>
          <a:p>
            <a:r>
              <a:rPr lang="en-US" noProof="0" dirty="0"/>
              <a:t>Click icon to add chart</a:t>
            </a:r>
          </a:p>
        </p:txBody>
      </p:sp>
      <p:sp>
        <p:nvSpPr>
          <p:cNvPr id="18" name="Text Placeholder 8"/>
          <p:cNvSpPr>
            <a:spLocks noGrp="1"/>
          </p:cNvSpPr>
          <p:nvPr>
            <p:ph type="body" sz="quarter" idx="18"/>
          </p:nvPr>
        </p:nvSpPr>
        <p:spPr>
          <a:xfrm>
            <a:off x="468000" y="1665289"/>
            <a:ext cx="3600000" cy="392112"/>
          </a:xfrm>
        </p:spPr>
        <p:txBody>
          <a:bodyPr/>
          <a:lstStyle/>
          <a:p>
            <a:pPr lvl="0"/>
            <a:r>
              <a:rPr lang="en-US" noProof="0"/>
              <a:t>Click to edit Master text styles</a:t>
            </a:r>
          </a:p>
        </p:txBody>
      </p:sp>
      <p:sp>
        <p:nvSpPr>
          <p:cNvPr id="7" name="Chart Placeholder 3"/>
          <p:cNvSpPr>
            <a:spLocks noGrp="1"/>
          </p:cNvSpPr>
          <p:nvPr>
            <p:ph type="chart" sz="quarter" idx="19"/>
          </p:nvPr>
        </p:nvSpPr>
        <p:spPr>
          <a:xfrm>
            <a:off x="4296000" y="2051998"/>
            <a:ext cx="3600000" cy="3930791"/>
          </a:xfrm>
          <a:prstGeom prst="rect">
            <a:avLst/>
          </a:prstGeom>
        </p:spPr>
        <p:txBody>
          <a:bodyPr/>
          <a:lstStyle/>
          <a:p>
            <a:r>
              <a:rPr lang="en-US" noProof="0" dirty="0"/>
              <a:t>Click icon to add chart</a:t>
            </a:r>
          </a:p>
        </p:txBody>
      </p:sp>
      <p:sp>
        <p:nvSpPr>
          <p:cNvPr id="8" name="Text Placeholder 8"/>
          <p:cNvSpPr>
            <a:spLocks noGrp="1"/>
          </p:cNvSpPr>
          <p:nvPr>
            <p:ph type="body" sz="quarter" idx="20"/>
          </p:nvPr>
        </p:nvSpPr>
        <p:spPr>
          <a:xfrm>
            <a:off x="4296003" y="1665288"/>
            <a:ext cx="3600000" cy="392112"/>
          </a:xfrm>
        </p:spPr>
        <p:txBody>
          <a:bodyPr/>
          <a:lstStyle/>
          <a:p>
            <a:pPr lvl="0"/>
            <a:r>
              <a:rPr lang="en-US" noProof="0"/>
              <a:t>Click to edit Master text styles</a:t>
            </a:r>
          </a:p>
        </p:txBody>
      </p:sp>
      <p:sp>
        <p:nvSpPr>
          <p:cNvPr id="9" name="Chart Placeholder 3"/>
          <p:cNvSpPr>
            <a:spLocks noGrp="1"/>
          </p:cNvSpPr>
          <p:nvPr>
            <p:ph type="chart" sz="quarter" idx="21"/>
          </p:nvPr>
        </p:nvSpPr>
        <p:spPr>
          <a:xfrm>
            <a:off x="8086960" y="2051999"/>
            <a:ext cx="3600000" cy="3930791"/>
          </a:xfrm>
          <a:prstGeom prst="rect">
            <a:avLst/>
          </a:prstGeom>
        </p:spPr>
        <p:txBody>
          <a:bodyPr/>
          <a:lstStyle/>
          <a:p>
            <a:r>
              <a:rPr lang="en-US" noProof="0" dirty="0"/>
              <a:t>Click icon to add chart</a:t>
            </a:r>
          </a:p>
        </p:txBody>
      </p:sp>
      <p:sp>
        <p:nvSpPr>
          <p:cNvPr id="10" name="Text Placeholder 8"/>
          <p:cNvSpPr>
            <a:spLocks noGrp="1"/>
          </p:cNvSpPr>
          <p:nvPr>
            <p:ph type="body" sz="quarter" idx="22"/>
          </p:nvPr>
        </p:nvSpPr>
        <p:spPr>
          <a:xfrm>
            <a:off x="8086959" y="1659145"/>
            <a:ext cx="3600000" cy="398256"/>
          </a:xfrm>
        </p:spPr>
        <p:txBody>
          <a:bodyPr/>
          <a:lstStyle/>
          <a:p>
            <a:pPr lvl="0"/>
            <a:r>
              <a:rPr lang="en-US" noProof="0"/>
              <a:t>Click to edit Master text styles</a:t>
            </a:r>
          </a:p>
        </p:txBody>
      </p:sp>
      <p:sp>
        <p:nvSpPr>
          <p:cNvPr id="13"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469900" y="402586"/>
            <a:ext cx="11252200" cy="334101"/>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3603195594"/>
      </p:ext>
    </p:extLst>
  </p:cSld>
  <p:clrMapOvr>
    <a:masterClrMapping/>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2 columns of text">
    <p:spTree>
      <p:nvGrpSpPr>
        <p:cNvPr id="1" name=""/>
        <p:cNvGrpSpPr/>
        <p:nvPr/>
      </p:nvGrpSpPr>
      <p:grpSpPr>
        <a:xfrm>
          <a:off x="0" y="0"/>
          <a:ext cx="0" cy="0"/>
          <a:chOff x="0" y="0"/>
          <a:chExt cx="0" cy="0"/>
        </a:xfrm>
      </p:grpSpPr>
      <p:sp>
        <p:nvSpPr>
          <p:cNvPr id="13" name="Content Placeholder 3"/>
          <p:cNvSpPr>
            <a:spLocks noGrp="1"/>
          </p:cNvSpPr>
          <p:nvPr>
            <p:ph sz="quarter" idx="10"/>
          </p:nvPr>
        </p:nvSpPr>
        <p:spPr>
          <a:xfrm>
            <a:off x="468000" y="1665288"/>
            <a:ext cx="5328000" cy="4622507"/>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5" name="Content Placeholder 3"/>
          <p:cNvSpPr>
            <a:spLocks noGrp="1"/>
          </p:cNvSpPr>
          <p:nvPr>
            <p:ph sz="quarter" idx="20"/>
          </p:nvPr>
        </p:nvSpPr>
        <p:spPr>
          <a:xfrm>
            <a:off x="6394100" y="1656000"/>
            <a:ext cx="5328000" cy="4631795"/>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7"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4028009896"/>
      </p:ext>
    </p:extLst>
  </p:cSld>
  <p:clrMapOvr>
    <a:masterClrMapping/>
  </p:clrMapOvr>
  <p:transition>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469900" y="1665289"/>
            <a:ext cx="4431857" cy="4633913"/>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Content Placeholder 3"/>
          <p:cNvSpPr>
            <a:spLocks noGrp="1"/>
          </p:cNvSpPr>
          <p:nvPr>
            <p:ph sz="quarter" idx="16"/>
          </p:nvPr>
        </p:nvSpPr>
        <p:spPr>
          <a:xfrm>
            <a:off x="5482100" y="1700213"/>
            <a:ext cx="6240000" cy="4598989"/>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1"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466673723"/>
      </p:ext>
    </p:extLst>
  </p:cSld>
  <p:clrMapOvr>
    <a:masterClrMapping/>
  </p:clrMapOvr>
  <p:transition>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2 columns - large">
    <p:spTree>
      <p:nvGrpSpPr>
        <p:cNvPr id="1" name=""/>
        <p:cNvGrpSpPr/>
        <p:nvPr/>
      </p:nvGrpSpPr>
      <p:grpSpPr>
        <a:xfrm>
          <a:off x="0" y="0"/>
          <a:ext cx="0" cy="0"/>
          <a:chOff x="0" y="0"/>
          <a:chExt cx="0" cy="0"/>
        </a:xfrm>
      </p:grpSpPr>
      <p:sp>
        <p:nvSpPr>
          <p:cNvPr id="11" name="Content Placeholder 3"/>
          <p:cNvSpPr>
            <a:spLocks noGrp="1"/>
          </p:cNvSpPr>
          <p:nvPr>
            <p:ph sz="quarter" idx="10"/>
          </p:nvPr>
        </p:nvSpPr>
        <p:spPr>
          <a:xfrm>
            <a:off x="469900" y="1665288"/>
            <a:ext cx="5328000" cy="4633912"/>
          </a:xfrm>
          <a:prstGeom prst="rect">
            <a:avLst/>
          </a:prstGeom>
        </p:spPr>
        <p:txBody>
          <a:bodyPr>
            <a:noAutofit/>
          </a:bodyPr>
          <a:lstStyle>
            <a:lvl1pPr>
              <a:tabLst>
                <a:tab pos="6705432" algn="r"/>
              </a:tabLst>
              <a:defRPr sz="1600"/>
            </a:lvl1pPr>
            <a:lvl2pPr>
              <a:tabLst>
                <a:tab pos="6705432" algn="r"/>
              </a:tabLst>
              <a:defRPr sz="1600"/>
            </a:lvl2pPr>
            <a:lvl3pPr>
              <a:tabLst>
                <a:tab pos="6705432" algn="r"/>
              </a:tabLst>
              <a:defRPr sz="1600"/>
            </a:lvl3pPr>
            <a:lvl4pPr>
              <a:tabLst>
                <a:tab pos="6705432" algn="r"/>
              </a:tabLst>
              <a:defRPr sz="1600"/>
            </a:lvl4pPr>
            <a:lvl5pPr>
              <a:tabLst>
                <a:tab pos="6705432" algn="r"/>
              </a:tabLst>
              <a:defRPr sz="1000" baseline="0"/>
            </a:lvl5pPr>
            <a:lvl6pPr>
              <a:defRPr sz="2133"/>
            </a:lvl6pPr>
            <a:lvl7pPr>
              <a:defRPr sz="2133"/>
            </a:lvl7pPr>
            <a:lvl8pPr>
              <a:defRPr sz="2133"/>
            </a:lvl8pPr>
            <a:lvl9pPr>
              <a:defRPr sz="2133"/>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Content Placeholder 3"/>
          <p:cNvSpPr>
            <a:spLocks noGrp="1"/>
          </p:cNvSpPr>
          <p:nvPr>
            <p:ph sz="quarter" idx="20"/>
          </p:nvPr>
        </p:nvSpPr>
        <p:spPr>
          <a:xfrm>
            <a:off x="6394100" y="1665288"/>
            <a:ext cx="5328000" cy="4633912"/>
          </a:xfrm>
          <a:prstGeom prst="rect">
            <a:avLst/>
          </a:prstGeom>
        </p:spPr>
        <p:txBody>
          <a:bodyPr>
            <a:noAutofit/>
          </a:bodyPr>
          <a:lstStyle>
            <a:lvl1pPr>
              <a:tabLst>
                <a:tab pos="6705432" algn="r"/>
              </a:tabLst>
              <a:defRPr sz="1600"/>
            </a:lvl1pPr>
            <a:lvl2pPr>
              <a:tabLst>
                <a:tab pos="6705432" algn="r"/>
              </a:tabLst>
              <a:defRPr sz="1600"/>
            </a:lvl2pPr>
            <a:lvl3pPr>
              <a:tabLst>
                <a:tab pos="6705432" algn="r"/>
              </a:tabLst>
              <a:defRPr sz="1600"/>
            </a:lvl3pPr>
            <a:lvl4pPr>
              <a:tabLst>
                <a:tab pos="6705432" algn="r"/>
              </a:tabLst>
              <a:defRPr sz="1600"/>
            </a:lvl4pPr>
            <a:lvl5pPr>
              <a:tabLst>
                <a:tab pos="6705432" algn="r"/>
              </a:tabLst>
              <a:defRPr sz="1000" baseline="0"/>
            </a:lvl5pPr>
            <a:lvl6pPr>
              <a:defRPr sz="2133"/>
            </a:lvl6pPr>
            <a:lvl7pPr>
              <a:defRPr sz="2133"/>
            </a:lvl7pPr>
            <a:lvl8pPr>
              <a:defRPr sz="2133"/>
            </a:lvl8pPr>
            <a:lvl9pPr>
              <a:defRPr sz="2133"/>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2820554235"/>
      </p:ext>
    </p:extLst>
  </p:cSld>
  <p:clrMapOvr>
    <a:masterClrMapping/>
  </p:clrMapOvr>
  <p:transition>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469900" y="1665288"/>
            <a:ext cx="5480400" cy="4317502"/>
          </a:xfrm>
          <a:prstGeom prst="rect">
            <a:avLst/>
          </a:prstGeom>
        </p:spPr>
        <p:txBody>
          <a:bodyPr>
            <a:noAutofit/>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3" name="Chart Placeholder 2"/>
          <p:cNvSpPr>
            <a:spLocks noGrp="1"/>
          </p:cNvSpPr>
          <p:nvPr>
            <p:ph type="chart" sz="quarter" idx="21"/>
          </p:nvPr>
        </p:nvSpPr>
        <p:spPr>
          <a:xfrm>
            <a:off x="6239584" y="2125013"/>
            <a:ext cx="5482516" cy="3857777"/>
          </a:xfrm>
        </p:spPr>
        <p:txBody>
          <a:bodyPr>
            <a:noAutofit/>
          </a:bodyPr>
          <a:lstStyle/>
          <a:p>
            <a:r>
              <a:rPr lang="en-US" noProof="0" dirty="0"/>
              <a:t>Click icon to add chart</a:t>
            </a:r>
          </a:p>
        </p:txBody>
      </p:sp>
      <p:sp>
        <p:nvSpPr>
          <p:cNvPr id="6" name="Text Placeholder 5"/>
          <p:cNvSpPr>
            <a:spLocks noGrp="1"/>
          </p:cNvSpPr>
          <p:nvPr>
            <p:ph type="body" sz="quarter" idx="22"/>
          </p:nvPr>
        </p:nvSpPr>
        <p:spPr>
          <a:xfrm>
            <a:off x="6239584" y="1655763"/>
            <a:ext cx="5482516" cy="420687"/>
          </a:xfrm>
        </p:spPr>
        <p:txBody>
          <a:bodyPr>
            <a:noAutofit/>
          </a:bodyPr>
          <a:lstStyle/>
          <a:p>
            <a:pPr lvl="0"/>
            <a:r>
              <a:rPr lang="en-US" noProof="0"/>
              <a:t>Click to edit Master text styles</a:t>
            </a:r>
          </a:p>
        </p:txBody>
      </p:sp>
      <p:sp>
        <p:nvSpPr>
          <p:cNvPr id="12"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2847506919"/>
      </p:ext>
    </p:extLst>
  </p:cSld>
  <p:clrMapOvr>
    <a:masterClrMapping/>
  </p:clrMapOvr>
  <p:transition>
    <p:fad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239584" y="2125013"/>
            <a:ext cx="5482516" cy="3857777"/>
          </a:xfrm>
        </p:spPr>
        <p:txBody>
          <a:bodyPr>
            <a:noAutofit/>
          </a:bodyPr>
          <a:lstStyle/>
          <a:p>
            <a:r>
              <a:rPr lang="en-US" noProof="0" dirty="0"/>
              <a:t>Click icon to add chart</a:t>
            </a:r>
          </a:p>
        </p:txBody>
      </p:sp>
      <p:sp>
        <p:nvSpPr>
          <p:cNvPr id="6" name="Text Placeholder 5"/>
          <p:cNvSpPr>
            <a:spLocks noGrp="1"/>
          </p:cNvSpPr>
          <p:nvPr>
            <p:ph type="body" sz="quarter" idx="22"/>
          </p:nvPr>
        </p:nvSpPr>
        <p:spPr>
          <a:xfrm>
            <a:off x="6239585" y="1654028"/>
            <a:ext cx="5482516" cy="420687"/>
          </a:xfrm>
        </p:spPr>
        <p:txBody>
          <a:bodyPr>
            <a:noAutofit/>
          </a:bodyPr>
          <a:lstStyle/>
          <a:p>
            <a:pPr lvl="0"/>
            <a:r>
              <a:rPr lang="en-US" noProof="0"/>
              <a:t>Click to edit Master text styles</a:t>
            </a:r>
          </a:p>
        </p:txBody>
      </p:sp>
      <p:sp>
        <p:nvSpPr>
          <p:cNvPr id="9" name="Chart Placeholder 2"/>
          <p:cNvSpPr>
            <a:spLocks noGrp="1"/>
          </p:cNvSpPr>
          <p:nvPr>
            <p:ph type="chart" sz="quarter" idx="24"/>
          </p:nvPr>
        </p:nvSpPr>
        <p:spPr>
          <a:xfrm>
            <a:off x="469900" y="2125013"/>
            <a:ext cx="5482517" cy="3857777"/>
          </a:xfrm>
        </p:spPr>
        <p:txBody>
          <a:bodyPr>
            <a:noAutofit/>
          </a:bodyPr>
          <a:lstStyle/>
          <a:p>
            <a:r>
              <a:rPr lang="en-US" noProof="0" dirty="0"/>
              <a:t>Click icon to add chart</a:t>
            </a:r>
          </a:p>
        </p:txBody>
      </p:sp>
      <p:sp>
        <p:nvSpPr>
          <p:cNvPr id="12" name="Text Placeholder 5"/>
          <p:cNvSpPr>
            <a:spLocks noGrp="1"/>
          </p:cNvSpPr>
          <p:nvPr>
            <p:ph type="body" sz="quarter" idx="25"/>
          </p:nvPr>
        </p:nvSpPr>
        <p:spPr>
          <a:xfrm>
            <a:off x="469898" y="1665288"/>
            <a:ext cx="5482517" cy="409427"/>
          </a:xfrm>
        </p:spPr>
        <p:txBody>
          <a:bodyPr>
            <a:noAutofit/>
          </a:bodyPr>
          <a:lstStyle/>
          <a:p>
            <a:pPr lvl="0"/>
            <a:r>
              <a:rPr lang="en-US" noProof="0"/>
              <a:t>Click to edit Master text styles</a:t>
            </a:r>
          </a:p>
        </p:txBody>
      </p:sp>
      <p:sp>
        <p:nvSpPr>
          <p:cNvPr id="1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7"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476198777"/>
      </p:ext>
    </p:extLst>
  </p:cSld>
  <p:clrMapOvr>
    <a:masterClrMapping/>
  </p:clrMapOvr>
  <p:transition>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2 content with quote ">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7455116" y="1626099"/>
            <a:ext cx="4266983" cy="4673101"/>
          </a:xfrm>
          <a:prstGeom prst="rect">
            <a:avLst/>
          </a:prstGeom>
        </p:spPr>
        <p:txBody>
          <a:bodyPr>
            <a:noAutofit/>
          </a:bodyPr>
          <a:lstStyle>
            <a:lvl1pPr>
              <a:tabLst>
                <a:tab pos="6705432" algn="r"/>
              </a:tabLst>
              <a:defRPr sz="2400">
                <a:solidFill>
                  <a:schemeClr val="accent3"/>
                </a:solidFill>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p:txBody>
      </p:sp>
      <p:sp>
        <p:nvSpPr>
          <p:cNvPr id="8" name="Content Placeholder 3"/>
          <p:cNvSpPr>
            <a:spLocks noGrp="1"/>
          </p:cNvSpPr>
          <p:nvPr>
            <p:ph sz="quarter" idx="16"/>
          </p:nvPr>
        </p:nvSpPr>
        <p:spPr>
          <a:xfrm>
            <a:off x="469900" y="1665288"/>
            <a:ext cx="6660866" cy="4633913"/>
          </a:xfrm>
          <a:prstGeom prst="rect">
            <a:avLst/>
          </a:prstGeom>
        </p:spPr>
        <p:txBody>
          <a:bodyPr>
            <a:noAutofit/>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1"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1340819856"/>
      </p:ext>
    </p:extLst>
  </p:cSld>
  <p:clrMapOvr>
    <a:masterClrMapping/>
  </p:clrMapOvr>
  <p:transition>
    <p:fade/>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eam profile">
    <p:spTree>
      <p:nvGrpSpPr>
        <p:cNvPr id="1" name=""/>
        <p:cNvGrpSpPr/>
        <p:nvPr/>
      </p:nvGrpSpPr>
      <p:grpSpPr>
        <a:xfrm>
          <a:off x="0" y="0"/>
          <a:ext cx="0" cy="0"/>
          <a:chOff x="0" y="0"/>
          <a:chExt cx="0" cy="0"/>
        </a:xfrm>
      </p:grpSpPr>
      <p:sp>
        <p:nvSpPr>
          <p:cNvPr id="4" name="Picture Placeholder 6"/>
          <p:cNvSpPr>
            <a:spLocks noGrp="1"/>
          </p:cNvSpPr>
          <p:nvPr>
            <p:ph type="pic" sz="quarter" idx="13"/>
          </p:nvPr>
        </p:nvSpPr>
        <p:spPr>
          <a:xfrm>
            <a:off x="488742" y="1700213"/>
            <a:ext cx="2664000" cy="1260000"/>
          </a:xfrm>
        </p:spPr>
        <p:txBody>
          <a:bodyPr lIns="0" tIns="0" rIns="0" bIns="0">
            <a:noAutofit/>
          </a:bodyPr>
          <a:lstStyle/>
          <a:p>
            <a:r>
              <a:rPr lang="en-US" noProof="0" dirty="0"/>
              <a:t>Click icon to add picture</a:t>
            </a:r>
          </a:p>
        </p:txBody>
      </p:sp>
      <p:sp>
        <p:nvSpPr>
          <p:cNvPr id="5" name="Picture Placeholder 6"/>
          <p:cNvSpPr>
            <a:spLocks noGrp="1"/>
          </p:cNvSpPr>
          <p:nvPr>
            <p:ph type="pic" sz="quarter" idx="14"/>
          </p:nvPr>
        </p:nvSpPr>
        <p:spPr>
          <a:xfrm>
            <a:off x="3341040" y="1700212"/>
            <a:ext cx="2664000" cy="1260000"/>
          </a:xfrm>
        </p:spPr>
        <p:txBody>
          <a:bodyPr lIns="0" tIns="0" rIns="0" bIns="0">
            <a:noAutofit/>
          </a:bodyPr>
          <a:lstStyle/>
          <a:p>
            <a:r>
              <a:rPr lang="en-US" noProof="0" dirty="0"/>
              <a:t>Click icon to add picture</a:t>
            </a:r>
          </a:p>
        </p:txBody>
      </p:sp>
      <p:sp>
        <p:nvSpPr>
          <p:cNvPr id="6" name="Picture Placeholder 6"/>
          <p:cNvSpPr>
            <a:spLocks noGrp="1"/>
          </p:cNvSpPr>
          <p:nvPr>
            <p:ph type="pic" sz="quarter" idx="15"/>
          </p:nvPr>
        </p:nvSpPr>
        <p:spPr>
          <a:xfrm>
            <a:off x="6193338" y="1700212"/>
            <a:ext cx="2664000" cy="1260000"/>
          </a:xfrm>
        </p:spPr>
        <p:txBody>
          <a:bodyPr lIns="0" tIns="0" rIns="0" bIns="0">
            <a:noAutofit/>
          </a:bodyPr>
          <a:lstStyle/>
          <a:p>
            <a:r>
              <a:rPr lang="en-US" noProof="0" dirty="0"/>
              <a:t>Click icon to add picture</a:t>
            </a:r>
          </a:p>
        </p:txBody>
      </p:sp>
      <p:sp>
        <p:nvSpPr>
          <p:cNvPr id="7" name="Picture Placeholder 6"/>
          <p:cNvSpPr>
            <a:spLocks noGrp="1"/>
          </p:cNvSpPr>
          <p:nvPr>
            <p:ph type="pic" sz="quarter" idx="16"/>
          </p:nvPr>
        </p:nvSpPr>
        <p:spPr>
          <a:xfrm>
            <a:off x="9045636" y="1700212"/>
            <a:ext cx="2664000" cy="1260000"/>
          </a:xfrm>
        </p:spPr>
        <p:txBody>
          <a:bodyPr lIns="0" tIns="0" rIns="0" bIns="0">
            <a:noAutofit/>
          </a:bodyPr>
          <a:lstStyle/>
          <a:p>
            <a:r>
              <a:rPr lang="en-US" noProof="0" dirty="0"/>
              <a:t>Click icon to add picture</a:t>
            </a:r>
          </a:p>
        </p:txBody>
      </p:sp>
      <p:sp>
        <p:nvSpPr>
          <p:cNvPr id="9" name="Text Placeholder 8"/>
          <p:cNvSpPr>
            <a:spLocks noGrp="1"/>
          </p:cNvSpPr>
          <p:nvPr>
            <p:ph type="body" sz="quarter" idx="17"/>
          </p:nvPr>
        </p:nvSpPr>
        <p:spPr>
          <a:xfrm>
            <a:off x="482363" y="3076573"/>
            <a:ext cx="2640000" cy="3222628"/>
          </a:xfrm>
        </p:spPr>
        <p:txBody>
          <a:bodyPr/>
          <a:lstStyle>
            <a:lvl1pPr marL="0" indent="0">
              <a:defRPr b="1">
                <a:solidFill>
                  <a:schemeClr val="tx1"/>
                </a:solidFill>
              </a:defRPr>
            </a:lvl1pPr>
            <a:lvl2pPr marL="127000" indent="-127000" algn="l">
              <a:spcAft>
                <a:spcPts val="0"/>
              </a:spcAft>
              <a:buClrTx/>
              <a:buSzPct val="100000"/>
              <a:buFont typeface="Arial" panose="020B0604020202020204" pitchFamily="34" charset="0"/>
              <a:buChar char="•"/>
              <a:defRPr>
                <a:solidFill>
                  <a:schemeClr val="tx1"/>
                </a:solidFill>
              </a:defRPr>
            </a:lvl2pPr>
            <a:lvl3pPr marL="279400" indent="-127000" algn="l">
              <a:spcAft>
                <a:spcPts val="0"/>
              </a:spcAft>
              <a:buClrTx/>
              <a:buSzPct val="100000"/>
              <a:buFont typeface="Arial" panose="020B0604020202020204" pitchFamily="34" charset="0"/>
              <a:buChar char="−"/>
              <a:defRPr>
                <a:solidFill>
                  <a:schemeClr val="tx1"/>
                </a:solidFill>
              </a:defRPr>
            </a:lvl3pPr>
            <a:lvl4pPr marL="431800" indent="-127000" algn="l">
              <a:spcAft>
                <a:spcPts val="0"/>
              </a:spcAft>
              <a:buClrTx/>
              <a:buSzPct val="100000"/>
              <a:buFont typeface="Arial" panose="020B0604020202020204" pitchFamily="34" charset="0"/>
              <a:buChar char="◦"/>
              <a:defRPr>
                <a:solidFill>
                  <a:schemeClr val="tx1"/>
                </a:solidFill>
              </a:defRPr>
            </a:lvl4pPr>
            <a:lvl5pPr marL="584200" indent="-127000" algn="l">
              <a:spcAft>
                <a:spcPts val="0"/>
              </a:spcAft>
              <a:buClrTx/>
              <a:buSzPct val="100000"/>
              <a:buFont typeface="Arial" panose="020B0604020202020204" pitchFamily="34" charset="0"/>
              <a:buChar char="−"/>
              <a:defRPr baseline="0">
                <a:solidFill>
                  <a:schemeClr val="tx1"/>
                </a:solidFill>
              </a:defRPr>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8"/>
          </p:nvPr>
        </p:nvSpPr>
        <p:spPr>
          <a:xfrm>
            <a:off x="6207211" y="3079742"/>
            <a:ext cx="2640000" cy="3222628"/>
          </a:xfrm>
        </p:spPr>
        <p:txBody>
          <a:bodyPr/>
          <a:lstStyle>
            <a:lvl1pPr marL="0" indent="0">
              <a:defRPr b="1">
                <a:solidFill>
                  <a:schemeClr val="tx1"/>
                </a:solidFill>
              </a:defRPr>
            </a:lvl1pPr>
            <a:lvl2pPr marL="127000" indent="-127000" algn="l">
              <a:spcAft>
                <a:spcPts val="0"/>
              </a:spcAft>
              <a:buClrTx/>
              <a:buSzPct val="100000"/>
              <a:buFont typeface="Arial" panose="020B0604020202020204" pitchFamily="34" charset="0"/>
              <a:buChar char="•"/>
              <a:defRPr>
                <a:solidFill>
                  <a:schemeClr val="tx1"/>
                </a:solidFill>
              </a:defRPr>
            </a:lvl2pPr>
            <a:lvl3pPr marL="279400" indent="-127000" algn="l">
              <a:spcAft>
                <a:spcPts val="0"/>
              </a:spcAft>
              <a:buClrTx/>
              <a:buSzPct val="100000"/>
              <a:buFont typeface="Arial" panose="020B0604020202020204" pitchFamily="34" charset="0"/>
              <a:buChar char="−"/>
              <a:defRPr>
                <a:solidFill>
                  <a:schemeClr val="tx1"/>
                </a:solidFill>
              </a:defRPr>
            </a:lvl3pPr>
            <a:lvl4pPr marL="431800" indent="-127000" algn="l">
              <a:spcAft>
                <a:spcPts val="0"/>
              </a:spcAft>
              <a:buClrTx/>
              <a:buSzPct val="100000"/>
              <a:buFont typeface="Arial" panose="020B0604020202020204" pitchFamily="34" charset="0"/>
              <a:buChar char="◦"/>
              <a:defRPr>
                <a:solidFill>
                  <a:schemeClr val="tx1"/>
                </a:solidFill>
              </a:defRPr>
            </a:lvl4pPr>
            <a:lvl5pPr marL="584200" indent="-127000" algn="l">
              <a:spcAft>
                <a:spcPts val="0"/>
              </a:spcAft>
              <a:buClrTx/>
              <a:buSzPct val="100000"/>
              <a:buFont typeface="Arial" panose="020B0604020202020204" pitchFamily="34" charset="0"/>
              <a:buChar char="−"/>
              <a:defRPr baseline="0">
                <a:solidFill>
                  <a:schemeClr val="tx1"/>
                </a:solidFill>
              </a:defRPr>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19"/>
          </p:nvPr>
        </p:nvSpPr>
        <p:spPr>
          <a:xfrm>
            <a:off x="3344787" y="3076573"/>
            <a:ext cx="2640000" cy="3222628"/>
          </a:xfrm>
        </p:spPr>
        <p:txBody>
          <a:bodyPr/>
          <a:lstStyle>
            <a:lvl1pPr marL="0" indent="0">
              <a:defRPr b="1">
                <a:solidFill>
                  <a:schemeClr val="tx1"/>
                </a:solidFill>
              </a:defRPr>
            </a:lvl1pPr>
            <a:lvl2pPr marL="127000" indent="-127000" algn="l">
              <a:spcAft>
                <a:spcPts val="0"/>
              </a:spcAft>
              <a:buClrTx/>
              <a:buSzPct val="100000"/>
              <a:buFont typeface="Arial" panose="020B0604020202020204" pitchFamily="34" charset="0"/>
              <a:buChar char="•"/>
              <a:defRPr>
                <a:solidFill>
                  <a:schemeClr val="tx1"/>
                </a:solidFill>
              </a:defRPr>
            </a:lvl2pPr>
            <a:lvl3pPr marL="279400" indent="-127000" algn="l">
              <a:spcAft>
                <a:spcPts val="0"/>
              </a:spcAft>
              <a:buClrTx/>
              <a:buSzPct val="100000"/>
              <a:buFont typeface="Arial" panose="020B0604020202020204" pitchFamily="34" charset="0"/>
              <a:buChar char="−"/>
              <a:defRPr>
                <a:solidFill>
                  <a:schemeClr val="tx1"/>
                </a:solidFill>
              </a:defRPr>
            </a:lvl3pPr>
            <a:lvl4pPr marL="431800" indent="-127000" algn="l">
              <a:spcAft>
                <a:spcPts val="0"/>
              </a:spcAft>
              <a:buClrTx/>
              <a:buSzPct val="100000"/>
              <a:buFont typeface="Arial" panose="020B0604020202020204" pitchFamily="34" charset="0"/>
              <a:buChar char="◦"/>
              <a:defRPr>
                <a:solidFill>
                  <a:schemeClr val="tx1"/>
                </a:solidFill>
              </a:defRPr>
            </a:lvl4pPr>
            <a:lvl5pPr marL="584200" indent="-127000" algn="l">
              <a:spcAft>
                <a:spcPts val="0"/>
              </a:spcAft>
              <a:buClrTx/>
              <a:buSzPct val="100000"/>
              <a:buFont typeface="Arial" panose="020B0604020202020204" pitchFamily="34" charset="0"/>
              <a:buChar char="−"/>
              <a:defRPr baseline="0">
                <a:solidFill>
                  <a:schemeClr val="tx1"/>
                </a:solidFill>
              </a:defRPr>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Text Placeholder 8"/>
          <p:cNvSpPr>
            <a:spLocks noGrp="1"/>
          </p:cNvSpPr>
          <p:nvPr>
            <p:ph type="body" sz="quarter" idx="20"/>
          </p:nvPr>
        </p:nvSpPr>
        <p:spPr>
          <a:xfrm>
            <a:off x="9069636" y="3079742"/>
            <a:ext cx="2640000" cy="3222628"/>
          </a:xfrm>
        </p:spPr>
        <p:txBody>
          <a:bodyPr/>
          <a:lstStyle>
            <a:lvl1pPr marL="0" indent="0">
              <a:defRPr b="1">
                <a:solidFill>
                  <a:schemeClr val="tx1"/>
                </a:solidFill>
              </a:defRPr>
            </a:lvl1pPr>
            <a:lvl2pPr marL="127000" indent="-127000" algn="l">
              <a:spcAft>
                <a:spcPts val="0"/>
              </a:spcAft>
              <a:buClrTx/>
              <a:buSzPct val="100000"/>
              <a:buFont typeface="Arial" panose="020B0604020202020204" pitchFamily="34" charset="0"/>
              <a:buChar char="•"/>
              <a:defRPr>
                <a:solidFill>
                  <a:schemeClr val="tx1"/>
                </a:solidFill>
              </a:defRPr>
            </a:lvl2pPr>
            <a:lvl3pPr marL="279400" indent="-127000" algn="l">
              <a:spcAft>
                <a:spcPts val="0"/>
              </a:spcAft>
              <a:buClrTx/>
              <a:buSzPct val="100000"/>
              <a:buFont typeface="Arial" panose="020B0604020202020204" pitchFamily="34" charset="0"/>
              <a:buChar char="−"/>
              <a:defRPr>
                <a:solidFill>
                  <a:schemeClr val="tx1"/>
                </a:solidFill>
              </a:defRPr>
            </a:lvl3pPr>
            <a:lvl4pPr marL="431800" indent="-127000" algn="l">
              <a:spcAft>
                <a:spcPts val="0"/>
              </a:spcAft>
              <a:buClrTx/>
              <a:buSzPct val="100000"/>
              <a:buFont typeface="Arial" panose="020B0604020202020204" pitchFamily="34" charset="0"/>
              <a:buChar char="◦"/>
              <a:defRPr>
                <a:solidFill>
                  <a:schemeClr val="tx1"/>
                </a:solidFill>
              </a:defRPr>
            </a:lvl4pPr>
            <a:lvl5pPr marL="584200" indent="-127000" algn="l">
              <a:spcAft>
                <a:spcPts val="0"/>
              </a:spcAft>
              <a:buClrTx/>
              <a:buSzPct val="100000"/>
              <a:buFont typeface="Arial" panose="020B0604020202020204" pitchFamily="34" charset="0"/>
              <a:buChar char="−"/>
              <a:defRPr baseline="0">
                <a:solidFill>
                  <a:schemeClr val="tx1"/>
                </a:solidFill>
              </a:defRPr>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4" name="Text Placeholder 8"/>
          <p:cNvSpPr>
            <a:spLocks noGrp="1"/>
          </p:cNvSpPr>
          <p:nvPr>
            <p:ph type="body" sz="quarter" idx="21"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1592312032"/>
      </p:ext>
    </p:extLst>
  </p:cSld>
  <p:clrMapOvr>
    <a:masterClrMapping/>
  </p:clrMapOvr>
  <p:transition>
    <p:fade/>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eam profile 2">
    <p:spTree>
      <p:nvGrpSpPr>
        <p:cNvPr id="1" name=""/>
        <p:cNvGrpSpPr/>
        <p:nvPr/>
      </p:nvGrpSpPr>
      <p:grpSpPr>
        <a:xfrm>
          <a:off x="0" y="0"/>
          <a:ext cx="0" cy="0"/>
          <a:chOff x="0" y="0"/>
          <a:chExt cx="0" cy="0"/>
        </a:xfrm>
      </p:grpSpPr>
      <p:sp>
        <p:nvSpPr>
          <p:cNvPr id="4" name="Rectangle 3"/>
          <p:cNvSpPr/>
          <p:nvPr userDrawn="1"/>
        </p:nvSpPr>
        <p:spPr>
          <a:xfrm>
            <a:off x="476780" y="170386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5" name="Rectangle 4"/>
          <p:cNvSpPr/>
          <p:nvPr userDrawn="1"/>
        </p:nvSpPr>
        <p:spPr>
          <a:xfrm>
            <a:off x="6184900" y="170386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6" name="Rectangle 5"/>
          <p:cNvSpPr/>
          <p:nvPr userDrawn="1"/>
        </p:nvSpPr>
        <p:spPr>
          <a:xfrm>
            <a:off x="469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7" name="Rectangle 6"/>
          <p:cNvSpPr/>
          <p:nvPr userDrawn="1"/>
        </p:nvSpPr>
        <p:spPr>
          <a:xfrm>
            <a:off x="6184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8" name="Picture Placeholder 11"/>
          <p:cNvSpPr>
            <a:spLocks noGrp="1"/>
          </p:cNvSpPr>
          <p:nvPr>
            <p:ph type="pic" sz="quarter" idx="25"/>
          </p:nvPr>
        </p:nvSpPr>
        <p:spPr>
          <a:xfrm>
            <a:off x="476780" y="1880213"/>
            <a:ext cx="2116800" cy="1591200"/>
          </a:xfrm>
        </p:spPr>
        <p:txBody>
          <a:bodyPr/>
          <a:lstStyle>
            <a:lvl1pPr algn="ctr">
              <a:defRPr/>
            </a:lvl1pPr>
          </a:lstStyle>
          <a:p>
            <a:r>
              <a:rPr lang="en-US" noProof="0" dirty="0"/>
              <a:t>Click icon to add picture</a:t>
            </a:r>
          </a:p>
        </p:txBody>
      </p:sp>
      <p:sp>
        <p:nvSpPr>
          <p:cNvPr id="9" name="Picture Placeholder 11"/>
          <p:cNvSpPr>
            <a:spLocks noGrp="1"/>
          </p:cNvSpPr>
          <p:nvPr>
            <p:ph type="pic" sz="quarter" idx="27"/>
          </p:nvPr>
        </p:nvSpPr>
        <p:spPr>
          <a:xfrm>
            <a:off x="6204097" y="1880212"/>
            <a:ext cx="2116800" cy="1591200"/>
          </a:xfrm>
        </p:spPr>
        <p:txBody>
          <a:bodyPr/>
          <a:lstStyle>
            <a:lvl1pPr algn="ctr">
              <a:defRPr/>
            </a:lvl1pPr>
          </a:lstStyle>
          <a:p>
            <a:r>
              <a:rPr lang="en-US" noProof="0" dirty="0"/>
              <a:t>Click icon to add picture</a:t>
            </a:r>
          </a:p>
        </p:txBody>
      </p:sp>
      <p:sp>
        <p:nvSpPr>
          <p:cNvPr id="10" name="Picture Placeholder 11"/>
          <p:cNvSpPr>
            <a:spLocks noGrp="1"/>
          </p:cNvSpPr>
          <p:nvPr>
            <p:ph type="pic" sz="quarter" idx="29"/>
          </p:nvPr>
        </p:nvSpPr>
        <p:spPr>
          <a:xfrm>
            <a:off x="481779" y="4256211"/>
            <a:ext cx="2116800" cy="1591200"/>
          </a:xfrm>
        </p:spPr>
        <p:txBody>
          <a:bodyPr/>
          <a:lstStyle>
            <a:lvl1pPr algn="ctr">
              <a:defRPr/>
            </a:lvl1pPr>
          </a:lstStyle>
          <a:p>
            <a:r>
              <a:rPr lang="en-US" noProof="0" dirty="0"/>
              <a:t>Click icon to add picture</a:t>
            </a:r>
          </a:p>
        </p:txBody>
      </p:sp>
      <p:sp>
        <p:nvSpPr>
          <p:cNvPr id="11" name="Picture Placeholder 11"/>
          <p:cNvSpPr>
            <a:spLocks noGrp="1"/>
          </p:cNvSpPr>
          <p:nvPr>
            <p:ph type="pic" sz="quarter" idx="31"/>
          </p:nvPr>
        </p:nvSpPr>
        <p:spPr>
          <a:xfrm>
            <a:off x="6204097" y="4256211"/>
            <a:ext cx="2116800" cy="1591200"/>
          </a:xfrm>
        </p:spPr>
        <p:txBody>
          <a:bodyPr/>
          <a:lstStyle>
            <a:lvl1pPr algn="ctr">
              <a:defRPr/>
            </a:lvl1pPr>
          </a:lstStyle>
          <a:p>
            <a:r>
              <a:rPr lang="en-US" noProof="0" dirty="0"/>
              <a:t>Click icon to add picture</a:t>
            </a:r>
          </a:p>
        </p:txBody>
      </p:sp>
      <p:sp>
        <p:nvSpPr>
          <p:cNvPr id="13" name="Text Placeholder 12"/>
          <p:cNvSpPr>
            <a:spLocks noGrp="1"/>
          </p:cNvSpPr>
          <p:nvPr>
            <p:ph type="body" sz="quarter" idx="32"/>
          </p:nvPr>
        </p:nvSpPr>
        <p:spPr>
          <a:xfrm>
            <a:off x="2840780" y="1880213"/>
            <a:ext cx="3172800" cy="1944000"/>
          </a:xfrm>
        </p:spPr>
        <p:txBody>
          <a:bodyPr/>
          <a:lstStyle>
            <a:lvl1pPr marL="0" indent="0" algn="l">
              <a:spcAft>
                <a:spcPts val="0"/>
              </a:spcAft>
              <a:buFontTx/>
              <a:buNone/>
              <a:defRPr b="1"/>
            </a:lvl1pPr>
            <a:lvl2pPr marL="127000" indent="-127000" algn="l">
              <a:spcAft>
                <a:spcPts val="0"/>
              </a:spcAft>
              <a:buClrTx/>
              <a:buSzPct val="100000"/>
              <a:buFont typeface="Arial" panose="020B0604020202020204" pitchFamily="34" charset="0"/>
              <a:buChar char="•"/>
              <a:defRPr b="0"/>
            </a:lvl2pPr>
          </a:lstStyle>
          <a:p>
            <a:pPr lvl="0"/>
            <a:r>
              <a:rPr lang="en-US" noProof="0"/>
              <a:t>Click to edit Master text styles</a:t>
            </a:r>
          </a:p>
          <a:p>
            <a:pPr lvl="1"/>
            <a:r>
              <a:rPr lang="en-US" noProof="0"/>
              <a:t>Second level</a:t>
            </a:r>
          </a:p>
        </p:txBody>
      </p:sp>
      <p:sp>
        <p:nvSpPr>
          <p:cNvPr id="14" name="Text Placeholder 12"/>
          <p:cNvSpPr>
            <a:spLocks noGrp="1"/>
          </p:cNvSpPr>
          <p:nvPr>
            <p:ph type="body" sz="quarter" idx="33"/>
          </p:nvPr>
        </p:nvSpPr>
        <p:spPr>
          <a:xfrm>
            <a:off x="8550676" y="1880213"/>
            <a:ext cx="3171024" cy="1944000"/>
          </a:xfrm>
        </p:spPr>
        <p:txBody>
          <a:bodyPr/>
          <a:lstStyle>
            <a:lvl1pPr marL="0" indent="0" algn="l">
              <a:spcAft>
                <a:spcPts val="0"/>
              </a:spcAft>
              <a:buFontTx/>
              <a:buNone/>
              <a:defRPr b="1"/>
            </a:lvl1pPr>
            <a:lvl2pPr marL="127000" indent="-127000" algn="l">
              <a:spcAft>
                <a:spcPts val="0"/>
              </a:spcAft>
              <a:buClrTx/>
              <a:buSzPct val="100000"/>
              <a:buFont typeface="Arial" panose="020B0604020202020204" pitchFamily="34" charset="0"/>
              <a:buChar char="•"/>
              <a:defRPr b="0"/>
            </a:lvl2pPr>
          </a:lstStyle>
          <a:p>
            <a:pPr lvl="0"/>
            <a:r>
              <a:rPr lang="en-US" noProof="0"/>
              <a:t>Click to edit Master text styles</a:t>
            </a:r>
          </a:p>
          <a:p>
            <a:pPr lvl="1"/>
            <a:r>
              <a:rPr lang="en-US" noProof="0"/>
              <a:t>Second level</a:t>
            </a:r>
          </a:p>
        </p:txBody>
      </p:sp>
      <p:sp>
        <p:nvSpPr>
          <p:cNvPr id="15" name="Text Placeholder 12"/>
          <p:cNvSpPr>
            <a:spLocks noGrp="1"/>
          </p:cNvSpPr>
          <p:nvPr>
            <p:ph type="body" sz="quarter" idx="34"/>
          </p:nvPr>
        </p:nvSpPr>
        <p:spPr>
          <a:xfrm>
            <a:off x="2802551" y="4256213"/>
            <a:ext cx="3172800" cy="1944000"/>
          </a:xfrm>
        </p:spPr>
        <p:txBody>
          <a:bodyPr/>
          <a:lstStyle>
            <a:lvl1pPr marL="0" indent="0" algn="l">
              <a:spcAft>
                <a:spcPts val="0"/>
              </a:spcAft>
              <a:buFontTx/>
              <a:buNone/>
              <a:defRPr b="1"/>
            </a:lvl1pPr>
            <a:lvl2pPr marL="127000" indent="-127000" algn="l">
              <a:spcAft>
                <a:spcPts val="0"/>
              </a:spcAft>
              <a:buClrTx/>
              <a:buSzPct val="100000"/>
              <a:buFont typeface="Arial" panose="020B0604020202020204" pitchFamily="34" charset="0"/>
              <a:buChar char="•"/>
              <a:defRPr b="0"/>
            </a:lvl2pPr>
          </a:lstStyle>
          <a:p>
            <a:pPr lvl="0"/>
            <a:r>
              <a:rPr lang="en-US" noProof="0"/>
              <a:t>Click to edit Master text styles</a:t>
            </a:r>
          </a:p>
          <a:p>
            <a:pPr lvl="1"/>
            <a:r>
              <a:rPr lang="en-US" noProof="0"/>
              <a:t>Second level</a:t>
            </a:r>
          </a:p>
        </p:txBody>
      </p:sp>
      <p:sp>
        <p:nvSpPr>
          <p:cNvPr id="16" name="Text Placeholder 12"/>
          <p:cNvSpPr>
            <a:spLocks noGrp="1"/>
          </p:cNvSpPr>
          <p:nvPr>
            <p:ph type="body" sz="quarter" idx="35"/>
          </p:nvPr>
        </p:nvSpPr>
        <p:spPr>
          <a:xfrm>
            <a:off x="8548900" y="4256212"/>
            <a:ext cx="3172800" cy="1944000"/>
          </a:xfrm>
        </p:spPr>
        <p:txBody>
          <a:bodyPr/>
          <a:lstStyle>
            <a:lvl1pPr marL="0" indent="0" algn="l">
              <a:spcAft>
                <a:spcPts val="0"/>
              </a:spcAft>
              <a:buFontTx/>
              <a:buNone/>
              <a:defRPr b="1"/>
            </a:lvl1pPr>
            <a:lvl2pPr marL="127000" indent="-127000" algn="l">
              <a:spcAft>
                <a:spcPts val="0"/>
              </a:spcAft>
              <a:buClrTx/>
              <a:buSzPct val="100000"/>
              <a:buFont typeface="Arial" panose="020B0604020202020204" pitchFamily="34" charset="0"/>
              <a:buChar char="•"/>
              <a:defRPr b="0"/>
            </a:lvl2pPr>
          </a:lstStyle>
          <a:p>
            <a:pPr lvl="0"/>
            <a:r>
              <a:rPr lang="en-US" noProof="0"/>
              <a:t>Click to edit Master text styles</a:t>
            </a:r>
          </a:p>
          <a:p>
            <a:pPr lvl="1"/>
            <a:r>
              <a:rPr lang="en-US" noProof="0"/>
              <a:t>Second level</a:t>
            </a:r>
          </a:p>
        </p:txBody>
      </p:sp>
      <p:sp>
        <p:nvSpPr>
          <p:cNvPr id="1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3161392374"/>
      </p:ext>
    </p:extLst>
  </p:cSld>
  <p:clrMapOvr>
    <a:masterClrMapping/>
  </p:clrMapOvr>
  <p:transition>
    <p:fade/>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3 picture and text">
    <p:spTree>
      <p:nvGrpSpPr>
        <p:cNvPr id="1" name=""/>
        <p:cNvGrpSpPr/>
        <p:nvPr/>
      </p:nvGrpSpPr>
      <p:grpSpPr>
        <a:xfrm>
          <a:off x="0" y="0"/>
          <a:ext cx="0" cy="0"/>
          <a:chOff x="0" y="0"/>
          <a:chExt cx="0" cy="0"/>
        </a:xfrm>
      </p:grpSpPr>
      <p:sp>
        <p:nvSpPr>
          <p:cNvPr id="4" name="Picture Placeholder 7"/>
          <p:cNvSpPr>
            <a:spLocks noGrp="1"/>
          </p:cNvSpPr>
          <p:nvPr>
            <p:ph type="pic" sz="quarter" idx="13"/>
          </p:nvPr>
        </p:nvSpPr>
        <p:spPr>
          <a:xfrm>
            <a:off x="478609" y="1700213"/>
            <a:ext cx="3639312" cy="2052830"/>
          </a:xfrm>
        </p:spPr>
        <p:txBody>
          <a:bodyPr/>
          <a:lstStyle/>
          <a:p>
            <a:r>
              <a:rPr lang="en-US" noProof="0" dirty="0"/>
              <a:t>Click icon to add picture</a:t>
            </a:r>
          </a:p>
        </p:txBody>
      </p:sp>
      <p:sp>
        <p:nvSpPr>
          <p:cNvPr id="5" name="Picture Placeholder 7"/>
          <p:cNvSpPr>
            <a:spLocks noGrp="1"/>
          </p:cNvSpPr>
          <p:nvPr>
            <p:ph type="pic" sz="quarter" idx="14"/>
          </p:nvPr>
        </p:nvSpPr>
        <p:spPr>
          <a:xfrm>
            <a:off x="8082784" y="1700213"/>
            <a:ext cx="3639316" cy="2059099"/>
          </a:xfrm>
        </p:spPr>
        <p:txBody>
          <a:bodyPr/>
          <a:lstStyle/>
          <a:p>
            <a:r>
              <a:rPr lang="en-US" noProof="0" dirty="0"/>
              <a:t>Click icon to add picture</a:t>
            </a:r>
          </a:p>
        </p:txBody>
      </p:sp>
      <p:sp>
        <p:nvSpPr>
          <p:cNvPr id="6" name="Picture Placeholder 7"/>
          <p:cNvSpPr>
            <a:spLocks noGrp="1"/>
          </p:cNvSpPr>
          <p:nvPr>
            <p:ph type="pic" sz="quarter" idx="15"/>
          </p:nvPr>
        </p:nvSpPr>
        <p:spPr>
          <a:xfrm>
            <a:off x="4284188" y="1700212"/>
            <a:ext cx="3636962" cy="2057767"/>
          </a:xfrm>
        </p:spPr>
        <p:txBody>
          <a:bodyPr/>
          <a:lstStyle/>
          <a:p>
            <a:r>
              <a:rPr lang="en-US" noProof="0" dirty="0"/>
              <a:t>Click icon to add picture</a:t>
            </a:r>
          </a:p>
        </p:txBody>
      </p:sp>
      <p:sp>
        <p:nvSpPr>
          <p:cNvPr id="9" name="Text Placeholder 18"/>
          <p:cNvSpPr>
            <a:spLocks noGrp="1"/>
          </p:cNvSpPr>
          <p:nvPr>
            <p:ph idx="1" hasCustomPrompt="1"/>
          </p:nvPr>
        </p:nvSpPr>
        <p:spPr>
          <a:xfrm>
            <a:off x="478609" y="3832225"/>
            <a:ext cx="3639312" cy="218144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Text Placeholder 18"/>
          <p:cNvSpPr>
            <a:spLocks noGrp="1"/>
          </p:cNvSpPr>
          <p:nvPr>
            <p:ph idx="16" hasCustomPrompt="1"/>
          </p:nvPr>
        </p:nvSpPr>
        <p:spPr>
          <a:xfrm>
            <a:off x="4278313" y="3832224"/>
            <a:ext cx="3636962" cy="2186686"/>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4" name="Text Placeholder 18"/>
          <p:cNvSpPr>
            <a:spLocks noGrp="1"/>
          </p:cNvSpPr>
          <p:nvPr>
            <p:ph idx="17" hasCustomPrompt="1"/>
          </p:nvPr>
        </p:nvSpPr>
        <p:spPr>
          <a:xfrm>
            <a:off x="8082784" y="3832224"/>
            <a:ext cx="3639316" cy="2188101"/>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1" name="Text Placeholder 8"/>
          <p:cNvSpPr>
            <a:spLocks noGrp="1"/>
          </p:cNvSpPr>
          <p:nvPr>
            <p:ph type="body" sz="quarter" idx="18"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2"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448983753"/>
      </p:ext>
    </p:extLst>
  </p:cSld>
  <p:clrMapOvr>
    <a:masterClrMapping/>
  </p:clrMapOvr>
  <p:transition>
    <p:fade/>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2853785011"/>
      </p:ext>
    </p:extLst>
  </p:cSld>
  <p:clrMapOvr>
    <a:masterClrMapping/>
  </p:clrMapOvr>
  <p:transition>
    <p:fade/>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Qualifications 2 x 1">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1" name="Title Placeholder 1"/>
          <p:cNvSpPr>
            <a:spLocks noGrp="1"/>
          </p:cNvSpPr>
          <p:nvPr>
            <p:ph type="title"/>
          </p:nvPr>
        </p:nvSpPr>
        <p:spPr>
          <a:xfrm>
            <a:off x="469900" y="402586"/>
            <a:ext cx="11252200" cy="334101"/>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
        <p:nvSpPr>
          <p:cNvPr id="14" name="Text Placeholder 8"/>
          <p:cNvSpPr>
            <a:spLocks noGrp="1"/>
          </p:cNvSpPr>
          <p:nvPr>
            <p:ph type="body" sz="quarter" idx="17"/>
          </p:nvPr>
        </p:nvSpPr>
        <p:spPr>
          <a:xfrm>
            <a:off x="469899" y="1857892"/>
            <a:ext cx="5544000" cy="1695451"/>
          </a:xfrm>
        </p:spPr>
        <p:txBody>
          <a:bodyPr/>
          <a:lstStyle>
            <a:lvl1pPr marL="0" indent="0" algn="l">
              <a:spcAft>
                <a:spcPts val="1333"/>
              </a:spcAft>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5" name="Text Placeholder 8"/>
          <p:cNvSpPr>
            <a:spLocks noGrp="1"/>
          </p:cNvSpPr>
          <p:nvPr>
            <p:ph type="body" sz="quarter" idx="21"/>
          </p:nvPr>
        </p:nvSpPr>
        <p:spPr>
          <a:xfrm>
            <a:off x="6177462" y="1857892"/>
            <a:ext cx="5544000" cy="1695451"/>
          </a:xfrm>
        </p:spPr>
        <p:txBody>
          <a:bodyPr/>
          <a:lstStyle>
            <a:lvl1pPr marL="0" indent="0" algn="l">
              <a:spcAft>
                <a:spcPts val="1333"/>
              </a:spcAft>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7" name="Rectangle 16"/>
          <p:cNvSpPr/>
          <p:nvPr userDrawn="1"/>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dirty="0">
              <a:solidFill>
                <a:schemeClr val="bg1"/>
              </a:solidFill>
            </a:endParaRPr>
          </a:p>
        </p:txBody>
      </p:sp>
      <p:sp>
        <p:nvSpPr>
          <p:cNvPr id="18" name="Rectangle 17"/>
          <p:cNvSpPr/>
          <p:nvPr userDrawn="1"/>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dirty="0">
              <a:solidFill>
                <a:schemeClr val="bg1"/>
              </a:solidFill>
            </a:endParaRPr>
          </a:p>
        </p:txBody>
      </p:sp>
      <p:sp>
        <p:nvSpPr>
          <p:cNvPr id="19" name="Picture Placeholder 29"/>
          <p:cNvSpPr>
            <a:spLocks noGrp="1"/>
          </p:cNvSpPr>
          <p:nvPr>
            <p:ph type="pic" sz="quarter" idx="20" hasCustomPrompt="1"/>
          </p:nvPr>
        </p:nvSpPr>
        <p:spPr>
          <a:xfrm>
            <a:off x="10467635" y="1857892"/>
            <a:ext cx="1244161" cy="549275"/>
          </a:xfrm>
        </p:spPr>
        <p:txBody>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
        <p:nvSpPr>
          <p:cNvPr id="20" name="Picture Placeholder 29"/>
          <p:cNvSpPr>
            <a:spLocks noGrp="1"/>
          </p:cNvSpPr>
          <p:nvPr>
            <p:ph type="pic" sz="quarter" idx="19" hasCustomPrompt="1"/>
          </p:nvPr>
        </p:nvSpPr>
        <p:spPr>
          <a:xfrm>
            <a:off x="4734795" y="1863917"/>
            <a:ext cx="1244906" cy="549275"/>
          </a:xfrm>
        </p:spPr>
        <p:txBody>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Tree>
    <p:extLst>
      <p:ext uri="{BB962C8B-B14F-4D97-AF65-F5344CB8AC3E}">
        <p14:creationId xmlns:p14="http://schemas.microsoft.com/office/powerpoint/2010/main" val="15175051"/>
      </p:ext>
    </p:extLst>
  </p:cSld>
  <p:clrMapOvr>
    <a:masterClrMapping/>
  </p:clrMapOvr>
  <p:transition>
    <p:fade/>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469899" y="1857892"/>
            <a:ext cx="5544000" cy="1695451"/>
          </a:xfrm>
        </p:spPr>
        <p:txBody>
          <a:bodyPr>
            <a:noAutofit/>
          </a:bodyPr>
          <a:lstStyle>
            <a:lvl1pPr marL="0" indent="0">
              <a:spcAft>
                <a:spcPts val="1333"/>
              </a:spcAft>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21"/>
          </p:nvPr>
        </p:nvSpPr>
        <p:spPr>
          <a:xfrm>
            <a:off x="6177462" y="1857892"/>
            <a:ext cx="5544000" cy="1695451"/>
          </a:xfrm>
        </p:spPr>
        <p:txBody>
          <a:bodyPr>
            <a:noAutofit/>
          </a:bodyPr>
          <a:lstStyle>
            <a:lvl1pPr marL="0" indent="0">
              <a:spcAft>
                <a:spcPts val="1333"/>
              </a:spcAft>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4" name="Rectangle 3"/>
          <p:cNvSpPr/>
          <p:nvPr userDrawn="1"/>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5" name="Rectangle 4"/>
          <p:cNvSpPr/>
          <p:nvPr userDrawn="1"/>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7" name="Picture Placeholder 29"/>
          <p:cNvSpPr>
            <a:spLocks noGrp="1"/>
          </p:cNvSpPr>
          <p:nvPr>
            <p:ph type="pic" sz="quarter" idx="20" hasCustomPrompt="1"/>
          </p:nvPr>
        </p:nvSpPr>
        <p:spPr>
          <a:xfrm>
            <a:off x="10467635" y="1857892"/>
            <a:ext cx="1244161"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
        <p:nvSpPr>
          <p:cNvPr id="10" name="Text Placeholder 8"/>
          <p:cNvSpPr>
            <a:spLocks noGrp="1"/>
          </p:cNvSpPr>
          <p:nvPr>
            <p:ph type="body" sz="quarter" idx="22"/>
          </p:nvPr>
        </p:nvSpPr>
        <p:spPr>
          <a:xfrm>
            <a:off x="469899" y="4249681"/>
            <a:ext cx="5544000" cy="1695451"/>
          </a:xfrm>
        </p:spPr>
        <p:txBody>
          <a:bodyPr>
            <a:noAutofit/>
          </a:bodyPr>
          <a:lstStyle>
            <a:lvl1pPr marL="0" indent="0">
              <a:spcAft>
                <a:spcPts val="1333"/>
              </a:spcAft>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23"/>
          </p:nvPr>
        </p:nvSpPr>
        <p:spPr>
          <a:xfrm>
            <a:off x="6177460" y="4249681"/>
            <a:ext cx="5544000" cy="1695451"/>
          </a:xfrm>
        </p:spPr>
        <p:txBody>
          <a:bodyPr>
            <a:noAutofit/>
          </a:bodyPr>
          <a:lstStyle>
            <a:lvl1pPr marL="0" indent="0">
              <a:spcAft>
                <a:spcPts val="1333"/>
              </a:spcAft>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Rectangle 11"/>
          <p:cNvSpPr/>
          <p:nvPr userDrawn="1"/>
        </p:nvSpPr>
        <p:spPr>
          <a:xfrm>
            <a:off x="469899"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13" name="Rectangle 12"/>
          <p:cNvSpPr/>
          <p:nvPr userDrawn="1"/>
        </p:nvSpPr>
        <p:spPr>
          <a:xfrm>
            <a:off x="6167796"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14" name="Picture Placeholder 29"/>
          <p:cNvSpPr>
            <a:spLocks noGrp="1"/>
          </p:cNvSpPr>
          <p:nvPr>
            <p:ph type="pic" sz="quarter" idx="24" hasCustomPrompt="1"/>
          </p:nvPr>
        </p:nvSpPr>
        <p:spPr>
          <a:xfrm>
            <a:off x="4700436" y="4249683"/>
            <a:ext cx="1274916"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
        <p:nvSpPr>
          <p:cNvPr id="15" name="Picture Placeholder 29"/>
          <p:cNvSpPr>
            <a:spLocks noGrp="1"/>
          </p:cNvSpPr>
          <p:nvPr>
            <p:ph type="pic" sz="quarter" idx="25" hasCustomPrompt="1"/>
          </p:nvPr>
        </p:nvSpPr>
        <p:spPr>
          <a:xfrm>
            <a:off x="10459036" y="4248209"/>
            <a:ext cx="1244160"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
        <p:nvSpPr>
          <p:cNvPr id="17" name="Picture Placeholder 29"/>
          <p:cNvSpPr>
            <a:spLocks noGrp="1"/>
          </p:cNvSpPr>
          <p:nvPr>
            <p:ph type="pic" sz="quarter" idx="19" hasCustomPrompt="1"/>
          </p:nvPr>
        </p:nvSpPr>
        <p:spPr>
          <a:xfrm>
            <a:off x="4734795" y="1863917"/>
            <a:ext cx="1244906"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
        <p:nvSpPr>
          <p:cNvPr id="1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1989655042"/>
      </p:ext>
    </p:extLst>
  </p:cSld>
  <p:clrMapOvr>
    <a:masterClrMapping/>
  </p:clrMapOvr>
  <p:transition>
    <p:fade/>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3 column green line">
    <p:spTree>
      <p:nvGrpSpPr>
        <p:cNvPr id="1" name=""/>
        <p:cNvGrpSpPr/>
        <p:nvPr/>
      </p:nvGrpSpPr>
      <p:grpSpPr>
        <a:xfrm>
          <a:off x="0" y="0"/>
          <a:ext cx="0" cy="0"/>
          <a:chOff x="0" y="0"/>
          <a:chExt cx="0" cy="0"/>
        </a:xfrm>
      </p:grpSpPr>
      <p:sp>
        <p:nvSpPr>
          <p:cNvPr id="4" name="Rectangle 3"/>
          <p:cNvSpPr/>
          <p:nvPr userDrawn="1"/>
        </p:nvSpPr>
        <p:spPr>
          <a:xfrm>
            <a:off x="4278313" y="1705968"/>
            <a:ext cx="363696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5" name="Rectangle 4"/>
          <p:cNvSpPr/>
          <p:nvPr userDrawn="1"/>
        </p:nvSpPr>
        <p:spPr>
          <a:xfrm>
            <a:off x="469900" y="1705968"/>
            <a:ext cx="3627438"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6" name="Rectangle 5"/>
          <p:cNvSpPr/>
          <p:nvPr userDrawn="1"/>
        </p:nvSpPr>
        <p:spPr>
          <a:xfrm>
            <a:off x="8104176" y="1705968"/>
            <a:ext cx="3629025"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7" name="Text Placeholder 8"/>
          <p:cNvSpPr>
            <a:spLocks noGrp="1"/>
          </p:cNvSpPr>
          <p:nvPr>
            <p:ph type="body" sz="quarter" idx="17"/>
          </p:nvPr>
        </p:nvSpPr>
        <p:spPr>
          <a:xfrm>
            <a:off x="4278313" y="1851441"/>
            <a:ext cx="3630168" cy="3845755"/>
          </a:xfrm>
        </p:spPr>
        <p:txBody>
          <a:bodyPr/>
          <a:lstStyle>
            <a:lvl1pPr marL="0" indent="0" algn="l">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8"/>
          </p:nvPr>
        </p:nvSpPr>
        <p:spPr>
          <a:xfrm>
            <a:off x="469900" y="1851441"/>
            <a:ext cx="3627438" cy="3845755"/>
          </a:xfrm>
        </p:spPr>
        <p:txBody>
          <a:bodyPr/>
          <a:lstStyle>
            <a:lvl1pPr marL="0" indent="0" algn="l">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9"/>
          </p:nvPr>
        </p:nvSpPr>
        <p:spPr>
          <a:xfrm>
            <a:off x="8093075" y="1851441"/>
            <a:ext cx="3629025" cy="3845755"/>
          </a:xfrm>
        </p:spPr>
        <p:txBody>
          <a:bodyPr/>
          <a:lstStyle>
            <a:lvl1pPr marL="0" indent="0" algn="l">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2"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3636712641"/>
      </p:ext>
    </p:extLst>
  </p:cSld>
  <p:clrMapOvr>
    <a:masterClrMapping/>
  </p:clrMapOvr>
  <p:transition>
    <p:fade/>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_3 column green line">
    <p:spTree>
      <p:nvGrpSpPr>
        <p:cNvPr id="1" name=""/>
        <p:cNvGrpSpPr/>
        <p:nvPr/>
      </p:nvGrpSpPr>
      <p:grpSpPr>
        <a:xfrm>
          <a:off x="0" y="0"/>
          <a:ext cx="0" cy="0"/>
          <a:chOff x="0" y="0"/>
          <a:chExt cx="0" cy="0"/>
        </a:xfrm>
      </p:grpSpPr>
      <p:sp>
        <p:nvSpPr>
          <p:cNvPr id="4" name="Rectangle 3"/>
          <p:cNvSpPr/>
          <p:nvPr userDrawn="1"/>
        </p:nvSpPr>
        <p:spPr>
          <a:xfrm>
            <a:off x="4278313" y="2071728"/>
            <a:ext cx="363696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5" name="Rectangle 4"/>
          <p:cNvSpPr/>
          <p:nvPr userDrawn="1"/>
        </p:nvSpPr>
        <p:spPr>
          <a:xfrm>
            <a:off x="469900" y="2071728"/>
            <a:ext cx="3627438"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6" name="Rectangle 5"/>
          <p:cNvSpPr/>
          <p:nvPr userDrawn="1"/>
        </p:nvSpPr>
        <p:spPr>
          <a:xfrm>
            <a:off x="8104176" y="2071728"/>
            <a:ext cx="3629025"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7" name="Text Placeholder 8"/>
          <p:cNvSpPr>
            <a:spLocks noGrp="1"/>
          </p:cNvSpPr>
          <p:nvPr>
            <p:ph type="body" sz="quarter" idx="17"/>
          </p:nvPr>
        </p:nvSpPr>
        <p:spPr>
          <a:xfrm>
            <a:off x="4278313" y="2217201"/>
            <a:ext cx="3630168" cy="3845755"/>
          </a:xfrm>
        </p:spPr>
        <p:txBody>
          <a:bodyPr/>
          <a:lstStyle>
            <a:lvl1pPr marL="0" indent="0" algn="l">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8"/>
          </p:nvPr>
        </p:nvSpPr>
        <p:spPr>
          <a:xfrm>
            <a:off x="469900" y="2217201"/>
            <a:ext cx="3627438" cy="3845755"/>
          </a:xfrm>
        </p:spPr>
        <p:txBody>
          <a:bodyPr/>
          <a:lstStyle>
            <a:lvl1pPr marL="0" indent="0" algn="l">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9"/>
          </p:nvPr>
        </p:nvSpPr>
        <p:spPr>
          <a:xfrm>
            <a:off x="8093075" y="2217201"/>
            <a:ext cx="3629025" cy="3845755"/>
          </a:xfrm>
        </p:spPr>
        <p:txBody>
          <a:bodyPr/>
          <a:lstStyle>
            <a:lvl1pPr marL="0" indent="0" algn="l">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2"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2289972282"/>
      </p:ext>
    </p:extLst>
  </p:cSld>
  <p:clrMapOvr>
    <a:masterClrMapping/>
  </p:clrMapOvr>
  <p:transition>
    <p:fade/>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4 column icon">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0" y="2556000"/>
            <a:ext cx="2592000" cy="3394800"/>
          </a:xfrm>
        </p:spPr>
        <p:txBody>
          <a:bodyPr/>
          <a:lstStyle>
            <a:lvl1pPr marL="0" indent="0" algn="l">
              <a:buFontTx/>
              <a:buNone/>
              <a:defRPr b="0">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130100" y="2556000"/>
            <a:ext cx="2592000" cy="3394800"/>
          </a:xfrm>
        </p:spPr>
        <p:txBody>
          <a:bodyPr/>
          <a:lstStyle>
            <a:lvl1pPr marL="0" indent="0" algn="l">
              <a:buFontTx/>
              <a:buNone/>
              <a:defRPr b="0">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56633" y="2556000"/>
            <a:ext cx="2592000" cy="3394800"/>
          </a:xfrm>
        </p:spPr>
        <p:txBody>
          <a:bodyPr/>
          <a:lstStyle>
            <a:lvl1pPr marL="0" indent="0" algn="l">
              <a:buFontTx/>
              <a:buNone/>
              <a:defRPr b="0">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43366" y="2556000"/>
            <a:ext cx="2592000" cy="3394800"/>
          </a:xfrm>
        </p:spPr>
        <p:txBody>
          <a:bodyPr/>
          <a:lstStyle>
            <a:lvl1pPr marL="0" indent="0" algn="l">
              <a:buFontTx/>
              <a:buNone/>
              <a:defRPr b="0">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0"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2194655609"/>
      </p:ext>
    </p:extLst>
  </p:cSld>
  <p:clrMapOvr>
    <a:masterClrMapping/>
  </p:clrMapOvr>
  <p:transition>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4 column icon green">
    <p:bg>
      <p:bgPr>
        <a:solidFill>
          <a:schemeClr val="accent2"/>
        </a:solidFill>
        <a:effectLst/>
      </p:bgPr>
    </p:bg>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3" y="2556000"/>
            <a:ext cx="2592000" cy="3394800"/>
          </a:xfrm>
        </p:spPr>
        <p:txBody>
          <a:bodyPr/>
          <a:lstStyle>
            <a:lvl1pPr marL="0" indent="0" algn="l">
              <a:buFontTx/>
              <a:buNone/>
              <a:defRPr b="0">
                <a:solidFill>
                  <a:schemeClr val="bg1"/>
                </a:solidFill>
              </a:defRPr>
            </a:lvl1pPr>
            <a:lvl2pPr marL="127000" indent="-127000" algn="l">
              <a:spcAft>
                <a:spcPts val="1333"/>
              </a:spcAft>
              <a:buClrTx/>
              <a:buSzPct val="100000"/>
              <a:buFont typeface="Arial" panose="020B0604020202020204" pitchFamily="34" charset="0"/>
              <a:buChar char="•"/>
              <a:defRPr>
                <a:solidFill>
                  <a:schemeClr val="bg1"/>
                </a:solidFill>
              </a:defRPr>
            </a:lvl2pPr>
            <a:lvl3pPr marL="279400" indent="-127000" algn="l">
              <a:spcAft>
                <a:spcPts val="1333"/>
              </a:spcAft>
              <a:buClrTx/>
              <a:buSzPct val="100000"/>
              <a:buFont typeface="Arial" panose="020B0604020202020204" pitchFamily="34" charset="0"/>
              <a:buChar char="−"/>
              <a:defRPr>
                <a:solidFill>
                  <a:schemeClr val="bg1"/>
                </a:solidFill>
              </a:defRPr>
            </a:lvl3pPr>
            <a:lvl4pPr marL="431800" indent="-127000" algn="l">
              <a:spcAft>
                <a:spcPts val="1333"/>
              </a:spcAft>
              <a:buClrTx/>
              <a:buSzPct val="100000"/>
              <a:buFont typeface="Arial" panose="020B0604020202020204" pitchFamily="34" charset="0"/>
              <a:buChar char="◦"/>
              <a:defRPr>
                <a:solidFill>
                  <a:schemeClr val="bg1"/>
                </a:solidFill>
              </a:defRPr>
            </a:lvl4pPr>
            <a:lvl5pPr marL="584200" indent="-127000" algn="l">
              <a:spcAft>
                <a:spcPts val="1333"/>
              </a:spcAft>
              <a:buClrTx/>
              <a:buSzPct val="100000"/>
              <a:buFont typeface="Arial" panose="020B0604020202020204" pitchFamily="34" charset="0"/>
              <a:buChar char="−"/>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130100" y="2556000"/>
            <a:ext cx="2592000" cy="3394800"/>
          </a:xfrm>
        </p:spPr>
        <p:txBody>
          <a:bodyPr/>
          <a:lstStyle>
            <a:lvl1pPr marL="0" indent="0" algn="l">
              <a:buFontTx/>
              <a:buNone/>
              <a:defRPr b="0">
                <a:solidFill>
                  <a:schemeClr val="bg1"/>
                </a:solidFill>
              </a:defRPr>
            </a:lvl1pPr>
            <a:lvl2pPr marL="127000" indent="-127000" algn="l">
              <a:spcAft>
                <a:spcPts val="1333"/>
              </a:spcAft>
              <a:buClrTx/>
              <a:buSzPct val="100000"/>
              <a:buFont typeface="Arial" panose="020B0604020202020204" pitchFamily="34" charset="0"/>
              <a:buChar char="•"/>
              <a:defRPr>
                <a:solidFill>
                  <a:schemeClr val="bg1"/>
                </a:solidFill>
              </a:defRPr>
            </a:lvl2pPr>
            <a:lvl3pPr marL="279400" indent="-127000" algn="l">
              <a:spcAft>
                <a:spcPts val="1333"/>
              </a:spcAft>
              <a:buClrTx/>
              <a:buSzPct val="100000"/>
              <a:buFont typeface="Arial" panose="020B0604020202020204" pitchFamily="34" charset="0"/>
              <a:buChar char="−"/>
              <a:defRPr>
                <a:solidFill>
                  <a:schemeClr val="bg1"/>
                </a:solidFill>
              </a:defRPr>
            </a:lvl3pPr>
            <a:lvl4pPr marL="431800" indent="-127000" algn="l">
              <a:spcAft>
                <a:spcPts val="1333"/>
              </a:spcAft>
              <a:buClrTx/>
              <a:buSzPct val="100000"/>
              <a:buFont typeface="Arial" panose="020B0604020202020204" pitchFamily="34" charset="0"/>
              <a:buChar char="◦"/>
              <a:defRPr>
                <a:solidFill>
                  <a:schemeClr val="bg1"/>
                </a:solidFill>
              </a:defRPr>
            </a:lvl4pPr>
            <a:lvl5pPr marL="584200" indent="-127000" algn="l">
              <a:spcAft>
                <a:spcPts val="1333"/>
              </a:spcAft>
              <a:buClrTx/>
              <a:buSzPct val="100000"/>
              <a:buFont typeface="Arial" panose="020B0604020202020204" pitchFamily="34" charset="0"/>
              <a:buChar char="−"/>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56635" y="2556000"/>
            <a:ext cx="2592000" cy="3394800"/>
          </a:xfrm>
        </p:spPr>
        <p:txBody>
          <a:bodyPr/>
          <a:lstStyle>
            <a:lvl1pPr marL="0" indent="0" algn="l">
              <a:buFontTx/>
              <a:buNone/>
              <a:defRPr b="0">
                <a:solidFill>
                  <a:schemeClr val="bg1"/>
                </a:solidFill>
              </a:defRPr>
            </a:lvl1pPr>
            <a:lvl2pPr marL="127000" indent="-127000" algn="l">
              <a:spcAft>
                <a:spcPts val="1333"/>
              </a:spcAft>
              <a:buClrTx/>
              <a:buSzPct val="100000"/>
              <a:buFont typeface="Arial" panose="020B0604020202020204" pitchFamily="34" charset="0"/>
              <a:buChar char="•"/>
              <a:defRPr>
                <a:solidFill>
                  <a:schemeClr val="bg1"/>
                </a:solidFill>
              </a:defRPr>
            </a:lvl2pPr>
            <a:lvl3pPr marL="279400" indent="-127000" algn="l">
              <a:spcAft>
                <a:spcPts val="1333"/>
              </a:spcAft>
              <a:buClrTx/>
              <a:buSzPct val="100000"/>
              <a:buFont typeface="Arial" panose="020B0604020202020204" pitchFamily="34" charset="0"/>
              <a:buChar char="−"/>
              <a:defRPr>
                <a:solidFill>
                  <a:schemeClr val="bg1"/>
                </a:solidFill>
              </a:defRPr>
            </a:lvl3pPr>
            <a:lvl4pPr marL="431800" indent="-127000" algn="l">
              <a:spcAft>
                <a:spcPts val="1333"/>
              </a:spcAft>
              <a:buClrTx/>
              <a:buSzPct val="100000"/>
              <a:buFont typeface="Arial" panose="020B0604020202020204" pitchFamily="34" charset="0"/>
              <a:buChar char="◦"/>
              <a:defRPr>
                <a:solidFill>
                  <a:schemeClr val="bg1"/>
                </a:solidFill>
              </a:defRPr>
            </a:lvl4pPr>
            <a:lvl5pPr marL="584200" indent="-127000" algn="l">
              <a:spcAft>
                <a:spcPts val="1333"/>
              </a:spcAft>
              <a:buClrTx/>
              <a:buSzPct val="100000"/>
              <a:buFont typeface="Arial" panose="020B0604020202020204" pitchFamily="34" charset="0"/>
              <a:buChar char="−"/>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43367" y="2556000"/>
            <a:ext cx="2592000" cy="3394800"/>
          </a:xfrm>
        </p:spPr>
        <p:txBody>
          <a:bodyPr/>
          <a:lstStyle>
            <a:lvl1pPr marL="0" indent="0" algn="l">
              <a:buFontTx/>
              <a:buNone/>
              <a:defRPr b="0">
                <a:solidFill>
                  <a:schemeClr val="bg1"/>
                </a:solidFill>
              </a:defRPr>
            </a:lvl1pPr>
            <a:lvl2pPr marL="127000" indent="-127000" algn="l">
              <a:spcAft>
                <a:spcPts val="1333"/>
              </a:spcAft>
              <a:buClrTx/>
              <a:buSzPct val="100000"/>
              <a:buFont typeface="Arial" panose="020B0604020202020204" pitchFamily="34" charset="0"/>
              <a:buChar char="•"/>
              <a:defRPr>
                <a:solidFill>
                  <a:schemeClr val="bg1"/>
                </a:solidFill>
              </a:defRPr>
            </a:lvl2pPr>
            <a:lvl3pPr marL="279400" indent="-127000" algn="l">
              <a:spcAft>
                <a:spcPts val="1333"/>
              </a:spcAft>
              <a:buClrTx/>
              <a:buSzPct val="100000"/>
              <a:buFont typeface="Arial" panose="020B0604020202020204" pitchFamily="34" charset="0"/>
              <a:buChar char="−"/>
              <a:defRPr>
                <a:solidFill>
                  <a:schemeClr val="bg1"/>
                </a:solidFill>
              </a:defRPr>
            </a:lvl3pPr>
            <a:lvl4pPr marL="431800" indent="-127000" algn="l">
              <a:spcAft>
                <a:spcPts val="1333"/>
              </a:spcAft>
              <a:buClrTx/>
              <a:buSzPct val="100000"/>
              <a:buFont typeface="Arial" panose="020B0604020202020204" pitchFamily="34" charset="0"/>
              <a:buChar char="◦"/>
              <a:defRPr>
                <a:solidFill>
                  <a:schemeClr val="bg1"/>
                </a:solidFill>
              </a:defRPr>
            </a:lvl4pPr>
            <a:lvl5pPr marL="584200" indent="-127000" algn="l">
              <a:spcAft>
                <a:spcPts val="1333"/>
              </a:spcAft>
              <a:buClrTx/>
              <a:buSzPct val="100000"/>
              <a:buFont typeface="Arial" panose="020B0604020202020204" pitchFamily="34" charset="0"/>
              <a:buChar char="−"/>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master1]</a:t>
            </a:r>
          </a:p>
        </p:txBody>
      </p:sp>
      <p:sp>
        <p:nvSpPr>
          <p:cNvPr id="14"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Copyright © 2019 Deloitte Development LLC. All rights reserved.</a:t>
            </a:r>
          </a:p>
        </p:txBody>
      </p:sp>
      <p:sp>
        <p:nvSpPr>
          <p:cNvPr id="15" name="TextBox 14"/>
          <p:cNvSpPr txBox="1"/>
          <p:nvPr userDrawn="1"/>
        </p:nvSpPr>
        <p:spPr>
          <a:xfrm>
            <a:off x="11382378" y="6477001"/>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
        <p:nvSpPr>
          <p:cNvPr id="1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chemeClr val="bg1"/>
                </a:solidFill>
              </a:defRPr>
            </a:lvl1pPr>
          </a:lstStyle>
          <a:p>
            <a:pPr lvl="0"/>
            <a:r>
              <a:rPr lang="en-US" noProof="0" dirty="0"/>
              <a:t>Click to add subtitle</a:t>
            </a:r>
          </a:p>
        </p:txBody>
      </p:sp>
      <p:sp>
        <p:nvSpPr>
          <p:cNvPr id="17"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solidFill>
                  <a:schemeClr val="bg1"/>
                </a:solidFill>
              </a:defRPr>
            </a:lvl1pPr>
          </a:lstStyle>
          <a:p>
            <a:r>
              <a:rPr lang="en-US" noProof="0"/>
              <a:t>Click to edit Master title style</a:t>
            </a:r>
            <a:endParaRPr lang="en-US" noProof="0" dirty="0"/>
          </a:p>
        </p:txBody>
      </p:sp>
    </p:spTree>
    <p:extLst>
      <p:ext uri="{BB962C8B-B14F-4D97-AF65-F5344CB8AC3E}">
        <p14:creationId xmlns:p14="http://schemas.microsoft.com/office/powerpoint/2010/main" val="3192997015"/>
      </p:ext>
    </p:extLst>
  </p:cSld>
  <p:clrMapOvr>
    <a:masterClrMapping/>
  </p:clrMapOvr>
  <p:transition>
    <p:fade/>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itle, subtitle, 1 column text with charts">
    <p:spTree>
      <p:nvGrpSpPr>
        <p:cNvPr id="1" name=""/>
        <p:cNvGrpSpPr/>
        <p:nvPr/>
      </p:nvGrpSpPr>
      <p:grpSpPr>
        <a:xfrm>
          <a:off x="0" y="0"/>
          <a:ext cx="0" cy="0"/>
          <a:chOff x="0" y="0"/>
          <a:chExt cx="0" cy="0"/>
        </a:xfrm>
      </p:grpSpPr>
      <p:sp>
        <p:nvSpPr>
          <p:cNvPr id="10" name="Text Placeholder 18"/>
          <p:cNvSpPr>
            <a:spLocks noGrp="1"/>
          </p:cNvSpPr>
          <p:nvPr>
            <p:ph idx="1"/>
          </p:nvPr>
        </p:nvSpPr>
        <p:spPr>
          <a:xfrm>
            <a:off x="467783" y="1665817"/>
            <a:ext cx="5537730" cy="4633383"/>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6"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471573562"/>
      </p:ext>
    </p:extLst>
  </p:cSld>
  <p:clrMapOvr>
    <a:masterClrMapping/>
  </p:clrMapOvr>
  <p:transition>
    <p:fade/>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1447972854"/>
      </p:ext>
    </p:extLst>
  </p:cSld>
  <p:clrMapOvr>
    <a:masterClrMapping/>
  </p:clrMapOvr>
  <p:transition>
    <p:fade/>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98707382"/>
      </p:ext>
    </p:extLst>
  </p:cSld>
  <p:clrMapOvr>
    <a:masterClrMapping/>
  </p:clrMapOvr>
  <p:transition>
    <p:fade/>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userDrawn="1">
  <p:cSld name="End slid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 Placeholder 5"/>
          <p:cNvSpPr>
            <a:spLocks noGrp="1"/>
          </p:cNvSpPr>
          <p:nvPr>
            <p:ph type="body" sz="quarter" idx="13" hasCustomPrompt="1"/>
          </p:nvPr>
        </p:nvSpPr>
        <p:spPr>
          <a:xfrm>
            <a:off x="469899" y="4211955"/>
            <a:ext cx="9720000" cy="2087245"/>
          </a:xfrm>
          <a:prstGeom prst="rect">
            <a:avLst/>
          </a:prstGeom>
        </p:spPr>
        <p:txBody>
          <a:bodyPr anchor="b" anchorCtr="0"/>
          <a:lstStyle>
            <a:lvl1pPr>
              <a:lnSpc>
                <a:spcPct val="100000"/>
              </a:lnSpc>
              <a:spcAft>
                <a:spcPts val="600"/>
              </a:spcAft>
              <a:defRPr sz="800"/>
            </a:lvl1pPr>
          </a:lstStyle>
          <a:p>
            <a:pPr lvl="0"/>
            <a:r>
              <a:rPr lang="en-US" noProof="0" dirty="0"/>
              <a:t>Deloitte refers to one or more of Deloitte </a:t>
            </a:r>
            <a:r>
              <a:rPr lang="en-US" noProof="0" dirty="0" err="1"/>
              <a:t>Touche</a:t>
            </a:r>
            <a:r>
              <a:rPr lang="en-US" noProof="0" dirty="0"/>
              <a:t>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pPr lvl="0"/>
            <a:r>
              <a:rPr lang="en-US" noProof="0" dirty="0"/>
              <a:t>This material has been prepared by Deloitte </a:t>
            </a:r>
            <a:r>
              <a:rPr lang="en-US" noProof="0" dirty="0" err="1"/>
              <a:t>Touche</a:t>
            </a:r>
            <a:r>
              <a:rPr lang="en-US" noProof="0" dirty="0"/>
              <a:t> Tohmatsu India LLP (“DTTILLP”), a member of Deloitte </a:t>
            </a:r>
            <a:r>
              <a:rPr lang="en-US" noProof="0" dirty="0" err="1"/>
              <a:t>Touche</a:t>
            </a:r>
            <a:r>
              <a:rPr lang="en-US" noProof="0" dirty="0"/>
              <a:t> Tohmatsu Limited, on a specific request from you and contains proprietary and confidential information. This material may contain information sourced from publicly available information or other third party sources. DTTILLP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pPr lvl="0"/>
            <a:r>
              <a:rPr lang="en-US" noProof="0" dirty="0"/>
              <a:t>Nothing in this material creates any contractual relationship between DTTILLP and you. Any mutually binding legal obligations or rights may only be created between you and DTTILLP upon execution of a legally binding contract. By using this material and any information contained in it, the user accepts this entire notice and terms of use.</a:t>
            </a:r>
          </a:p>
          <a:p>
            <a:pPr lvl="0"/>
            <a:r>
              <a:rPr lang="en-US" noProof="0" dirty="0"/>
              <a:t>©2020 Deloitte </a:t>
            </a:r>
            <a:r>
              <a:rPr lang="en-US" noProof="0" dirty="0" err="1"/>
              <a:t>Touche</a:t>
            </a:r>
            <a:r>
              <a:rPr lang="en-US" noProof="0" dirty="0"/>
              <a:t> Tohmatsu India LLP. Member of Deloitte </a:t>
            </a:r>
            <a:r>
              <a:rPr lang="en-US" noProof="0" dirty="0" err="1"/>
              <a:t>Touche</a:t>
            </a:r>
            <a:r>
              <a:rPr lang="en-US" noProof="0" dirty="0"/>
              <a:t> Tohmatsu Limited</a:t>
            </a:r>
          </a:p>
          <a:p>
            <a:pPr lvl="0"/>
            <a:r>
              <a:rPr lang="en-US" noProof="0" dirty="0"/>
              <a:t>Deloitte </a:t>
            </a:r>
            <a:r>
              <a:rPr lang="en-US" noProof="0" dirty="0" err="1"/>
              <a:t>Touche</a:t>
            </a:r>
            <a:r>
              <a:rPr lang="en-US" noProof="0" dirty="0"/>
              <a:t> Tohmatsu India Private Limited (U74140MH199 5PTC093339), a private company limited by shares, was converted into Deloitte </a:t>
            </a:r>
            <a:r>
              <a:rPr lang="en-US" noProof="0" dirty="0" err="1"/>
              <a:t>Touche</a:t>
            </a:r>
            <a:r>
              <a:rPr lang="en-US" noProof="0" dirty="0"/>
              <a:t> Tohmatsu India LLP, a limited liability partnership (LLP Identification No. AAE-8458),with effect from October 1, 2015.</a:t>
            </a:r>
          </a:p>
        </p:txBody>
      </p:sp>
      <p:sp>
        <p:nvSpPr>
          <p:cNvPr id="17" name="Oval 5"/>
          <p:cNvSpPr>
            <a:spLocks noChangeArrowheads="1"/>
          </p:cNvSpPr>
          <p:nvPr userDrawn="1"/>
        </p:nvSpPr>
        <p:spPr bwMode="auto">
          <a:xfrm>
            <a:off x="2360691" y="726016"/>
            <a:ext cx="107209" cy="106145"/>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6"/>
          <p:cNvSpPr>
            <a:spLocks noEditPoints="1"/>
          </p:cNvSpPr>
          <p:nvPr userDrawn="1"/>
        </p:nvSpPr>
        <p:spPr bwMode="auto">
          <a:xfrm>
            <a:off x="469900" y="459691"/>
            <a:ext cx="304086" cy="366679"/>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19" name="Rectangle 7"/>
          <p:cNvSpPr>
            <a:spLocks noChangeArrowheads="1"/>
          </p:cNvSpPr>
          <p:nvPr userDrawn="1"/>
        </p:nvSpPr>
        <p:spPr bwMode="auto">
          <a:xfrm>
            <a:off x="1093666" y="457761"/>
            <a:ext cx="91615" cy="368610"/>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31" name="Freeform 8"/>
          <p:cNvSpPr>
            <a:spLocks noEditPoints="1"/>
          </p:cNvSpPr>
          <p:nvPr userDrawn="1"/>
        </p:nvSpPr>
        <p:spPr bwMode="auto">
          <a:xfrm>
            <a:off x="1222318" y="548466"/>
            <a:ext cx="265101" cy="281764"/>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32" name="Rectangle 9"/>
          <p:cNvSpPr>
            <a:spLocks noChangeArrowheads="1"/>
          </p:cNvSpPr>
          <p:nvPr userDrawn="1"/>
        </p:nvSpPr>
        <p:spPr bwMode="auto">
          <a:xfrm>
            <a:off x="1524454" y="552326"/>
            <a:ext cx="91615" cy="274044"/>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33" name="Rectangle 10"/>
          <p:cNvSpPr>
            <a:spLocks noChangeArrowheads="1"/>
          </p:cNvSpPr>
          <p:nvPr userDrawn="1"/>
        </p:nvSpPr>
        <p:spPr bwMode="auto">
          <a:xfrm>
            <a:off x="1524454" y="457761"/>
            <a:ext cx="91615" cy="61757"/>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34" name="Freeform 11"/>
          <p:cNvSpPr>
            <a:spLocks/>
          </p:cNvSpPr>
          <p:nvPr userDrawn="1"/>
        </p:nvSpPr>
        <p:spPr bwMode="auto">
          <a:xfrm>
            <a:off x="1653106" y="465481"/>
            <a:ext cx="194927" cy="364750"/>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35" name="Freeform 12"/>
          <p:cNvSpPr>
            <a:spLocks/>
          </p:cNvSpPr>
          <p:nvPr userDrawn="1"/>
        </p:nvSpPr>
        <p:spPr bwMode="auto">
          <a:xfrm>
            <a:off x="1865577" y="465481"/>
            <a:ext cx="194927" cy="364750"/>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36" name="Freeform 13"/>
          <p:cNvSpPr>
            <a:spLocks noEditPoints="1"/>
          </p:cNvSpPr>
          <p:nvPr userDrawn="1"/>
        </p:nvSpPr>
        <p:spPr bwMode="auto">
          <a:xfrm>
            <a:off x="2079996" y="548466"/>
            <a:ext cx="259252" cy="281764"/>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37" name="Freeform 14"/>
          <p:cNvSpPr>
            <a:spLocks noEditPoints="1"/>
          </p:cNvSpPr>
          <p:nvPr userDrawn="1"/>
        </p:nvSpPr>
        <p:spPr bwMode="auto">
          <a:xfrm>
            <a:off x="801276" y="548466"/>
            <a:ext cx="257303" cy="281764"/>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Tree>
    <p:extLst>
      <p:ext uri="{BB962C8B-B14F-4D97-AF65-F5344CB8AC3E}">
        <p14:creationId xmlns:p14="http://schemas.microsoft.com/office/powerpoint/2010/main" val="3474273677"/>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userDrawn="1">
  <p:cSld name="2_Title, subtitle &amp; chart">
    <p:spTree>
      <p:nvGrpSpPr>
        <p:cNvPr id="1" name=""/>
        <p:cNvGrpSpPr/>
        <p:nvPr/>
      </p:nvGrpSpPr>
      <p:grpSpPr>
        <a:xfrm>
          <a:off x="0" y="0"/>
          <a:ext cx="0" cy="0"/>
          <a:chOff x="0" y="0"/>
          <a:chExt cx="0" cy="0"/>
        </a:xfrm>
      </p:grpSpPr>
      <p:sp>
        <p:nvSpPr>
          <p:cNvPr id="7"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8"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289210910"/>
      </p:ext>
    </p:extLst>
  </p:cSld>
  <p:clrMapOvr>
    <a:masterClrMapping/>
  </p:clrMapOvr>
  <p:transition>
    <p:fade/>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userDrawn="1">
  <p:cSld name="3_Title Slide - Black">
    <p:bg bwMode="gray">
      <p:bgRef idx="1001">
        <a:schemeClr val="bg1"/>
      </p:bgRef>
    </p:bg>
    <p:spTree>
      <p:nvGrpSpPr>
        <p:cNvPr id="1" name=""/>
        <p:cNvGrpSpPr/>
        <p:nvPr/>
      </p:nvGrpSpPr>
      <p:grpSpPr>
        <a:xfrm>
          <a:off x="0" y="0"/>
          <a:ext cx="0" cy="0"/>
          <a:chOff x="0" y="0"/>
          <a:chExt cx="0" cy="0"/>
        </a:xfrm>
      </p:grpSpPr>
      <p:pic>
        <p:nvPicPr>
          <p:cNvPr id="3" name="Picture 2" descr="DD_RGB_white.png"/>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109728" y="65024"/>
            <a:ext cx="2872215" cy="750825"/>
          </a:xfrm>
          <a:prstGeom prst="rect">
            <a:avLst/>
          </a:prstGeom>
        </p:spPr>
      </p:pic>
    </p:spTree>
    <p:extLst>
      <p:ext uri="{BB962C8B-B14F-4D97-AF65-F5344CB8AC3E}">
        <p14:creationId xmlns:p14="http://schemas.microsoft.com/office/powerpoint/2010/main" val="3530904188"/>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4_Title Slide - Black">
    <p:bg bwMode="gray">
      <p:bgPr>
        <a:solidFill>
          <a:schemeClr val="bg1"/>
        </a:solidFill>
        <a:effectLst/>
      </p:bgPr>
    </p:bg>
    <p:spTree>
      <p:nvGrpSpPr>
        <p:cNvPr id="1" name=""/>
        <p:cNvGrpSpPr/>
        <p:nvPr/>
      </p:nvGrpSpPr>
      <p:grpSpPr>
        <a:xfrm>
          <a:off x="0" y="0"/>
          <a:ext cx="0" cy="0"/>
          <a:chOff x="0" y="0"/>
          <a:chExt cx="0" cy="0"/>
        </a:xfrm>
      </p:grpSpPr>
      <p:sp>
        <p:nvSpPr>
          <p:cNvPr id="19" name="TextBox 18"/>
          <p:cNvSpPr txBox="1"/>
          <p:nvPr userDrawn="1"/>
        </p:nvSpPr>
        <p:spPr>
          <a:xfrm>
            <a:off x="11410953" y="6685535"/>
            <a:ext cx="307975" cy="144000"/>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tx1"/>
                </a:solidFill>
              </a:rPr>
              <a:pPr marL="0" indent="0" algn="r">
                <a:spcBef>
                  <a:spcPts val="800"/>
                </a:spcBef>
                <a:buSzPct val="100000"/>
                <a:buFont typeface="Arial"/>
                <a:buNone/>
              </a:pPr>
              <a:t>‹#›</a:t>
            </a:fld>
            <a:endParaRPr lang="en-US" sz="650" noProof="0" dirty="0">
              <a:solidFill>
                <a:schemeClr val="tx1"/>
              </a:solidFill>
            </a:endParaRPr>
          </a:p>
        </p:txBody>
      </p:sp>
      <p:sp>
        <p:nvSpPr>
          <p:cNvPr id="20" name="TextBox 19"/>
          <p:cNvSpPr txBox="1"/>
          <p:nvPr userDrawn="1"/>
        </p:nvSpPr>
        <p:spPr>
          <a:xfrm>
            <a:off x="501649" y="6656039"/>
            <a:ext cx="5355168" cy="144000"/>
          </a:xfrm>
          <a:prstGeom prst="rect">
            <a:avLst/>
          </a:prstGeom>
          <a:noFill/>
        </p:spPr>
        <p:txBody>
          <a:bodyPr wrap="square" lIns="0" tIns="0" rIns="0" bIns="0" rtlCol="0">
            <a:noAutofit/>
          </a:bodyPr>
          <a:lstStyle/>
          <a:p>
            <a:pPr marL="0" indent="0">
              <a:spcBef>
                <a:spcPts val="882"/>
              </a:spcBef>
              <a:buSzPct val="100000"/>
              <a:buFont typeface="Arial"/>
              <a:buNone/>
            </a:pPr>
            <a:r>
              <a:rPr lang="fr-FR" sz="650" noProof="0" dirty="0">
                <a:solidFill>
                  <a:schemeClr val="tx1"/>
                </a:solidFill>
              </a:rPr>
              <a:t>© 2019 Deloitte Touche Tohmatsu India LLP, All rights reserved</a:t>
            </a:r>
          </a:p>
        </p:txBody>
      </p:sp>
      <p:sp>
        <p:nvSpPr>
          <p:cNvPr id="21" name="CaseCode"/>
          <p:cNvSpPr txBox="1"/>
          <p:nvPr userDrawn="1"/>
        </p:nvSpPr>
        <p:spPr>
          <a:xfrm>
            <a:off x="5737746" y="6678026"/>
            <a:ext cx="5760720" cy="100027"/>
          </a:xfrm>
          <a:prstGeom prst="rect">
            <a:avLst/>
          </a:prstGeom>
          <a:noFill/>
        </p:spPr>
        <p:txBody>
          <a:bodyPr wrap="square" lIns="0" tIns="0" rIns="0" bIns="0" rtlCol="0" anchor="ctr">
            <a:spAutoFit/>
          </a:bodyPr>
          <a:lstStyle/>
          <a:p>
            <a:pPr marL="0" indent="0" algn="r">
              <a:spcBef>
                <a:spcPts val="0"/>
              </a:spcBef>
              <a:buSzPct val="100000"/>
              <a:buFont typeface="Arial"/>
              <a:buNone/>
            </a:pPr>
            <a:r>
              <a:rPr kumimoji="0" lang="en-US" sz="650" b="0" i="0" u="none" strike="noStrike" kern="1200" cap="none" spc="0" normalizeH="0" baseline="0" noProof="0" dirty="0">
                <a:ln>
                  <a:noFill/>
                </a:ln>
                <a:solidFill>
                  <a:prstClr val="white"/>
                </a:solidFill>
                <a:effectLst/>
                <a:uLnTx/>
                <a:uFillTx/>
                <a:latin typeface="+mn-lt"/>
                <a:ea typeface="+mn-ea"/>
                <a:cs typeface="+mn-cs"/>
              </a:rPr>
              <a:t>Ministry of Steel| development &amp; Implementation of Action Plan for  Indian Steel Sector in the wake of COVID</a:t>
            </a:r>
            <a:r>
              <a:rPr kumimoji="0" lang="en-US" sz="600" b="0" i="0" u="none" strike="noStrike" kern="1200" cap="none" spc="0" normalizeH="0" baseline="0" noProof="0" dirty="0">
                <a:ln>
                  <a:noFill/>
                </a:ln>
                <a:solidFill>
                  <a:prstClr val="white"/>
                </a:solidFill>
                <a:effectLst/>
                <a:uLnTx/>
                <a:uFillTx/>
                <a:latin typeface="+mn-lt"/>
                <a:ea typeface="+mn-ea"/>
                <a:cs typeface="+mn-cs"/>
              </a:rPr>
              <a:t>| A Deloitte response to RFP</a:t>
            </a:r>
          </a:p>
        </p:txBody>
      </p:sp>
    </p:spTree>
    <p:extLst>
      <p:ext uri="{BB962C8B-B14F-4D97-AF65-F5344CB8AC3E}">
        <p14:creationId xmlns:p14="http://schemas.microsoft.com/office/powerpoint/2010/main" val="424178764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1_Title Slide - White">
    <p:bg bwMode="gray">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327" y="5845180"/>
            <a:ext cx="5594348"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tx1"/>
                </a:solidFill>
              </a:defRPr>
            </a:lvl1pPr>
            <a:lvl2pPr marL="0" indent="0" algn="l">
              <a:buNone/>
              <a:defRPr sz="1600" b="0"/>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475325" y="6362699"/>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30" name="Picture Placeholder 8"/>
          <p:cNvSpPr>
            <a:spLocks noGrp="1"/>
          </p:cNvSpPr>
          <p:nvPr>
            <p:ph type="pic" sz="quarter" idx="11"/>
          </p:nvPr>
        </p:nvSpPr>
        <p:spPr>
          <a:xfrm>
            <a:off x="3393716" y="727595"/>
            <a:ext cx="5400000" cy="5400000"/>
          </a:xfrm>
          <a:prstGeom prst="rect">
            <a:avLst/>
          </a:prstGeom>
        </p:spPr>
        <p:txBody>
          <a:bodyPr/>
          <a:lstStyle/>
          <a:p>
            <a:r>
              <a:rPr lang="en-US" noProof="0" dirty="0"/>
              <a:t>Click icon to add picture</a:t>
            </a:r>
          </a:p>
        </p:txBody>
      </p:sp>
      <p:pic>
        <p:nvPicPr>
          <p:cNvPr id="17" name="Picture 16">
            <a:extLst>
              <a:ext uri="{FF2B5EF4-FFF2-40B4-BE49-F238E27FC236}">
                <a16:creationId xmlns:a16="http://schemas.microsoft.com/office/drawing/2014/main" id="{8EF67EFC-8552-46C4-BD18-DF8F4B80D2B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152" y="-5886"/>
            <a:ext cx="12188848" cy="6858000"/>
          </a:xfrm>
          <a:prstGeom prst="rect">
            <a:avLst/>
          </a:prstGeom>
        </p:spPr>
      </p:pic>
      <p:grpSp>
        <p:nvGrpSpPr>
          <p:cNvPr id="18" name="Group 17"/>
          <p:cNvGrpSpPr>
            <a:grpSpLocks noChangeAspect="1"/>
          </p:cNvGrpSpPr>
          <p:nvPr userDrawn="1"/>
        </p:nvGrpSpPr>
        <p:grpSpPr>
          <a:xfrm>
            <a:off x="475325" y="457200"/>
            <a:ext cx="1998000" cy="374400"/>
            <a:chOff x="398463" y="404813"/>
            <a:chExt cx="1627187" cy="307976"/>
          </a:xfrm>
          <a:solidFill>
            <a:schemeClr val="tx1"/>
          </a:solidFill>
        </p:grpSpPr>
        <p:sp>
          <p:nvSpPr>
            <p:cNvPr id="31"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8"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9"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0"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1808299321"/>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7"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master1]</a:t>
            </a:r>
          </a:p>
        </p:txBody>
      </p:sp>
      <p:sp>
        <p:nvSpPr>
          <p:cNvPr id="8"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Copyright © 2019 Deloitte Development LLC. All rights reserved.</a:t>
            </a:r>
          </a:p>
        </p:txBody>
      </p:sp>
      <p:sp>
        <p:nvSpPr>
          <p:cNvPr id="9" name="TextBox 8"/>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2213320406"/>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green">
    <p:bg>
      <p:bgPr>
        <a:solidFill>
          <a:schemeClr val="tx1"/>
        </a:solidFill>
        <a:effectLst/>
      </p:bgPr>
    </p:bg>
    <p:spTree>
      <p:nvGrpSpPr>
        <p:cNvPr id="1" name=""/>
        <p:cNvGrpSpPr/>
        <p:nvPr/>
      </p:nvGrpSpPr>
      <p:grpSpPr>
        <a:xfrm>
          <a:off x="0" y="0"/>
          <a:ext cx="0" cy="0"/>
          <a:chOff x="0" y="0"/>
          <a:chExt cx="0" cy="0"/>
        </a:xfrm>
      </p:grpSpPr>
      <p:sp>
        <p:nvSpPr>
          <p:cNvPr id="6" name="TextBox 5"/>
          <p:cNvSpPr txBox="1"/>
          <p:nvPr userDrawn="1"/>
        </p:nvSpPr>
        <p:spPr>
          <a:xfrm>
            <a:off x="11410953" y="6685535"/>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
        <p:nvSpPr>
          <p:cNvPr id="7" name="TextBox 6"/>
          <p:cNvSpPr txBox="1"/>
          <p:nvPr userDrawn="1"/>
        </p:nvSpPr>
        <p:spPr>
          <a:xfrm>
            <a:off x="501649" y="6656039"/>
            <a:ext cx="5355168" cy="144000"/>
          </a:xfrm>
          <a:prstGeom prst="rect">
            <a:avLst/>
          </a:prstGeom>
          <a:noFill/>
        </p:spPr>
        <p:txBody>
          <a:bodyPr wrap="square" lIns="0" tIns="0" rIns="0" bIns="0" rtlCol="0">
            <a:noAutofit/>
          </a:bodyPr>
          <a:lstStyle/>
          <a:p>
            <a:pPr marL="0" indent="0">
              <a:spcBef>
                <a:spcPts val="882"/>
              </a:spcBef>
              <a:buSzPct val="100000"/>
              <a:buFont typeface="Arial"/>
              <a:buNone/>
            </a:pPr>
            <a:r>
              <a:rPr lang="fr-FR" sz="650" noProof="0" dirty="0">
                <a:solidFill>
                  <a:schemeClr val="bg1"/>
                </a:solidFill>
              </a:rPr>
              <a:t>© 2019 Deloitte Touche Tohmatsu India LLP, All rights reserved</a:t>
            </a:r>
          </a:p>
        </p:txBody>
      </p:sp>
      <p:sp>
        <p:nvSpPr>
          <p:cNvPr id="8" name="CaseCode"/>
          <p:cNvSpPr txBox="1"/>
          <p:nvPr userDrawn="1"/>
        </p:nvSpPr>
        <p:spPr>
          <a:xfrm>
            <a:off x="5657063" y="6678025"/>
            <a:ext cx="5760720" cy="100027"/>
          </a:xfrm>
          <a:prstGeom prst="rect">
            <a:avLst/>
          </a:prstGeom>
          <a:noFill/>
        </p:spPr>
        <p:txBody>
          <a:bodyPr wrap="square" lIns="0" tIns="0" rIns="0" bIns="0" rtlCol="0" anchor="ctr">
            <a:spAutoFit/>
          </a:bodyPr>
          <a:lstStyle/>
          <a:p>
            <a:pPr marL="0" indent="0" algn="r">
              <a:spcBef>
                <a:spcPts val="0"/>
              </a:spcBef>
              <a:buSzPct val="100000"/>
              <a:buFont typeface="Arial"/>
              <a:buNone/>
            </a:pPr>
            <a:r>
              <a:rPr kumimoji="0" lang="en-US" sz="650" b="0" i="0" u="none" strike="noStrike" kern="1200" cap="none" spc="0" normalizeH="0" baseline="0" noProof="0" dirty="0">
                <a:ln>
                  <a:noFill/>
                </a:ln>
                <a:solidFill>
                  <a:prstClr val="white"/>
                </a:solidFill>
                <a:effectLst/>
                <a:uLnTx/>
                <a:uFillTx/>
                <a:latin typeface="+mn-lt"/>
                <a:ea typeface="+mn-ea"/>
                <a:cs typeface="+mn-cs"/>
              </a:rPr>
              <a:t>Ministry of Steel| development &amp; Implementation of Action Plan for  Indian Steel Sector in the wake of COVID</a:t>
            </a:r>
            <a:r>
              <a:rPr kumimoji="0" lang="en-US" sz="600" b="0" i="0" u="none" strike="noStrike" kern="1200" cap="none" spc="0" normalizeH="0" baseline="0" noProof="0" dirty="0">
                <a:ln>
                  <a:noFill/>
                </a:ln>
                <a:solidFill>
                  <a:prstClr val="white"/>
                </a:solidFill>
                <a:effectLst/>
                <a:uLnTx/>
                <a:uFillTx/>
                <a:latin typeface="+mn-lt"/>
                <a:ea typeface="+mn-ea"/>
                <a:cs typeface="+mn-cs"/>
              </a:rPr>
              <a:t>| A Deloitte response to RFP</a:t>
            </a:r>
            <a:endParaRPr lang="en-US" sz="726" b="1" noProof="0" dirty="0">
              <a:solidFill>
                <a:schemeClr val="bg1"/>
              </a:solidFill>
            </a:endParaRPr>
          </a:p>
        </p:txBody>
      </p:sp>
    </p:spTree>
    <p:extLst>
      <p:ext uri="{BB962C8B-B14F-4D97-AF65-F5344CB8AC3E}">
        <p14:creationId xmlns:p14="http://schemas.microsoft.com/office/powerpoint/2010/main" val="4268297382"/>
      </p:ext>
    </p:extLst>
  </p:cSld>
  <p:clrMapOvr>
    <a:masterClrMapping/>
  </p:clrMapOvr>
  <p:transition>
    <p:fade/>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userDrawn="1">
  <p:cSld name="2_Contents with imag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2" name="Object 1" hidden="1"/>
                      <p:cNvPicPr/>
                      <p:nvPr/>
                    </p:nvPicPr>
                    <p:blipFill>
                      <a:blip r:embed="rId5"/>
                      <a:stretch>
                        <a:fillRect/>
                      </a:stretch>
                    </p:blipFill>
                    <p:spPr>
                      <a:xfrm>
                        <a:off x="1955" y="1589"/>
                        <a:ext cx="1953" cy="1587"/>
                      </a:xfrm>
                      <a:prstGeom prst="rect">
                        <a:avLst/>
                      </a:prstGeom>
                    </p:spPr>
                  </p:pic>
                </p:oleObj>
              </mc:Fallback>
            </mc:AlternateContent>
          </a:graphicData>
        </a:graphic>
      </p:graphicFrame>
      <p:sp>
        <p:nvSpPr>
          <p:cNvPr id="3" name="Rectangle 2" hidden="1"/>
          <p:cNvSpPr/>
          <p:nvPr userDrawn="1">
            <p:custDataLst>
              <p:tags r:id="rId2"/>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462"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7" name="Title Placeholder 1"/>
          <p:cNvSpPr>
            <a:spLocks noGrp="1"/>
          </p:cNvSpPr>
          <p:nvPr>
            <p:ph type="title" hasCustomPrompt="1"/>
          </p:nvPr>
        </p:nvSpPr>
        <p:spPr>
          <a:xfrm>
            <a:off x="501652" y="317501"/>
            <a:ext cx="11188700" cy="69850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5" name="Picture Placeholder 9"/>
          <p:cNvSpPr>
            <a:spLocks noGrp="1"/>
          </p:cNvSpPr>
          <p:nvPr>
            <p:ph type="pic" sz="quarter" idx="15"/>
          </p:nvPr>
        </p:nvSpPr>
        <p:spPr>
          <a:xfrm>
            <a:off x="5450351" y="1701801"/>
            <a:ext cx="6240000" cy="4679950"/>
          </a:xfrm>
        </p:spPr>
        <p:txBody>
          <a:bodyPr/>
          <a:lstStyle/>
          <a:p>
            <a:r>
              <a:rPr lang="en-US" noProof="0" dirty="0"/>
              <a:t>Click icon to add picture</a:t>
            </a:r>
          </a:p>
        </p:txBody>
      </p:sp>
      <p:sp>
        <p:nvSpPr>
          <p:cNvPr id="6" name="Content Placeholder 3"/>
          <p:cNvSpPr>
            <a:spLocks noGrp="1"/>
          </p:cNvSpPr>
          <p:nvPr>
            <p:ph sz="quarter" idx="10"/>
          </p:nvPr>
        </p:nvSpPr>
        <p:spPr>
          <a:xfrm>
            <a:off x="501651" y="1665289"/>
            <a:ext cx="4456430" cy="4716463"/>
          </a:xfrm>
          <a:prstGeom prst="rect">
            <a:avLst/>
          </a:prstGeom>
        </p:spPr>
        <p:txBody>
          <a:bodyPr/>
          <a:lstStyle>
            <a:lvl1pPr>
              <a:tabLst>
                <a:tab pos="6705561" algn="r"/>
              </a:tabLst>
              <a:defRPr/>
            </a:lvl1pPr>
            <a:lvl2pPr>
              <a:tabLst>
                <a:tab pos="6705561" algn="r"/>
              </a:tabLst>
              <a:defRPr/>
            </a:lvl2pPr>
            <a:lvl3pPr>
              <a:tabLst>
                <a:tab pos="6705561" algn="r"/>
              </a:tabLst>
              <a:defRPr/>
            </a:lvl3pPr>
            <a:lvl4pPr>
              <a:tabLst>
                <a:tab pos="6705561" algn="r"/>
              </a:tabLst>
              <a:defRPr/>
            </a:lvl4pPr>
            <a:lvl5pPr>
              <a:tabLst>
                <a:tab pos="6705561"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2701209927"/>
      </p:ext>
    </p:extLst>
  </p:cSld>
  <p:clrMapOvr>
    <a:masterClrMapping/>
  </p:clrMapOvr>
  <p:transition>
    <p:fade/>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userDrawn="1">
  <p:cSld name="1_End slid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 Placeholder 5"/>
          <p:cNvSpPr>
            <a:spLocks noGrp="1"/>
          </p:cNvSpPr>
          <p:nvPr>
            <p:ph type="body" sz="quarter" idx="13" hasCustomPrompt="1"/>
          </p:nvPr>
        </p:nvSpPr>
        <p:spPr>
          <a:xfrm>
            <a:off x="501652" y="4211955"/>
            <a:ext cx="10505983" cy="2169796"/>
          </a:xfrm>
          <a:prstGeom prst="rect">
            <a:avLst/>
          </a:prstGeom>
        </p:spPr>
        <p:txBody>
          <a:bodyPr anchor="b" anchorCtr="0"/>
          <a:lstStyle>
            <a:lvl1pPr>
              <a:lnSpc>
                <a:spcPct val="100000"/>
              </a:lnSpc>
              <a:spcAft>
                <a:spcPts val="554"/>
              </a:spcAft>
              <a:defRPr sz="900"/>
            </a:lvl1pPr>
          </a:lstStyle>
          <a:p>
            <a:pPr lvl="0"/>
            <a:r>
              <a:rPr lang="en-US" noProof="0" dirty="0"/>
              <a:t>Deloitte refers to one or more of Deloitte </a:t>
            </a:r>
            <a:r>
              <a:rPr lang="en-US" noProof="0" dirty="0" err="1"/>
              <a:t>Touche</a:t>
            </a:r>
            <a:r>
              <a:rPr lang="en-US" noProof="0" dirty="0"/>
              <a:t>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pPr lvl="0"/>
            <a:r>
              <a:rPr lang="en-US" noProof="0" dirty="0"/>
              <a:t>This material has been prepared by Deloitte </a:t>
            </a:r>
            <a:r>
              <a:rPr lang="en-US" noProof="0" dirty="0" err="1"/>
              <a:t>Touche</a:t>
            </a:r>
            <a:r>
              <a:rPr lang="en-US" noProof="0" dirty="0"/>
              <a:t> Tohmatsu India LLP (“DTTILLP”), a member of Deloitte </a:t>
            </a:r>
            <a:r>
              <a:rPr lang="en-US" noProof="0" dirty="0" err="1"/>
              <a:t>Touche</a:t>
            </a:r>
            <a:r>
              <a:rPr lang="en-US" noProof="0" dirty="0"/>
              <a:t> Tohmatsu Limited, on a specific request from you and contains proprietary and confidential information. This material may contain information sourced from publicly available information or other third party sources. DTTILLP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pPr lvl="0"/>
            <a:r>
              <a:rPr lang="en-US" noProof="0" dirty="0"/>
              <a:t>Nothing in this material creates any contractual relationship between DTTILLP and you. Any mutually binding legal obligations or rights may only be created between you and DTTILLP upon execution of a legally binding contract. By using this material and any information contained in it, the user accepts this entire notice and terms of use.</a:t>
            </a:r>
          </a:p>
          <a:p>
            <a:pPr lvl="0"/>
            <a:r>
              <a:rPr lang="en-US" noProof="0" dirty="0"/>
              <a:t>©2020 Deloitte </a:t>
            </a:r>
            <a:r>
              <a:rPr lang="en-US" noProof="0" dirty="0" err="1"/>
              <a:t>Touche</a:t>
            </a:r>
            <a:r>
              <a:rPr lang="en-US" noProof="0" dirty="0"/>
              <a:t> Tohmatsu India LLP. Member of Deloitte </a:t>
            </a:r>
            <a:r>
              <a:rPr lang="en-US" noProof="0" dirty="0" err="1"/>
              <a:t>Touche</a:t>
            </a:r>
            <a:r>
              <a:rPr lang="en-US" noProof="0" dirty="0"/>
              <a:t> Tohmatsu Limited</a:t>
            </a:r>
          </a:p>
          <a:p>
            <a:pPr lvl="0"/>
            <a:r>
              <a:rPr lang="en-US" noProof="0" dirty="0"/>
              <a:t>Deloitte </a:t>
            </a:r>
            <a:r>
              <a:rPr lang="en-US" noProof="0" dirty="0" err="1"/>
              <a:t>Touche</a:t>
            </a:r>
            <a:r>
              <a:rPr lang="en-US" noProof="0" dirty="0"/>
              <a:t> Tohmatsu India Private Limited (U74140MH199 5PTC093339), a private company limited by shares, was converted into Deloitte </a:t>
            </a:r>
            <a:r>
              <a:rPr lang="en-US" noProof="0" dirty="0" err="1"/>
              <a:t>Touche</a:t>
            </a:r>
            <a:r>
              <a:rPr lang="en-US" noProof="0" dirty="0"/>
              <a:t> Tohmatsu India LLP, a limited liability partnership (LLP Identification No. AAE-8458),with effect from October 1, 2015.</a:t>
            </a:r>
          </a:p>
        </p:txBody>
      </p:sp>
      <p:sp>
        <p:nvSpPr>
          <p:cNvPr id="15" name="TextBox 14"/>
          <p:cNvSpPr txBox="1"/>
          <p:nvPr userDrawn="1"/>
        </p:nvSpPr>
        <p:spPr>
          <a:xfrm>
            <a:off x="501652" y="6520189"/>
            <a:ext cx="5355168" cy="138069"/>
          </a:xfrm>
          <a:prstGeom prst="rect">
            <a:avLst/>
          </a:prstGeom>
          <a:noFill/>
        </p:spPr>
        <p:txBody>
          <a:bodyPr wrap="square" lIns="0" tIns="0" rIns="0" bIns="0" rtlCol="0" anchor="b">
            <a:noAutofit/>
          </a:bodyPr>
          <a:lstStyle/>
          <a:p>
            <a:pPr marL="0" indent="0">
              <a:spcBef>
                <a:spcPts val="0"/>
              </a:spcBef>
              <a:spcAft>
                <a:spcPts val="277"/>
              </a:spcAft>
              <a:buSzPct val="100000"/>
              <a:buFont typeface="Arial"/>
              <a:buNone/>
            </a:pPr>
            <a:r>
              <a:rPr lang="fr-FR" sz="700" noProof="0" dirty="0">
                <a:solidFill>
                  <a:schemeClr val="tx1"/>
                </a:solidFill>
              </a:rPr>
              <a:t>© 2020</a:t>
            </a:r>
            <a:r>
              <a:rPr lang="fr-FR" sz="700" baseline="0" noProof="0" dirty="0">
                <a:solidFill>
                  <a:schemeClr val="tx1"/>
                </a:solidFill>
              </a:rPr>
              <a:t> </a:t>
            </a:r>
            <a:r>
              <a:rPr lang="fr-FR" sz="700" noProof="0" dirty="0">
                <a:solidFill>
                  <a:schemeClr val="tx1"/>
                </a:solidFill>
              </a:rPr>
              <a:t>Deloitte Touche Tohmatsu India LLP</a:t>
            </a:r>
          </a:p>
        </p:txBody>
      </p:sp>
      <p:grpSp>
        <p:nvGrpSpPr>
          <p:cNvPr id="20" name="Group 19"/>
          <p:cNvGrpSpPr/>
          <p:nvPr userDrawn="1"/>
        </p:nvGrpSpPr>
        <p:grpSpPr>
          <a:xfrm>
            <a:off x="503988" y="378000"/>
            <a:ext cx="2160000" cy="394886"/>
            <a:chOff x="398463" y="404813"/>
            <a:chExt cx="1627187" cy="307976"/>
          </a:xfrm>
          <a:solidFill>
            <a:schemeClr val="tx1"/>
          </a:solidFill>
        </p:grpSpPr>
        <p:sp>
          <p:nvSpPr>
            <p:cNvPr id="21"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22"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23"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24"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25"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26"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27"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28"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29"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30"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grpSp>
    </p:spTree>
    <p:extLst>
      <p:ext uri="{BB962C8B-B14F-4D97-AF65-F5344CB8AC3E}">
        <p14:creationId xmlns:p14="http://schemas.microsoft.com/office/powerpoint/2010/main" val="2073378286"/>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userDrawn="1">
  <p:cSld name="6_Title &amp; subtitl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2" name="Object 1" hidden="1"/>
                      <p:cNvPicPr/>
                      <p:nvPr/>
                    </p:nvPicPr>
                    <p:blipFill>
                      <a:blip r:embed="rId4"/>
                      <a:stretch>
                        <a:fillRect/>
                      </a:stretch>
                    </p:blipFill>
                    <p:spPr>
                      <a:xfrm>
                        <a:off x="1955" y="1589"/>
                        <a:ext cx="1953" cy="1587"/>
                      </a:xfrm>
                      <a:prstGeom prst="rect">
                        <a:avLst/>
                      </a:prstGeom>
                    </p:spPr>
                  </p:pic>
                </p:oleObj>
              </mc:Fallback>
            </mc:AlternateContent>
          </a:graphicData>
        </a:graphic>
      </p:graphicFrame>
      <p:sp>
        <p:nvSpPr>
          <p:cNvPr id="10" name="Text Placeholder 8"/>
          <p:cNvSpPr>
            <a:spLocks noGrp="1"/>
          </p:cNvSpPr>
          <p:nvPr>
            <p:ph type="body" sz="quarter" idx="13" hasCustomPrompt="1"/>
          </p:nvPr>
        </p:nvSpPr>
        <p:spPr>
          <a:xfrm>
            <a:off x="501651" y="651600"/>
            <a:ext cx="11188700" cy="757255"/>
          </a:xfrm>
          <a:prstGeom prst="rect">
            <a:avLst/>
          </a:prstGeom>
        </p:spPr>
        <p:txBody>
          <a:bodyPr lIns="0" tIns="0" rIns="0" bIns="0">
            <a:noAutofit/>
          </a:bodyPr>
          <a:lstStyle>
            <a:lvl1pPr marL="0" indent="0">
              <a:spcAft>
                <a:spcPts val="0"/>
              </a:spcAft>
              <a:buNone/>
              <a:defRPr sz="1800" b="0">
                <a:solidFill>
                  <a:srgbClr val="575757"/>
                </a:solidFill>
              </a:defRPr>
            </a:lvl1pPr>
          </a:lstStyle>
          <a:p>
            <a:pPr lvl="0"/>
            <a:r>
              <a:rPr lang="en-US" noProof="0" dirty="0"/>
              <a:t>Click to add subtitle</a:t>
            </a:r>
          </a:p>
        </p:txBody>
      </p:sp>
      <p:sp>
        <p:nvSpPr>
          <p:cNvPr id="11" name="Title Placeholder 1"/>
          <p:cNvSpPr>
            <a:spLocks noGrp="1"/>
          </p:cNvSpPr>
          <p:nvPr>
            <p:ph type="title" hasCustomPrompt="1"/>
          </p:nvPr>
        </p:nvSpPr>
        <p:spPr>
          <a:xfrm>
            <a:off x="501651" y="317501"/>
            <a:ext cx="11188700" cy="334101"/>
          </a:xfrm>
          <a:prstGeom prst="rect">
            <a:avLst/>
          </a:prstGeom>
        </p:spPr>
        <p:txBody>
          <a:bodyPr vert="horz" lIns="0" tIns="0" rIns="0" bIns="0" rtlCol="0" anchor="t" anchorCtr="0">
            <a:noAutofit/>
          </a:bodyPr>
          <a:lstStyle>
            <a:lvl1pPr>
              <a:defRPr sz="2000" b="1"/>
            </a:lvl1pPr>
          </a:lstStyle>
          <a:p>
            <a:r>
              <a:rPr lang="en-US" noProof="0" dirty="0"/>
              <a:t>Click to add title</a:t>
            </a:r>
          </a:p>
        </p:txBody>
      </p:sp>
      <p:sp>
        <p:nvSpPr>
          <p:cNvPr id="6" name="Text Placeholder 18"/>
          <p:cNvSpPr>
            <a:spLocks noGrp="1"/>
          </p:cNvSpPr>
          <p:nvPr>
            <p:ph idx="1"/>
          </p:nvPr>
        </p:nvSpPr>
        <p:spPr>
          <a:xfrm>
            <a:off x="501651" y="1400735"/>
            <a:ext cx="11188700" cy="4972051"/>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198248933"/>
      </p:ext>
    </p:extLst>
  </p:cSld>
  <p:clrMapOvr>
    <a:masterClrMapping/>
  </p:clrMapOvr>
  <p:transition>
    <p:fade/>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Text Placeholder 8"/>
          <p:cNvSpPr>
            <a:spLocks noGrp="1"/>
          </p:cNvSpPr>
          <p:nvPr>
            <p:ph type="body" sz="quarter" idx="13" hasCustomPrompt="1"/>
          </p:nvPr>
        </p:nvSpPr>
        <p:spPr>
          <a:xfrm>
            <a:off x="501651" y="651600"/>
            <a:ext cx="11162349" cy="757255"/>
          </a:xfrm>
          <a:prstGeom prst="rect">
            <a:avLst/>
          </a:prstGeom>
        </p:spPr>
        <p:txBody>
          <a:bodyPr lIns="0" tIns="0" rIns="0" bIns="0">
            <a:noAutofit/>
          </a:bodyPr>
          <a:lstStyle>
            <a:lvl1pPr marL="0" indent="0">
              <a:buNone/>
              <a:defRPr sz="16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2877196325"/>
      </p:ext>
    </p:extLst>
  </p:cSld>
  <p:clrMapOvr>
    <a:masterClrMapping/>
  </p:clrMapOvr>
  <p:transition>
    <p:fade/>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p:cSld name="Title, Subhead &amp; Breadcrumb">
    <p:spTree>
      <p:nvGrpSpPr>
        <p:cNvPr id="1" name=""/>
        <p:cNvGrpSpPr/>
        <p:nvPr/>
      </p:nvGrpSpPr>
      <p:grpSpPr>
        <a:xfrm>
          <a:off x="0" y="0"/>
          <a:ext cx="0" cy="0"/>
          <a:chOff x="0" y="0"/>
          <a:chExt cx="0" cy="0"/>
        </a:xfrm>
      </p:grpSpPr>
      <p:sp>
        <p:nvSpPr>
          <p:cNvPr id="2" name="Title 1"/>
          <p:cNvSpPr>
            <a:spLocks noGrp="1"/>
          </p:cNvSpPr>
          <p:nvPr>
            <p:ph type="title"/>
          </p:nvPr>
        </p:nvSpPr>
        <p:spPr>
          <a:xfrm>
            <a:off x="914400" y="694944"/>
            <a:ext cx="10363200" cy="594360"/>
          </a:xfrm>
        </p:spPr>
        <p:txBody>
          <a:bodyPr vert="horz" lIns="0" tIns="45720" rIns="0" bIns="0" rtlCol="0" anchor="b" anchorCtr="0">
            <a:noAutofit/>
          </a:bodyPr>
          <a:lstStyle>
            <a:lvl1pPr>
              <a:defRPr lang="en-US" sz="3600" spc="-75" dirty="0">
                <a:latin typeface="+mj-lt"/>
              </a:defRPr>
            </a:lvl1pPr>
          </a:lstStyle>
          <a:p>
            <a:pPr lvl="0" defTabSz="685800">
              <a:lnSpc>
                <a:spcPct val="85000"/>
              </a:lnSpc>
            </a:pPr>
            <a:r>
              <a:rPr lang="en-US"/>
              <a:t>Click to edit Master title style</a:t>
            </a:r>
            <a:endParaRPr lang="en-US" dirty="0"/>
          </a:p>
        </p:txBody>
      </p:sp>
      <p:sp>
        <p:nvSpPr>
          <p:cNvPr id="4" name="Text Placeholder 8"/>
          <p:cNvSpPr>
            <a:spLocks noGrp="1"/>
          </p:cNvSpPr>
          <p:nvPr>
            <p:ph type="body" sz="quarter" idx="14"/>
          </p:nvPr>
        </p:nvSpPr>
        <p:spPr>
          <a:xfrm>
            <a:off x="914721" y="1353312"/>
            <a:ext cx="10362880" cy="475488"/>
          </a:xfrm>
        </p:spPr>
        <p:txBody>
          <a:bodyPr vert="horz" lIns="0" tIns="0" rIns="0" bIns="0" rtlCol="0">
            <a:noAutofit/>
          </a:bodyPr>
          <a:lstStyle>
            <a:lvl1pPr marL="0" indent="0">
              <a:buNone/>
              <a:defRPr lang="en-US" sz="1200"/>
            </a:lvl1pPr>
          </a:lstStyle>
          <a:p>
            <a:pPr marL="228600" lvl="0" indent="-228600">
              <a:lnSpc>
                <a:spcPct val="130000"/>
              </a:lnSpc>
            </a:pPr>
            <a:r>
              <a:rPr lang="en-US"/>
              <a:t>Edit Master text styles</a:t>
            </a:r>
          </a:p>
        </p:txBody>
      </p:sp>
      <p:sp>
        <p:nvSpPr>
          <p:cNvPr id="8" name="Text Placeholder 5"/>
          <p:cNvSpPr>
            <a:spLocks noGrp="1"/>
          </p:cNvSpPr>
          <p:nvPr>
            <p:ph type="body" sz="quarter" idx="15" hasCustomPrompt="1"/>
          </p:nvPr>
        </p:nvSpPr>
        <p:spPr>
          <a:xfrm>
            <a:off x="914971" y="466344"/>
            <a:ext cx="3355848" cy="203200"/>
          </a:xfrm>
        </p:spPr>
        <p:txBody>
          <a:bodyPr vert="horz" lIns="0" tIns="0" rIns="0" bIns="0" rtlCol="0">
            <a:noAutofit/>
          </a:bodyPr>
          <a:lstStyle>
            <a:lvl1pPr marL="0" indent="0">
              <a:buNone/>
              <a:defRPr lang="en-US" sz="900" b="1" kern="0" cap="all" spc="250" baseline="0" dirty="0">
                <a:solidFill>
                  <a:schemeClr val="accent5">
                    <a:lumMod val="60000"/>
                    <a:lumOff val="40000"/>
                  </a:schemeClr>
                </a:solidFill>
                <a:ea typeface="Nexa Black" charset="0"/>
                <a:cs typeface="Nexa Black" charset="0"/>
              </a:defRPr>
            </a:lvl1pPr>
          </a:lstStyle>
          <a:p>
            <a:pPr marL="228600" lvl="0" indent="-228600"/>
            <a:r>
              <a:rPr lang="en-US" dirty="0"/>
              <a:t>BREADCRUMBS</a:t>
            </a:r>
          </a:p>
        </p:txBody>
      </p:sp>
    </p:spTree>
    <p:extLst>
      <p:ext uri="{BB962C8B-B14F-4D97-AF65-F5344CB8AC3E}">
        <p14:creationId xmlns:p14="http://schemas.microsoft.com/office/powerpoint/2010/main" val="131011025"/>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userDrawn="1">
  <p:cSld name="2_Title &amp; 1 column text">
    <p:spTree>
      <p:nvGrpSpPr>
        <p:cNvPr id="1" name=""/>
        <p:cNvGrpSpPr/>
        <p:nvPr/>
      </p:nvGrpSpPr>
      <p:grpSpPr>
        <a:xfrm>
          <a:off x="0" y="0"/>
          <a:ext cx="0" cy="0"/>
          <a:chOff x="0" y="0"/>
          <a:chExt cx="0" cy="0"/>
        </a:xfrm>
      </p:grpSpPr>
      <p:graphicFrame>
        <p:nvGraphicFramePr>
          <p:cNvPr id="6" name="Object 7"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6" name="Object 7"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Text Placeholder 18"/>
          <p:cNvSpPr>
            <a:spLocks noGrp="1"/>
          </p:cNvSpPr>
          <p:nvPr>
            <p:ph idx="1"/>
          </p:nvPr>
        </p:nvSpPr>
        <p:spPr>
          <a:xfrm>
            <a:off x="469901" y="1665290"/>
            <a:ext cx="11252200" cy="4633911"/>
          </a:xfrm>
          <a:prstGeom prst="rect">
            <a:avLst/>
          </a:prstGeom>
        </p:spPr>
        <p:txBody>
          <a:bodyPr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4" name="Text Placeholder 8"/>
          <p:cNvSpPr>
            <a:spLocks noGrp="1"/>
          </p:cNvSpPr>
          <p:nvPr>
            <p:ph type="body" sz="quarter" idx="13"/>
          </p:nvPr>
        </p:nvSpPr>
        <p:spPr>
          <a:xfrm>
            <a:off x="469901" y="736689"/>
            <a:ext cx="11252200" cy="757255"/>
          </a:xfrm>
          <a:prstGeom prst="rect">
            <a:avLst/>
          </a:prstGeom>
        </p:spPr>
        <p:txBody>
          <a:bodyPr>
            <a:noAutofit/>
          </a:bodyPr>
          <a:lstStyle>
            <a:lvl1pPr marL="0" indent="0">
              <a:buNone/>
              <a:defRPr sz="1800" b="0">
                <a:solidFill>
                  <a:srgbClr val="575757"/>
                </a:solidFill>
              </a:defRPr>
            </a:lvl1pPr>
          </a:lstStyle>
          <a:p>
            <a:pPr lvl="0"/>
            <a:r>
              <a:rPr lang="en-US" noProof="0"/>
              <a:t>Edit Master text styles</a:t>
            </a:r>
          </a:p>
        </p:txBody>
      </p:sp>
      <p:sp>
        <p:nvSpPr>
          <p:cNvPr id="5" name="Title Placeholder 1"/>
          <p:cNvSpPr>
            <a:spLocks noGrp="1"/>
          </p:cNvSpPr>
          <p:nvPr>
            <p:ph type="title"/>
          </p:nvPr>
        </p:nvSpPr>
        <p:spPr>
          <a:xfrm>
            <a:off x="469901" y="402587"/>
            <a:ext cx="11252200" cy="334102"/>
          </a:xfrm>
          <a:prstGeom prst="rect">
            <a:avLst/>
          </a:prstGeom>
        </p:spPr>
        <p:txBody>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940394283"/>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image" Target="../media/image1.emf"/><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tags" Target="../tags/tag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ags" Target="../tags/tag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theme" Target="../theme/theme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63.xml"/><Relationship Id="rId18" Type="http://schemas.openxmlformats.org/officeDocument/2006/relationships/slideLayout" Target="../slideLayouts/slideLayout68.xml"/><Relationship Id="rId26" Type="http://schemas.openxmlformats.org/officeDocument/2006/relationships/slideLayout" Target="../slideLayouts/slideLayout76.xml"/><Relationship Id="rId39" Type="http://schemas.openxmlformats.org/officeDocument/2006/relationships/slideLayout" Target="../slideLayouts/slideLayout89.xml"/><Relationship Id="rId21" Type="http://schemas.openxmlformats.org/officeDocument/2006/relationships/slideLayout" Target="../slideLayouts/slideLayout71.xml"/><Relationship Id="rId34" Type="http://schemas.openxmlformats.org/officeDocument/2006/relationships/slideLayout" Target="../slideLayouts/slideLayout84.xml"/><Relationship Id="rId42" Type="http://schemas.openxmlformats.org/officeDocument/2006/relationships/slideLayout" Target="../slideLayouts/slideLayout92.xml"/><Relationship Id="rId47" Type="http://schemas.openxmlformats.org/officeDocument/2006/relationships/slideLayout" Target="../slideLayouts/slideLayout97.xml"/><Relationship Id="rId50" Type="http://schemas.openxmlformats.org/officeDocument/2006/relationships/theme" Target="../theme/theme2.xml"/><Relationship Id="rId7" Type="http://schemas.openxmlformats.org/officeDocument/2006/relationships/slideLayout" Target="../slideLayouts/slideLayout57.xml"/><Relationship Id="rId2" Type="http://schemas.openxmlformats.org/officeDocument/2006/relationships/slideLayout" Target="../slideLayouts/slideLayout52.xml"/><Relationship Id="rId16" Type="http://schemas.openxmlformats.org/officeDocument/2006/relationships/slideLayout" Target="../slideLayouts/slideLayout66.xml"/><Relationship Id="rId29" Type="http://schemas.openxmlformats.org/officeDocument/2006/relationships/slideLayout" Target="../slideLayouts/slideLayout79.xml"/><Relationship Id="rId11" Type="http://schemas.openxmlformats.org/officeDocument/2006/relationships/slideLayout" Target="../slideLayouts/slideLayout61.xml"/><Relationship Id="rId24" Type="http://schemas.openxmlformats.org/officeDocument/2006/relationships/slideLayout" Target="../slideLayouts/slideLayout74.xml"/><Relationship Id="rId32" Type="http://schemas.openxmlformats.org/officeDocument/2006/relationships/slideLayout" Target="../slideLayouts/slideLayout82.xml"/><Relationship Id="rId37" Type="http://schemas.openxmlformats.org/officeDocument/2006/relationships/slideLayout" Target="../slideLayouts/slideLayout87.xml"/><Relationship Id="rId40" Type="http://schemas.openxmlformats.org/officeDocument/2006/relationships/slideLayout" Target="../slideLayouts/slideLayout90.xml"/><Relationship Id="rId45" Type="http://schemas.openxmlformats.org/officeDocument/2006/relationships/slideLayout" Target="../slideLayouts/slideLayout95.xml"/><Relationship Id="rId53" Type="http://schemas.openxmlformats.org/officeDocument/2006/relationships/oleObject" Target="../embeddings/oleObject7.bin"/><Relationship Id="rId5" Type="http://schemas.openxmlformats.org/officeDocument/2006/relationships/slideLayout" Target="../slideLayouts/slideLayout55.xml"/><Relationship Id="rId10" Type="http://schemas.openxmlformats.org/officeDocument/2006/relationships/slideLayout" Target="../slideLayouts/slideLayout60.xml"/><Relationship Id="rId19" Type="http://schemas.openxmlformats.org/officeDocument/2006/relationships/slideLayout" Target="../slideLayouts/slideLayout69.xml"/><Relationship Id="rId31" Type="http://schemas.openxmlformats.org/officeDocument/2006/relationships/slideLayout" Target="../slideLayouts/slideLayout81.xml"/><Relationship Id="rId44" Type="http://schemas.openxmlformats.org/officeDocument/2006/relationships/slideLayout" Target="../slideLayouts/slideLayout94.xml"/><Relationship Id="rId52" Type="http://schemas.openxmlformats.org/officeDocument/2006/relationships/tags" Target="../tags/tag12.xml"/><Relationship Id="rId4" Type="http://schemas.openxmlformats.org/officeDocument/2006/relationships/slideLayout" Target="../slideLayouts/slideLayout54.xml"/><Relationship Id="rId9" Type="http://schemas.openxmlformats.org/officeDocument/2006/relationships/slideLayout" Target="../slideLayouts/slideLayout59.xml"/><Relationship Id="rId14" Type="http://schemas.openxmlformats.org/officeDocument/2006/relationships/slideLayout" Target="../slideLayouts/slideLayout64.xml"/><Relationship Id="rId22" Type="http://schemas.openxmlformats.org/officeDocument/2006/relationships/slideLayout" Target="../slideLayouts/slideLayout72.xml"/><Relationship Id="rId27" Type="http://schemas.openxmlformats.org/officeDocument/2006/relationships/slideLayout" Target="../slideLayouts/slideLayout77.xml"/><Relationship Id="rId30" Type="http://schemas.openxmlformats.org/officeDocument/2006/relationships/slideLayout" Target="../slideLayouts/slideLayout80.xml"/><Relationship Id="rId35" Type="http://schemas.openxmlformats.org/officeDocument/2006/relationships/slideLayout" Target="../slideLayouts/slideLayout85.xml"/><Relationship Id="rId43" Type="http://schemas.openxmlformats.org/officeDocument/2006/relationships/slideLayout" Target="../slideLayouts/slideLayout93.xml"/><Relationship Id="rId48" Type="http://schemas.openxmlformats.org/officeDocument/2006/relationships/slideLayout" Target="../slideLayouts/slideLayout98.xml"/><Relationship Id="rId8" Type="http://schemas.openxmlformats.org/officeDocument/2006/relationships/slideLayout" Target="../slideLayouts/slideLayout58.xml"/><Relationship Id="rId51" Type="http://schemas.openxmlformats.org/officeDocument/2006/relationships/tags" Target="../tags/tag11.xml"/><Relationship Id="rId3" Type="http://schemas.openxmlformats.org/officeDocument/2006/relationships/slideLayout" Target="../slideLayouts/slideLayout53.xml"/><Relationship Id="rId12" Type="http://schemas.openxmlformats.org/officeDocument/2006/relationships/slideLayout" Target="../slideLayouts/slideLayout62.xml"/><Relationship Id="rId17" Type="http://schemas.openxmlformats.org/officeDocument/2006/relationships/slideLayout" Target="../slideLayouts/slideLayout67.xml"/><Relationship Id="rId25" Type="http://schemas.openxmlformats.org/officeDocument/2006/relationships/slideLayout" Target="../slideLayouts/slideLayout75.xml"/><Relationship Id="rId33" Type="http://schemas.openxmlformats.org/officeDocument/2006/relationships/slideLayout" Target="../slideLayouts/slideLayout83.xml"/><Relationship Id="rId38" Type="http://schemas.openxmlformats.org/officeDocument/2006/relationships/slideLayout" Target="../slideLayouts/slideLayout88.xml"/><Relationship Id="rId46" Type="http://schemas.openxmlformats.org/officeDocument/2006/relationships/slideLayout" Target="../slideLayouts/slideLayout96.xml"/><Relationship Id="rId20" Type="http://schemas.openxmlformats.org/officeDocument/2006/relationships/slideLayout" Target="../slideLayouts/slideLayout70.xml"/><Relationship Id="rId41" Type="http://schemas.openxmlformats.org/officeDocument/2006/relationships/slideLayout" Target="../slideLayouts/slideLayout91.xml"/><Relationship Id="rId54" Type="http://schemas.openxmlformats.org/officeDocument/2006/relationships/image" Target="../media/image1.emf"/><Relationship Id="rId1" Type="http://schemas.openxmlformats.org/officeDocument/2006/relationships/slideLayout" Target="../slideLayouts/slideLayout51.xml"/><Relationship Id="rId6" Type="http://schemas.openxmlformats.org/officeDocument/2006/relationships/slideLayout" Target="../slideLayouts/slideLayout56.xml"/><Relationship Id="rId15" Type="http://schemas.openxmlformats.org/officeDocument/2006/relationships/slideLayout" Target="../slideLayouts/slideLayout65.xml"/><Relationship Id="rId23" Type="http://schemas.openxmlformats.org/officeDocument/2006/relationships/slideLayout" Target="../slideLayouts/slideLayout73.xml"/><Relationship Id="rId28" Type="http://schemas.openxmlformats.org/officeDocument/2006/relationships/slideLayout" Target="../slideLayouts/slideLayout78.xml"/><Relationship Id="rId36" Type="http://schemas.openxmlformats.org/officeDocument/2006/relationships/slideLayout" Target="../slideLayouts/slideLayout86.xml"/><Relationship Id="rId49" Type="http://schemas.openxmlformats.org/officeDocument/2006/relationships/slideLayout" Target="../slideLayouts/slideLayout9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52"/>
            </p:custDataLst>
            <p:extLst>
              <p:ext uri="{D42A27DB-BD31-4B8C-83A1-F6EECF244321}">
                <p14:modId xmlns:p14="http://schemas.microsoft.com/office/powerpoint/2010/main" val="224506560"/>
              </p:ext>
            </p:extLst>
          </p:nvPr>
        </p:nvGraphicFramePr>
        <p:xfrm>
          <a:off x="2119" y="1589"/>
          <a:ext cx="2116" cy="1587"/>
        </p:xfrm>
        <a:graphic>
          <a:graphicData uri="http://schemas.openxmlformats.org/presentationml/2006/ole">
            <mc:AlternateContent xmlns:mc="http://schemas.openxmlformats.org/markup-compatibility/2006">
              <mc:Choice xmlns:v="urn:schemas-microsoft-com:vml" Requires="v">
                <p:oleObj name="think-cell Slide" r:id="rId54" imgW="270" imgH="270" progId="TCLayout.ActiveDocument.1">
                  <p:embed/>
                </p:oleObj>
              </mc:Choice>
              <mc:Fallback>
                <p:oleObj name="think-cell Slide" r:id="rId54" imgW="270" imgH="270" progId="TCLayout.ActiveDocument.1">
                  <p:embed/>
                  <p:pic>
                    <p:nvPicPr>
                      <p:cNvPr id="4" name="Object 3" hidden="1"/>
                      <p:cNvPicPr/>
                      <p:nvPr/>
                    </p:nvPicPr>
                    <p:blipFill>
                      <a:blip r:embed="rId55"/>
                      <a:stretch>
                        <a:fillRect/>
                      </a:stretch>
                    </p:blipFill>
                    <p:spPr>
                      <a:xfrm>
                        <a:off x="2119" y="1589"/>
                        <a:ext cx="2116" cy="1587"/>
                      </a:xfrm>
                      <a:prstGeom prst="rect">
                        <a:avLst/>
                      </a:prstGeom>
                    </p:spPr>
                  </p:pic>
                </p:oleObj>
              </mc:Fallback>
            </mc:AlternateContent>
          </a:graphicData>
        </a:graphic>
      </p:graphicFrame>
      <p:sp>
        <p:nvSpPr>
          <p:cNvPr id="3" name="Rectangle 2" hidden="1"/>
          <p:cNvSpPr/>
          <p:nvPr userDrawn="1">
            <p:custDataLst>
              <p:tags r:id="rId53"/>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6000"/>
              </a:lnSpc>
              <a:buFont typeface="Wingdings 2" pitchFamily="18" charset="2"/>
              <a:buNone/>
            </a:pPr>
            <a:endParaRPr lang="en-US" sz="2000"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2" name="Title Placeholder 1"/>
          <p:cNvSpPr>
            <a:spLocks noGrp="1"/>
          </p:cNvSpPr>
          <p:nvPr>
            <p:ph type="title"/>
          </p:nvPr>
        </p:nvSpPr>
        <p:spPr bwMode="gray">
          <a:xfrm>
            <a:off x="469900" y="402586"/>
            <a:ext cx="11252200" cy="692151"/>
          </a:xfrm>
          <a:prstGeom prst="rect">
            <a:avLst/>
          </a:prstGeom>
        </p:spPr>
        <p:txBody>
          <a:bodyPr vert="horz" lIns="0" tIns="0" rIns="0" bIns="0" rtlCol="0" anchor="t" anchorCtr="0">
            <a:noAutofit/>
          </a:bodyPr>
          <a:lstStyle/>
          <a:p>
            <a:r>
              <a:rPr lang="en-US" noProof="0"/>
              <a:t>Click to edit Master title style</a:t>
            </a:r>
            <a:endParaRPr lang="en-US" noProof="0" dirty="0"/>
          </a:p>
        </p:txBody>
      </p:sp>
      <p:sp>
        <p:nvSpPr>
          <p:cNvPr id="19" name="Text Placeholder 18"/>
          <p:cNvSpPr>
            <a:spLocks noGrp="1"/>
          </p:cNvSpPr>
          <p:nvPr>
            <p:ph type="body" idx="1"/>
          </p:nvPr>
        </p:nvSpPr>
        <p:spPr>
          <a:xfrm>
            <a:off x="469900" y="1665290"/>
            <a:ext cx="11252200" cy="4633911"/>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1" name="TextBox 20"/>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fr-FR" sz="650" noProof="0" dirty="0">
                <a:solidFill>
                  <a:schemeClr val="tx1"/>
                </a:solidFill>
              </a:rPr>
              <a:t>© 2020 Deloitte Touche Tohmatsu India LLP</a:t>
            </a:r>
          </a:p>
        </p:txBody>
      </p:sp>
      <p:sp>
        <p:nvSpPr>
          <p:cNvPr id="22" name="TextBox 21"/>
          <p:cNvSpPr txBox="1"/>
          <p:nvPr userDrawn="1"/>
        </p:nvSpPr>
        <p:spPr>
          <a:xfrm>
            <a:off x="11370308"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tx1"/>
                </a:solidFill>
              </a:rPr>
              <a:pPr marL="0" indent="0" algn="r">
                <a:spcBef>
                  <a:spcPts val="800"/>
                </a:spcBef>
                <a:buSzPct val="100000"/>
                <a:buFont typeface="Arial"/>
                <a:buNone/>
              </a:pPr>
              <a:t>‹#›</a:t>
            </a:fld>
            <a:endParaRPr lang="en-US" sz="650" noProof="0" dirty="0">
              <a:solidFill>
                <a:schemeClr val="tx1"/>
              </a:solidFill>
            </a:endParaRPr>
          </a:p>
        </p:txBody>
      </p:sp>
    </p:spTree>
    <p:extLst>
      <p:ext uri="{BB962C8B-B14F-4D97-AF65-F5344CB8AC3E}">
        <p14:creationId xmlns:p14="http://schemas.microsoft.com/office/powerpoint/2010/main" val="3631217286"/>
      </p:ext>
    </p:extLst>
  </p:cSld>
  <p:clrMap bg1="lt1" tx1="dk1" bg2="lt2" tx2="dk2" accent1="accent1" accent2="accent2" accent3="accent3" accent4="accent4" accent5="accent5" accent6="accent6" hlink="hlink" folHlink="folHlink"/>
  <p:sldLayoutIdLst>
    <p:sldLayoutId id="2147483662" r:id="rId1"/>
    <p:sldLayoutId id="2147483714" r:id="rId2"/>
    <p:sldLayoutId id="2147483663" r:id="rId3"/>
    <p:sldLayoutId id="2147483664" r:id="rId4"/>
    <p:sldLayoutId id="2147483665" r:id="rId5"/>
    <p:sldLayoutId id="2147483666" r:id="rId6"/>
    <p:sldLayoutId id="2147483667" r:id="rId7"/>
    <p:sldLayoutId id="2147483670" r:id="rId8"/>
    <p:sldLayoutId id="2147483671" r:id="rId9"/>
    <p:sldLayoutId id="2147483675" r:id="rId10"/>
    <p:sldLayoutId id="2147483676" r:id="rId11"/>
    <p:sldLayoutId id="2147483677" r:id="rId12"/>
    <p:sldLayoutId id="2147483678" r:id="rId13"/>
    <p:sldLayoutId id="2147483679" r:id="rId14"/>
    <p:sldLayoutId id="2147483680" r:id="rId15"/>
    <p:sldLayoutId id="2147483681" r:id="rId16"/>
    <p:sldLayoutId id="2147483682" r:id="rId17"/>
    <p:sldLayoutId id="2147483683" r:id="rId18"/>
    <p:sldLayoutId id="2147483684" r:id="rId19"/>
    <p:sldLayoutId id="2147483685" r:id="rId20"/>
    <p:sldLayoutId id="2147483686" r:id="rId21"/>
    <p:sldLayoutId id="2147483687" r:id="rId22"/>
    <p:sldLayoutId id="2147483688" r:id="rId23"/>
    <p:sldLayoutId id="2147483689" r:id="rId24"/>
    <p:sldLayoutId id="2147483690" r:id="rId25"/>
    <p:sldLayoutId id="2147483691" r:id="rId26"/>
    <p:sldLayoutId id="2147483692" r:id="rId27"/>
    <p:sldLayoutId id="2147483693" r:id="rId28"/>
    <p:sldLayoutId id="2147483694" r:id="rId29"/>
    <p:sldLayoutId id="2147483695" r:id="rId30"/>
    <p:sldLayoutId id="2147483696" r:id="rId31"/>
    <p:sldLayoutId id="2147483697" r:id="rId32"/>
    <p:sldLayoutId id="2147483698" r:id="rId33"/>
    <p:sldLayoutId id="2147483699" r:id="rId34"/>
    <p:sldLayoutId id="2147483700" r:id="rId35"/>
    <p:sldLayoutId id="2147483701" r:id="rId36"/>
    <p:sldLayoutId id="2147483712" r:id="rId37"/>
    <p:sldLayoutId id="2147484146" r:id="rId38"/>
    <p:sldLayoutId id="2147484222" r:id="rId39"/>
    <p:sldLayoutId id="2147483756" r:id="rId40"/>
    <p:sldLayoutId id="2147483757" r:id="rId41"/>
    <p:sldLayoutId id="2147483762" r:id="rId42"/>
    <p:sldLayoutId id="2147483764" r:id="rId43"/>
    <p:sldLayoutId id="2147483792" r:id="rId44"/>
    <p:sldLayoutId id="2147483794" r:id="rId45"/>
    <p:sldLayoutId id="2147483795" r:id="rId46"/>
    <p:sldLayoutId id="2147483796" r:id="rId47"/>
    <p:sldLayoutId id="2147484370" r:id="rId48"/>
    <p:sldLayoutId id="2147484373" r:id="rId49"/>
    <p:sldLayoutId id="2147484457" r:id="rId50"/>
  </p:sldLayoutIdLst>
  <p:transition>
    <p:fade/>
  </p:transition>
  <p:hf hdr="0" dt="0"/>
  <p:txStyles>
    <p:titleStyle>
      <a:lvl1pPr algn="l" defTabSz="1219170" rtl="0" eaLnBrk="1" latinLnBrk="0" hangingPunct="1">
        <a:spcBef>
          <a:spcPct val="0"/>
        </a:spcBef>
        <a:buNone/>
        <a:defRPr sz="2000" kern="1200">
          <a:solidFill>
            <a:schemeClr val="tx1"/>
          </a:solidFill>
          <a:latin typeface="+mj-lt"/>
          <a:ea typeface="+mj-ea"/>
          <a:cs typeface="+mj-cs"/>
        </a:defRPr>
      </a:lvl1pPr>
    </p:titleStyle>
    <p:bodyStyle>
      <a:lvl1pPr marL="0" indent="0" algn="l" defTabSz="1219170" rtl="0" eaLnBrk="1" latinLnBrk="0" hangingPunct="1">
        <a:spcBef>
          <a:spcPts val="0"/>
        </a:spcBef>
        <a:spcAft>
          <a:spcPts val="1333"/>
        </a:spcAft>
        <a:buSzPct val="100000"/>
        <a:buFontTx/>
        <a:buNone/>
        <a:defRPr sz="1200" b="0" kern="1200">
          <a:solidFill>
            <a:schemeClr val="tx1"/>
          </a:solidFill>
          <a:latin typeface="+mn-lt"/>
          <a:ea typeface="+mn-ea"/>
          <a:cs typeface="+mn-cs"/>
        </a:defRPr>
      </a:lvl1pPr>
      <a:lvl2pPr marL="127000" indent="-127000" algn="l" defTabSz="1219170" rtl="0" eaLnBrk="1" latinLnBrk="0" hangingPunct="1">
        <a:spcBef>
          <a:spcPts val="0"/>
        </a:spcBef>
        <a:spcAft>
          <a:spcPts val="1333"/>
        </a:spcAft>
        <a:buClrTx/>
        <a:buSzPct val="100000"/>
        <a:buFont typeface="Arial" panose="020B0604020202020204" pitchFamily="34" charset="0"/>
        <a:buChar char="•"/>
        <a:defRPr lang="en-US" sz="1200" b="0" kern="1200" dirty="0" smtClean="0">
          <a:solidFill>
            <a:schemeClr val="tx1"/>
          </a:solidFill>
          <a:latin typeface="+mn-lt"/>
          <a:ea typeface="+mn-ea"/>
          <a:cs typeface="+mn-cs"/>
        </a:defRPr>
      </a:lvl2pPr>
      <a:lvl3pPr marL="2794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318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584200" indent="-127000" algn="l" defTabSz="1064657" rtl="0" eaLnBrk="1" latinLnBrk="0" hangingPunct="1">
        <a:spcBef>
          <a:spcPts val="0"/>
        </a:spcBef>
        <a:spcAft>
          <a:spcPts val="1333"/>
        </a:spcAft>
        <a:buClrTx/>
        <a:buSzPct val="100000"/>
        <a:buFont typeface="Arial" panose="020B060402020202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3972" userDrawn="1">
          <p15:clr>
            <a:srgbClr val="F26B43"/>
          </p15:clr>
        </p15:guide>
        <p15:guide id="4" pos="296">
          <p15:clr>
            <a:srgbClr val="F26B43"/>
          </p15:clr>
        </p15:guide>
        <p15:guide id="5" pos="7393" userDrawn="1">
          <p15:clr>
            <a:srgbClr val="F26B43"/>
          </p15:clr>
        </p15:guide>
        <p15:guide id="7" orient="horz" pos="252" userDrawn="1">
          <p15:clr>
            <a:srgbClr val="F26B43"/>
          </p15:clr>
        </p15:guide>
        <p15:guide id="8" orient="horz" pos="4081">
          <p15:clr>
            <a:srgbClr val="F26B43"/>
          </p15:clr>
        </p15:guide>
        <p15:guide id="21" orient="horz" pos="1049">
          <p15:clr>
            <a:srgbClr val="F26B43"/>
          </p15:clr>
        </p15:guide>
        <p15:guide id="22" orient="horz" pos="64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51"/>
            </p:custDataLst>
          </p:nvPr>
        </p:nvGraphicFramePr>
        <p:xfrm>
          <a:off x="2119" y="1589"/>
          <a:ext cx="2116" cy="1587"/>
        </p:xfrm>
        <a:graphic>
          <a:graphicData uri="http://schemas.openxmlformats.org/presentationml/2006/ole">
            <mc:AlternateContent xmlns:mc="http://schemas.openxmlformats.org/markup-compatibility/2006">
              <mc:Choice xmlns:v="urn:schemas-microsoft-com:vml" Requires="v">
                <p:oleObj name="think-cell Slide" r:id="rId53" imgW="270" imgH="270" progId="TCLayout.ActiveDocument.1">
                  <p:embed/>
                </p:oleObj>
              </mc:Choice>
              <mc:Fallback>
                <p:oleObj name="think-cell Slide" r:id="rId53" imgW="270" imgH="270" progId="TCLayout.ActiveDocument.1">
                  <p:embed/>
                  <p:pic>
                    <p:nvPicPr>
                      <p:cNvPr id="4" name="Object 3" hidden="1"/>
                      <p:cNvPicPr/>
                      <p:nvPr/>
                    </p:nvPicPr>
                    <p:blipFill>
                      <a:blip r:embed="rId54"/>
                      <a:stretch>
                        <a:fillRect/>
                      </a:stretch>
                    </p:blipFill>
                    <p:spPr>
                      <a:xfrm>
                        <a:off x="2119" y="1589"/>
                        <a:ext cx="2116" cy="1587"/>
                      </a:xfrm>
                      <a:prstGeom prst="rect">
                        <a:avLst/>
                      </a:prstGeom>
                    </p:spPr>
                  </p:pic>
                </p:oleObj>
              </mc:Fallback>
            </mc:AlternateContent>
          </a:graphicData>
        </a:graphic>
      </p:graphicFrame>
      <p:sp>
        <p:nvSpPr>
          <p:cNvPr id="3" name="Rectangle 2" hidden="1"/>
          <p:cNvSpPr/>
          <p:nvPr userDrawn="1">
            <p:custDataLst>
              <p:tags r:id="rId52"/>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6000"/>
              </a:lnSpc>
              <a:buFont typeface="Wingdings 2" pitchFamily="18" charset="2"/>
              <a:buNone/>
            </a:pPr>
            <a:endParaRPr lang="en-US" sz="2000"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2" name="Title Placeholder 1"/>
          <p:cNvSpPr>
            <a:spLocks noGrp="1"/>
          </p:cNvSpPr>
          <p:nvPr>
            <p:ph type="title"/>
          </p:nvPr>
        </p:nvSpPr>
        <p:spPr bwMode="gray">
          <a:xfrm>
            <a:off x="469900" y="402586"/>
            <a:ext cx="11252200" cy="692151"/>
          </a:xfrm>
          <a:prstGeom prst="rect">
            <a:avLst/>
          </a:prstGeom>
        </p:spPr>
        <p:txBody>
          <a:bodyPr vert="horz" lIns="0" tIns="0" rIns="0" bIns="0" rtlCol="0" anchor="t" anchorCtr="0">
            <a:noAutofit/>
          </a:bodyPr>
          <a:lstStyle/>
          <a:p>
            <a:r>
              <a:rPr lang="en-US" noProof="0"/>
              <a:t>Click to edit Master title style</a:t>
            </a:r>
            <a:endParaRPr lang="en-US" noProof="0" dirty="0"/>
          </a:p>
        </p:txBody>
      </p:sp>
      <p:sp>
        <p:nvSpPr>
          <p:cNvPr id="19" name="Text Placeholder 18"/>
          <p:cNvSpPr>
            <a:spLocks noGrp="1"/>
          </p:cNvSpPr>
          <p:nvPr>
            <p:ph type="body" idx="1"/>
          </p:nvPr>
        </p:nvSpPr>
        <p:spPr>
          <a:xfrm>
            <a:off x="469900" y="1665290"/>
            <a:ext cx="11252200" cy="4633911"/>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1" name="TextBox 20"/>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fr-FR" sz="650" noProof="0" dirty="0">
                <a:solidFill>
                  <a:schemeClr val="tx1"/>
                </a:solidFill>
              </a:rPr>
              <a:t>© 2020 Deloitte Touche Tohmatsu India LLP</a:t>
            </a:r>
          </a:p>
        </p:txBody>
      </p:sp>
      <p:sp>
        <p:nvSpPr>
          <p:cNvPr id="22" name="TextBox 21"/>
          <p:cNvSpPr txBox="1"/>
          <p:nvPr userDrawn="1"/>
        </p:nvSpPr>
        <p:spPr>
          <a:xfrm>
            <a:off x="11370308"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tx1"/>
                </a:solidFill>
              </a:rPr>
              <a:pPr marL="0" indent="0" algn="r">
                <a:spcBef>
                  <a:spcPts val="800"/>
                </a:spcBef>
                <a:buSzPct val="100000"/>
                <a:buFont typeface="Arial"/>
                <a:buNone/>
              </a:pPr>
              <a:t>‹#›</a:t>
            </a:fld>
            <a:endParaRPr lang="en-US" sz="650" noProof="0" dirty="0">
              <a:solidFill>
                <a:schemeClr val="tx1"/>
              </a:solidFill>
            </a:endParaRPr>
          </a:p>
        </p:txBody>
      </p:sp>
      <p:sp>
        <p:nvSpPr>
          <p:cNvPr id="23" name="TextBox 22"/>
          <p:cNvSpPr txBox="1"/>
          <p:nvPr userDrawn="1"/>
        </p:nvSpPr>
        <p:spPr>
          <a:xfrm>
            <a:off x="5610371" y="6478972"/>
            <a:ext cx="5760720" cy="100027"/>
          </a:xfrm>
          <a:prstGeom prst="rect">
            <a:avLst/>
          </a:prstGeom>
          <a:noFill/>
        </p:spPr>
        <p:txBody>
          <a:bodyPr wrap="square" lIns="0" tIns="0" rIns="0" bIns="0" rtlCol="0">
            <a:spAutoFit/>
          </a:bodyPr>
          <a:lstStyle/>
          <a:p>
            <a:pPr algn="r" defTabSz="712592">
              <a:buSzPct val="100000"/>
              <a:buFont typeface="Arial"/>
              <a:buNone/>
            </a:pPr>
            <a:r>
              <a:rPr lang="en-US" sz="650" dirty="0" err="1">
                <a:solidFill>
                  <a:prstClr val="black"/>
                </a:solidFill>
              </a:rPr>
              <a:t>MoS</a:t>
            </a:r>
            <a:r>
              <a:rPr lang="en-US" sz="650" dirty="0">
                <a:solidFill>
                  <a:prstClr val="black"/>
                </a:solidFill>
              </a:rPr>
              <a:t> | Development &amp; Implementation of Action Plan for  Indian Steel Sector in the wake of COVID| A Deloitte response to RFP</a:t>
            </a:r>
          </a:p>
        </p:txBody>
      </p:sp>
    </p:spTree>
    <p:extLst>
      <p:ext uri="{BB962C8B-B14F-4D97-AF65-F5344CB8AC3E}">
        <p14:creationId xmlns:p14="http://schemas.microsoft.com/office/powerpoint/2010/main" val="64496320"/>
      </p:ext>
    </p:extLst>
  </p:cSld>
  <p:clrMap bg1="lt1" tx1="dk1" bg2="lt2" tx2="dk2" accent1="accent1" accent2="accent2" accent3="accent3" accent4="accent4" accent5="accent5" accent6="accent6" hlink="hlink" folHlink="folHlink"/>
  <p:sldLayoutIdLst>
    <p:sldLayoutId id="2147484375" r:id="rId1"/>
    <p:sldLayoutId id="2147484376" r:id="rId2"/>
    <p:sldLayoutId id="2147484377" r:id="rId3"/>
    <p:sldLayoutId id="2147484378" r:id="rId4"/>
    <p:sldLayoutId id="2147484379" r:id="rId5"/>
    <p:sldLayoutId id="2147484380" r:id="rId6"/>
    <p:sldLayoutId id="2147484381" r:id="rId7"/>
    <p:sldLayoutId id="2147484382" r:id="rId8"/>
    <p:sldLayoutId id="2147484383" r:id="rId9"/>
    <p:sldLayoutId id="2147484384" r:id="rId10"/>
    <p:sldLayoutId id="2147484385" r:id="rId11"/>
    <p:sldLayoutId id="2147484386" r:id="rId12"/>
    <p:sldLayoutId id="2147484387" r:id="rId13"/>
    <p:sldLayoutId id="2147484388" r:id="rId14"/>
    <p:sldLayoutId id="2147484389" r:id="rId15"/>
    <p:sldLayoutId id="2147484390" r:id="rId16"/>
    <p:sldLayoutId id="2147484391" r:id="rId17"/>
    <p:sldLayoutId id="2147484392" r:id="rId18"/>
    <p:sldLayoutId id="2147484393" r:id="rId19"/>
    <p:sldLayoutId id="2147484394" r:id="rId20"/>
    <p:sldLayoutId id="2147484395" r:id="rId21"/>
    <p:sldLayoutId id="2147484396" r:id="rId22"/>
    <p:sldLayoutId id="2147484397" r:id="rId23"/>
    <p:sldLayoutId id="2147484398" r:id="rId24"/>
    <p:sldLayoutId id="2147484399" r:id="rId25"/>
    <p:sldLayoutId id="2147484400" r:id="rId26"/>
    <p:sldLayoutId id="2147484401" r:id="rId27"/>
    <p:sldLayoutId id="2147484402" r:id="rId28"/>
    <p:sldLayoutId id="2147484403" r:id="rId29"/>
    <p:sldLayoutId id="2147484404" r:id="rId30"/>
    <p:sldLayoutId id="2147484405" r:id="rId31"/>
    <p:sldLayoutId id="2147484406" r:id="rId32"/>
    <p:sldLayoutId id="2147484407" r:id="rId33"/>
    <p:sldLayoutId id="2147484408" r:id="rId34"/>
    <p:sldLayoutId id="2147484409" r:id="rId35"/>
    <p:sldLayoutId id="2147484410" r:id="rId36"/>
    <p:sldLayoutId id="2147484411" r:id="rId37"/>
    <p:sldLayoutId id="2147484412" r:id="rId38"/>
    <p:sldLayoutId id="2147484413" r:id="rId39"/>
    <p:sldLayoutId id="2147484414" r:id="rId40"/>
    <p:sldLayoutId id="2147484415" r:id="rId41"/>
    <p:sldLayoutId id="2147484420" r:id="rId42"/>
    <p:sldLayoutId id="2147484422" r:id="rId43"/>
    <p:sldLayoutId id="2147484450" r:id="rId44"/>
    <p:sldLayoutId id="2147484451" r:id="rId45"/>
    <p:sldLayoutId id="2147484452" r:id="rId46"/>
    <p:sldLayoutId id="2147484453" r:id="rId47"/>
    <p:sldLayoutId id="2147484455" r:id="rId48"/>
    <p:sldLayoutId id="2147484456" r:id="rId49"/>
  </p:sldLayoutIdLst>
  <p:transition>
    <p:fade/>
  </p:transition>
  <p:hf hdr="0" dt="0"/>
  <p:txStyles>
    <p:titleStyle>
      <a:lvl1pPr algn="l" defTabSz="1219170" rtl="0" eaLnBrk="1" latinLnBrk="0" hangingPunct="1">
        <a:spcBef>
          <a:spcPct val="0"/>
        </a:spcBef>
        <a:buNone/>
        <a:defRPr sz="2000" kern="1200">
          <a:solidFill>
            <a:schemeClr val="tx1"/>
          </a:solidFill>
          <a:latin typeface="+mj-lt"/>
          <a:ea typeface="+mj-ea"/>
          <a:cs typeface="+mj-cs"/>
        </a:defRPr>
      </a:lvl1pPr>
    </p:titleStyle>
    <p:bodyStyle>
      <a:lvl1pPr marL="0" indent="0" algn="l" defTabSz="1219170" rtl="0" eaLnBrk="1" latinLnBrk="0" hangingPunct="1">
        <a:spcBef>
          <a:spcPts val="0"/>
        </a:spcBef>
        <a:spcAft>
          <a:spcPts val="1333"/>
        </a:spcAft>
        <a:buSzPct val="100000"/>
        <a:buFontTx/>
        <a:buNone/>
        <a:defRPr sz="1200" b="0" kern="1200">
          <a:solidFill>
            <a:schemeClr val="tx1"/>
          </a:solidFill>
          <a:latin typeface="+mn-lt"/>
          <a:ea typeface="+mn-ea"/>
          <a:cs typeface="+mn-cs"/>
        </a:defRPr>
      </a:lvl1pPr>
      <a:lvl2pPr marL="127000" indent="-127000" algn="l" defTabSz="1219170" rtl="0" eaLnBrk="1" latinLnBrk="0" hangingPunct="1">
        <a:spcBef>
          <a:spcPts val="0"/>
        </a:spcBef>
        <a:spcAft>
          <a:spcPts val="1333"/>
        </a:spcAft>
        <a:buClrTx/>
        <a:buSzPct val="100000"/>
        <a:buFont typeface="Arial" panose="020B0604020202020204" pitchFamily="34" charset="0"/>
        <a:buChar char="•"/>
        <a:defRPr lang="en-US" sz="1200" b="0" kern="1200" dirty="0" smtClean="0">
          <a:solidFill>
            <a:schemeClr val="tx1"/>
          </a:solidFill>
          <a:latin typeface="+mn-lt"/>
          <a:ea typeface="+mn-ea"/>
          <a:cs typeface="+mn-cs"/>
        </a:defRPr>
      </a:lvl2pPr>
      <a:lvl3pPr marL="2794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318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584200" indent="-127000" algn="l" defTabSz="1064657" rtl="0" eaLnBrk="1" latinLnBrk="0" hangingPunct="1">
        <a:spcBef>
          <a:spcPts val="0"/>
        </a:spcBef>
        <a:spcAft>
          <a:spcPts val="1333"/>
        </a:spcAft>
        <a:buClrTx/>
        <a:buSzPct val="100000"/>
        <a:buFont typeface="Arial" panose="020B060402020202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3972">
          <p15:clr>
            <a:srgbClr val="F26B43"/>
          </p15:clr>
        </p15:guide>
        <p15:guide id="4" pos="296">
          <p15:clr>
            <a:srgbClr val="F26B43"/>
          </p15:clr>
        </p15:guide>
        <p15:guide id="5" pos="7393">
          <p15:clr>
            <a:srgbClr val="F26B43"/>
          </p15:clr>
        </p15:guide>
        <p15:guide id="7" orient="horz" pos="252">
          <p15:clr>
            <a:srgbClr val="F26B43"/>
          </p15:clr>
        </p15:guide>
        <p15:guide id="8" orient="horz" pos="4081">
          <p15:clr>
            <a:srgbClr val="F26B43"/>
          </p15:clr>
        </p15:guide>
        <p15:guide id="21" orient="horz" pos="1049">
          <p15:clr>
            <a:srgbClr val="F26B43"/>
          </p15:clr>
        </p15:guide>
        <p15:guide id="22" orient="horz" pos="64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emf"/><Relationship Id="rId1" Type="http://schemas.openxmlformats.org/officeDocument/2006/relationships/slideLayout" Target="../slideLayouts/slideLayout39.xml"/></Relationships>
</file>

<file path=ppt/slides/_rels/slide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27.xml"/><Relationship Id="rId6" Type="http://schemas.openxmlformats.org/officeDocument/2006/relationships/image" Target="../media/image14.jpeg"/><Relationship Id="rId5" Type="http://schemas.openxmlformats.org/officeDocument/2006/relationships/image" Target="../media/image13.jp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13" Type="http://schemas.openxmlformats.org/officeDocument/2006/relationships/image" Target="../media/image23.png"/><Relationship Id="rId18" Type="http://schemas.openxmlformats.org/officeDocument/2006/relationships/image" Target="../media/image28.png"/><Relationship Id="rId26" Type="http://schemas.openxmlformats.org/officeDocument/2006/relationships/image" Target="../media/image36.png"/><Relationship Id="rId39" Type="http://schemas.openxmlformats.org/officeDocument/2006/relationships/image" Target="../media/image49.png"/><Relationship Id="rId21" Type="http://schemas.openxmlformats.org/officeDocument/2006/relationships/image" Target="../media/image31.png"/><Relationship Id="rId34" Type="http://schemas.openxmlformats.org/officeDocument/2006/relationships/image" Target="../media/image44.png"/><Relationship Id="rId42" Type="http://schemas.openxmlformats.org/officeDocument/2006/relationships/image" Target="../media/image52.png"/><Relationship Id="rId7" Type="http://schemas.openxmlformats.org/officeDocument/2006/relationships/image" Target="../media/image17.png"/><Relationship Id="rId2" Type="http://schemas.openxmlformats.org/officeDocument/2006/relationships/tags" Target="../tags/tag20.xml"/><Relationship Id="rId16" Type="http://schemas.openxmlformats.org/officeDocument/2006/relationships/image" Target="../media/image26.png"/><Relationship Id="rId29" Type="http://schemas.openxmlformats.org/officeDocument/2006/relationships/image" Target="../media/image39.png"/><Relationship Id="rId1" Type="http://schemas.openxmlformats.org/officeDocument/2006/relationships/tags" Target="../tags/tag19.xml"/><Relationship Id="rId6" Type="http://schemas.openxmlformats.org/officeDocument/2006/relationships/image" Target="../media/image16.emf"/><Relationship Id="rId11" Type="http://schemas.openxmlformats.org/officeDocument/2006/relationships/image" Target="../media/image21.png"/><Relationship Id="rId24" Type="http://schemas.openxmlformats.org/officeDocument/2006/relationships/image" Target="../media/image34.png"/><Relationship Id="rId32" Type="http://schemas.openxmlformats.org/officeDocument/2006/relationships/image" Target="../media/image42.png"/><Relationship Id="rId37" Type="http://schemas.openxmlformats.org/officeDocument/2006/relationships/image" Target="../media/image47.png"/><Relationship Id="rId40" Type="http://schemas.openxmlformats.org/officeDocument/2006/relationships/image" Target="../media/image50.png"/><Relationship Id="rId45" Type="http://schemas.openxmlformats.org/officeDocument/2006/relationships/image" Target="../media/image55.png"/><Relationship Id="rId5" Type="http://schemas.openxmlformats.org/officeDocument/2006/relationships/oleObject" Target="../embeddings/oleObject13.bin"/><Relationship Id="rId15" Type="http://schemas.openxmlformats.org/officeDocument/2006/relationships/image" Target="../media/image25.png"/><Relationship Id="rId23" Type="http://schemas.openxmlformats.org/officeDocument/2006/relationships/image" Target="../media/image33.jpeg"/><Relationship Id="rId28" Type="http://schemas.openxmlformats.org/officeDocument/2006/relationships/image" Target="../media/image38.png"/><Relationship Id="rId36" Type="http://schemas.openxmlformats.org/officeDocument/2006/relationships/image" Target="../media/image46.jpeg"/><Relationship Id="rId10" Type="http://schemas.openxmlformats.org/officeDocument/2006/relationships/image" Target="../media/image20.png"/><Relationship Id="rId19" Type="http://schemas.openxmlformats.org/officeDocument/2006/relationships/image" Target="../media/image29.jpeg"/><Relationship Id="rId31" Type="http://schemas.openxmlformats.org/officeDocument/2006/relationships/image" Target="../media/image41.png"/><Relationship Id="rId44" Type="http://schemas.openxmlformats.org/officeDocument/2006/relationships/image" Target="../media/image54.png"/><Relationship Id="rId4" Type="http://schemas.openxmlformats.org/officeDocument/2006/relationships/notesSlide" Target="../notesSlides/notesSlide1.xml"/><Relationship Id="rId9" Type="http://schemas.openxmlformats.org/officeDocument/2006/relationships/image" Target="../media/image19.png"/><Relationship Id="rId14" Type="http://schemas.openxmlformats.org/officeDocument/2006/relationships/image" Target="../media/image24.png"/><Relationship Id="rId22" Type="http://schemas.openxmlformats.org/officeDocument/2006/relationships/image" Target="../media/image32.png"/><Relationship Id="rId27" Type="http://schemas.openxmlformats.org/officeDocument/2006/relationships/image" Target="../media/image37.png"/><Relationship Id="rId30" Type="http://schemas.openxmlformats.org/officeDocument/2006/relationships/image" Target="../media/image40.png"/><Relationship Id="rId35" Type="http://schemas.openxmlformats.org/officeDocument/2006/relationships/image" Target="../media/image45.png"/><Relationship Id="rId43" Type="http://schemas.openxmlformats.org/officeDocument/2006/relationships/image" Target="../media/image53.png"/><Relationship Id="rId8" Type="http://schemas.openxmlformats.org/officeDocument/2006/relationships/image" Target="../media/image18.jpeg"/><Relationship Id="rId3" Type="http://schemas.openxmlformats.org/officeDocument/2006/relationships/slideLayout" Target="../slideLayouts/slideLayout14.xml"/><Relationship Id="rId12" Type="http://schemas.openxmlformats.org/officeDocument/2006/relationships/image" Target="../media/image22.png"/><Relationship Id="rId17" Type="http://schemas.openxmlformats.org/officeDocument/2006/relationships/image" Target="../media/image27.png"/><Relationship Id="rId25" Type="http://schemas.openxmlformats.org/officeDocument/2006/relationships/image" Target="../media/image35.png"/><Relationship Id="rId33" Type="http://schemas.openxmlformats.org/officeDocument/2006/relationships/image" Target="../media/image43.png"/><Relationship Id="rId38" Type="http://schemas.openxmlformats.org/officeDocument/2006/relationships/image" Target="../media/image48.png"/><Relationship Id="rId20" Type="http://schemas.openxmlformats.org/officeDocument/2006/relationships/image" Target="../media/image30.png"/><Relationship Id="rId41" Type="http://schemas.openxmlformats.org/officeDocument/2006/relationships/image" Target="../media/image5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8" Type="http://schemas.openxmlformats.org/officeDocument/2006/relationships/tags" Target="../tags/tag28.xml"/><Relationship Id="rId13" Type="http://schemas.openxmlformats.org/officeDocument/2006/relationships/tags" Target="../tags/tag33.xml"/><Relationship Id="rId18" Type="http://schemas.openxmlformats.org/officeDocument/2006/relationships/tags" Target="../tags/tag38.xml"/><Relationship Id="rId26" Type="http://schemas.openxmlformats.org/officeDocument/2006/relationships/oleObject" Target="../embeddings/oleObject14.bin"/><Relationship Id="rId3" Type="http://schemas.openxmlformats.org/officeDocument/2006/relationships/tags" Target="../tags/tag23.xml"/><Relationship Id="rId21" Type="http://schemas.openxmlformats.org/officeDocument/2006/relationships/tags" Target="../tags/tag41.xml"/><Relationship Id="rId7" Type="http://schemas.openxmlformats.org/officeDocument/2006/relationships/tags" Target="../tags/tag27.xml"/><Relationship Id="rId12" Type="http://schemas.openxmlformats.org/officeDocument/2006/relationships/tags" Target="../tags/tag32.xml"/><Relationship Id="rId17" Type="http://schemas.openxmlformats.org/officeDocument/2006/relationships/tags" Target="../tags/tag37.xml"/><Relationship Id="rId25" Type="http://schemas.openxmlformats.org/officeDocument/2006/relationships/notesSlide" Target="../notesSlides/notesSlide2.xml"/><Relationship Id="rId2" Type="http://schemas.openxmlformats.org/officeDocument/2006/relationships/tags" Target="../tags/tag22.xml"/><Relationship Id="rId16" Type="http://schemas.openxmlformats.org/officeDocument/2006/relationships/tags" Target="../tags/tag36.xml"/><Relationship Id="rId20" Type="http://schemas.openxmlformats.org/officeDocument/2006/relationships/tags" Target="../tags/tag40.xml"/><Relationship Id="rId1" Type="http://schemas.openxmlformats.org/officeDocument/2006/relationships/tags" Target="../tags/tag21.xml"/><Relationship Id="rId6" Type="http://schemas.openxmlformats.org/officeDocument/2006/relationships/tags" Target="../tags/tag26.xml"/><Relationship Id="rId11" Type="http://schemas.openxmlformats.org/officeDocument/2006/relationships/tags" Target="../tags/tag31.xml"/><Relationship Id="rId24" Type="http://schemas.openxmlformats.org/officeDocument/2006/relationships/slideLayout" Target="../slideLayouts/slideLayout23.xml"/><Relationship Id="rId5" Type="http://schemas.openxmlformats.org/officeDocument/2006/relationships/tags" Target="../tags/tag25.xml"/><Relationship Id="rId15" Type="http://schemas.openxmlformats.org/officeDocument/2006/relationships/tags" Target="../tags/tag35.xml"/><Relationship Id="rId23" Type="http://schemas.openxmlformats.org/officeDocument/2006/relationships/tags" Target="../tags/tag43.xml"/><Relationship Id="rId10" Type="http://schemas.openxmlformats.org/officeDocument/2006/relationships/tags" Target="../tags/tag30.xml"/><Relationship Id="rId19" Type="http://schemas.openxmlformats.org/officeDocument/2006/relationships/tags" Target="../tags/tag39.xml"/><Relationship Id="rId4" Type="http://schemas.openxmlformats.org/officeDocument/2006/relationships/tags" Target="../tags/tag24.xml"/><Relationship Id="rId9" Type="http://schemas.openxmlformats.org/officeDocument/2006/relationships/tags" Target="../tags/tag29.xml"/><Relationship Id="rId14" Type="http://schemas.openxmlformats.org/officeDocument/2006/relationships/tags" Target="../tags/tag34.xml"/><Relationship Id="rId22" Type="http://schemas.openxmlformats.org/officeDocument/2006/relationships/tags" Target="../tags/tag42.xml"/><Relationship Id="rId27" Type="http://schemas.openxmlformats.org/officeDocument/2006/relationships/image" Target="../media/image3.emf"/></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50.xml"/><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image" Target="../media/image3.emf"/><Relationship Id="rId5" Type="http://schemas.openxmlformats.org/officeDocument/2006/relationships/oleObject" Target="../embeddings/oleObject15.bin"/><Relationship Id="rId4"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4.jpeg"/><Relationship Id="rId18" Type="http://schemas.openxmlformats.org/officeDocument/2006/relationships/image" Target="../media/image63.png"/><Relationship Id="rId3" Type="http://schemas.openxmlformats.org/officeDocument/2006/relationships/slideLayout" Target="../slideLayouts/slideLayout50.xml"/><Relationship Id="rId7" Type="http://schemas.openxmlformats.org/officeDocument/2006/relationships/image" Target="../media/image56.png"/><Relationship Id="rId12" Type="http://schemas.openxmlformats.org/officeDocument/2006/relationships/image" Target="../media/image59.jpg"/><Relationship Id="rId17" Type="http://schemas.openxmlformats.org/officeDocument/2006/relationships/image" Target="../media/image62.png"/><Relationship Id="rId2" Type="http://schemas.openxmlformats.org/officeDocument/2006/relationships/tags" Target="../tags/tag47.xml"/><Relationship Id="rId16" Type="http://schemas.openxmlformats.org/officeDocument/2006/relationships/image" Target="../media/image61.jpeg"/><Relationship Id="rId1" Type="http://schemas.openxmlformats.org/officeDocument/2006/relationships/tags" Target="../tags/tag46.xml"/><Relationship Id="rId6" Type="http://schemas.openxmlformats.org/officeDocument/2006/relationships/image" Target="../media/image3.emf"/><Relationship Id="rId11" Type="http://schemas.openxmlformats.org/officeDocument/2006/relationships/image" Target="../media/image15.png"/><Relationship Id="rId5" Type="http://schemas.openxmlformats.org/officeDocument/2006/relationships/oleObject" Target="../embeddings/oleObject15.bin"/><Relationship Id="rId15" Type="http://schemas.openxmlformats.org/officeDocument/2006/relationships/image" Target="../media/image60.jpeg"/><Relationship Id="rId10" Type="http://schemas.openxmlformats.org/officeDocument/2006/relationships/image" Target="../media/image58.png"/><Relationship Id="rId4" Type="http://schemas.openxmlformats.org/officeDocument/2006/relationships/notesSlide" Target="../notesSlides/notesSlide4.xml"/><Relationship Id="rId9" Type="http://schemas.openxmlformats.org/officeDocument/2006/relationships/image" Target="../media/image57.png"/><Relationship Id="rId14" Type="http://schemas.openxmlformats.org/officeDocument/2006/relationships/image" Target="../media/image13.jp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88.xml"/><Relationship Id="rId2" Type="http://schemas.openxmlformats.org/officeDocument/2006/relationships/tags" Target="../tags/tag49.xml"/><Relationship Id="rId1" Type="http://schemas.openxmlformats.org/officeDocument/2006/relationships/tags" Target="../tags/tag48.xml"/><Relationship Id="rId5" Type="http://schemas.openxmlformats.org/officeDocument/2006/relationships/image" Target="../media/image64.emf"/><Relationship Id="rId4" Type="http://schemas.openxmlformats.org/officeDocument/2006/relationships/oleObject" Target="../embeddings/oleObject16.bin"/></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8.xml"/><Relationship Id="rId2" Type="http://schemas.openxmlformats.org/officeDocument/2006/relationships/tags" Target="../tags/tag51.xml"/><Relationship Id="rId1" Type="http://schemas.openxmlformats.org/officeDocument/2006/relationships/tags" Target="../tags/tag50.xml"/><Relationship Id="rId5" Type="http://schemas.openxmlformats.org/officeDocument/2006/relationships/image" Target="../media/image65.emf"/><Relationship Id="rId4" Type="http://schemas.openxmlformats.org/officeDocument/2006/relationships/oleObject" Target="../embeddings/oleObject17.bin"/></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7.xml"/><Relationship Id="rId1" Type="http://schemas.openxmlformats.org/officeDocument/2006/relationships/tags" Target="../tags/tag52.xml"/><Relationship Id="rId5" Type="http://schemas.openxmlformats.org/officeDocument/2006/relationships/image" Target="../media/image3.emf"/><Relationship Id="rId4" Type="http://schemas.openxmlformats.org/officeDocument/2006/relationships/oleObject" Target="../embeddings/oleObject18.bin"/></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13.xml.rels><?xml version="1.0" encoding="UTF-8" standalone="yes"?>
<Relationships xmlns="http://schemas.openxmlformats.org/package/2006/relationships"><Relationship Id="rId13" Type="http://schemas.openxmlformats.org/officeDocument/2006/relationships/tags" Target="../tags/tag65.xml"/><Relationship Id="rId18" Type="http://schemas.openxmlformats.org/officeDocument/2006/relationships/tags" Target="../tags/tag70.xml"/><Relationship Id="rId26" Type="http://schemas.openxmlformats.org/officeDocument/2006/relationships/chart" Target="../charts/chart1.xml"/><Relationship Id="rId39" Type="http://schemas.openxmlformats.org/officeDocument/2006/relationships/image" Target="../media/image60.jpeg"/><Relationship Id="rId21" Type="http://schemas.openxmlformats.org/officeDocument/2006/relationships/tags" Target="../tags/tag73.xml"/><Relationship Id="rId34" Type="http://schemas.openxmlformats.org/officeDocument/2006/relationships/image" Target="../media/image59.jpg"/><Relationship Id="rId42" Type="http://schemas.openxmlformats.org/officeDocument/2006/relationships/image" Target="../media/image68.jpeg"/><Relationship Id="rId47" Type="http://schemas.openxmlformats.org/officeDocument/2006/relationships/image" Target="../media/image63.png"/><Relationship Id="rId7" Type="http://schemas.openxmlformats.org/officeDocument/2006/relationships/tags" Target="../tags/tag59.xml"/><Relationship Id="rId2" Type="http://schemas.openxmlformats.org/officeDocument/2006/relationships/tags" Target="../tags/tag54.xml"/><Relationship Id="rId16" Type="http://schemas.openxmlformats.org/officeDocument/2006/relationships/tags" Target="../tags/tag68.xml"/><Relationship Id="rId29" Type="http://schemas.openxmlformats.org/officeDocument/2006/relationships/chart" Target="../charts/chart4.xml"/><Relationship Id="rId1" Type="http://schemas.openxmlformats.org/officeDocument/2006/relationships/tags" Target="../tags/tag53.xml"/><Relationship Id="rId6" Type="http://schemas.openxmlformats.org/officeDocument/2006/relationships/tags" Target="../tags/tag58.xml"/><Relationship Id="rId11" Type="http://schemas.openxmlformats.org/officeDocument/2006/relationships/tags" Target="../tags/tag63.xml"/><Relationship Id="rId24" Type="http://schemas.openxmlformats.org/officeDocument/2006/relationships/slideLayout" Target="../slideLayouts/slideLayout14.xml"/><Relationship Id="rId32" Type="http://schemas.openxmlformats.org/officeDocument/2006/relationships/image" Target="../media/image16.emf"/><Relationship Id="rId37" Type="http://schemas.openxmlformats.org/officeDocument/2006/relationships/image" Target="../media/image66.png"/><Relationship Id="rId40" Type="http://schemas.openxmlformats.org/officeDocument/2006/relationships/image" Target="../media/image58.png"/><Relationship Id="rId45" Type="http://schemas.openxmlformats.org/officeDocument/2006/relationships/image" Target="../media/image61.jpeg"/><Relationship Id="rId5" Type="http://schemas.openxmlformats.org/officeDocument/2006/relationships/tags" Target="../tags/tag57.xml"/><Relationship Id="rId15" Type="http://schemas.openxmlformats.org/officeDocument/2006/relationships/tags" Target="../tags/tag67.xml"/><Relationship Id="rId23" Type="http://schemas.openxmlformats.org/officeDocument/2006/relationships/tags" Target="../tags/tag75.xml"/><Relationship Id="rId28" Type="http://schemas.openxmlformats.org/officeDocument/2006/relationships/chart" Target="../charts/chart3.xml"/><Relationship Id="rId36" Type="http://schemas.openxmlformats.org/officeDocument/2006/relationships/image" Target="../media/image11.png"/><Relationship Id="rId10" Type="http://schemas.openxmlformats.org/officeDocument/2006/relationships/tags" Target="../tags/tag62.xml"/><Relationship Id="rId19" Type="http://schemas.openxmlformats.org/officeDocument/2006/relationships/tags" Target="../tags/tag71.xml"/><Relationship Id="rId31" Type="http://schemas.openxmlformats.org/officeDocument/2006/relationships/oleObject" Target="../embeddings/oleObject19.bin"/><Relationship Id="rId44" Type="http://schemas.openxmlformats.org/officeDocument/2006/relationships/image" Target="../media/image69.png"/><Relationship Id="rId4" Type="http://schemas.openxmlformats.org/officeDocument/2006/relationships/tags" Target="../tags/tag56.xml"/><Relationship Id="rId9" Type="http://schemas.openxmlformats.org/officeDocument/2006/relationships/tags" Target="../tags/tag61.xml"/><Relationship Id="rId14" Type="http://schemas.openxmlformats.org/officeDocument/2006/relationships/tags" Target="../tags/tag66.xml"/><Relationship Id="rId22" Type="http://schemas.openxmlformats.org/officeDocument/2006/relationships/tags" Target="../tags/tag74.xml"/><Relationship Id="rId27" Type="http://schemas.openxmlformats.org/officeDocument/2006/relationships/chart" Target="../charts/chart2.xml"/><Relationship Id="rId30" Type="http://schemas.openxmlformats.org/officeDocument/2006/relationships/chart" Target="../charts/chart5.xml"/><Relationship Id="rId35" Type="http://schemas.openxmlformats.org/officeDocument/2006/relationships/image" Target="../media/image14.jpeg"/><Relationship Id="rId43" Type="http://schemas.openxmlformats.org/officeDocument/2006/relationships/image" Target="../media/image12.png"/><Relationship Id="rId8" Type="http://schemas.openxmlformats.org/officeDocument/2006/relationships/tags" Target="../tags/tag60.xml"/><Relationship Id="rId3" Type="http://schemas.openxmlformats.org/officeDocument/2006/relationships/tags" Target="../tags/tag55.xml"/><Relationship Id="rId12" Type="http://schemas.openxmlformats.org/officeDocument/2006/relationships/tags" Target="../tags/tag64.xml"/><Relationship Id="rId17" Type="http://schemas.openxmlformats.org/officeDocument/2006/relationships/tags" Target="../tags/tag69.xml"/><Relationship Id="rId25" Type="http://schemas.openxmlformats.org/officeDocument/2006/relationships/notesSlide" Target="../notesSlides/notesSlide6.xml"/><Relationship Id="rId33" Type="http://schemas.openxmlformats.org/officeDocument/2006/relationships/image" Target="../media/image15.png"/><Relationship Id="rId38" Type="http://schemas.openxmlformats.org/officeDocument/2006/relationships/image" Target="../media/image13.jpg"/><Relationship Id="rId46" Type="http://schemas.openxmlformats.org/officeDocument/2006/relationships/image" Target="../media/image62.png"/><Relationship Id="rId20" Type="http://schemas.openxmlformats.org/officeDocument/2006/relationships/tags" Target="../tags/tag72.xml"/><Relationship Id="rId41" Type="http://schemas.openxmlformats.org/officeDocument/2006/relationships/image" Target="../media/image67.png"/></Relationships>
</file>

<file path=ppt/slides/_rels/slide14.xml.rels><?xml version="1.0" encoding="UTF-8" standalone="yes"?>
<Relationships xmlns="http://schemas.openxmlformats.org/package/2006/relationships"><Relationship Id="rId8" Type="http://schemas.openxmlformats.org/officeDocument/2006/relationships/image" Target="../media/image72.png"/><Relationship Id="rId13" Type="http://schemas.microsoft.com/office/2007/relationships/diagramDrawing" Target="../diagrams/drawing1.xml"/><Relationship Id="rId3" Type="http://schemas.openxmlformats.org/officeDocument/2006/relationships/slideLayout" Target="../slideLayouts/slideLayout27.xml"/><Relationship Id="rId7" Type="http://schemas.openxmlformats.org/officeDocument/2006/relationships/image" Target="../media/image71.jpeg"/><Relationship Id="rId12" Type="http://schemas.openxmlformats.org/officeDocument/2006/relationships/diagramColors" Target="../diagrams/colors1.xml"/><Relationship Id="rId2" Type="http://schemas.openxmlformats.org/officeDocument/2006/relationships/tags" Target="../tags/tag77.xml"/><Relationship Id="rId1" Type="http://schemas.openxmlformats.org/officeDocument/2006/relationships/tags" Target="../tags/tag76.xml"/><Relationship Id="rId6" Type="http://schemas.openxmlformats.org/officeDocument/2006/relationships/image" Target="../media/image70.jpeg"/><Relationship Id="rId11" Type="http://schemas.openxmlformats.org/officeDocument/2006/relationships/diagramQuickStyle" Target="../diagrams/quickStyle1.xml"/><Relationship Id="rId5" Type="http://schemas.openxmlformats.org/officeDocument/2006/relationships/image" Target="../media/image3.emf"/><Relationship Id="rId10" Type="http://schemas.openxmlformats.org/officeDocument/2006/relationships/diagramLayout" Target="../diagrams/layout1.xml"/><Relationship Id="rId4" Type="http://schemas.openxmlformats.org/officeDocument/2006/relationships/oleObject" Target="../embeddings/oleObject20.bin"/><Relationship Id="rId9" Type="http://schemas.openxmlformats.org/officeDocument/2006/relationships/diagramData" Target="../diagrams/data1.xml"/></Relationships>
</file>

<file path=ppt/slides/_rels/slide15.xml.rels><?xml version="1.0" encoding="UTF-8" standalone="yes"?>
<Relationships xmlns="http://schemas.openxmlformats.org/package/2006/relationships"><Relationship Id="rId8" Type="http://schemas.openxmlformats.org/officeDocument/2006/relationships/notesSlide" Target="../notesSlides/notesSlide7.xml"/><Relationship Id="rId3" Type="http://schemas.openxmlformats.org/officeDocument/2006/relationships/tags" Target="../tags/tag80.xml"/><Relationship Id="rId7" Type="http://schemas.openxmlformats.org/officeDocument/2006/relationships/slideLayout" Target="../slideLayouts/slideLayout27.xml"/><Relationship Id="rId2" Type="http://schemas.openxmlformats.org/officeDocument/2006/relationships/tags" Target="../tags/tag79.xml"/><Relationship Id="rId1" Type="http://schemas.openxmlformats.org/officeDocument/2006/relationships/tags" Target="../tags/tag78.xml"/><Relationship Id="rId6" Type="http://schemas.openxmlformats.org/officeDocument/2006/relationships/tags" Target="../tags/tag83.xml"/><Relationship Id="rId5" Type="http://schemas.openxmlformats.org/officeDocument/2006/relationships/tags" Target="../tags/tag82.xml"/><Relationship Id="rId10" Type="http://schemas.openxmlformats.org/officeDocument/2006/relationships/image" Target="../media/image3.emf"/><Relationship Id="rId4" Type="http://schemas.openxmlformats.org/officeDocument/2006/relationships/tags" Target="../tags/tag81.xml"/><Relationship Id="rId9" Type="http://schemas.openxmlformats.org/officeDocument/2006/relationships/oleObject" Target="../embeddings/oleObject21.bin"/></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9.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7.xml"/><Relationship Id="rId7" Type="http://schemas.openxmlformats.org/officeDocument/2006/relationships/image" Target="../media/image74.jpeg"/><Relationship Id="rId2" Type="http://schemas.openxmlformats.org/officeDocument/2006/relationships/tags" Target="../tags/tag85.xml"/><Relationship Id="rId1" Type="http://schemas.openxmlformats.org/officeDocument/2006/relationships/tags" Target="../tags/tag84.xml"/><Relationship Id="rId6" Type="http://schemas.openxmlformats.org/officeDocument/2006/relationships/image" Target="../media/image73.jpeg"/><Relationship Id="rId5" Type="http://schemas.openxmlformats.org/officeDocument/2006/relationships/image" Target="../media/image3.emf"/><Relationship Id="rId4" Type="http://schemas.openxmlformats.org/officeDocument/2006/relationships/oleObject" Target="../embeddings/oleObject22.bin"/></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7.xml"/><Relationship Id="rId2" Type="http://schemas.openxmlformats.org/officeDocument/2006/relationships/tags" Target="../tags/tag87.xml"/><Relationship Id="rId1" Type="http://schemas.openxmlformats.org/officeDocument/2006/relationships/tags" Target="../tags/tag86.xml"/><Relationship Id="rId6" Type="http://schemas.openxmlformats.org/officeDocument/2006/relationships/image" Target="../media/image75.png"/><Relationship Id="rId5" Type="http://schemas.openxmlformats.org/officeDocument/2006/relationships/image" Target="../media/image3.emf"/><Relationship Id="rId4" Type="http://schemas.openxmlformats.org/officeDocument/2006/relationships/oleObject" Target="../embeddings/oleObject23.bin"/></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38.xml"/><Relationship Id="rId2" Type="http://schemas.openxmlformats.org/officeDocument/2006/relationships/tags" Target="../tags/tag89.xml"/><Relationship Id="rId1" Type="http://schemas.openxmlformats.org/officeDocument/2006/relationships/tags" Target="../tags/tag88.xml"/><Relationship Id="rId5" Type="http://schemas.openxmlformats.org/officeDocument/2006/relationships/image" Target="../media/image64.emf"/><Relationship Id="rId4" Type="http://schemas.openxmlformats.org/officeDocument/2006/relationships/oleObject" Target="../embeddings/oleObject24.bin"/></Relationships>
</file>

<file path=ppt/slides/_rels/slide20.xml.rels><?xml version="1.0" encoding="UTF-8" standalone="yes"?>
<Relationships xmlns="http://schemas.openxmlformats.org/package/2006/relationships"><Relationship Id="rId8" Type="http://schemas.openxmlformats.org/officeDocument/2006/relationships/image" Target="../media/image78.PNG"/><Relationship Id="rId13" Type="http://schemas.openxmlformats.org/officeDocument/2006/relationships/image" Target="../media/image83.PNG"/><Relationship Id="rId18" Type="http://schemas.openxmlformats.org/officeDocument/2006/relationships/image" Target="../media/image88.png"/><Relationship Id="rId3" Type="http://schemas.openxmlformats.org/officeDocument/2006/relationships/slideLayout" Target="../slideLayouts/slideLayout27.xml"/><Relationship Id="rId7" Type="http://schemas.openxmlformats.org/officeDocument/2006/relationships/image" Target="../media/image77.PNG"/><Relationship Id="rId12" Type="http://schemas.openxmlformats.org/officeDocument/2006/relationships/image" Target="../media/image82.PNG"/><Relationship Id="rId17" Type="http://schemas.openxmlformats.org/officeDocument/2006/relationships/image" Target="../media/image87.png"/><Relationship Id="rId2" Type="http://schemas.openxmlformats.org/officeDocument/2006/relationships/tags" Target="../tags/tag91.xml"/><Relationship Id="rId16" Type="http://schemas.openxmlformats.org/officeDocument/2006/relationships/image" Target="../media/image86.png"/><Relationship Id="rId1" Type="http://schemas.openxmlformats.org/officeDocument/2006/relationships/tags" Target="../tags/tag90.xml"/><Relationship Id="rId6" Type="http://schemas.openxmlformats.org/officeDocument/2006/relationships/image" Target="../media/image76.PNG"/><Relationship Id="rId11" Type="http://schemas.openxmlformats.org/officeDocument/2006/relationships/image" Target="../media/image81.PNG"/><Relationship Id="rId5" Type="http://schemas.openxmlformats.org/officeDocument/2006/relationships/image" Target="../media/image3.emf"/><Relationship Id="rId15" Type="http://schemas.openxmlformats.org/officeDocument/2006/relationships/image" Target="../media/image85.png"/><Relationship Id="rId10" Type="http://schemas.openxmlformats.org/officeDocument/2006/relationships/image" Target="../media/image80.PNG"/><Relationship Id="rId19" Type="http://schemas.openxmlformats.org/officeDocument/2006/relationships/image" Target="../media/image89.png"/><Relationship Id="rId4" Type="http://schemas.openxmlformats.org/officeDocument/2006/relationships/oleObject" Target="../embeddings/oleObject25.bin"/><Relationship Id="rId9" Type="http://schemas.openxmlformats.org/officeDocument/2006/relationships/image" Target="../media/image79.PNG"/><Relationship Id="rId14" Type="http://schemas.openxmlformats.org/officeDocument/2006/relationships/image" Target="../media/image84.png"/></Relationships>
</file>

<file path=ppt/slides/_rels/slide21.xml.rels><?xml version="1.0" encoding="UTF-8" standalone="yes"?>
<Relationships xmlns="http://schemas.openxmlformats.org/package/2006/relationships"><Relationship Id="rId8" Type="http://schemas.openxmlformats.org/officeDocument/2006/relationships/image" Target="../media/image91.png"/><Relationship Id="rId3" Type="http://schemas.openxmlformats.org/officeDocument/2006/relationships/slideLayout" Target="../slideLayouts/slideLayout27.xml"/><Relationship Id="rId7" Type="http://schemas.openxmlformats.org/officeDocument/2006/relationships/image" Target="../media/image90.png"/><Relationship Id="rId12" Type="http://schemas.openxmlformats.org/officeDocument/2006/relationships/image" Target="../media/image95.wmf"/><Relationship Id="rId2" Type="http://schemas.openxmlformats.org/officeDocument/2006/relationships/tags" Target="../tags/tag93.xml"/><Relationship Id="rId1" Type="http://schemas.openxmlformats.org/officeDocument/2006/relationships/tags" Target="../tags/tag92.xml"/><Relationship Id="rId6" Type="http://schemas.openxmlformats.org/officeDocument/2006/relationships/image" Target="../media/image3.emf"/><Relationship Id="rId11" Type="http://schemas.openxmlformats.org/officeDocument/2006/relationships/image" Target="../media/image94.png"/><Relationship Id="rId5" Type="http://schemas.openxmlformats.org/officeDocument/2006/relationships/oleObject" Target="../embeddings/oleObject26.bin"/><Relationship Id="rId10" Type="http://schemas.openxmlformats.org/officeDocument/2006/relationships/image" Target="../media/image93.png"/><Relationship Id="rId4" Type="http://schemas.openxmlformats.org/officeDocument/2006/relationships/notesSlide" Target="../notesSlides/notesSlide9.xml"/><Relationship Id="rId9" Type="http://schemas.openxmlformats.org/officeDocument/2006/relationships/image" Target="../media/image9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ubtitle 2"/>
          <p:cNvSpPr txBox="1">
            <a:spLocks/>
          </p:cNvSpPr>
          <p:nvPr/>
        </p:nvSpPr>
        <p:spPr bwMode="gray">
          <a:xfrm>
            <a:off x="475200" y="5071872"/>
            <a:ext cx="7937280" cy="1058928"/>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0"/>
              </a:spcBef>
              <a:spcAft>
                <a:spcPts val="0"/>
              </a:spcAft>
              <a:buSzPct val="100000"/>
              <a:buFont typeface="Arial" panose="020B0604020202020204" pitchFamily="34" charset="0"/>
              <a:buNone/>
              <a:defRPr sz="1800" b="1" kern="1200">
                <a:solidFill>
                  <a:schemeClr val="bg1"/>
                </a:solidFill>
                <a:latin typeface="+mn-lt"/>
                <a:ea typeface="+mn-ea"/>
                <a:cs typeface="+mn-cs"/>
              </a:defRPr>
            </a:lvl1pPr>
            <a:lvl2pPr marL="0" marR="0" indent="0" algn="l" defTabSz="914400" rtl="0" eaLnBrk="1" fontAlgn="auto" latinLnBrk="0" hangingPunct="1">
              <a:lnSpc>
                <a:spcPct val="100000"/>
              </a:lnSpc>
              <a:spcBef>
                <a:spcPts val="0"/>
              </a:spcBef>
              <a:spcAft>
                <a:spcPts val="0"/>
              </a:spcAft>
              <a:buClrTx/>
              <a:buSzPct val="100000"/>
              <a:buFont typeface="Arial"/>
              <a:buNone/>
              <a:tabLst/>
              <a:defRPr lang="en-US" sz="1600" b="0" kern="1200">
                <a:solidFill>
                  <a:schemeClr val="bg1"/>
                </a:solidFill>
                <a:latin typeface="+mn-lt"/>
                <a:ea typeface="+mn-ea"/>
                <a:cs typeface="+mn-cs"/>
              </a:defRPr>
            </a:lvl2pPr>
            <a:lvl3pPr marL="0" indent="0" algn="l" defTabSz="914400" rtl="0" eaLnBrk="1" latinLnBrk="0" hangingPunct="1">
              <a:spcBef>
                <a:spcPts val="0"/>
              </a:spcBef>
              <a:spcAft>
                <a:spcPts val="0"/>
              </a:spcAft>
              <a:buClrTx/>
              <a:buSzPct val="100000"/>
              <a:buFont typeface="Arial" panose="020B0604020202020204" pitchFamily="34" charset="0"/>
              <a:buNone/>
              <a:defRPr lang="en-US" sz="1600" kern="1200">
                <a:solidFill>
                  <a:schemeClr val="bg1"/>
                </a:solidFill>
                <a:latin typeface="+mn-lt"/>
                <a:ea typeface="+mn-ea"/>
                <a:cs typeface="+mn-cs"/>
              </a:defRPr>
            </a:lvl3pPr>
            <a:lvl4pPr marL="1371600" indent="0" algn="ctr" defTabSz="914400" rtl="0" eaLnBrk="1" latinLnBrk="0" hangingPunct="1">
              <a:spcBef>
                <a:spcPts val="0"/>
              </a:spcBef>
              <a:spcAft>
                <a:spcPts val="1000"/>
              </a:spcAft>
              <a:buClrTx/>
              <a:buSzPct val="100000"/>
              <a:buFont typeface="Verdana" panose="020B0604030504040204" pitchFamily="34" charset="0"/>
              <a:buNone/>
              <a:defRPr lang="en-US" sz="1600" kern="1200" baseline="0">
                <a:solidFill>
                  <a:schemeClr val="tx1"/>
                </a:solidFill>
                <a:latin typeface="+mn-lt"/>
                <a:ea typeface="+mn-ea"/>
                <a:cs typeface="+mn-cs"/>
              </a:defRPr>
            </a:lvl4pPr>
            <a:lvl5pPr marL="1828800" indent="0" algn="ctr" defTabSz="798513" rtl="0" eaLnBrk="1" latinLnBrk="0" hangingPunct="1">
              <a:spcBef>
                <a:spcPts val="0"/>
              </a:spcBef>
              <a:spcAft>
                <a:spcPts val="1000"/>
              </a:spcAft>
              <a:buClrTx/>
              <a:buSzPct val="100000"/>
              <a:buFont typeface="Verdana" panose="020B0604030504040204" pitchFamily="34" charset="0"/>
              <a:buNone/>
              <a:tabLst/>
              <a:defRPr lang="en-US" sz="1600" kern="1200" baseline="0">
                <a:solidFill>
                  <a:schemeClr val="tx1"/>
                </a:solidFill>
                <a:latin typeface="+mn-lt"/>
                <a:ea typeface="+mn-ea"/>
                <a:cs typeface="+mn-cs"/>
              </a:defRPr>
            </a:lvl5pPr>
            <a:lvl6pPr marL="2286000" indent="0" algn="ctr" defTabSz="914400" rtl="0" eaLnBrk="1" latinLnBrk="0" hangingPunct="1">
              <a:spcBef>
                <a:spcPts val="0"/>
              </a:spcBef>
              <a:spcAft>
                <a:spcPts val="1000"/>
              </a:spcAft>
              <a:buFont typeface="Verdana" panose="020B0604030504040204" pitchFamily="34" charset="0"/>
              <a:buNone/>
              <a:defRPr sz="1600" kern="1200" baseline="0">
                <a:solidFill>
                  <a:schemeClr val="tx1"/>
                </a:solidFill>
                <a:latin typeface="+mn-lt"/>
                <a:ea typeface="+mn-ea"/>
                <a:cs typeface="+mn-cs"/>
              </a:defRPr>
            </a:lvl6pPr>
            <a:lvl7pPr marL="2743200" indent="0" algn="ctr" defTabSz="914400" rtl="0" eaLnBrk="1" latinLnBrk="0" hangingPunct="1">
              <a:spcBef>
                <a:spcPts val="0"/>
              </a:spcBef>
              <a:spcAft>
                <a:spcPts val="1000"/>
              </a:spcAft>
              <a:buFont typeface="Verdana" panose="020B0604030504040204" pitchFamily="34" charset="0"/>
              <a:buNone/>
              <a:defRPr sz="1600" kern="1200">
                <a:solidFill>
                  <a:schemeClr val="tx1"/>
                </a:solidFill>
                <a:latin typeface="+mn-lt"/>
                <a:ea typeface="+mn-ea"/>
                <a:cs typeface="+mn-cs"/>
              </a:defRPr>
            </a:lvl7pPr>
            <a:lvl8pPr marL="3200400" indent="0" algn="ctr" defTabSz="914400" rtl="0" eaLnBrk="1" latinLnBrk="0" hangingPunct="1">
              <a:spcBef>
                <a:spcPts val="0"/>
              </a:spcBef>
              <a:spcAft>
                <a:spcPts val="1000"/>
              </a:spcAft>
              <a:buFont typeface="Verdana" panose="020B0604030504040204" pitchFamily="34" charset="0"/>
              <a:buNone/>
              <a:defRPr sz="1600" kern="1200" baseline="0">
                <a:solidFill>
                  <a:schemeClr val="tx1"/>
                </a:solidFill>
                <a:latin typeface="+mn-lt"/>
                <a:ea typeface="+mn-ea"/>
                <a:cs typeface="+mn-cs"/>
              </a:defRPr>
            </a:lvl8pPr>
            <a:lvl9pPr marL="3657600" indent="0" algn="ctr" defTabSz="914400" rtl="0" eaLnBrk="1" latinLnBrk="0" hangingPunct="1">
              <a:spcBef>
                <a:spcPts val="0"/>
              </a:spcBef>
              <a:spcAft>
                <a:spcPts val="1000"/>
              </a:spcAft>
              <a:buFont typeface="Verdana" panose="020B0604030504040204" pitchFamily="34" charset="0"/>
              <a:buNone/>
              <a:defRPr sz="1600" kern="1200" baseline="0">
                <a:solidFill>
                  <a:schemeClr val="tx1"/>
                </a:solidFill>
                <a:latin typeface="+mn-lt"/>
                <a:ea typeface="+mn-ea"/>
                <a:cs typeface="+mn-cs"/>
              </a:defRPr>
            </a:lvl9pPr>
          </a:lstStyle>
          <a:p>
            <a:pPr>
              <a:spcBef>
                <a:spcPts val="300"/>
              </a:spcBef>
              <a:spcAft>
                <a:spcPts val="300"/>
              </a:spcAft>
            </a:pPr>
            <a:r>
              <a:rPr lang="en-US" sz="1600" i="1" dirty="0">
                <a:solidFill>
                  <a:srgbClr val="7AC345"/>
                </a:solidFill>
                <a:cs typeface="Calibri" panose="020F0502020204030204" pitchFamily="34" charset="0"/>
              </a:rPr>
              <a:t>Inception Meeting</a:t>
            </a:r>
            <a:endParaRPr lang="en-US" sz="1600" dirty="0">
              <a:solidFill>
                <a:srgbClr val="7AC345"/>
              </a:solidFill>
              <a:cs typeface="Calibri" panose="020F0502020204030204" pitchFamily="34" charset="0"/>
            </a:endParaRPr>
          </a:p>
          <a:p>
            <a:pPr>
              <a:spcBef>
                <a:spcPts val="300"/>
              </a:spcBef>
              <a:spcAft>
                <a:spcPts val="300"/>
              </a:spcAft>
            </a:pPr>
            <a:endParaRPr lang="en-US" sz="1600" cap="small" dirty="0">
              <a:solidFill>
                <a:schemeClr val="tx1"/>
              </a:solidFill>
              <a:cs typeface="Calibri" panose="020F0502020204030204" pitchFamily="34" charset="0"/>
            </a:endParaRPr>
          </a:p>
          <a:p>
            <a:pPr>
              <a:spcBef>
                <a:spcPts val="300"/>
              </a:spcBef>
              <a:spcAft>
                <a:spcPts val="300"/>
              </a:spcAft>
            </a:pPr>
            <a:r>
              <a:rPr lang="en-US" sz="1600" cap="small" dirty="0">
                <a:solidFill>
                  <a:schemeClr val="tx1"/>
                </a:solidFill>
                <a:cs typeface="Calibri" panose="020F0502020204030204" pitchFamily="34" charset="0"/>
              </a:rPr>
              <a:t>Providing Consultancy and Program Management Services to Coal India Limited for Diversification and Value Addition</a:t>
            </a:r>
            <a:endParaRPr lang="en-US" sz="1600" dirty="0">
              <a:solidFill>
                <a:schemeClr val="tx1"/>
              </a:solidFill>
              <a:latin typeface="+mj-lt"/>
              <a:cs typeface="Calibri" panose="020F0502020204030204" pitchFamily="34" charset="0"/>
            </a:endParaRPr>
          </a:p>
          <a:p>
            <a:pPr>
              <a:spcBef>
                <a:spcPts val="300"/>
              </a:spcBef>
              <a:spcAft>
                <a:spcPts val="300"/>
              </a:spcAft>
            </a:pPr>
            <a:endParaRPr lang="en-US" sz="1600" dirty="0">
              <a:solidFill>
                <a:srgbClr val="00B0F0"/>
              </a:solidFill>
              <a:cs typeface="Calibri" panose="020F0502020204030204" pitchFamily="34" charset="0"/>
            </a:endParaRPr>
          </a:p>
          <a:p>
            <a:pPr>
              <a:spcBef>
                <a:spcPts val="300"/>
              </a:spcBef>
              <a:spcAft>
                <a:spcPts val="300"/>
              </a:spcAft>
            </a:pPr>
            <a:r>
              <a:rPr lang="en-US" sz="1600" dirty="0">
                <a:solidFill>
                  <a:srgbClr val="00B0F0"/>
                </a:solidFill>
                <a:cs typeface="Calibri" panose="020F0502020204030204" pitchFamily="34" charset="0"/>
              </a:rPr>
              <a:t>Coal India Limited</a:t>
            </a:r>
            <a:endParaRPr lang="en-US" sz="1600" b="0" i="1" dirty="0">
              <a:solidFill>
                <a:srgbClr val="00B0F0"/>
              </a:solidFill>
              <a:latin typeface="+mj-lt"/>
              <a:cs typeface="Calibri" panose="020F0502020204030204" pitchFamily="34" charset="0"/>
            </a:endParaRPr>
          </a:p>
        </p:txBody>
      </p:sp>
      <p:sp>
        <p:nvSpPr>
          <p:cNvPr id="14" name="Text Placeholder 4"/>
          <p:cNvSpPr txBox="1">
            <a:spLocks/>
          </p:cNvSpPr>
          <p:nvPr/>
        </p:nvSpPr>
        <p:spPr>
          <a:xfrm>
            <a:off x="475200" y="6381750"/>
            <a:ext cx="5594349" cy="298450"/>
          </a:xfrm>
          <a:prstGeom prst="rect">
            <a:avLst/>
          </a:prstGeom>
        </p:spPr>
        <p:txBody>
          <a:bodyPr vert="horz" lIns="0" tIns="0" rIns="0" bIns="0" rtlCol="0">
            <a:normAutofit/>
          </a:bodyPr>
          <a:lstStyle>
            <a:lvl1pPr marL="0" indent="0" algn="l" defTabSz="914400" rtl="0" eaLnBrk="1" latinLnBrk="0" hangingPunct="1">
              <a:spcBef>
                <a:spcPts val="0"/>
              </a:spcBef>
              <a:spcAft>
                <a:spcPts val="0"/>
              </a:spcAft>
              <a:buSzPct val="100000"/>
              <a:buFont typeface="Arial" panose="020B0604020202020204" pitchFamily="34" charset="0"/>
              <a:buNone/>
              <a:defRPr sz="1000" b="0" kern="1200">
                <a:solidFill>
                  <a:schemeClr val="bg1"/>
                </a:solidFill>
                <a:latin typeface="+mn-lt"/>
                <a:ea typeface="+mn-ea"/>
                <a:cs typeface="+mn-cs"/>
              </a:defRPr>
            </a:lvl1pPr>
            <a:lvl2pPr marL="0" indent="0" algn="l" defTabSz="914400" rtl="0" eaLnBrk="1" latinLnBrk="0" hangingPunct="1">
              <a:spcBef>
                <a:spcPts val="0"/>
              </a:spcBef>
              <a:spcAft>
                <a:spcPts val="1000"/>
              </a:spcAft>
              <a:buClrTx/>
              <a:buSzPct val="100000"/>
              <a:buFont typeface="Arial"/>
              <a:buNone/>
              <a:defRPr lang="en-US" sz="1100" b="1" kern="1200">
                <a:solidFill>
                  <a:schemeClr val="bg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100" kern="1200">
                <a:solidFill>
                  <a:schemeClr val="bg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100" kern="1200" baseline="0">
                <a:solidFill>
                  <a:schemeClr val="bg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100" kern="1200" baseline="0">
                <a:solidFill>
                  <a:schemeClr val="bg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lvl="0">
              <a:defRPr/>
            </a:pPr>
            <a:r>
              <a:rPr lang="en-US" dirty="0">
                <a:solidFill>
                  <a:sysClr val="window" lastClr="FFFFFF"/>
                </a:solidFill>
              </a:rPr>
              <a:t>20 October </a:t>
            </a:r>
            <a:r>
              <a:rPr lang="en-GB" dirty="0">
                <a:solidFill>
                  <a:sysClr val="window" lastClr="FFFFFF"/>
                </a:solidFill>
              </a:rPr>
              <a:t>2020</a:t>
            </a:r>
            <a:endParaRPr kumimoji="0" lang="en-GB" sz="1000" b="0" i="0" u="none" strike="noStrike" kern="1200" cap="none" spc="0" normalizeH="0" baseline="0" noProof="0" dirty="0">
              <a:ln>
                <a:noFill/>
              </a:ln>
              <a:solidFill>
                <a:sysClr val="window" lastClr="FFFFFF"/>
              </a:solidFill>
              <a:effectLst/>
              <a:uLnTx/>
              <a:uFillTx/>
              <a:latin typeface="Verdana"/>
              <a:ea typeface="+mn-ea"/>
              <a:cs typeface="+mn-cs"/>
            </a:endParaRPr>
          </a:p>
        </p:txBody>
      </p:sp>
      <p:pic>
        <p:nvPicPr>
          <p:cNvPr id="7" name="Picture 6"/>
          <p:cNvPicPr>
            <a:picLocks noChangeAspect="1"/>
          </p:cNvPicPr>
          <p:nvPr/>
        </p:nvPicPr>
        <p:blipFill rotWithShape="1">
          <a:blip r:embed="rId2">
            <a:extLst>
              <a:ext uri="{28A0092B-C50C-407E-A947-70E740481C1C}">
                <a14:useLocalDpi xmlns:a14="http://schemas.microsoft.com/office/drawing/2010/main"/>
              </a:ext>
            </a:extLst>
          </a:blip>
          <a:srcRect l="84530" r="-2" b="3635"/>
          <a:stretch/>
        </p:blipFill>
        <p:spPr>
          <a:xfrm>
            <a:off x="11460319" y="6282976"/>
            <a:ext cx="242359" cy="249459"/>
          </a:xfrm>
          <a:prstGeom prst="rect">
            <a:avLst/>
          </a:prstGeom>
          <a:noFill/>
          <a:ln>
            <a:noFill/>
          </a:ln>
        </p:spPr>
      </p:pic>
      <p:sp>
        <p:nvSpPr>
          <p:cNvPr id="8" name="TextBox 7"/>
          <p:cNvSpPr txBox="1"/>
          <p:nvPr/>
        </p:nvSpPr>
        <p:spPr bwMode="gray">
          <a:xfrm>
            <a:off x="10214161" y="6251035"/>
            <a:ext cx="1767214" cy="313341"/>
          </a:xfrm>
          <a:prstGeom prst="rect">
            <a:avLst/>
          </a:prstGeom>
        </p:spPr>
        <p:txBody>
          <a:bodyPr wrap="square" lIns="0" rIns="0" rtlCol="0" anchor="b"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900"/>
              </a:lnSpc>
            </a:pPr>
            <a:r>
              <a:rPr lang="en-US" dirty="0">
                <a:solidFill>
                  <a:schemeClr val="tx1"/>
                </a:solidFill>
                <a:latin typeface="+mj-lt"/>
              </a:rPr>
              <a:t>Consulting</a:t>
            </a:r>
            <a:endParaRPr lang="en-IN" dirty="0">
              <a:solidFill>
                <a:schemeClr val="tx1"/>
              </a:solidFill>
              <a:latin typeface="+mj-lt"/>
            </a:endParaRPr>
          </a:p>
        </p:txBody>
      </p:sp>
      <p:pic>
        <p:nvPicPr>
          <p:cNvPr id="10" name="Picture Placeholder 7"/>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6814017" y="616027"/>
            <a:ext cx="4989245" cy="4989245"/>
          </a:xfrm>
          <a:prstGeom prst="rect">
            <a:avLst/>
          </a:prstGeom>
        </p:spPr>
      </p:pic>
    </p:spTree>
    <p:extLst>
      <p:ext uri="{BB962C8B-B14F-4D97-AF65-F5344CB8AC3E}">
        <p14:creationId xmlns:p14="http://schemas.microsoft.com/office/powerpoint/2010/main" val="1014885508"/>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01650" y="317500"/>
            <a:ext cx="11188700" cy="334099"/>
          </a:xfrm>
        </p:spPr>
        <p:txBody>
          <a:bodyPr/>
          <a:lstStyle/>
          <a:p>
            <a:r>
              <a:rPr lang="en-US" dirty="0"/>
              <a:t>Agenda for Discussion</a:t>
            </a:r>
            <a:endParaRPr lang="en-GB" dirty="0"/>
          </a:p>
        </p:txBody>
      </p:sp>
      <p:pic>
        <p:nvPicPr>
          <p:cNvPr id="4" name="Picture 3"/>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1127125" y="1304925"/>
            <a:ext cx="9937750" cy="4646091"/>
          </a:xfrm>
          <a:prstGeom prst="rect">
            <a:avLst/>
          </a:prstGeom>
        </p:spPr>
      </p:pic>
      <p:sp>
        <p:nvSpPr>
          <p:cNvPr id="7" name="Rectangle 6"/>
          <p:cNvSpPr/>
          <p:nvPr/>
        </p:nvSpPr>
        <p:spPr bwMode="gray">
          <a:xfrm>
            <a:off x="1127125" y="1301496"/>
            <a:ext cx="9937115" cy="4649520"/>
          </a:xfrm>
          <a:prstGeom prst="rect">
            <a:avLst/>
          </a:prstGeom>
          <a:solidFill>
            <a:schemeClr val="bg1">
              <a:lumMod val="85000"/>
              <a:alpha val="90000"/>
            </a:schemeClr>
          </a:solidFill>
          <a:ln w="19050" algn="ctr">
            <a:noFill/>
            <a:miter lim="800000"/>
            <a:headEnd/>
            <a:tailEnd/>
          </a:ln>
        </p:spPr>
        <p:txBody>
          <a:bodyPr wrap="square" lIns="72231" tIns="72231" rIns="72231" bIns="72231" rtlCol="0" anchor="ctr"/>
          <a:lstStyle/>
          <a:p>
            <a:pPr algn="ctr">
              <a:lnSpc>
                <a:spcPct val="106000"/>
              </a:lnSpc>
              <a:buFont typeface="Wingdings 2" pitchFamily="18" charset="2"/>
              <a:buNone/>
            </a:pPr>
            <a:endParaRPr lang="en-IN" sz="1300" b="1" dirty="0">
              <a:solidFill>
                <a:schemeClr val="bg1"/>
              </a:solidFill>
            </a:endParaRPr>
          </a:p>
        </p:txBody>
      </p:sp>
      <p:sp>
        <p:nvSpPr>
          <p:cNvPr id="8" name="Rectangle 7">
            <a:extLst>
              <a:ext uri="{FF2B5EF4-FFF2-40B4-BE49-F238E27FC236}">
                <a16:creationId xmlns:a16="http://schemas.microsoft.com/office/drawing/2014/main" id="{CA076504-E784-4BBE-BF4C-BD4A5B8A31C0}"/>
              </a:ext>
            </a:extLst>
          </p:cNvPr>
          <p:cNvSpPr/>
          <p:nvPr/>
        </p:nvSpPr>
        <p:spPr>
          <a:xfrm>
            <a:off x="4208916" y="2315381"/>
            <a:ext cx="1456911" cy="523220"/>
          </a:xfrm>
          <a:prstGeom prst="rect">
            <a:avLst/>
          </a:prstGeom>
        </p:spPr>
        <p:txBody>
          <a:bodyPr wrap="square">
            <a:spAutoFit/>
          </a:bodyPr>
          <a:lstStyle/>
          <a:p>
            <a:r>
              <a:rPr lang="en-GB" sz="1400" dirty="0"/>
              <a:t>Project Context</a:t>
            </a:r>
          </a:p>
        </p:txBody>
      </p:sp>
      <p:sp>
        <p:nvSpPr>
          <p:cNvPr id="9" name="Rectangle 8">
            <a:extLst>
              <a:ext uri="{FF2B5EF4-FFF2-40B4-BE49-F238E27FC236}">
                <a16:creationId xmlns:a16="http://schemas.microsoft.com/office/drawing/2014/main" id="{9467C404-EDCB-4A2B-A63A-970EE9C7AA61}"/>
              </a:ext>
            </a:extLst>
          </p:cNvPr>
          <p:cNvSpPr/>
          <p:nvPr/>
        </p:nvSpPr>
        <p:spPr>
          <a:xfrm>
            <a:off x="6752214" y="2315381"/>
            <a:ext cx="1476740" cy="523220"/>
          </a:xfrm>
          <a:prstGeom prst="rect">
            <a:avLst/>
          </a:prstGeom>
        </p:spPr>
        <p:txBody>
          <a:bodyPr wrap="square">
            <a:spAutoFit/>
          </a:bodyPr>
          <a:lstStyle/>
          <a:p>
            <a:r>
              <a:rPr lang="en-GB" sz="1400" dirty="0"/>
              <a:t>Project Plan &amp; Timelines</a:t>
            </a:r>
          </a:p>
        </p:txBody>
      </p:sp>
      <p:sp>
        <p:nvSpPr>
          <p:cNvPr id="10" name="Rectangle 9">
            <a:extLst>
              <a:ext uri="{FF2B5EF4-FFF2-40B4-BE49-F238E27FC236}">
                <a16:creationId xmlns:a16="http://schemas.microsoft.com/office/drawing/2014/main" id="{140580B7-3BEA-4AA4-9421-959ADF178AA6}"/>
              </a:ext>
            </a:extLst>
          </p:cNvPr>
          <p:cNvSpPr/>
          <p:nvPr/>
        </p:nvSpPr>
        <p:spPr>
          <a:xfrm>
            <a:off x="9314987" y="2315381"/>
            <a:ext cx="1560277" cy="738664"/>
          </a:xfrm>
          <a:prstGeom prst="rect">
            <a:avLst/>
          </a:prstGeom>
        </p:spPr>
        <p:txBody>
          <a:bodyPr wrap="square">
            <a:spAutoFit/>
          </a:bodyPr>
          <a:lstStyle/>
          <a:p>
            <a:r>
              <a:rPr lang="en-GB" sz="1400" dirty="0"/>
              <a:t>Support needed from CIL</a:t>
            </a:r>
          </a:p>
        </p:txBody>
      </p:sp>
      <p:grpSp>
        <p:nvGrpSpPr>
          <p:cNvPr id="11" name="Group 10"/>
          <p:cNvGrpSpPr/>
          <p:nvPr/>
        </p:nvGrpSpPr>
        <p:grpSpPr>
          <a:xfrm>
            <a:off x="4216557" y="1477568"/>
            <a:ext cx="719180" cy="719178"/>
            <a:chOff x="5609808" y="1458838"/>
            <a:chExt cx="719180" cy="719178"/>
          </a:xfrm>
        </p:grpSpPr>
        <p:sp>
          <p:nvSpPr>
            <p:cNvPr id="12" name="Oval 11">
              <a:extLst>
                <a:ext uri="{FF2B5EF4-FFF2-40B4-BE49-F238E27FC236}">
                  <a16:creationId xmlns:a16="http://schemas.microsoft.com/office/drawing/2014/main" id="{FCB2244D-C235-4259-A3F9-ABA1E12AB0BC}"/>
                </a:ext>
              </a:extLst>
            </p:cNvPr>
            <p:cNvSpPr/>
            <p:nvPr/>
          </p:nvSpPr>
          <p:spPr bwMode="gray">
            <a:xfrm>
              <a:off x="5609808" y="1458838"/>
              <a:ext cx="719180" cy="719178"/>
            </a:xfrm>
            <a:prstGeom prst="ellipse">
              <a:avLst/>
            </a:prstGeom>
            <a:solidFill>
              <a:schemeClr val="accent1">
                <a:lumMod val="40000"/>
                <a:lumOff val="60000"/>
              </a:schemeClr>
            </a:solidFill>
            <a:ln w="19050" algn="ctr">
              <a:noFill/>
              <a:miter lim="800000"/>
              <a:headEnd/>
              <a:tailEnd/>
            </a:ln>
          </p:spPr>
          <p:txBody>
            <a:bodyPr wrap="square" lIns="72231" tIns="72231" rIns="72231" bIns="72231" rtlCol="0" anchor="ctr"/>
            <a:lstStyle/>
            <a:p>
              <a:pPr algn="ctr">
                <a:lnSpc>
                  <a:spcPct val="106000"/>
                </a:lnSpc>
                <a:buFont typeface="Wingdings 2" pitchFamily="18" charset="2"/>
                <a:buNone/>
              </a:pPr>
              <a:endParaRPr lang="en-GB" sz="1300" b="1" dirty="0">
                <a:solidFill>
                  <a:schemeClr val="bg1"/>
                </a:solidFill>
              </a:endParaRPr>
            </a:p>
          </p:txBody>
        </p:sp>
        <p:sp>
          <p:nvSpPr>
            <p:cNvPr id="13" name="Freeform 425">
              <a:extLst>
                <a:ext uri="{FF2B5EF4-FFF2-40B4-BE49-F238E27FC236}">
                  <a16:creationId xmlns:a16="http://schemas.microsoft.com/office/drawing/2014/main" id="{E6A0CF6E-8ABA-4018-8E3E-563B22F43A9D}"/>
                </a:ext>
              </a:extLst>
            </p:cNvPr>
            <p:cNvSpPr>
              <a:spLocks noEditPoints="1"/>
            </p:cNvSpPr>
            <p:nvPr/>
          </p:nvSpPr>
          <p:spPr bwMode="auto">
            <a:xfrm>
              <a:off x="5766371" y="1632191"/>
              <a:ext cx="451010" cy="424083"/>
            </a:xfrm>
            <a:custGeom>
              <a:avLst/>
              <a:gdLst>
                <a:gd name="T0" fmla="*/ 302 w 303"/>
                <a:gd name="T1" fmla="*/ 91 h 285"/>
                <a:gd name="T2" fmla="*/ 279 w 303"/>
                <a:gd name="T3" fmla="*/ 8 h 285"/>
                <a:gd name="T4" fmla="*/ 274 w 303"/>
                <a:gd name="T5" fmla="*/ 2 h 285"/>
                <a:gd name="T6" fmla="*/ 266 w 303"/>
                <a:gd name="T7" fmla="*/ 1 h 285"/>
                <a:gd name="T8" fmla="*/ 225 w 303"/>
                <a:gd name="T9" fmla="*/ 12 h 285"/>
                <a:gd name="T10" fmla="*/ 218 w 303"/>
                <a:gd name="T11" fmla="*/ 25 h 285"/>
                <a:gd name="T12" fmla="*/ 135 w 303"/>
                <a:gd name="T13" fmla="*/ 48 h 285"/>
                <a:gd name="T14" fmla="*/ 128 w 303"/>
                <a:gd name="T15" fmla="*/ 57 h 285"/>
                <a:gd name="T16" fmla="*/ 24 w 303"/>
                <a:gd name="T17" fmla="*/ 85 h 285"/>
                <a:gd name="T18" fmla="*/ 22 w 303"/>
                <a:gd name="T19" fmla="*/ 78 h 285"/>
                <a:gd name="T20" fmla="*/ 9 w 303"/>
                <a:gd name="T21" fmla="*/ 71 h 285"/>
                <a:gd name="T22" fmla="*/ 2 w 303"/>
                <a:gd name="T23" fmla="*/ 84 h 285"/>
                <a:gd name="T24" fmla="*/ 24 w 303"/>
                <a:gd name="T25" fmla="*/ 166 h 285"/>
                <a:gd name="T26" fmla="*/ 34 w 303"/>
                <a:gd name="T27" fmla="*/ 174 h 285"/>
                <a:gd name="T28" fmla="*/ 37 w 303"/>
                <a:gd name="T29" fmla="*/ 174 h 285"/>
                <a:gd name="T30" fmla="*/ 45 w 303"/>
                <a:gd name="T31" fmla="*/ 161 h 285"/>
                <a:gd name="T32" fmla="*/ 43 w 303"/>
                <a:gd name="T33" fmla="*/ 154 h 285"/>
                <a:gd name="T34" fmla="*/ 43 w 303"/>
                <a:gd name="T35" fmla="*/ 154 h 285"/>
                <a:gd name="T36" fmla="*/ 139 w 303"/>
                <a:gd name="T37" fmla="*/ 128 h 285"/>
                <a:gd name="T38" fmla="*/ 88 w 303"/>
                <a:gd name="T39" fmla="*/ 270 h 285"/>
                <a:gd name="T40" fmla="*/ 95 w 303"/>
                <a:gd name="T41" fmla="*/ 284 h 285"/>
                <a:gd name="T42" fmla="*/ 98 w 303"/>
                <a:gd name="T43" fmla="*/ 285 h 285"/>
                <a:gd name="T44" fmla="*/ 108 w 303"/>
                <a:gd name="T45" fmla="*/ 278 h 285"/>
                <a:gd name="T46" fmla="*/ 141 w 303"/>
                <a:gd name="T47" fmla="*/ 186 h 285"/>
                <a:gd name="T48" fmla="*/ 141 w 303"/>
                <a:gd name="T49" fmla="*/ 274 h 285"/>
                <a:gd name="T50" fmla="*/ 152 w 303"/>
                <a:gd name="T51" fmla="*/ 285 h 285"/>
                <a:gd name="T52" fmla="*/ 162 w 303"/>
                <a:gd name="T53" fmla="*/ 274 h 285"/>
                <a:gd name="T54" fmla="*/ 162 w 303"/>
                <a:gd name="T55" fmla="*/ 186 h 285"/>
                <a:gd name="T56" fmla="*/ 195 w 303"/>
                <a:gd name="T57" fmla="*/ 278 h 285"/>
                <a:gd name="T58" fmla="*/ 205 w 303"/>
                <a:gd name="T59" fmla="*/ 285 h 285"/>
                <a:gd name="T60" fmla="*/ 209 w 303"/>
                <a:gd name="T61" fmla="*/ 284 h 285"/>
                <a:gd name="T62" fmla="*/ 215 w 303"/>
                <a:gd name="T63" fmla="*/ 270 h 285"/>
                <a:gd name="T64" fmla="*/ 164 w 303"/>
                <a:gd name="T65" fmla="*/ 128 h 285"/>
                <a:gd name="T66" fmla="*/ 240 w 303"/>
                <a:gd name="T67" fmla="*/ 107 h 285"/>
                <a:gd name="T68" fmla="*/ 240 w 303"/>
                <a:gd name="T69" fmla="*/ 107 h 285"/>
                <a:gd name="T70" fmla="*/ 250 w 303"/>
                <a:gd name="T71" fmla="*/ 115 h 285"/>
                <a:gd name="T72" fmla="*/ 253 w 303"/>
                <a:gd name="T73" fmla="*/ 115 h 285"/>
                <a:gd name="T74" fmla="*/ 294 w 303"/>
                <a:gd name="T75" fmla="*/ 104 h 285"/>
                <a:gd name="T76" fmla="*/ 301 w 303"/>
                <a:gd name="T77" fmla="*/ 99 h 285"/>
                <a:gd name="T78" fmla="*/ 302 w 303"/>
                <a:gd name="T79" fmla="*/ 91 h 285"/>
                <a:gd name="T80" fmla="*/ 40 w 303"/>
                <a:gd name="T81" fmla="*/ 103 h 285"/>
                <a:gd name="T82" fmla="*/ 132 w 303"/>
                <a:gd name="T83" fmla="*/ 78 h 285"/>
                <a:gd name="T84" fmla="*/ 140 w 303"/>
                <a:gd name="T85" fmla="*/ 105 h 285"/>
                <a:gd name="T86" fmla="*/ 47 w 303"/>
                <a:gd name="T87" fmla="*/ 131 h 285"/>
                <a:gd name="T88" fmla="*/ 40 w 303"/>
                <a:gd name="T89" fmla="*/ 103 h 285"/>
                <a:gd name="T90" fmla="*/ 162 w 303"/>
                <a:gd name="T91" fmla="*/ 106 h 285"/>
                <a:gd name="T92" fmla="*/ 151 w 303"/>
                <a:gd name="T93" fmla="*/ 65 h 285"/>
                <a:gd name="T94" fmla="*/ 223 w 303"/>
                <a:gd name="T95" fmla="*/ 46 h 285"/>
                <a:gd name="T96" fmla="*/ 229 w 303"/>
                <a:gd name="T97" fmla="*/ 66 h 285"/>
                <a:gd name="T98" fmla="*/ 234 w 303"/>
                <a:gd name="T99" fmla="*/ 87 h 285"/>
                <a:gd name="T100" fmla="*/ 162 w 303"/>
                <a:gd name="T101" fmla="*/ 106 h 285"/>
                <a:gd name="T102" fmla="*/ 258 w 303"/>
                <a:gd name="T103" fmla="*/ 91 h 285"/>
                <a:gd name="T104" fmla="*/ 241 w 303"/>
                <a:gd name="T105" fmla="*/ 30 h 285"/>
                <a:gd name="T106" fmla="*/ 262 w 303"/>
                <a:gd name="T107" fmla="*/ 24 h 285"/>
                <a:gd name="T108" fmla="*/ 278 w 303"/>
                <a:gd name="T109" fmla="*/ 86 h 285"/>
                <a:gd name="T110" fmla="*/ 258 w 303"/>
                <a:gd name="T111" fmla="*/ 91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03" h="285">
                  <a:moveTo>
                    <a:pt x="302" y="91"/>
                  </a:moveTo>
                  <a:cubicBezTo>
                    <a:pt x="279" y="8"/>
                    <a:pt x="279" y="8"/>
                    <a:pt x="279" y="8"/>
                  </a:cubicBezTo>
                  <a:cubicBezTo>
                    <a:pt x="279" y="5"/>
                    <a:pt x="277" y="3"/>
                    <a:pt x="274" y="2"/>
                  </a:cubicBezTo>
                  <a:cubicBezTo>
                    <a:pt x="272" y="0"/>
                    <a:pt x="269" y="0"/>
                    <a:pt x="266" y="1"/>
                  </a:cubicBezTo>
                  <a:cubicBezTo>
                    <a:pt x="225" y="12"/>
                    <a:pt x="225" y="12"/>
                    <a:pt x="225" y="12"/>
                  </a:cubicBezTo>
                  <a:cubicBezTo>
                    <a:pt x="219" y="14"/>
                    <a:pt x="216" y="19"/>
                    <a:pt x="218" y="25"/>
                  </a:cubicBezTo>
                  <a:cubicBezTo>
                    <a:pt x="135" y="48"/>
                    <a:pt x="135" y="48"/>
                    <a:pt x="135" y="48"/>
                  </a:cubicBezTo>
                  <a:cubicBezTo>
                    <a:pt x="131" y="49"/>
                    <a:pt x="128" y="53"/>
                    <a:pt x="128" y="57"/>
                  </a:cubicBezTo>
                  <a:cubicBezTo>
                    <a:pt x="24" y="85"/>
                    <a:pt x="24" y="85"/>
                    <a:pt x="24" y="85"/>
                  </a:cubicBezTo>
                  <a:cubicBezTo>
                    <a:pt x="22" y="78"/>
                    <a:pt x="22" y="78"/>
                    <a:pt x="22" y="78"/>
                  </a:cubicBezTo>
                  <a:cubicBezTo>
                    <a:pt x="21" y="73"/>
                    <a:pt x="15" y="69"/>
                    <a:pt x="9" y="71"/>
                  </a:cubicBezTo>
                  <a:cubicBezTo>
                    <a:pt x="3" y="73"/>
                    <a:pt x="0" y="78"/>
                    <a:pt x="2" y="84"/>
                  </a:cubicBezTo>
                  <a:cubicBezTo>
                    <a:pt x="24" y="166"/>
                    <a:pt x="24" y="166"/>
                    <a:pt x="24" y="166"/>
                  </a:cubicBezTo>
                  <a:cubicBezTo>
                    <a:pt x="25" y="171"/>
                    <a:pt x="30" y="174"/>
                    <a:pt x="34" y="174"/>
                  </a:cubicBezTo>
                  <a:cubicBezTo>
                    <a:pt x="35" y="174"/>
                    <a:pt x="36" y="174"/>
                    <a:pt x="37" y="174"/>
                  </a:cubicBezTo>
                  <a:cubicBezTo>
                    <a:pt x="43" y="172"/>
                    <a:pt x="46" y="167"/>
                    <a:pt x="45" y="161"/>
                  </a:cubicBezTo>
                  <a:cubicBezTo>
                    <a:pt x="43" y="154"/>
                    <a:pt x="43" y="154"/>
                    <a:pt x="43" y="154"/>
                  </a:cubicBezTo>
                  <a:cubicBezTo>
                    <a:pt x="43" y="154"/>
                    <a:pt x="43" y="154"/>
                    <a:pt x="43" y="154"/>
                  </a:cubicBezTo>
                  <a:cubicBezTo>
                    <a:pt x="139" y="128"/>
                    <a:pt x="139" y="128"/>
                    <a:pt x="139" y="128"/>
                  </a:cubicBezTo>
                  <a:cubicBezTo>
                    <a:pt x="88" y="270"/>
                    <a:pt x="88" y="270"/>
                    <a:pt x="88" y="270"/>
                  </a:cubicBezTo>
                  <a:cubicBezTo>
                    <a:pt x="86" y="276"/>
                    <a:pt x="89" y="282"/>
                    <a:pt x="95" y="284"/>
                  </a:cubicBezTo>
                  <a:cubicBezTo>
                    <a:pt x="96" y="284"/>
                    <a:pt x="97" y="285"/>
                    <a:pt x="98" y="285"/>
                  </a:cubicBezTo>
                  <a:cubicBezTo>
                    <a:pt x="103" y="285"/>
                    <a:pt x="107" y="282"/>
                    <a:pt x="108" y="278"/>
                  </a:cubicBezTo>
                  <a:cubicBezTo>
                    <a:pt x="141" y="186"/>
                    <a:pt x="141" y="186"/>
                    <a:pt x="141" y="186"/>
                  </a:cubicBezTo>
                  <a:cubicBezTo>
                    <a:pt x="141" y="274"/>
                    <a:pt x="141" y="274"/>
                    <a:pt x="141" y="274"/>
                  </a:cubicBezTo>
                  <a:cubicBezTo>
                    <a:pt x="141" y="280"/>
                    <a:pt x="146" y="285"/>
                    <a:pt x="152" y="285"/>
                  </a:cubicBezTo>
                  <a:cubicBezTo>
                    <a:pt x="158" y="285"/>
                    <a:pt x="162" y="280"/>
                    <a:pt x="162" y="274"/>
                  </a:cubicBezTo>
                  <a:cubicBezTo>
                    <a:pt x="162" y="186"/>
                    <a:pt x="162" y="186"/>
                    <a:pt x="162" y="186"/>
                  </a:cubicBezTo>
                  <a:cubicBezTo>
                    <a:pt x="195" y="278"/>
                    <a:pt x="195" y="278"/>
                    <a:pt x="195" y="278"/>
                  </a:cubicBezTo>
                  <a:cubicBezTo>
                    <a:pt x="197" y="282"/>
                    <a:pt x="201" y="285"/>
                    <a:pt x="205" y="285"/>
                  </a:cubicBezTo>
                  <a:cubicBezTo>
                    <a:pt x="206" y="285"/>
                    <a:pt x="207" y="284"/>
                    <a:pt x="209" y="284"/>
                  </a:cubicBezTo>
                  <a:cubicBezTo>
                    <a:pt x="214" y="282"/>
                    <a:pt x="217" y="276"/>
                    <a:pt x="215" y="270"/>
                  </a:cubicBezTo>
                  <a:cubicBezTo>
                    <a:pt x="164" y="128"/>
                    <a:pt x="164" y="128"/>
                    <a:pt x="164" y="128"/>
                  </a:cubicBezTo>
                  <a:cubicBezTo>
                    <a:pt x="240" y="107"/>
                    <a:pt x="240" y="107"/>
                    <a:pt x="240" y="107"/>
                  </a:cubicBezTo>
                  <a:cubicBezTo>
                    <a:pt x="240" y="107"/>
                    <a:pt x="240" y="107"/>
                    <a:pt x="240" y="107"/>
                  </a:cubicBezTo>
                  <a:cubicBezTo>
                    <a:pt x="241" y="112"/>
                    <a:pt x="246" y="115"/>
                    <a:pt x="250" y="115"/>
                  </a:cubicBezTo>
                  <a:cubicBezTo>
                    <a:pt x="251" y="115"/>
                    <a:pt x="252" y="115"/>
                    <a:pt x="253" y="115"/>
                  </a:cubicBezTo>
                  <a:cubicBezTo>
                    <a:pt x="294" y="104"/>
                    <a:pt x="294" y="104"/>
                    <a:pt x="294" y="104"/>
                  </a:cubicBezTo>
                  <a:cubicBezTo>
                    <a:pt x="297" y="103"/>
                    <a:pt x="299" y="101"/>
                    <a:pt x="301" y="99"/>
                  </a:cubicBezTo>
                  <a:cubicBezTo>
                    <a:pt x="302" y="96"/>
                    <a:pt x="303" y="93"/>
                    <a:pt x="302" y="91"/>
                  </a:cubicBezTo>
                  <a:close/>
                  <a:moveTo>
                    <a:pt x="40" y="103"/>
                  </a:moveTo>
                  <a:cubicBezTo>
                    <a:pt x="132" y="78"/>
                    <a:pt x="132" y="78"/>
                    <a:pt x="132" y="78"/>
                  </a:cubicBezTo>
                  <a:cubicBezTo>
                    <a:pt x="140" y="105"/>
                    <a:pt x="140" y="105"/>
                    <a:pt x="140" y="105"/>
                  </a:cubicBezTo>
                  <a:cubicBezTo>
                    <a:pt x="47" y="131"/>
                    <a:pt x="47" y="131"/>
                    <a:pt x="47" y="131"/>
                  </a:cubicBezTo>
                  <a:lnTo>
                    <a:pt x="40" y="103"/>
                  </a:lnTo>
                  <a:close/>
                  <a:moveTo>
                    <a:pt x="162" y="106"/>
                  </a:moveTo>
                  <a:cubicBezTo>
                    <a:pt x="151" y="65"/>
                    <a:pt x="151" y="65"/>
                    <a:pt x="151" y="65"/>
                  </a:cubicBezTo>
                  <a:cubicBezTo>
                    <a:pt x="223" y="46"/>
                    <a:pt x="223" y="46"/>
                    <a:pt x="223" y="46"/>
                  </a:cubicBezTo>
                  <a:cubicBezTo>
                    <a:pt x="229" y="66"/>
                    <a:pt x="229" y="66"/>
                    <a:pt x="229" y="66"/>
                  </a:cubicBezTo>
                  <a:cubicBezTo>
                    <a:pt x="234" y="87"/>
                    <a:pt x="234" y="87"/>
                    <a:pt x="234" y="87"/>
                  </a:cubicBezTo>
                  <a:lnTo>
                    <a:pt x="162" y="106"/>
                  </a:lnTo>
                  <a:close/>
                  <a:moveTo>
                    <a:pt x="258" y="91"/>
                  </a:moveTo>
                  <a:cubicBezTo>
                    <a:pt x="241" y="30"/>
                    <a:pt x="241" y="30"/>
                    <a:pt x="241" y="30"/>
                  </a:cubicBezTo>
                  <a:cubicBezTo>
                    <a:pt x="262" y="24"/>
                    <a:pt x="262" y="24"/>
                    <a:pt x="262" y="24"/>
                  </a:cubicBezTo>
                  <a:cubicBezTo>
                    <a:pt x="278" y="86"/>
                    <a:pt x="278" y="86"/>
                    <a:pt x="278" y="86"/>
                  </a:cubicBezTo>
                  <a:lnTo>
                    <a:pt x="258" y="91"/>
                  </a:lnTo>
                  <a:close/>
                </a:path>
              </a:pathLst>
            </a:custGeom>
            <a:solidFill>
              <a:schemeClr val="tx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74295" tIns="37148" rIns="74295" bIns="37148" numCol="1" anchor="t" anchorCtr="0" compatLnSpc="1">
              <a:prstTxWarp prst="textNoShape">
                <a:avLst/>
              </a:prstTxWarp>
            </a:bodyPr>
            <a:lstStyle/>
            <a:p>
              <a:endParaRPr lang="en-GB" sz="1463" dirty="0"/>
            </a:p>
          </p:txBody>
        </p:sp>
      </p:grpSp>
      <p:grpSp>
        <p:nvGrpSpPr>
          <p:cNvPr id="14" name="Group 13"/>
          <p:cNvGrpSpPr/>
          <p:nvPr/>
        </p:nvGrpSpPr>
        <p:grpSpPr>
          <a:xfrm>
            <a:off x="1625623" y="1477568"/>
            <a:ext cx="719180" cy="719178"/>
            <a:chOff x="3633276" y="1458838"/>
            <a:chExt cx="719180" cy="719178"/>
          </a:xfrm>
        </p:grpSpPr>
        <p:sp>
          <p:nvSpPr>
            <p:cNvPr id="15" name="Oval 14">
              <a:extLst>
                <a:ext uri="{FF2B5EF4-FFF2-40B4-BE49-F238E27FC236}">
                  <a16:creationId xmlns:a16="http://schemas.microsoft.com/office/drawing/2014/main" id="{7D9D6B9F-5FAF-4B94-BF52-D5ED2AF31987}"/>
                </a:ext>
              </a:extLst>
            </p:cNvPr>
            <p:cNvSpPr/>
            <p:nvPr/>
          </p:nvSpPr>
          <p:spPr bwMode="gray">
            <a:xfrm>
              <a:off x="3633276" y="1458838"/>
              <a:ext cx="719180" cy="719178"/>
            </a:xfrm>
            <a:prstGeom prst="ellipse">
              <a:avLst/>
            </a:prstGeom>
            <a:solidFill>
              <a:schemeClr val="accent1">
                <a:lumMod val="40000"/>
                <a:lumOff val="60000"/>
              </a:schemeClr>
            </a:solidFill>
            <a:ln w="19050" algn="ctr">
              <a:noFill/>
              <a:miter lim="800000"/>
              <a:headEnd/>
              <a:tailEnd/>
            </a:ln>
          </p:spPr>
          <p:txBody>
            <a:bodyPr wrap="square" lIns="72231" tIns="72231" rIns="72231" bIns="72231" rtlCol="0" anchor="ctr"/>
            <a:lstStyle/>
            <a:p>
              <a:pPr algn="ctr">
                <a:lnSpc>
                  <a:spcPct val="106000"/>
                </a:lnSpc>
                <a:buFont typeface="Wingdings 2" pitchFamily="18" charset="2"/>
                <a:buNone/>
              </a:pPr>
              <a:endParaRPr lang="en-GB" sz="1300" b="1" dirty="0">
                <a:solidFill>
                  <a:schemeClr val="bg1"/>
                </a:solidFill>
              </a:endParaRPr>
            </a:p>
          </p:txBody>
        </p:sp>
        <p:grpSp>
          <p:nvGrpSpPr>
            <p:cNvPr id="16" name="Group 336">
              <a:extLst>
                <a:ext uri="{FF2B5EF4-FFF2-40B4-BE49-F238E27FC236}">
                  <a16:creationId xmlns:a16="http://schemas.microsoft.com/office/drawing/2014/main" id="{87F379CB-3ADC-4228-9874-B454387F88B7}"/>
                </a:ext>
              </a:extLst>
            </p:cNvPr>
            <p:cNvGrpSpPr>
              <a:grpSpLocks noChangeAspect="1"/>
            </p:cNvGrpSpPr>
            <p:nvPr/>
          </p:nvGrpSpPr>
          <p:grpSpPr bwMode="auto">
            <a:xfrm>
              <a:off x="3861493" y="1606988"/>
              <a:ext cx="311181" cy="422883"/>
              <a:chOff x="4312" y="1261"/>
              <a:chExt cx="156" cy="212"/>
            </a:xfrm>
            <a:solidFill>
              <a:schemeClr val="tx1"/>
            </a:solidFill>
          </p:grpSpPr>
          <p:sp>
            <p:nvSpPr>
              <p:cNvPr id="17" name="Freeform 338">
                <a:extLst>
                  <a:ext uri="{FF2B5EF4-FFF2-40B4-BE49-F238E27FC236}">
                    <a16:creationId xmlns:a16="http://schemas.microsoft.com/office/drawing/2014/main" id="{62F3543F-9C87-49D0-9ACE-3C93EAA43179}"/>
                  </a:ext>
                </a:extLst>
              </p:cNvPr>
              <p:cNvSpPr>
                <a:spLocks noEditPoints="1"/>
              </p:cNvSpPr>
              <p:nvPr/>
            </p:nvSpPr>
            <p:spPr bwMode="auto">
              <a:xfrm>
                <a:off x="4312" y="1261"/>
                <a:ext cx="156" cy="212"/>
              </a:xfrm>
              <a:custGeom>
                <a:avLst/>
                <a:gdLst>
                  <a:gd name="T0" fmla="*/ 234 w 235"/>
                  <a:gd name="T1" fmla="*/ 81 h 320"/>
                  <a:gd name="T2" fmla="*/ 232 w 235"/>
                  <a:gd name="T3" fmla="*/ 77 h 320"/>
                  <a:gd name="T4" fmla="*/ 157 w 235"/>
                  <a:gd name="T5" fmla="*/ 3 h 320"/>
                  <a:gd name="T6" fmla="*/ 154 w 235"/>
                  <a:gd name="T7" fmla="*/ 0 h 320"/>
                  <a:gd name="T8" fmla="*/ 150 w 235"/>
                  <a:gd name="T9" fmla="*/ 0 h 320"/>
                  <a:gd name="T10" fmla="*/ 11 w 235"/>
                  <a:gd name="T11" fmla="*/ 0 h 320"/>
                  <a:gd name="T12" fmla="*/ 0 w 235"/>
                  <a:gd name="T13" fmla="*/ 10 h 320"/>
                  <a:gd name="T14" fmla="*/ 0 w 235"/>
                  <a:gd name="T15" fmla="*/ 309 h 320"/>
                  <a:gd name="T16" fmla="*/ 11 w 235"/>
                  <a:gd name="T17" fmla="*/ 320 h 320"/>
                  <a:gd name="T18" fmla="*/ 224 w 235"/>
                  <a:gd name="T19" fmla="*/ 320 h 320"/>
                  <a:gd name="T20" fmla="*/ 235 w 235"/>
                  <a:gd name="T21" fmla="*/ 309 h 320"/>
                  <a:gd name="T22" fmla="*/ 235 w 235"/>
                  <a:gd name="T23" fmla="*/ 85 h 320"/>
                  <a:gd name="T24" fmla="*/ 234 w 235"/>
                  <a:gd name="T25" fmla="*/ 81 h 320"/>
                  <a:gd name="T26" fmla="*/ 160 w 235"/>
                  <a:gd name="T27" fmla="*/ 36 h 320"/>
                  <a:gd name="T28" fmla="*/ 199 w 235"/>
                  <a:gd name="T29" fmla="*/ 74 h 320"/>
                  <a:gd name="T30" fmla="*/ 160 w 235"/>
                  <a:gd name="T31" fmla="*/ 74 h 320"/>
                  <a:gd name="T32" fmla="*/ 160 w 235"/>
                  <a:gd name="T33" fmla="*/ 36 h 320"/>
                  <a:gd name="T34" fmla="*/ 22 w 235"/>
                  <a:gd name="T35" fmla="*/ 298 h 320"/>
                  <a:gd name="T36" fmla="*/ 22 w 235"/>
                  <a:gd name="T37" fmla="*/ 21 h 320"/>
                  <a:gd name="T38" fmla="*/ 139 w 235"/>
                  <a:gd name="T39" fmla="*/ 21 h 320"/>
                  <a:gd name="T40" fmla="*/ 139 w 235"/>
                  <a:gd name="T41" fmla="*/ 85 h 320"/>
                  <a:gd name="T42" fmla="*/ 150 w 235"/>
                  <a:gd name="T43" fmla="*/ 96 h 320"/>
                  <a:gd name="T44" fmla="*/ 214 w 235"/>
                  <a:gd name="T45" fmla="*/ 96 h 320"/>
                  <a:gd name="T46" fmla="*/ 214 w 235"/>
                  <a:gd name="T47" fmla="*/ 298 h 320"/>
                  <a:gd name="T48" fmla="*/ 22 w 235"/>
                  <a:gd name="T49" fmla="*/ 298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35" h="320">
                    <a:moveTo>
                      <a:pt x="234" y="81"/>
                    </a:moveTo>
                    <a:cubicBezTo>
                      <a:pt x="234" y="80"/>
                      <a:pt x="233" y="78"/>
                      <a:pt x="232" y="77"/>
                    </a:cubicBezTo>
                    <a:cubicBezTo>
                      <a:pt x="157" y="3"/>
                      <a:pt x="157" y="3"/>
                      <a:pt x="157" y="3"/>
                    </a:cubicBezTo>
                    <a:cubicBezTo>
                      <a:pt x="156" y="2"/>
                      <a:pt x="155" y="1"/>
                      <a:pt x="154" y="0"/>
                    </a:cubicBezTo>
                    <a:cubicBezTo>
                      <a:pt x="152" y="0"/>
                      <a:pt x="151" y="0"/>
                      <a:pt x="150" y="0"/>
                    </a:cubicBezTo>
                    <a:cubicBezTo>
                      <a:pt x="11" y="0"/>
                      <a:pt x="11" y="0"/>
                      <a:pt x="11" y="0"/>
                    </a:cubicBezTo>
                    <a:cubicBezTo>
                      <a:pt x="5" y="0"/>
                      <a:pt x="0" y="4"/>
                      <a:pt x="0" y="10"/>
                    </a:cubicBezTo>
                    <a:cubicBezTo>
                      <a:pt x="0" y="309"/>
                      <a:pt x="0" y="309"/>
                      <a:pt x="0" y="309"/>
                    </a:cubicBezTo>
                    <a:cubicBezTo>
                      <a:pt x="0" y="315"/>
                      <a:pt x="5" y="320"/>
                      <a:pt x="11" y="320"/>
                    </a:cubicBezTo>
                    <a:cubicBezTo>
                      <a:pt x="224" y="320"/>
                      <a:pt x="224" y="320"/>
                      <a:pt x="224" y="320"/>
                    </a:cubicBezTo>
                    <a:cubicBezTo>
                      <a:pt x="230" y="320"/>
                      <a:pt x="235" y="315"/>
                      <a:pt x="235" y="309"/>
                    </a:cubicBezTo>
                    <a:cubicBezTo>
                      <a:pt x="235" y="85"/>
                      <a:pt x="235" y="85"/>
                      <a:pt x="235" y="85"/>
                    </a:cubicBezTo>
                    <a:cubicBezTo>
                      <a:pt x="235" y="84"/>
                      <a:pt x="235" y="82"/>
                      <a:pt x="234" y="81"/>
                    </a:cubicBezTo>
                    <a:close/>
                    <a:moveTo>
                      <a:pt x="160" y="36"/>
                    </a:moveTo>
                    <a:cubicBezTo>
                      <a:pt x="199" y="74"/>
                      <a:pt x="199" y="74"/>
                      <a:pt x="199" y="74"/>
                    </a:cubicBezTo>
                    <a:cubicBezTo>
                      <a:pt x="160" y="74"/>
                      <a:pt x="160" y="74"/>
                      <a:pt x="160" y="74"/>
                    </a:cubicBezTo>
                    <a:lnTo>
                      <a:pt x="160" y="36"/>
                    </a:lnTo>
                    <a:close/>
                    <a:moveTo>
                      <a:pt x="22" y="298"/>
                    </a:moveTo>
                    <a:cubicBezTo>
                      <a:pt x="22" y="21"/>
                      <a:pt x="22" y="21"/>
                      <a:pt x="22" y="21"/>
                    </a:cubicBezTo>
                    <a:cubicBezTo>
                      <a:pt x="139" y="21"/>
                      <a:pt x="139" y="21"/>
                      <a:pt x="139" y="21"/>
                    </a:cubicBezTo>
                    <a:cubicBezTo>
                      <a:pt x="139" y="85"/>
                      <a:pt x="139" y="85"/>
                      <a:pt x="139" y="85"/>
                    </a:cubicBezTo>
                    <a:cubicBezTo>
                      <a:pt x="139" y="91"/>
                      <a:pt x="144" y="96"/>
                      <a:pt x="150" y="96"/>
                    </a:cubicBezTo>
                    <a:cubicBezTo>
                      <a:pt x="214" y="96"/>
                      <a:pt x="214" y="96"/>
                      <a:pt x="214" y="96"/>
                    </a:cubicBezTo>
                    <a:cubicBezTo>
                      <a:pt x="214" y="298"/>
                      <a:pt x="214" y="298"/>
                      <a:pt x="214" y="298"/>
                    </a:cubicBezTo>
                    <a:lnTo>
                      <a:pt x="22" y="2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74295" tIns="37148" rIns="74295" bIns="37148" numCol="1" anchor="t" anchorCtr="0" compatLnSpc="1">
                <a:prstTxWarp prst="textNoShape">
                  <a:avLst/>
                </a:prstTxWarp>
              </a:bodyPr>
              <a:lstStyle/>
              <a:p>
                <a:endParaRPr lang="en-GB" sz="1463" dirty="0"/>
              </a:p>
            </p:txBody>
          </p:sp>
          <p:sp>
            <p:nvSpPr>
              <p:cNvPr id="18" name="Freeform 339">
                <a:extLst>
                  <a:ext uri="{FF2B5EF4-FFF2-40B4-BE49-F238E27FC236}">
                    <a16:creationId xmlns:a16="http://schemas.microsoft.com/office/drawing/2014/main" id="{B727B6EE-F2C6-4D8F-8489-97E74BE96574}"/>
                  </a:ext>
                </a:extLst>
              </p:cNvPr>
              <p:cNvSpPr>
                <a:spLocks/>
              </p:cNvSpPr>
              <p:nvPr/>
            </p:nvSpPr>
            <p:spPr bwMode="auto">
              <a:xfrm>
                <a:off x="4340" y="1431"/>
                <a:ext cx="99" cy="14"/>
              </a:xfrm>
              <a:custGeom>
                <a:avLst/>
                <a:gdLst>
                  <a:gd name="T0" fmla="*/ 139 w 149"/>
                  <a:gd name="T1" fmla="*/ 0 h 21"/>
                  <a:gd name="T2" fmla="*/ 11 w 149"/>
                  <a:gd name="T3" fmla="*/ 0 h 21"/>
                  <a:gd name="T4" fmla="*/ 0 w 149"/>
                  <a:gd name="T5" fmla="*/ 10 h 21"/>
                  <a:gd name="T6" fmla="*/ 11 w 149"/>
                  <a:gd name="T7" fmla="*/ 21 h 21"/>
                  <a:gd name="T8" fmla="*/ 139 w 149"/>
                  <a:gd name="T9" fmla="*/ 21 h 21"/>
                  <a:gd name="T10" fmla="*/ 149 w 149"/>
                  <a:gd name="T11" fmla="*/ 10 h 21"/>
                  <a:gd name="T12" fmla="*/ 139 w 149"/>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149" h="21">
                    <a:moveTo>
                      <a:pt x="139" y="0"/>
                    </a:moveTo>
                    <a:cubicBezTo>
                      <a:pt x="11" y="0"/>
                      <a:pt x="11" y="0"/>
                      <a:pt x="11" y="0"/>
                    </a:cubicBezTo>
                    <a:cubicBezTo>
                      <a:pt x="5" y="0"/>
                      <a:pt x="0" y="4"/>
                      <a:pt x="0" y="10"/>
                    </a:cubicBezTo>
                    <a:cubicBezTo>
                      <a:pt x="0" y="16"/>
                      <a:pt x="5" y="21"/>
                      <a:pt x="11" y="21"/>
                    </a:cubicBezTo>
                    <a:cubicBezTo>
                      <a:pt x="139" y="21"/>
                      <a:pt x="139" y="21"/>
                      <a:pt x="139" y="21"/>
                    </a:cubicBezTo>
                    <a:cubicBezTo>
                      <a:pt x="145" y="21"/>
                      <a:pt x="149" y="16"/>
                      <a:pt x="149" y="10"/>
                    </a:cubicBezTo>
                    <a:cubicBezTo>
                      <a:pt x="149" y="4"/>
                      <a:pt x="145" y="0"/>
                      <a:pt x="139"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74295" tIns="37148" rIns="74295" bIns="37148" numCol="1" anchor="t" anchorCtr="0" compatLnSpc="1">
                <a:prstTxWarp prst="textNoShape">
                  <a:avLst/>
                </a:prstTxWarp>
              </a:bodyPr>
              <a:lstStyle/>
              <a:p>
                <a:endParaRPr lang="en-GB" sz="1463" dirty="0"/>
              </a:p>
            </p:txBody>
          </p:sp>
          <p:sp>
            <p:nvSpPr>
              <p:cNvPr id="19" name="Freeform 340">
                <a:extLst>
                  <a:ext uri="{FF2B5EF4-FFF2-40B4-BE49-F238E27FC236}">
                    <a16:creationId xmlns:a16="http://schemas.microsoft.com/office/drawing/2014/main" id="{6C193E9B-1398-4D95-8C8F-A643AD02A901}"/>
                  </a:ext>
                </a:extLst>
              </p:cNvPr>
              <p:cNvSpPr>
                <a:spLocks/>
              </p:cNvSpPr>
              <p:nvPr/>
            </p:nvSpPr>
            <p:spPr bwMode="auto">
              <a:xfrm>
                <a:off x="4340" y="1402"/>
                <a:ext cx="99" cy="14"/>
              </a:xfrm>
              <a:custGeom>
                <a:avLst/>
                <a:gdLst>
                  <a:gd name="T0" fmla="*/ 139 w 149"/>
                  <a:gd name="T1" fmla="*/ 0 h 21"/>
                  <a:gd name="T2" fmla="*/ 11 w 149"/>
                  <a:gd name="T3" fmla="*/ 0 h 21"/>
                  <a:gd name="T4" fmla="*/ 0 w 149"/>
                  <a:gd name="T5" fmla="*/ 11 h 21"/>
                  <a:gd name="T6" fmla="*/ 11 w 149"/>
                  <a:gd name="T7" fmla="*/ 21 h 21"/>
                  <a:gd name="T8" fmla="*/ 139 w 149"/>
                  <a:gd name="T9" fmla="*/ 21 h 21"/>
                  <a:gd name="T10" fmla="*/ 149 w 149"/>
                  <a:gd name="T11" fmla="*/ 11 h 21"/>
                  <a:gd name="T12" fmla="*/ 139 w 149"/>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149" h="21">
                    <a:moveTo>
                      <a:pt x="139" y="0"/>
                    </a:moveTo>
                    <a:cubicBezTo>
                      <a:pt x="11" y="0"/>
                      <a:pt x="11" y="0"/>
                      <a:pt x="11" y="0"/>
                    </a:cubicBezTo>
                    <a:cubicBezTo>
                      <a:pt x="5" y="0"/>
                      <a:pt x="0" y="5"/>
                      <a:pt x="0" y="11"/>
                    </a:cubicBezTo>
                    <a:cubicBezTo>
                      <a:pt x="0" y="17"/>
                      <a:pt x="5" y="21"/>
                      <a:pt x="11" y="21"/>
                    </a:cubicBezTo>
                    <a:cubicBezTo>
                      <a:pt x="139" y="21"/>
                      <a:pt x="139" y="21"/>
                      <a:pt x="139" y="21"/>
                    </a:cubicBezTo>
                    <a:cubicBezTo>
                      <a:pt x="145" y="21"/>
                      <a:pt x="149" y="17"/>
                      <a:pt x="149" y="11"/>
                    </a:cubicBezTo>
                    <a:cubicBezTo>
                      <a:pt x="149" y="5"/>
                      <a:pt x="145" y="0"/>
                      <a:pt x="139"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74295" tIns="37148" rIns="74295" bIns="37148" numCol="1" anchor="t" anchorCtr="0" compatLnSpc="1">
                <a:prstTxWarp prst="textNoShape">
                  <a:avLst/>
                </a:prstTxWarp>
              </a:bodyPr>
              <a:lstStyle/>
              <a:p>
                <a:endParaRPr lang="en-GB" sz="1463" dirty="0"/>
              </a:p>
            </p:txBody>
          </p:sp>
          <p:sp>
            <p:nvSpPr>
              <p:cNvPr id="20" name="Freeform 341">
                <a:extLst>
                  <a:ext uri="{FF2B5EF4-FFF2-40B4-BE49-F238E27FC236}">
                    <a16:creationId xmlns:a16="http://schemas.microsoft.com/office/drawing/2014/main" id="{420073AA-F3AC-4888-B36D-367D232E3961}"/>
                  </a:ext>
                </a:extLst>
              </p:cNvPr>
              <p:cNvSpPr>
                <a:spLocks/>
              </p:cNvSpPr>
              <p:nvPr/>
            </p:nvSpPr>
            <p:spPr bwMode="auto">
              <a:xfrm>
                <a:off x="4340" y="1374"/>
                <a:ext cx="99" cy="14"/>
              </a:xfrm>
              <a:custGeom>
                <a:avLst/>
                <a:gdLst>
                  <a:gd name="T0" fmla="*/ 139 w 149"/>
                  <a:gd name="T1" fmla="*/ 0 h 22"/>
                  <a:gd name="T2" fmla="*/ 11 w 149"/>
                  <a:gd name="T3" fmla="*/ 0 h 22"/>
                  <a:gd name="T4" fmla="*/ 0 w 149"/>
                  <a:gd name="T5" fmla="*/ 11 h 22"/>
                  <a:gd name="T6" fmla="*/ 11 w 149"/>
                  <a:gd name="T7" fmla="*/ 22 h 22"/>
                  <a:gd name="T8" fmla="*/ 139 w 149"/>
                  <a:gd name="T9" fmla="*/ 22 h 22"/>
                  <a:gd name="T10" fmla="*/ 149 w 149"/>
                  <a:gd name="T11" fmla="*/ 11 h 22"/>
                  <a:gd name="T12" fmla="*/ 139 w 149"/>
                  <a:gd name="T13" fmla="*/ 0 h 22"/>
                </a:gdLst>
                <a:ahLst/>
                <a:cxnLst>
                  <a:cxn ang="0">
                    <a:pos x="T0" y="T1"/>
                  </a:cxn>
                  <a:cxn ang="0">
                    <a:pos x="T2" y="T3"/>
                  </a:cxn>
                  <a:cxn ang="0">
                    <a:pos x="T4" y="T5"/>
                  </a:cxn>
                  <a:cxn ang="0">
                    <a:pos x="T6" y="T7"/>
                  </a:cxn>
                  <a:cxn ang="0">
                    <a:pos x="T8" y="T9"/>
                  </a:cxn>
                  <a:cxn ang="0">
                    <a:pos x="T10" y="T11"/>
                  </a:cxn>
                  <a:cxn ang="0">
                    <a:pos x="T12" y="T13"/>
                  </a:cxn>
                </a:cxnLst>
                <a:rect l="0" t="0" r="r" b="b"/>
                <a:pathLst>
                  <a:path w="149" h="22">
                    <a:moveTo>
                      <a:pt x="139" y="0"/>
                    </a:moveTo>
                    <a:cubicBezTo>
                      <a:pt x="11" y="0"/>
                      <a:pt x="11" y="0"/>
                      <a:pt x="11" y="0"/>
                    </a:cubicBezTo>
                    <a:cubicBezTo>
                      <a:pt x="5" y="0"/>
                      <a:pt x="0" y="5"/>
                      <a:pt x="0" y="11"/>
                    </a:cubicBezTo>
                    <a:cubicBezTo>
                      <a:pt x="0" y="17"/>
                      <a:pt x="5" y="22"/>
                      <a:pt x="11" y="22"/>
                    </a:cubicBezTo>
                    <a:cubicBezTo>
                      <a:pt x="139" y="22"/>
                      <a:pt x="139" y="22"/>
                      <a:pt x="139" y="22"/>
                    </a:cubicBezTo>
                    <a:cubicBezTo>
                      <a:pt x="145" y="22"/>
                      <a:pt x="149" y="17"/>
                      <a:pt x="149" y="11"/>
                    </a:cubicBezTo>
                    <a:cubicBezTo>
                      <a:pt x="149" y="5"/>
                      <a:pt x="145" y="0"/>
                      <a:pt x="139"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74295" tIns="37148" rIns="74295" bIns="37148" numCol="1" anchor="t" anchorCtr="0" compatLnSpc="1">
                <a:prstTxWarp prst="textNoShape">
                  <a:avLst/>
                </a:prstTxWarp>
              </a:bodyPr>
              <a:lstStyle/>
              <a:p>
                <a:endParaRPr lang="en-GB" sz="1463" dirty="0"/>
              </a:p>
            </p:txBody>
          </p:sp>
          <p:sp>
            <p:nvSpPr>
              <p:cNvPr id="21" name="Freeform 342">
                <a:extLst>
                  <a:ext uri="{FF2B5EF4-FFF2-40B4-BE49-F238E27FC236}">
                    <a16:creationId xmlns:a16="http://schemas.microsoft.com/office/drawing/2014/main" id="{2F1E315E-1ACB-4373-9F4D-882040BE7089}"/>
                  </a:ext>
                </a:extLst>
              </p:cNvPr>
              <p:cNvSpPr>
                <a:spLocks/>
              </p:cNvSpPr>
              <p:nvPr/>
            </p:nvSpPr>
            <p:spPr bwMode="auto">
              <a:xfrm>
                <a:off x="4340" y="1346"/>
                <a:ext cx="99" cy="14"/>
              </a:xfrm>
              <a:custGeom>
                <a:avLst/>
                <a:gdLst>
                  <a:gd name="T0" fmla="*/ 139 w 149"/>
                  <a:gd name="T1" fmla="*/ 0 h 21"/>
                  <a:gd name="T2" fmla="*/ 11 w 149"/>
                  <a:gd name="T3" fmla="*/ 0 h 21"/>
                  <a:gd name="T4" fmla="*/ 0 w 149"/>
                  <a:gd name="T5" fmla="*/ 10 h 21"/>
                  <a:gd name="T6" fmla="*/ 11 w 149"/>
                  <a:gd name="T7" fmla="*/ 21 h 21"/>
                  <a:gd name="T8" fmla="*/ 139 w 149"/>
                  <a:gd name="T9" fmla="*/ 21 h 21"/>
                  <a:gd name="T10" fmla="*/ 149 w 149"/>
                  <a:gd name="T11" fmla="*/ 10 h 21"/>
                  <a:gd name="T12" fmla="*/ 139 w 149"/>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149" h="21">
                    <a:moveTo>
                      <a:pt x="139" y="0"/>
                    </a:moveTo>
                    <a:cubicBezTo>
                      <a:pt x="11" y="0"/>
                      <a:pt x="11" y="0"/>
                      <a:pt x="11" y="0"/>
                    </a:cubicBezTo>
                    <a:cubicBezTo>
                      <a:pt x="5" y="0"/>
                      <a:pt x="0" y="4"/>
                      <a:pt x="0" y="10"/>
                    </a:cubicBezTo>
                    <a:cubicBezTo>
                      <a:pt x="0" y="16"/>
                      <a:pt x="5" y="21"/>
                      <a:pt x="11" y="21"/>
                    </a:cubicBezTo>
                    <a:cubicBezTo>
                      <a:pt x="139" y="21"/>
                      <a:pt x="139" y="21"/>
                      <a:pt x="139" y="21"/>
                    </a:cubicBezTo>
                    <a:cubicBezTo>
                      <a:pt x="145" y="21"/>
                      <a:pt x="149" y="16"/>
                      <a:pt x="149" y="10"/>
                    </a:cubicBezTo>
                    <a:cubicBezTo>
                      <a:pt x="149" y="4"/>
                      <a:pt x="145" y="0"/>
                      <a:pt x="139"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74295" tIns="37148" rIns="74295" bIns="37148" numCol="1" anchor="t" anchorCtr="0" compatLnSpc="1">
                <a:prstTxWarp prst="textNoShape">
                  <a:avLst/>
                </a:prstTxWarp>
              </a:bodyPr>
              <a:lstStyle/>
              <a:p>
                <a:endParaRPr lang="en-GB" sz="1463" dirty="0"/>
              </a:p>
            </p:txBody>
          </p:sp>
        </p:grpSp>
      </p:grpSp>
      <p:grpSp>
        <p:nvGrpSpPr>
          <p:cNvPr id="22" name="Group 21"/>
          <p:cNvGrpSpPr/>
          <p:nvPr/>
        </p:nvGrpSpPr>
        <p:grpSpPr>
          <a:xfrm>
            <a:off x="6760484" y="1503373"/>
            <a:ext cx="719180" cy="719178"/>
            <a:chOff x="1656744" y="1458838"/>
            <a:chExt cx="719180" cy="719178"/>
          </a:xfrm>
        </p:grpSpPr>
        <p:sp>
          <p:nvSpPr>
            <p:cNvPr id="23" name="Oval 22">
              <a:extLst>
                <a:ext uri="{FF2B5EF4-FFF2-40B4-BE49-F238E27FC236}">
                  <a16:creationId xmlns:a16="http://schemas.microsoft.com/office/drawing/2014/main" id="{71450C9C-B690-42CF-BBFF-7EA9FDBB4268}"/>
                </a:ext>
              </a:extLst>
            </p:cNvPr>
            <p:cNvSpPr/>
            <p:nvPr/>
          </p:nvSpPr>
          <p:spPr bwMode="gray">
            <a:xfrm>
              <a:off x="1656744" y="1458838"/>
              <a:ext cx="719180" cy="719178"/>
            </a:xfrm>
            <a:prstGeom prst="ellipse">
              <a:avLst/>
            </a:prstGeom>
            <a:solidFill>
              <a:schemeClr val="accent1">
                <a:lumMod val="40000"/>
                <a:lumOff val="60000"/>
              </a:schemeClr>
            </a:solidFill>
            <a:ln w="19050" algn="ctr">
              <a:noFill/>
              <a:miter lim="800000"/>
              <a:headEnd/>
              <a:tailEnd/>
            </a:ln>
          </p:spPr>
          <p:txBody>
            <a:bodyPr wrap="square" lIns="72231" tIns="72231" rIns="72231" bIns="72231" rtlCol="0" anchor="ctr"/>
            <a:lstStyle/>
            <a:p>
              <a:pPr algn="ctr">
                <a:lnSpc>
                  <a:spcPct val="106000"/>
                </a:lnSpc>
                <a:buFont typeface="Wingdings 2" pitchFamily="18" charset="2"/>
                <a:buNone/>
              </a:pPr>
              <a:endParaRPr lang="en-GB" sz="1300" b="1" dirty="0">
                <a:solidFill>
                  <a:schemeClr val="bg1"/>
                </a:solidFill>
              </a:endParaRPr>
            </a:p>
          </p:txBody>
        </p:sp>
        <p:sp>
          <p:nvSpPr>
            <p:cNvPr id="24" name="Freeform 41">
              <a:extLst>
                <a:ext uri="{FF2B5EF4-FFF2-40B4-BE49-F238E27FC236}">
                  <a16:creationId xmlns:a16="http://schemas.microsoft.com/office/drawing/2014/main" id="{3263A448-CE8E-49F2-ABD7-D344269C1A9D}"/>
                </a:ext>
              </a:extLst>
            </p:cNvPr>
            <p:cNvSpPr>
              <a:spLocks noEditPoints="1"/>
            </p:cNvSpPr>
            <p:nvPr/>
          </p:nvSpPr>
          <p:spPr bwMode="auto">
            <a:xfrm>
              <a:off x="1802144" y="1605976"/>
              <a:ext cx="435602" cy="433574"/>
            </a:xfrm>
            <a:custGeom>
              <a:avLst/>
              <a:gdLst>
                <a:gd name="T0" fmla="*/ 168 w 324"/>
                <a:gd name="T1" fmla="*/ 177 h 322"/>
                <a:gd name="T2" fmla="*/ 123 w 324"/>
                <a:gd name="T3" fmla="*/ 143 h 322"/>
                <a:gd name="T4" fmla="*/ 65 w 324"/>
                <a:gd name="T5" fmla="*/ 142 h 322"/>
                <a:gd name="T6" fmla="*/ 18 w 324"/>
                <a:gd name="T7" fmla="*/ 175 h 322"/>
                <a:gd name="T8" fmla="*/ 0 w 324"/>
                <a:gd name="T9" fmla="*/ 229 h 322"/>
                <a:gd name="T10" fmla="*/ 17 w 324"/>
                <a:gd name="T11" fmla="*/ 284 h 322"/>
                <a:gd name="T12" fmla="*/ 63 w 324"/>
                <a:gd name="T13" fmla="*/ 319 h 322"/>
                <a:gd name="T14" fmla="*/ 115 w 324"/>
                <a:gd name="T15" fmla="*/ 320 h 322"/>
                <a:gd name="T16" fmla="*/ 145 w 324"/>
                <a:gd name="T17" fmla="*/ 294 h 322"/>
                <a:gd name="T18" fmla="*/ 172 w 324"/>
                <a:gd name="T19" fmla="*/ 252 h 322"/>
                <a:gd name="T20" fmla="*/ 146 w 324"/>
                <a:gd name="T21" fmla="*/ 249 h 322"/>
                <a:gd name="T22" fmla="*/ 125 w 324"/>
                <a:gd name="T23" fmla="*/ 277 h 322"/>
                <a:gd name="T24" fmla="*/ 92 w 324"/>
                <a:gd name="T25" fmla="*/ 284 h 322"/>
                <a:gd name="T26" fmla="*/ 69 w 324"/>
                <a:gd name="T27" fmla="*/ 293 h 322"/>
                <a:gd name="T28" fmla="*/ 37 w 324"/>
                <a:gd name="T29" fmla="*/ 267 h 322"/>
                <a:gd name="T30" fmla="*/ 26 w 324"/>
                <a:gd name="T31" fmla="*/ 227 h 322"/>
                <a:gd name="T32" fmla="*/ 41 w 324"/>
                <a:gd name="T33" fmla="*/ 189 h 322"/>
                <a:gd name="T34" fmla="*/ 76 w 324"/>
                <a:gd name="T35" fmla="*/ 168 h 322"/>
                <a:gd name="T36" fmla="*/ 115 w 324"/>
                <a:gd name="T37" fmla="*/ 164 h 322"/>
                <a:gd name="T38" fmla="*/ 150 w 324"/>
                <a:gd name="T39" fmla="*/ 190 h 322"/>
                <a:gd name="T40" fmla="*/ 163 w 324"/>
                <a:gd name="T41" fmla="*/ 232 h 322"/>
                <a:gd name="T42" fmla="*/ 61 w 324"/>
                <a:gd name="T43" fmla="*/ 214 h 322"/>
                <a:gd name="T44" fmla="*/ 103 w 324"/>
                <a:gd name="T45" fmla="*/ 265 h 322"/>
                <a:gd name="T46" fmla="*/ 105 w 324"/>
                <a:gd name="T47" fmla="*/ 237 h 322"/>
                <a:gd name="T48" fmla="*/ 80 w 324"/>
                <a:gd name="T49" fmla="*/ 224 h 322"/>
                <a:gd name="T50" fmla="*/ 106 w 324"/>
                <a:gd name="T51" fmla="*/ 226 h 322"/>
                <a:gd name="T52" fmla="*/ 308 w 324"/>
                <a:gd name="T53" fmla="*/ 62 h 322"/>
                <a:gd name="T54" fmla="*/ 276 w 324"/>
                <a:gd name="T55" fmla="*/ 23 h 322"/>
                <a:gd name="T56" fmla="*/ 227 w 324"/>
                <a:gd name="T57" fmla="*/ 10 h 322"/>
                <a:gd name="T58" fmla="*/ 180 w 324"/>
                <a:gd name="T59" fmla="*/ 29 h 322"/>
                <a:gd name="T60" fmla="*/ 152 w 324"/>
                <a:gd name="T61" fmla="*/ 71 h 322"/>
                <a:gd name="T62" fmla="*/ 155 w 324"/>
                <a:gd name="T63" fmla="*/ 122 h 322"/>
                <a:gd name="T64" fmla="*/ 187 w 324"/>
                <a:gd name="T65" fmla="*/ 161 h 322"/>
                <a:gd name="T66" fmla="*/ 236 w 324"/>
                <a:gd name="T67" fmla="*/ 174 h 322"/>
                <a:gd name="T68" fmla="*/ 276 w 324"/>
                <a:gd name="T69" fmla="*/ 156 h 322"/>
                <a:gd name="T70" fmla="*/ 305 w 324"/>
                <a:gd name="T71" fmla="*/ 117 h 322"/>
                <a:gd name="T72" fmla="*/ 298 w 324"/>
                <a:gd name="T73" fmla="*/ 96 h 322"/>
                <a:gd name="T74" fmla="*/ 283 w 324"/>
                <a:gd name="T75" fmla="*/ 134 h 322"/>
                <a:gd name="T76" fmla="*/ 248 w 324"/>
                <a:gd name="T77" fmla="*/ 155 h 322"/>
                <a:gd name="T78" fmla="*/ 209 w 324"/>
                <a:gd name="T79" fmla="*/ 158 h 322"/>
                <a:gd name="T80" fmla="*/ 174 w 324"/>
                <a:gd name="T81" fmla="*/ 132 h 322"/>
                <a:gd name="T82" fmla="*/ 161 w 324"/>
                <a:gd name="T83" fmla="*/ 91 h 322"/>
                <a:gd name="T84" fmla="*/ 175 w 324"/>
                <a:gd name="T85" fmla="*/ 50 h 322"/>
                <a:gd name="T86" fmla="*/ 211 w 324"/>
                <a:gd name="T87" fmla="*/ 26 h 322"/>
                <a:gd name="T88" fmla="*/ 250 w 324"/>
                <a:gd name="T89" fmla="*/ 30 h 322"/>
                <a:gd name="T90" fmla="*/ 284 w 324"/>
                <a:gd name="T91" fmla="*/ 51 h 322"/>
                <a:gd name="T92" fmla="*/ 298 w 324"/>
                <a:gd name="T93" fmla="*/ 90 h 322"/>
                <a:gd name="T94" fmla="*/ 221 w 324"/>
                <a:gd name="T95" fmla="*/ 58 h 322"/>
                <a:gd name="T96" fmla="*/ 231 w 324"/>
                <a:gd name="T97" fmla="*/ 128 h 322"/>
                <a:gd name="T98" fmla="*/ 248 w 324"/>
                <a:gd name="T99" fmla="*/ 61 h 322"/>
                <a:gd name="T100" fmla="*/ 218 w 324"/>
                <a:gd name="T101" fmla="*/ 96 h 322"/>
                <a:gd name="T102" fmla="*/ 238 w 324"/>
                <a:gd name="T103" fmla="*/ 79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24" h="322">
                  <a:moveTo>
                    <a:pt x="172" y="212"/>
                  </a:moveTo>
                  <a:cubicBezTo>
                    <a:pt x="171" y="211"/>
                    <a:pt x="168" y="209"/>
                    <a:pt x="167" y="208"/>
                  </a:cubicBezTo>
                  <a:cubicBezTo>
                    <a:pt x="167" y="206"/>
                    <a:pt x="168" y="203"/>
                    <a:pt x="169" y="201"/>
                  </a:cubicBezTo>
                  <a:cubicBezTo>
                    <a:pt x="171" y="194"/>
                    <a:pt x="174" y="185"/>
                    <a:pt x="168" y="177"/>
                  </a:cubicBezTo>
                  <a:cubicBezTo>
                    <a:pt x="163" y="169"/>
                    <a:pt x="153" y="169"/>
                    <a:pt x="146" y="169"/>
                  </a:cubicBezTo>
                  <a:cubicBezTo>
                    <a:pt x="144" y="169"/>
                    <a:pt x="141" y="168"/>
                    <a:pt x="139" y="168"/>
                  </a:cubicBezTo>
                  <a:cubicBezTo>
                    <a:pt x="139" y="167"/>
                    <a:pt x="138" y="164"/>
                    <a:pt x="137" y="162"/>
                  </a:cubicBezTo>
                  <a:cubicBezTo>
                    <a:pt x="135" y="155"/>
                    <a:pt x="132" y="146"/>
                    <a:pt x="123" y="143"/>
                  </a:cubicBezTo>
                  <a:cubicBezTo>
                    <a:pt x="114" y="140"/>
                    <a:pt x="105" y="145"/>
                    <a:pt x="100" y="149"/>
                  </a:cubicBezTo>
                  <a:cubicBezTo>
                    <a:pt x="98" y="150"/>
                    <a:pt x="95" y="152"/>
                    <a:pt x="94" y="153"/>
                  </a:cubicBezTo>
                  <a:cubicBezTo>
                    <a:pt x="92" y="152"/>
                    <a:pt x="90" y="150"/>
                    <a:pt x="88" y="149"/>
                  </a:cubicBezTo>
                  <a:cubicBezTo>
                    <a:pt x="83" y="145"/>
                    <a:pt x="74" y="139"/>
                    <a:pt x="65" y="142"/>
                  </a:cubicBezTo>
                  <a:cubicBezTo>
                    <a:pt x="56" y="145"/>
                    <a:pt x="53" y="154"/>
                    <a:pt x="50" y="161"/>
                  </a:cubicBezTo>
                  <a:cubicBezTo>
                    <a:pt x="49" y="163"/>
                    <a:pt x="48" y="166"/>
                    <a:pt x="48" y="167"/>
                  </a:cubicBezTo>
                  <a:cubicBezTo>
                    <a:pt x="46" y="167"/>
                    <a:pt x="43" y="167"/>
                    <a:pt x="41" y="167"/>
                  </a:cubicBezTo>
                  <a:cubicBezTo>
                    <a:pt x="34" y="167"/>
                    <a:pt x="24" y="168"/>
                    <a:pt x="18" y="175"/>
                  </a:cubicBezTo>
                  <a:cubicBezTo>
                    <a:pt x="13" y="183"/>
                    <a:pt x="15" y="192"/>
                    <a:pt x="17" y="199"/>
                  </a:cubicBezTo>
                  <a:cubicBezTo>
                    <a:pt x="18" y="201"/>
                    <a:pt x="19" y="204"/>
                    <a:pt x="19" y="206"/>
                  </a:cubicBezTo>
                  <a:cubicBezTo>
                    <a:pt x="18" y="207"/>
                    <a:pt x="15" y="209"/>
                    <a:pt x="14" y="210"/>
                  </a:cubicBezTo>
                  <a:cubicBezTo>
                    <a:pt x="8" y="214"/>
                    <a:pt x="0" y="220"/>
                    <a:pt x="0" y="229"/>
                  </a:cubicBezTo>
                  <a:cubicBezTo>
                    <a:pt x="0" y="239"/>
                    <a:pt x="7" y="245"/>
                    <a:pt x="13" y="249"/>
                  </a:cubicBezTo>
                  <a:cubicBezTo>
                    <a:pt x="15" y="251"/>
                    <a:pt x="18" y="253"/>
                    <a:pt x="18" y="253"/>
                  </a:cubicBezTo>
                  <a:cubicBezTo>
                    <a:pt x="18" y="255"/>
                    <a:pt x="17" y="258"/>
                    <a:pt x="16" y="261"/>
                  </a:cubicBezTo>
                  <a:cubicBezTo>
                    <a:pt x="14" y="268"/>
                    <a:pt x="11" y="277"/>
                    <a:pt x="17" y="284"/>
                  </a:cubicBezTo>
                  <a:cubicBezTo>
                    <a:pt x="22" y="292"/>
                    <a:pt x="32" y="292"/>
                    <a:pt x="39" y="293"/>
                  </a:cubicBezTo>
                  <a:cubicBezTo>
                    <a:pt x="41" y="293"/>
                    <a:pt x="44" y="293"/>
                    <a:pt x="46" y="293"/>
                  </a:cubicBezTo>
                  <a:cubicBezTo>
                    <a:pt x="47" y="295"/>
                    <a:pt x="48" y="298"/>
                    <a:pt x="48" y="299"/>
                  </a:cubicBezTo>
                  <a:cubicBezTo>
                    <a:pt x="51" y="306"/>
                    <a:pt x="54" y="315"/>
                    <a:pt x="63" y="319"/>
                  </a:cubicBezTo>
                  <a:cubicBezTo>
                    <a:pt x="72" y="322"/>
                    <a:pt x="80" y="316"/>
                    <a:pt x="86" y="312"/>
                  </a:cubicBezTo>
                  <a:cubicBezTo>
                    <a:pt x="87" y="311"/>
                    <a:pt x="90" y="309"/>
                    <a:pt x="92" y="309"/>
                  </a:cubicBezTo>
                  <a:cubicBezTo>
                    <a:pt x="93" y="309"/>
                    <a:pt x="95" y="311"/>
                    <a:pt x="97" y="312"/>
                  </a:cubicBezTo>
                  <a:cubicBezTo>
                    <a:pt x="102" y="316"/>
                    <a:pt x="108" y="320"/>
                    <a:pt x="115" y="320"/>
                  </a:cubicBezTo>
                  <a:cubicBezTo>
                    <a:pt x="117" y="320"/>
                    <a:pt x="118" y="320"/>
                    <a:pt x="120" y="319"/>
                  </a:cubicBezTo>
                  <a:cubicBezTo>
                    <a:pt x="129" y="316"/>
                    <a:pt x="133" y="307"/>
                    <a:pt x="135" y="300"/>
                  </a:cubicBezTo>
                  <a:cubicBezTo>
                    <a:pt x="136" y="298"/>
                    <a:pt x="137" y="296"/>
                    <a:pt x="138" y="294"/>
                  </a:cubicBezTo>
                  <a:cubicBezTo>
                    <a:pt x="139" y="294"/>
                    <a:pt x="142" y="294"/>
                    <a:pt x="145" y="294"/>
                  </a:cubicBezTo>
                  <a:cubicBezTo>
                    <a:pt x="152" y="294"/>
                    <a:pt x="161" y="294"/>
                    <a:pt x="167" y="286"/>
                  </a:cubicBezTo>
                  <a:cubicBezTo>
                    <a:pt x="173" y="279"/>
                    <a:pt x="170" y="269"/>
                    <a:pt x="168" y="262"/>
                  </a:cubicBezTo>
                  <a:cubicBezTo>
                    <a:pt x="168" y="260"/>
                    <a:pt x="167" y="257"/>
                    <a:pt x="167" y="256"/>
                  </a:cubicBezTo>
                  <a:cubicBezTo>
                    <a:pt x="168" y="255"/>
                    <a:pt x="170" y="253"/>
                    <a:pt x="172" y="252"/>
                  </a:cubicBezTo>
                  <a:cubicBezTo>
                    <a:pt x="177" y="247"/>
                    <a:pt x="185" y="242"/>
                    <a:pt x="185" y="232"/>
                  </a:cubicBezTo>
                  <a:cubicBezTo>
                    <a:pt x="186" y="223"/>
                    <a:pt x="178" y="217"/>
                    <a:pt x="172" y="212"/>
                  </a:cubicBezTo>
                  <a:close/>
                  <a:moveTo>
                    <a:pt x="159" y="235"/>
                  </a:moveTo>
                  <a:cubicBezTo>
                    <a:pt x="154" y="238"/>
                    <a:pt x="148" y="242"/>
                    <a:pt x="146" y="249"/>
                  </a:cubicBezTo>
                  <a:cubicBezTo>
                    <a:pt x="144" y="255"/>
                    <a:pt x="146" y="262"/>
                    <a:pt x="148" y="268"/>
                  </a:cubicBezTo>
                  <a:cubicBezTo>
                    <a:pt x="148" y="269"/>
                    <a:pt x="148" y="271"/>
                    <a:pt x="149" y="272"/>
                  </a:cubicBezTo>
                  <a:cubicBezTo>
                    <a:pt x="147" y="273"/>
                    <a:pt x="145" y="273"/>
                    <a:pt x="144" y="273"/>
                  </a:cubicBezTo>
                  <a:cubicBezTo>
                    <a:pt x="138" y="273"/>
                    <a:pt x="131" y="273"/>
                    <a:pt x="125" y="277"/>
                  </a:cubicBezTo>
                  <a:cubicBezTo>
                    <a:pt x="120" y="281"/>
                    <a:pt x="117" y="287"/>
                    <a:pt x="115" y="293"/>
                  </a:cubicBezTo>
                  <a:cubicBezTo>
                    <a:pt x="115" y="294"/>
                    <a:pt x="114" y="295"/>
                    <a:pt x="113" y="297"/>
                  </a:cubicBezTo>
                  <a:cubicBezTo>
                    <a:pt x="112" y="296"/>
                    <a:pt x="110" y="294"/>
                    <a:pt x="109" y="293"/>
                  </a:cubicBezTo>
                  <a:cubicBezTo>
                    <a:pt x="104" y="290"/>
                    <a:pt x="99" y="284"/>
                    <a:pt x="92" y="284"/>
                  </a:cubicBezTo>
                  <a:cubicBezTo>
                    <a:pt x="92" y="284"/>
                    <a:pt x="92" y="284"/>
                    <a:pt x="92" y="284"/>
                  </a:cubicBezTo>
                  <a:cubicBezTo>
                    <a:pt x="85" y="284"/>
                    <a:pt x="79" y="289"/>
                    <a:pt x="74" y="293"/>
                  </a:cubicBezTo>
                  <a:cubicBezTo>
                    <a:pt x="73" y="294"/>
                    <a:pt x="71" y="296"/>
                    <a:pt x="70" y="297"/>
                  </a:cubicBezTo>
                  <a:cubicBezTo>
                    <a:pt x="70" y="296"/>
                    <a:pt x="69" y="294"/>
                    <a:pt x="69" y="293"/>
                  </a:cubicBezTo>
                  <a:cubicBezTo>
                    <a:pt x="67" y="287"/>
                    <a:pt x="64" y="280"/>
                    <a:pt x="59" y="276"/>
                  </a:cubicBezTo>
                  <a:cubicBezTo>
                    <a:pt x="53" y="272"/>
                    <a:pt x="46" y="272"/>
                    <a:pt x="40" y="271"/>
                  </a:cubicBezTo>
                  <a:cubicBezTo>
                    <a:pt x="39" y="271"/>
                    <a:pt x="37" y="271"/>
                    <a:pt x="36" y="271"/>
                  </a:cubicBezTo>
                  <a:cubicBezTo>
                    <a:pt x="36" y="270"/>
                    <a:pt x="36" y="268"/>
                    <a:pt x="37" y="267"/>
                  </a:cubicBezTo>
                  <a:cubicBezTo>
                    <a:pt x="39" y="261"/>
                    <a:pt x="41" y="254"/>
                    <a:pt x="39" y="247"/>
                  </a:cubicBezTo>
                  <a:cubicBezTo>
                    <a:pt x="37" y="241"/>
                    <a:pt x="31" y="236"/>
                    <a:pt x="26" y="232"/>
                  </a:cubicBezTo>
                  <a:cubicBezTo>
                    <a:pt x="25" y="232"/>
                    <a:pt x="24" y="231"/>
                    <a:pt x="23" y="230"/>
                  </a:cubicBezTo>
                  <a:cubicBezTo>
                    <a:pt x="24" y="229"/>
                    <a:pt x="25" y="228"/>
                    <a:pt x="26" y="227"/>
                  </a:cubicBezTo>
                  <a:cubicBezTo>
                    <a:pt x="31" y="223"/>
                    <a:pt x="37" y="219"/>
                    <a:pt x="39" y="213"/>
                  </a:cubicBezTo>
                  <a:cubicBezTo>
                    <a:pt x="41" y="206"/>
                    <a:pt x="39" y="199"/>
                    <a:pt x="38" y="193"/>
                  </a:cubicBezTo>
                  <a:cubicBezTo>
                    <a:pt x="37" y="192"/>
                    <a:pt x="37" y="190"/>
                    <a:pt x="37" y="189"/>
                  </a:cubicBezTo>
                  <a:cubicBezTo>
                    <a:pt x="38" y="189"/>
                    <a:pt x="40" y="189"/>
                    <a:pt x="41" y="189"/>
                  </a:cubicBezTo>
                  <a:cubicBezTo>
                    <a:pt x="47" y="189"/>
                    <a:pt x="54" y="189"/>
                    <a:pt x="60" y="185"/>
                  </a:cubicBezTo>
                  <a:cubicBezTo>
                    <a:pt x="66" y="181"/>
                    <a:pt x="68" y="174"/>
                    <a:pt x="70" y="169"/>
                  </a:cubicBezTo>
                  <a:cubicBezTo>
                    <a:pt x="71" y="167"/>
                    <a:pt x="71" y="166"/>
                    <a:pt x="72" y="164"/>
                  </a:cubicBezTo>
                  <a:cubicBezTo>
                    <a:pt x="73" y="165"/>
                    <a:pt x="75" y="167"/>
                    <a:pt x="76" y="168"/>
                  </a:cubicBezTo>
                  <a:cubicBezTo>
                    <a:pt x="81" y="172"/>
                    <a:pt x="87" y="177"/>
                    <a:pt x="93" y="177"/>
                  </a:cubicBezTo>
                  <a:cubicBezTo>
                    <a:pt x="94" y="177"/>
                    <a:pt x="94" y="177"/>
                    <a:pt x="94" y="177"/>
                  </a:cubicBezTo>
                  <a:cubicBezTo>
                    <a:pt x="101" y="177"/>
                    <a:pt x="106" y="172"/>
                    <a:pt x="111" y="168"/>
                  </a:cubicBezTo>
                  <a:cubicBezTo>
                    <a:pt x="112" y="168"/>
                    <a:pt x="114" y="165"/>
                    <a:pt x="115" y="164"/>
                  </a:cubicBezTo>
                  <a:cubicBezTo>
                    <a:pt x="116" y="166"/>
                    <a:pt x="116" y="168"/>
                    <a:pt x="117" y="169"/>
                  </a:cubicBezTo>
                  <a:cubicBezTo>
                    <a:pt x="119" y="175"/>
                    <a:pt x="121" y="181"/>
                    <a:pt x="127" y="185"/>
                  </a:cubicBezTo>
                  <a:cubicBezTo>
                    <a:pt x="132" y="189"/>
                    <a:pt x="139" y="190"/>
                    <a:pt x="145" y="190"/>
                  </a:cubicBezTo>
                  <a:cubicBezTo>
                    <a:pt x="146" y="190"/>
                    <a:pt x="148" y="190"/>
                    <a:pt x="150" y="190"/>
                  </a:cubicBezTo>
                  <a:cubicBezTo>
                    <a:pt x="149" y="192"/>
                    <a:pt x="149" y="193"/>
                    <a:pt x="149" y="194"/>
                  </a:cubicBezTo>
                  <a:cubicBezTo>
                    <a:pt x="147" y="200"/>
                    <a:pt x="145" y="207"/>
                    <a:pt x="147" y="214"/>
                  </a:cubicBezTo>
                  <a:cubicBezTo>
                    <a:pt x="149" y="221"/>
                    <a:pt x="154" y="225"/>
                    <a:pt x="159" y="229"/>
                  </a:cubicBezTo>
                  <a:cubicBezTo>
                    <a:pt x="160" y="230"/>
                    <a:pt x="162" y="231"/>
                    <a:pt x="163" y="232"/>
                  </a:cubicBezTo>
                  <a:cubicBezTo>
                    <a:pt x="161" y="233"/>
                    <a:pt x="160" y="234"/>
                    <a:pt x="159" y="235"/>
                  </a:cubicBezTo>
                  <a:close/>
                  <a:moveTo>
                    <a:pt x="109" y="199"/>
                  </a:moveTo>
                  <a:cubicBezTo>
                    <a:pt x="101" y="195"/>
                    <a:pt x="91" y="194"/>
                    <a:pt x="82" y="197"/>
                  </a:cubicBezTo>
                  <a:cubicBezTo>
                    <a:pt x="73" y="200"/>
                    <a:pt x="66" y="206"/>
                    <a:pt x="61" y="214"/>
                  </a:cubicBezTo>
                  <a:cubicBezTo>
                    <a:pt x="57" y="223"/>
                    <a:pt x="56" y="232"/>
                    <a:pt x="59" y="241"/>
                  </a:cubicBezTo>
                  <a:cubicBezTo>
                    <a:pt x="62" y="250"/>
                    <a:pt x="68" y="258"/>
                    <a:pt x="76" y="262"/>
                  </a:cubicBezTo>
                  <a:cubicBezTo>
                    <a:pt x="81" y="265"/>
                    <a:pt x="87" y="266"/>
                    <a:pt x="93" y="266"/>
                  </a:cubicBezTo>
                  <a:cubicBezTo>
                    <a:pt x="96" y="266"/>
                    <a:pt x="100" y="266"/>
                    <a:pt x="103" y="265"/>
                  </a:cubicBezTo>
                  <a:cubicBezTo>
                    <a:pt x="112" y="262"/>
                    <a:pt x="120" y="256"/>
                    <a:pt x="124" y="247"/>
                  </a:cubicBezTo>
                  <a:cubicBezTo>
                    <a:pt x="129" y="239"/>
                    <a:pt x="129" y="229"/>
                    <a:pt x="127" y="220"/>
                  </a:cubicBezTo>
                  <a:cubicBezTo>
                    <a:pt x="124" y="211"/>
                    <a:pt x="118" y="204"/>
                    <a:pt x="109" y="199"/>
                  </a:cubicBezTo>
                  <a:close/>
                  <a:moveTo>
                    <a:pt x="105" y="237"/>
                  </a:moveTo>
                  <a:cubicBezTo>
                    <a:pt x="103" y="241"/>
                    <a:pt x="101" y="243"/>
                    <a:pt x="97" y="244"/>
                  </a:cubicBezTo>
                  <a:cubicBezTo>
                    <a:pt x="93" y="245"/>
                    <a:pt x="89" y="245"/>
                    <a:pt x="86" y="243"/>
                  </a:cubicBezTo>
                  <a:cubicBezTo>
                    <a:pt x="83" y="241"/>
                    <a:pt x="80" y="239"/>
                    <a:pt x="79" y="235"/>
                  </a:cubicBezTo>
                  <a:cubicBezTo>
                    <a:pt x="78" y="231"/>
                    <a:pt x="78" y="227"/>
                    <a:pt x="80" y="224"/>
                  </a:cubicBezTo>
                  <a:cubicBezTo>
                    <a:pt x="82" y="221"/>
                    <a:pt x="85" y="218"/>
                    <a:pt x="88" y="217"/>
                  </a:cubicBezTo>
                  <a:cubicBezTo>
                    <a:pt x="90" y="217"/>
                    <a:pt x="91" y="216"/>
                    <a:pt x="93" y="216"/>
                  </a:cubicBezTo>
                  <a:cubicBezTo>
                    <a:pt x="95" y="216"/>
                    <a:pt x="97" y="217"/>
                    <a:pt x="99" y="218"/>
                  </a:cubicBezTo>
                  <a:cubicBezTo>
                    <a:pt x="103" y="220"/>
                    <a:pt x="105" y="223"/>
                    <a:pt x="106" y="226"/>
                  </a:cubicBezTo>
                  <a:cubicBezTo>
                    <a:pt x="107" y="230"/>
                    <a:pt x="107" y="234"/>
                    <a:pt x="105" y="237"/>
                  </a:cubicBezTo>
                  <a:close/>
                  <a:moveTo>
                    <a:pt x="311" y="74"/>
                  </a:moveTo>
                  <a:cubicBezTo>
                    <a:pt x="309" y="72"/>
                    <a:pt x="307" y="70"/>
                    <a:pt x="306" y="69"/>
                  </a:cubicBezTo>
                  <a:cubicBezTo>
                    <a:pt x="306" y="67"/>
                    <a:pt x="307" y="64"/>
                    <a:pt x="308" y="62"/>
                  </a:cubicBezTo>
                  <a:cubicBezTo>
                    <a:pt x="310" y="55"/>
                    <a:pt x="313" y="46"/>
                    <a:pt x="307" y="38"/>
                  </a:cubicBezTo>
                  <a:cubicBezTo>
                    <a:pt x="302" y="31"/>
                    <a:pt x="292" y="30"/>
                    <a:pt x="285" y="30"/>
                  </a:cubicBezTo>
                  <a:cubicBezTo>
                    <a:pt x="283" y="30"/>
                    <a:pt x="280" y="30"/>
                    <a:pt x="278" y="29"/>
                  </a:cubicBezTo>
                  <a:cubicBezTo>
                    <a:pt x="277" y="28"/>
                    <a:pt x="276" y="25"/>
                    <a:pt x="276" y="23"/>
                  </a:cubicBezTo>
                  <a:cubicBezTo>
                    <a:pt x="273" y="16"/>
                    <a:pt x="270" y="7"/>
                    <a:pt x="261" y="4"/>
                  </a:cubicBezTo>
                  <a:cubicBezTo>
                    <a:pt x="252" y="1"/>
                    <a:pt x="244" y="6"/>
                    <a:pt x="238" y="10"/>
                  </a:cubicBezTo>
                  <a:cubicBezTo>
                    <a:pt x="237" y="12"/>
                    <a:pt x="234" y="13"/>
                    <a:pt x="232" y="14"/>
                  </a:cubicBezTo>
                  <a:cubicBezTo>
                    <a:pt x="231" y="13"/>
                    <a:pt x="229" y="12"/>
                    <a:pt x="227" y="10"/>
                  </a:cubicBezTo>
                  <a:cubicBezTo>
                    <a:pt x="221" y="6"/>
                    <a:pt x="213" y="0"/>
                    <a:pt x="204" y="3"/>
                  </a:cubicBezTo>
                  <a:cubicBezTo>
                    <a:pt x="195" y="6"/>
                    <a:pt x="191" y="16"/>
                    <a:pt x="189" y="22"/>
                  </a:cubicBezTo>
                  <a:cubicBezTo>
                    <a:pt x="188" y="24"/>
                    <a:pt x="187" y="27"/>
                    <a:pt x="186" y="28"/>
                  </a:cubicBezTo>
                  <a:cubicBezTo>
                    <a:pt x="185" y="29"/>
                    <a:pt x="182" y="29"/>
                    <a:pt x="180" y="29"/>
                  </a:cubicBezTo>
                  <a:cubicBezTo>
                    <a:pt x="172" y="29"/>
                    <a:pt x="163" y="29"/>
                    <a:pt x="157" y="36"/>
                  </a:cubicBezTo>
                  <a:cubicBezTo>
                    <a:pt x="151" y="44"/>
                    <a:pt x="154" y="53"/>
                    <a:pt x="156" y="60"/>
                  </a:cubicBezTo>
                  <a:cubicBezTo>
                    <a:pt x="156" y="62"/>
                    <a:pt x="157" y="65"/>
                    <a:pt x="157" y="67"/>
                  </a:cubicBezTo>
                  <a:cubicBezTo>
                    <a:pt x="156" y="68"/>
                    <a:pt x="154" y="70"/>
                    <a:pt x="152" y="71"/>
                  </a:cubicBezTo>
                  <a:cubicBezTo>
                    <a:pt x="147" y="75"/>
                    <a:pt x="139" y="81"/>
                    <a:pt x="139" y="91"/>
                  </a:cubicBezTo>
                  <a:cubicBezTo>
                    <a:pt x="138" y="100"/>
                    <a:pt x="146" y="106"/>
                    <a:pt x="152" y="110"/>
                  </a:cubicBezTo>
                  <a:cubicBezTo>
                    <a:pt x="153" y="112"/>
                    <a:pt x="156" y="114"/>
                    <a:pt x="157" y="115"/>
                  </a:cubicBezTo>
                  <a:cubicBezTo>
                    <a:pt x="157" y="116"/>
                    <a:pt x="156" y="120"/>
                    <a:pt x="155" y="122"/>
                  </a:cubicBezTo>
                  <a:cubicBezTo>
                    <a:pt x="153" y="129"/>
                    <a:pt x="150" y="138"/>
                    <a:pt x="156" y="146"/>
                  </a:cubicBezTo>
                  <a:cubicBezTo>
                    <a:pt x="161" y="153"/>
                    <a:pt x="171" y="154"/>
                    <a:pt x="178" y="154"/>
                  </a:cubicBezTo>
                  <a:cubicBezTo>
                    <a:pt x="180" y="154"/>
                    <a:pt x="183" y="154"/>
                    <a:pt x="185" y="155"/>
                  </a:cubicBezTo>
                  <a:cubicBezTo>
                    <a:pt x="185" y="156"/>
                    <a:pt x="186" y="159"/>
                    <a:pt x="187" y="161"/>
                  </a:cubicBezTo>
                  <a:cubicBezTo>
                    <a:pt x="189" y="168"/>
                    <a:pt x="192" y="177"/>
                    <a:pt x="201" y="180"/>
                  </a:cubicBezTo>
                  <a:cubicBezTo>
                    <a:pt x="210" y="183"/>
                    <a:pt x="218" y="178"/>
                    <a:pt x="224" y="174"/>
                  </a:cubicBezTo>
                  <a:cubicBezTo>
                    <a:pt x="226" y="172"/>
                    <a:pt x="229" y="171"/>
                    <a:pt x="230" y="170"/>
                  </a:cubicBezTo>
                  <a:cubicBezTo>
                    <a:pt x="232" y="171"/>
                    <a:pt x="234" y="172"/>
                    <a:pt x="236" y="174"/>
                  </a:cubicBezTo>
                  <a:cubicBezTo>
                    <a:pt x="240" y="177"/>
                    <a:pt x="247" y="181"/>
                    <a:pt x="254" y="181"/>
                  </a:cubicBezTo>
                  <a:cubicBezTo>
                    <a:pt x="255" y="181"/>
                    <a:pt x="257" y="181"/>
                    <a:pt x="259" y="181"/>
                  </a:cubicBezTo>
                  <a:cubicBezTo>
                    <a:pt x="268" y="178"/>
                    <a:pt x="271" y="168"/>
                    <a:pt x="274" y="162"/>
                  </a:cubicBezTo>
                  <a:cubicBezTo>
                    <a:pt x="275" y="160"/>
                    <a:pt x="276" y="157"/>
                    <a:pt x="276" y="156"/>
                  </a:cubicBezTo>
                  <a:cubicBezTo>
                    <a:pt x="278" y="155"/>
                    <a:pt x="281" y="155"/>
                    <a:pt x="283" y="155"/>
                  </a:cubicBezTo>
                  <a:cubicBezTo>
                    <a:pt x="290" y="155"/>
                    <a:pt x="300" y="155"/>
                    <a:pt x="306" y="148"/>
                  </a:cubicBezTo>
                  <a:cubicBezTo>
                    <a:pt x="311" y="140"/>
                    <a:pt x="309" y="131"/>
                    <a:pt x="307" y="124"/>
                  </a:cubicBezTo>
                  <a:cubicBezTo>
                    <a:pt x="306" y="122"/>
                    <a:pt x="305" y="119"/>
                    <a:pt x="305" y="117"/>
                  </a:cubicBezTo>
                  <a:cubicBezTo>
                    <a:pt x="306" y="116"/>
                    <a:pt x="309" y="114"/>
                    <a:pt x="310" y="113"/>
                  </a:cubicBezTo>
                  <a:cubicBezTo>
                    <a:pt x="316" y="109"/>
                    <a:pt x="324" y="103"/>
                    <a:pt x="324" y="93"/>
                  </a:cubicBezTo>
                  <a:cubicBezTo>
                    <a:pt x="324" y="84"/>
                    <a:pt x="317" y="78"/>
                    <a:pt x="311" y="74"/>
                  </a:cubicBezTo>
                  <a:close/>
                  <a:moveTo>
                    <a:pt x="298" y="96"/>
                  </a:moveTo>
                  <a:cubicBezTo>
                    <a:pt x="293" y="100"/>
                    <a:pt x="287" y="104"/>
                    <a:pt x="285" y="110"/>
                  </a:cubicBezTo>
                  <a:cubicBezTo>
                    <a:pt x="283" y="117"/>
                    <a:pt x="285" y="123"/>
                    <a:pt x="286" y="129"/>
                  </a:cubicBezTo>
                  <a:cubicBezTo>
                    <a:pt x="287" y="131"/>
                    <a:pt x="287" y="132"/>
                    <a:pt x="287" y="134"/>
                  </a:cubicBezTo>
                  <a:cubicBezTo>
                    <a:pt x="286" y="134"/>
                    <a:pt x="284" y="134"/>
                    <a:pt x="283" y="134"/>
                  </a:cubicBezTo>
                  <a:cubicBezTo>
                    <a:pt x="277" y="134"/>
                    <a:pt x="270" y="134"/>
                    <a:pt x="264" y="138"/>
                  </a:cubicBezTo>
                  <a:cubicBezTo>
                    <a:pt x="258" y="142"/>
                    <a:pt x="256" y="148"/>
                    <a:pt x="254" y="154"/>
                  </a:cubicBezTo>
                  <a:cubicBezTo>
                    <a:pt x="253" y="155"/>
                    <a:pt x="253" y="157"/>
                    <a:pt x="252" y="158"/>
                  </a:cubicBezTo>
                  <a:cubicBezTo>
                    <a:pt x="251" y="157"/>
                    <a:pt x="249" y="155"/>
                    <a:pt x="248" y="155"/>
                  </a:cubicBezTo>
                  <a:cubicBezTo>
                    <a:pt x="243" y="151"/>
                    <a:pt x="237" y="145"/>
                    <a:pt x="231" y="145"/>
                  </a:cubicBezTo>
                  <a:cubicBezTo>
                    <a:pt x="230" y="145"/>
                    <a:pt x="230" y="145"/>
                    <a:pt x="230" y="145"/>
                  </a:cubicBezTo>
                  <a:cubicBezTo>
                    <a:pt x="223" y="145"/>
                    <a:pt x="218" y="151"/>
                    <a:pt x="213" y="154"/>
                  </a:cubicBezTo>
                  <a:cubicBezTo>
                    <a:pt x="212" y="155"/>
                    <a:pt x="210" y="157"/>
                    <a:pt x="209" y="158"/>
                  </a:cubicBezTo>
                  <a:cubicBezTo>
                    <a:pt x="208" y="157"/>
                    <a:pt x="208" y="155"/>
                    <a:pt x="207" y="154"/>
                  </a:cubicBezTo>
                  <a:cubicBezTo>
                    <a:pt x="205" y="148"/>
                    <a:pt x="203" y="141"/>
                    <a:pt x="197" y="137"/>
                  </a:cubicBezTo>
                  <a:cubicBezTo>
                    <a:pt x="192" y="133"/>
                    <a:pt x="185" y="133"/>
                    <a:pt x="179" y="133"/>
                  </a:cubicBezTo>
                  <a:cubicBezTo>
                    <a:pt x="178" y="133"/>
                    <a:pt x="176" y="133"/>
                    <a:pt x="174" y="132"/>
                  </a:cubicBezTo>
                  <a:cubicBezTo>
                    <a:pt x="175" y="131"/>
                    <a:pt x="175" y="129"/>
                    <a:pt x="175" y="128"/>
                  </a:cubicBezTo>
                  <a:cubicBezTo>
                    <a:pt x="177" y="122"/>
                    <a:pt x="179" y="115"/>
                    <a:pt x="177" y="109"/>
                  </a:cubicBezTo>
                  <a:cubicBezTo>
                    <a:pt x="175" y="102"/>
                    <a:pt x="170" y="98"/>
                    <a:pt x="165" y="94"/>
                  </a:cubicBezTo>
                  <a:cubicBezTo>
                    <a:pt x="164" y="93"/>
                    <a:pt x="162" y="92"/>
                    <a:pt x="161" y="91"/>
                  </a:cubicBezTo>
                  <a:cubicBezTo>
                    <a:pt x="163" y="90"/>
                    <a:pt x="164" y="89"/>
                    <a:pt x="165" y="88"/>
                  </a:cubicBezTo>
                  <a:cubicBezTo>
                    <a:pt x="170" y="84"/>
                    <a:pt x="176" y="80"/>
                    <a:pt x="178" y="74"/>
                  </a:cubicBezTo>
                  <a:cubicBezTo>
                    <a:pt x="180" y="67"/>
                    <a:pt x="178" y="61"/>
                    <a:pt x="176" y="55"/>
                  </a:cubicBezTo>
                  <a:cubicBezTo>
                    <a:pt x="176" y="53"/>
                    <a:pt x="176" y="52"/>
                    <a:pt x="175" y="50"/>
                  </a:cubicBezTo>
                  <a:cubicBezTo>
                    <a:pt x="177" y="50"/>
                    <a:pt x="179" y="50"/>
                    <a:pt x="180" y="50"/>
                  </a:cubicBezTo>
                  <a:cubicBezTo>
                    <a:pt x="186" y="50"/>
                    <a:pt x="193" y="50"/>
                    <a:pt x="199" y="46"/>
                  </a:cubicBezTo>
                  <a:cubicBezTo>
                    <a:pt x="204" y="42"/>
                    <a:pt x="207" y="36"/>
                    <a:pt x="209" y="30"/>
                  </a:cubicBezTo>
                  <a:cubicBezTo>
                    <a:pt x="209" y="29"/>
                    <a:pt x="210" y="27"/>
                    <a:pt x="211" y="26"/>
                  </a:cubicBezTo>
                  <a:cubicBezTo>
                    <a:pt x="212" y="27"/>
                    <a:pt x="214" y="29"/>
                    <a:pt x="215" y="29"/>
                  </a:cubicBezTo>
                  <a:cubicBezTo>
                    <a:pt x="220" y="33"/>
                    <a:pt x="225" y="39"/>
                    <a:pt x="232" y="39"/>
                  </a:cubicBezTo>
                  <a:cubicBezTo>
                    <a:pt x="232" y="39"/>
                    <a:pt x="232" y="39"/>
                    <a:pt x="232" y="39"/>
                  </a:cubicBezTo>
                  <a:cubicBezTo>
                    <a:pt x="239" y="39"/>
                    <a:pt x="245" y="33"/>
                    <a:pt x="250" y="30"/>
                  </a:cubicBezTo>
                  <a:cubicBezTo>
                    <a:pt x="251" y="29"/>
                    <a:pt x="253" y="27"/>
                    <a:pt x="254" y="26"/>
                  </a:cubicBezTo>
                  <a:cubicBezTo>
                    <a:pt x="254" y="27"/>
                    <a:pt x="255" y="29"/>
                    <a:pt x="255" y="30"/>
                  </a:cubicBezTo>
                  <a:cubicBezTo>
                    <a:pt x="257" y="36"/>
                    <a:pt x="260" y="43"/>
                    <a:pt x="265" y="47"/>
                  </a:cubicBezTo>
                  <a:cubicBezTo>
                    <a:pt x="271" y="51"/>
                    <a:pt x="278" y="51"/>
                    <a:pt x="284" y="51"/>
                  </a:cubicBezTo>
                  <a:cubicBezTo>
                    <a:pt x="285" y="51"/>
                    <a:pt x="287" y="51"/>
                    <a:pt x="288" y="52"/>
                  </a:cubicBezTo>
                  <a:cubicBezTo>
                    <a:pt x="288" y="53"/>
                    <a:pt x="288" y="55"/>
                    <a:pt x="287" y="56"/>
                  </a:cubicBezTo>
                  <a:cubicBezTo>
                    <a:pt x="285" y="62"/>
                    <a:pt x="283" y="69"/>
                    <a:pt x="285" y="75"/>
                  </a:cubicBezTo>
                  <a:cubicBezTo>
                    <a:pt x="287" y="82"/>
                    <a:pt x="293" y="86"/>
                    <a:pt x="298" y="90"/>
                  </a:cubicBezTo>
                  <a:cubicBezTo>
                    <a:pt x="299" y="91"/>
                    <a:pt x="300" y="92"/>
                    <a:pt x="301" y="93"/>
                  </a:cubicBezTo>
                  <a:cubicBezTo>
                    <a:pt x="300" y="94"/>
                    <a:pt x="299" y="95"/>
                    <a:pt x="298" y="96"/>
                  </a:cubicBezTo>
                  <a:close/>
                  <a:moveTo>
                    <a:pt x="248" y="61"/>
                  </a:moveTo>
                  <a:cubicBezTo>
                    <a:pt x="239" y="56"/>
                    <a:pt x="230" y="55"/>
                    <a:pt x="221" y="58"/>
                  </a:cubicBezTo>
                  <a:cubicBezTo>
                    <a:pt x="212" y="61"/>
                    <a:pt x="204" y="67"/>
                    <a:pt x="200" y="75"/>
                  </a:cubicBezTo>
                  <a:cubicBezTo>
                    <a:pt x="195" y="84"/>
                    <a:pt x="195" y="93"/>
                    <a:pt x="197" y="103"/>
                  </a:cubicBezTo>
                  <a:cubicBezTo>
                    <a:pt x="200" y="112"/>
                    <a:pt x="206" y="119"/>
                    <a:pt x="215" y="123"/>
                  </a:cubicBezTo>
                  <a:cubicBezTo>
                    <a:pt x="220" y="126"/>
                    <a:pt x="226" y="128"/>
                    <a:pt x="231" y="128"/>
                  </a:cubicBezTo>
                  <a:cubicBezTo>
                    <a:pt x="235" y="128"/>
                    <a:pt x="238" y="127"/>
                    <a:pt x="242" y="126"/>
                  </a:cubicBezTo>
                  <a:cubicBezTo>
                    <a:pt x="251" y="123"/>
                    <a:pt x="258" y="117"/>
                    <a:pt x="263" y="109"/>
                  </a:cubicBezTo>
                  <a:cubicBezTo>
                    <a:pt x="267" y="100"/>
                    <a:pt x="268" y="91"/>
                    <a:pt x="265" y="81"/>
                  </a:cubicBezTo>
                  <a:cubicBezTo>
                    <a:pt x="262" y="72"/>
                    <a:pt x="256" y="65"/>
                    <a:pt x="248" y="61"/>
                  </a:cubicBezTo>
                  <a:close/>
                  <a:moveTo>
                    <a:pt x="244" y="99"/>
                  </a:moveTo>
                  <a:cubicBezTo>
                    <a:pt x="242" y="102"/>
                    <a:pt x="239" y="104"/>
                    <a:pt x="236" y="106"/>
                  </a:cubicBezTo>
                  <a:cubicBezTo>
                    <a:pt x="232" y="107"/>
                    <a:pt x="228" y="106"/>
                    <a:pt x="225" y="105"/>
                  </a:cubicBezTo>
                  <a:cubicBezTo>
                    <a:pt x="221" y="103"/>
                    <a:pt x="219" y="100"/>
                    <a:pt x="218" y="96"/>
                  </a:cubicBezTo>
                  <a:cubicBezTo>
                    <a:pt x="217" y="93"/>
                    <a:pt x="217" y="89"/>
                    <a:pt x="219" y="85"/>
                  </a:cubicBezTo>
                  <a:cubicBezTo>
                    <a:pt x="221" y="82"/>
                    <a:pt x="223" y="80"/>
                    <a:pt x="227" y="78"/>
                  </a:cubicBezTo>
                  <a:cubicBezTo>
                    <a:pt x="229" y="78"/>
                    <a:pt x="230" y="78"/>
                    <a:pt x="231" y="78"/>
                  </a:cubicBezTo>
                  <a:cubicBezTo>
                    <a:pt x="234" y="78"/>
                    <a:pt x="236" y="78"/>
                    <a:pt x="238" y="79"/>
                  </a:cubicBezTo>
                  <a:cubicBezTo>
                    <a:pt x="241" y="81"/>
                    <a:pt x="244" y="84"/>
                    <a:pt x="245" y="88"/>
                  </a:cubicBezTo>
                  <a:cubicBezTo>
                    <a:pt x="246" y="91"/>
                    <a:pt x="246" y="95"/>
                    <a:pt x="244" y="99"/>
                  </a:cubicBezTo>
                  <a:close/>
                </a:path>
              </a:pathLst>
            </a:custGeom>
            <a:solidFill>
              <a:schemeClr val="tx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74295" tIns="37148" rIns="74295" bIns="37148" numCol="1" anchor="t" anchorCtr="0" compatLnSpc="1">
              <a:prstTxWarp prst="textNoShape">
                <a:avLst/>
              </a:prstTxWarp>
            </a:bodyPr>
            <a:lstStyle/>
            <a:p>
              <a:endParaRPr lang="en-GB" sz="1463" dirty="0"/>
            </a:p>
          </p:txBody>
        </p:sp>
      </p:grpSp>
      <p:grpSp>
        <p:nvGrpSpPr>
          <p:cNvPr id="25" name="Group 24"/>
          <p:cNvGrpSpPr/>
          <p:nvPr/>
        </p:nvGrpSpPr>
        <p:grpSpPr>
          <a:xfrm>
            <a:off x="9262740" y="1458838"/>
            <a:ext cx="719180" cy="719178"/>
            <a:chOff x="7586340" y="1458838"/>
            <a:chExt cx="719180" cy="719178"/>
          </a:xfrm>
        </p:grpSpPr>
        <p:sp>
          <p:nvSpPr>
            <p:cNvPr id="26" name="Oval 25">
              <a:extLst>
                <a:ext uri="{FF2B5EF4-FFF2-40B4-BE49-F238E27FC236}">
                  <a16:creationId xmlns:a16="http://schemas.microsoft.com/office/drawing/2014/main" id="{1F1D14AA-5584-41E0-8F9B-08695A180A98}"/>
                </a:ext>
              </a:extLst>
            </p:cNvPr>
            <p:cNvSpPr/>
            <p:nvPr/>
          </p:nvSpPr>
          <p:spPr bwMode="gray">
            <a:xfrm>
              <a:off x="7586340" y="1458838"/>
              <a:ext cx="719180" cy="719178"/>
            </a:xfrm>
            <a:prstGeom prst="ellipse">
              <a:avLst/>
            </a:prstGeom>
            <a:solidFill>
              <a:schemeClr val="accent1">
                <a:lumMod val="40000"/>
                <a:lumOff val="60000"/>
              </a:schemeClr>
            </a:solidFill>
            <a:ln w="19050" algn="ctr">
              <a:noFill/>
              <a:miter lim="800000"/>
              <a:headEnd/>
              <a:tailEnd/>
            </a:ln>
          </p:spPr>
          <p:txBody>
            <a:bodyPr wrap="square" lIns="72231" tIns="72231" rIns="72231" bIns="72231" rtlCol="0" anchor="ctr"/>
            <a:lstStyle/>
            <a:p>
              <a:pPr algn="ctr">
                <a:lnSpc>
                  <a:spcPct val="106000"/>
                </a:lnSpc>
                <a:buFont typeface="Wingdings 2" pitchFamily="18" charset="2"/>
                <a:buNone/>
              </a:pPr>
              <a:endParaRPr lang="en-GB" sz="1300" b="1" dirty="0">
                <a:solidFill>
                  <a:schemeClr val="bg1"/>
                </a:solidFill>
              </a:endParaRPr>
            </a:p>
          </p:txBody>
        </p:sp>
        <p:grpSp>
          <p:nvGrpSpPr>
            <p:cNvPr id="27" name="Group 245">
              <a:extLst>
                <a:ext uri="{FF2B5EF4-FFF2-40B4-BE49-F238E27FC236}">
                  <a16:creationId xmlns:a16="http://schemas.microsoft.com/office/drawing/2014/main" id="{526C8E99-2344-415B-B223-0D7E0DB40C82}"/>
                </a:ext>
              </a:extLst>
            </p:cNvPr>
            <p:cNvGrpSpPr>
              <a:grpSpLocks noChangeAspect="1"/>
            </p:cNvGrpSpPr>
            <p:nvPr/>
          </p:nvGrpSpPr>
          <p:grpSpPr bwMode="auto">
            <a:xfrm>
              <a:off x="7742058" y="1656628"/>
              <a:ext cx="418990" cy="363651"/>
              <a:chOff x="3544" y="884"/>
              <a:chExt cx="212" cy="184"/>
            </a:xfrm>
            <a:solidFill>
              <a:schemeClr val="tx1"/>
            </a:solidFill>
          </p:grpSpPr>
          <p:sp>
            <p:nvSpPr>
              <p:cNvPr id="28" name="Freeform 247">
                <a:extLst>
                  <a:ext uri="{FF2B5EF4-FFF2-40B4-BE49-F238E27FC236}">
                    <a16:creationId xmlns:a16="http://schemas.microsoft.com/office/drawing/2014/main" id="{5FB97F20-7D41-41EB-9BE4-CBBCE2FFDB27}"/>
                  </a:ext>
                </a:extLst>
              </p:cNvPr>
              <p:cNvSpPr>
                <a:spLocks noEditPoints="1"/>
              </p:cNvSpPr>
              <p:nvPr/>
            </p:nvSpPr>
            <p:spPr bwMode="auto">
              <a:xfrm>
                <a:off x="3544" y="884"/>
                <a:ext cx="212" cy="184"/>
              </a:xfrm>
              <a:custGeom>
                <a:avLst/>
                <a:gdLst>
                  <a:gd name="T0" fmla="*/ 309 w 320"/>
                  <a:gd name="T1" fmla="*/ 0 h 278"/>
                  <a:gd name="T2" fmla="*/ 10 w 320"/>
                  <a:gd name="T3" fmla="*/ 0 h 278"/>
                  <a:gd name="T4" fmla="*/ 0 w 320"/>
                  <a:gd name="T5" fmla="*/ 11 h 278"/>
                  <a:gd name="T6" fmla="*/ 0 w 320"/>
                  <a:gd name="T7" fmla="*/ 203 h 278"/>
                  <a:gd name="T8" fmla="*/ 10 w 320"/>
                  <a:gd name="T9" fmla="*/ 214 h 278"/>
                  <a:gd name="T10" fmla="*/ 53 w 320"/>
                  <a:gd name="T11" fmla="*/ 214 h 278"/>
                  <a:gd name="T12" fmla="*/ 53 w 320"/>
                  <a:gd name="T13" fmla="*/ 267 h 278"/>
                  <a:gd name="T14" fmla="*/ 60 w 320"/>
                  <a:gd name="T15" fmla="*/ 277 h 278"/>
                  <a:gd name="T16" fmla="*/ 64 w 320"/>
                  <a:gd name="T17" fmla="*/ 278 h 278"/>
                  <a:gd name="T18" fmla="*/ 72 w 320"/>
                  <a:gd name="T19" fmla="*/ 274 h 278"/>
                  <a:gd name="T20" fmla="*/ 122 w 320"/>
                  <a:gd name="T21" fmla="*/ 214 h 278"/>
                  <a:gd name="T22" fmla="*/ 309 w 320"/>
                  <a:gd name="T23" fmla="*/ 214 h 278"/>
                  <a:gd name="T24" fmla="*/ 320 w 320"/>
                  <a:gd name="T25" fmla="*/ 203 h 278"/>
                  <a:gd name="T26" fmla="*/ 320 w 320"/>
                  <a:gd name="T27" fmla="*/ 11 h 278"/>
                  <a:gd name="T28" fmla="*/ 309 w 320"/>
                  <a:gd name="T29" fmla="*/ 0 h 278"/>
                  <a:gd name="T30" fmla="*/ 298 w 320"/>
                  <a:gd name="T31" fmla="*/ 192 h 278"/>
                  <a:gd name="T32" fmla="*/ 117 w 320"/>
                  <a:gd name="T33" fmla="*/ 192 h 278"/>
                  <a:gd name="T34" fmla="*/ 109 w 320"/>
                  <a:gd name="T35" fmla="*/ 196 h 278"/>
                  <a:gd name="T36" fmla="*/ 74 w 320"/>
                  <a:gd name="T37" fmla="*/ 238 h 278"/>
                  <a:gd name="T38" fmla="*/ 74 w 320"/>
                  <a:gd name="T39" fmla="*/ 203 h 278"/>
                  <a:gd name="T40" fmla="*/ 64 w 320"/>
                  <a:gd name="T41" fmla="*/ 192 h 278"/>
                  <a:gd name="T42" fmla="*/ 21 w 320"/>
                  <a:gd name="T43" fmla="*/ 192 h 278"/>
                  <a:gd name="T44" fmla="*/ 21 w 320"/>
                  <a:gd name="T45" fmla="*/ 22 h 278"/>
                  <a:gd name="T46" fmla="*/ 298 w 320"/>
                  <a:gd name="T47" fmla="*/ 22 h 278"/>
                  <a:gd name="T48" fmla="*/ 298 w 320"/>
                  <a:gd name="T49" fmla="*/ 192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20" h="278">
                    <a:moveTo>
                      <a:pt x="309" y="0"/>
                    </a:moveTo>
                    <a:cubicBezTo>
                      <a:pt x="10" y="0"/>
                      <a:pt x="10" y="0"/>
                      <a:pt x="10" y="0"/>
                    </a:cubicBezTo>
                    <a:cubicBezTo>
                      <a:pt x="4" y="0"/>
                      <a:pt x="0" y="5"/>
                      <a:pt x="0" y="11"/>
                    </a:cubicBezTo>
                    <a:cubicBezTo>
                      <a:pt x="0" y="203"/>
                      <a:pt x="0" y="203"/>
                      <a:pt x="0" y="203"/>
                    </a:cubicBezTo>
                    <a:cubicBezTo>
                      <a:pt x="0" y="209"/>
                      <a:pt x="4" y="214"/>
                      <a:pt x="10" y="214"/>
                    </a:cubicBezTo>
                    <a:cubicBezTo>
                      <a:pt x="53" y="214"/>
                      <a:pt x="53" y="214"/>
                      <a:pt x="53" y="214"/>
                    </a:cubicBezTo>
                    <a:cubicBezTo>
                      <a:pt x="53" y="267"/>
                      <a:pt x="53" y="267"/>
                      <a:pt x="53" y="267"/>
                    </a:cubicBezTo>
                    <a:cubicBezTo>
                      <a:pt x="53" y="271"/>
                      <a:pt x="56" y="276"/>
                      <a:pt x="60" y="277"/>
                    </a:cubicBezTo>
                    <a:cubicBezTo>
                      <a:pt x="61" y="277"/>
                      <a:pt x="62" y="278"/>
                      <a:pt x="64" y="278"/>
                    </a:cubicBezTo>
                    <a:cubicBezTo>
                      <a:pt x="67" y="278"/>
                      <a:pt x="70" y="276"/>
                      <a:pt x="72" y="274"/>
                    </a:cubicBezTo>
                    <a:cubicBezTo>
                      <a:pt x="122" y="214"/>
                      <a:pt x="122" y="214"/>
                      <a:pt x="122" y="214"/>
                    </a:cubicBezTo>
                    <a:cubicBezTo>
                      <a:pt x="309" y="214"/>
                      <a:pt x="309" y="214"/>
                      <a:pt x="309" y="214"/>
                    </a:cubicBezTo>
                    <a:cubicBezTo>
                      <a:pt x="315" y="214"/>
                      <a:pt x="320" y="209"/>
                      <a:pt x="320" y="203"/>
                    </a:cubicBezTo>
                    <a:cubicBezTo>
                      <a:pt x="320" y="11"/>
                      <a:pt x="320" y="11"/>
                      <a:pt x="320" y="11"/>
                    </a:cubicBezTo>
                    <a:cubicBezTo>
                      <a:pt x="320" y="5"/>
                      <a:pt x="315" y="0"/>
                      <a:pt x="309" y="0"/>
                    </a:cubicBezTo>
                    <a:close/>
                    <a:moveTo>
                      <a:pt x="298" y="192"/>
                    </a:moveTo>
                    <a:cubicBezTo>
                      <a:pt x="117" y="192"/>
                      <a:pt x="117" y="192"/>
                      <a:pt x="117" y="192"/>
                    </a:cubicBezTo>
                    <a:cubicBezTo>
                      <a:pt x="114" y="192"/>
                      <a:pt x="111" y="194"/>
                      <a:pt x="109" y="196"/>
                    </a:cubicBezTo>
                    <a:cubicBezTo>
                      <a:pt x="74" y="238"/>
                      <a:pt x="74" y="238"/>
                      <a:pt x="74" y="238"/>
                    </a:cubicBezTo>
                    <a:cubicBezTo>
                      <a:pt x="74" y="203"/>
                      <a:pt x="74" y="203"/>
                      <a:pt x="74" y="203"/>
                    </a:cubicBezTo>
                    <a:cubicBezTo>
                      <a:pt x="74" y="197"/>
                      <a:pt x="70" y="192"/>
                      <a:pt x="64" y="192"/>
                    </a:cubicBezTo>
                    <a:cubicBezTo>
                      <a:pt x="21" y="192"/>
                      <a:pt x="21" y="192"/>
                      <a:pt x="21" y="192"/>
                    </a:cubicBezTo>
                    <a:cubicBezTo>
                      <a:pt x="21" y="22"/>
                      <a:pt x="21" y="22"/>
                      <a:pt x="21" y="22"/>
                    </a:cubicBezTo>
                    <a:cubicBezTo>
                      <a:pt x="298" y="22"/>
                      <a:pt x="298" y="22"/>
                      <a:pt x="298" y="22"/>
                    </a:cubicBezTo>
                    <a:lnTo>
                      <a:pt x="298" y="19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74295" tIns="37148" rIns="74295" bIns="37148" numCol="1" anchor="t" anchorCtr="0" compatLnSpc="1">
                <a:prstTxWarp prst="textNoShape">
                  <a:avLst/>
                </a:prstTxWarp>
              </a:bodyPr>
              <a:lstStyle/>
              <a:p>
                <a:endParaRPr lang="en-GB" sz="1463" dirty="0"/>
              </a:p>
            </p:txBody>
          </p:sp>
          <p:sp>
            <p:nvSpPr>
              <p:cNvPr id="29" name="Freeform 248">
                <a:extLst>
                  <a:ext uri="{FF2B5EF4-FFF2-40B4-BE49-F238E27FC236}">
                    <a16:creationId xmlns:a16="http://schemas.microsoft.com/office/drawing/2014/main" id="{8CF46F60-B3F1-45D3-841F-D66A0230DCBF}"/>
                  </a:ext>
                </a:extLst>
              </p:cNvPr>
              <p:cNvSpPr>
                <a:spLocks/>
              </p:cNvSpPr>
              <p:nvPr/>
            </p:nvSpPr>
            <p:spPr bwMode="auto">
              <a:xfrm>
                <a:off x="3572" y="919"/>
                <a:ext cx="156" cy="14"/>
              </a:xfrm>
              <a:custGeom>
                <a:avLst/>
                <a:gdLst>
                  <a:gd name="T0" fmla="*/ 11 w 235"/>
                  <a:gd name="T1" fmla="*/ 21 h 21"/>
                  <a:gd name="T2" fmla="*/ 224 w 235"/>
                  <a:gd name="T3" fmla="*/ 21 h 21"/>
                  <a:gd name="T4" fmla="*/ 235 w 235"/>
                  <a:gd name="T5" fmla="*/ 10 h 21"/>
                  <a:gd name="T6" fmla="*/ 224 w 235"/>
                  <a:gd name="T7" fmla="*/ 0 h 21"/>
                  <a:gd name="T8" fmla="*/ 11 w 235"/>
                  <a:gd name="T9" fmla="*/ 0 h 21"/>
                  <a:gd name="T10" fmla="*/ 0 w 235"/>
                  <a:gd name="T11" fmla="*/ 10 h 21"/>
                  <a:gd name="T12" fmla="*/ 11 w 235"/>
                  <a:gd name="T13" fmla="*/ 21 h 21"/>
                </a:gdLst>
                <a:ahLst/>
                <a:cxnLst>
                  <a:cxn ang="0">
                    <a:pos x="T0" y="T1"/>
                  </a:cxn>
                  <a:cxn ang="0">
                    <a:pos x="T2" y="T3"/>
                  </a:cxn>
                  <a:cxn ang="0">
                    <a:pos x="T4" y="T5"/>
                  </a:cxn>
                  <a:cxn ang="0">
                    <a:pos x="T6" y="T7"/>
                  </a:cxn>
                  <a:cxn ang="0">
                    <a:pos x="T8" y="T9"/>
                  </a:cxn>
                  <a:cxn ang="0">
                    <a:pos x="T10" y="T11"/>
                  </a:cxn>
                  <a:cxn ang="0">
                    <a:pos x="T12" y="T13"/>
                  </a:cxn>
                </a:cxnLst>
                <a:rect l="0" t="0" r="r" b="b"/>
                <a:pathLst>
                  <a:path w="235" h="21">
                    <a:moveTo>
                      <a:pt x="11" y="21"/>
                    </a:moveTo>
                    <a:cubicBezTo>
                      <a:pt x="224" y="21"/>
                      <a:pt x="224" y="21"/>
                      <a:pt x="224" y="21"/>
                    </a:cubicBezTo>
                    <a:cubicBezTo>
                      <a:pt x="230" y="21"/>
                      <a:pt x="235" y="16"/>
                      <a:pt x="235" y="10"/>
                    </a:cubicBezTo>
                    <a:cubicBezTo>
                      <a:pt x="235" y="4"/>
                      <a:pt x="230" y="0"/>
                      <a:pt x="224" y="0"/>
                    </a:cubicBezTo>
                    <a:cubicBezTo>
                      <a:pt x="11" y="0"/>
                      <a:pt x="11" y="0"/>
                      <a:pt x="11" y="0"/>
                    </a:cubicBezTo>
                    <a:cubicBezTo>
                      <a:pt x="5" y="0"/>
                      <a:pt x="0" y="4"/>
                      <a:pt x="0" y="10"/>
                    </a:cubicBezTo>
                    <a:cubicBezTo>
                      <a:pt x="0" y="16"/>
                      <a:pt x="5" y="21"/>
                      <a:pt x="11" y="21"/>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74295" tIns="37148" rIns="74295" bIns="37148" numCol="1" anchor="t" anchorCtr="0" compatLnSpc="1">
                <a:prstTxWarp prst="textNoShape">
                  <a:avLst/>
                </a:prstTxWarp>
              </a:bodyPr>
              <a:lstStyle/>
              <a:p>
                <a:endParaRPr lang="en-GB" sz="1463" dirty="0"/>
              </a:p>
            </p:txBody>
          </p:sp>
          <p:sp>
            <p:nvSpPr>
              <p:cNvPr id="30" name="Freeform 249">
                <a:extLst>
                  <a:ext uri="{FF2B5EF4-FFF2-40B4-BE49-F238E27FC236}">
                    <a16:creationId xmlns:a16="http://schemas.microsoft.com/office/drawing/2014/main" id="{FCCDC38B-9227-4C5D-92C1-ED3C42F53F84}"/>
                  </a:ext>
                </a:extLst>
              </p:cNvPr>
              <p:cNvSpPr>
                <a:spLocks/>
              </p:cNvSpPr>
              <p:nvPr/>
            </p:nvSpPr>
            <p:spPr bwMode="auto">
              <a:xfrm>
                <a:off x="3572" y="947"/>
                <a:ext cx="156" cy="15"/>
              </a:xfrm>
              <a:custGeom>
                <a:avLst/>
                <a:gdLst>
                  <a:gd name="T0" fmla="*/ 11 w 235"/>
                  <a:gd name="T1" fmla="*/ 22 h 22"/>
                  <a:gd name="T2" fmla="*/ 224 w 235"/>
                  <a:gd name="T3" fmla="*/ 22 h 22"/>
                  <a:gd name="T4" fmla="*/ 235 w 235"/>
                  <a:gd name="T5" fmla="*/ 11 h 22"/>
                  <a:gd name="T6" fmla="*/ 224 w 235"/>
                  <a:gd name="T7" fmla="*/ 0 h 22"/>
                  <a:gd name="T8" fmla="*/ 11 w 235"/>
                  <a:gd name="T9" fmla="*/ 0 h 22"/>
                  <a:gd name="T10" fmla="*/ 0 w 235"/>
                  <a:gd name="T11" fmla="*/ 11 h 22"/>
                  <a:gd name="T12" fmla="*/ 11 w 235"/>
                  <a:gd name="T13" fmla="*/ 22 h 22"/>
                </a:gdLst>
                <a:ahLst/>
                <a:cxnLst>
                  <a:cxn ang="0">
                    <a:pos x="T0" y="T1"/>
                  </a:cxn>
                  <a:cxn ang="0">
                    <a:pos x="T2" y="T3"/>
                  </a:cxn>
                  <a:cxn ang="0">
                    <a:pos x="T4" y="T5"/>
                  </a:cxn>
                  <a:cxn ang="0">
                    <a:pos x="T6" y="T7"/>
                  </a:cxn>
                  <a:cxn ang="0">
                    <a:pos x="T8" y="T9"/>
                  </a:cxn>
                  <a:cxn ang="0">
                    <a:pos x="T10" y="T11"/>
                  </a:cxn>
                  <a:cxn ang="0">
                    <a:pos x="T12" y="T13"/>
                  </a:cxn>
                </a:cxnLst>
                <a:rect l="0" t="0" r="r" b="b"/>
                <a:pathLst>
                  <a:path w="235" h="22">
                    <a:moveTo>
                      <a:pt x="11" y="22"/>
                    </a:moveTo>
                    <a:cubicBezTo>
                      <a:pt x="224" y="22"/>
                      <a:pt x="224" y="22"/>
                      <a:pt x="224" y="22"/>
                    </a:cubicBezTo>
                    <a:cubicBezTo>
                      <a:pt x="230" y="22"/>
                      <a:pt x="235" y="17"/>
                      <a:pt x="235" y="11"/>
                    </a:cubicBezTo>
                    <a:cubicBezTo>
                      <a:pt x="235" y="5"/>
                      <a:pt x="230" y="0"/>
                      <a:pt x="224" y="0"/>
                    </a:cubicBezTo>
                    <a:cubicBezTo>
                      <a:pt x="11" y="0"/>
                      <a:pt x="11" y="0"/>
                      <a:pt x="11" y="0"/>
                    </a:cubicBezTo>
                    <a:cubicBezTo>
                      <a:pt x="5" y="0"/>
                      <a:pt x="0" y="5"/>
                      <a:pt x="0" y="11"/>
                    </a:cubicBezTo>
                    <a:cubicBezTo>
                      <a:pt x="0" y="17"/>
                      <a:pt x="5" y="22"/>
                      <a:pt x="11" y="22"/>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74295" tIns="37148" rIns="74295" bIns="37148" numCol="1" anchor="t" anchorCtr="0" compatLnSpc="1">
                <a:prstTxWarp prst="textNoShape">
                  <a:avLst/>
                </a:prstTxWarp>
              </a:bodyPr>
              <a:lstStyle/>
              <a:p>
                <a:endParaRPr lang="en-GB" sz="1463" dirty="0"/>
              </a:p>
            </p:txBody>
          </p:sp>
          <p:sp>
            <p:nvSpPr>
              <p:cNvPr id="31" name="Freeform 250">
                <a:extLst>
                  <a:ext uri="{FF2B5EF4-FFF2-40B4-BE49-F238E27FC236}">
                    <a16:creationId xmlns:a16="http://schemas.microsoft.com/office/drawing/2014/main" id="{3640F2F6-AF8F-442B-BF5E-C5DC041AD57E}"/>
                  </a:ext>
                </a:extLst>
              </p:cNvPr>
              <p:cNvSpPr>
                <a:spLocks/>
              </p:cNvSpPr>
              <p:nvPr/>
            </p:nvSpPr>
            <p:spPr bwMode="auto">
              <a:xfrm>
                <a:off x="3572" y="976"/>
                <a:ext cx="156" cy="14"/>
              </a:xfrm>
              <a:custGeom>
                <a:avLst/>
                <a:gdLst>
                  <a:gd name="T0" fmla="*/ 11 w 235"/>
                  <a:gd name="T1" fmla="*/ 21 h 21"/>
                  <a:gd name="T2" fmla="*/ 224 w 235"/>
                  <a:gd name="T3" fmla="*/ 21 h 21"/>
                  <a:gd name="T4" fmla="*/ 235 w 235"/>
                  <a:gd name="T5" fmla="*/ 11 h 21"/>
                  <a:gd name="T6" fmla="*/ 224 w 235"/>
                  <a:gd name="T7" fmla="*/ 0 h 21"/>
                  <a:gd name="T8" fmla="*/ 11 w 235"/>
                  <a:gd name="T9" fmla="*/ 0 h 21"/>
                  <a:gd name="T10" fmla="*/ 0 w 235"/>
                  <a:gd name="T11" fmla="*/ 11 h 21"/>
                  <a:gd name="T12" fmla="*/ 11 w 235"/>
                  <a:gd name="T13" fmla="*/ 21 h 21"/>
                </a:gdLst>
                <a:ahLst/>
                <a:cxnLst>
                  <a:cxn ang="0">
                    <a:pos x="T0" y="T1"/>
                  </a:cxn>
                  <a:cxn ang="0">
                    <a:pos x="T2" y="T3"/>
                  </a:cxn>
                  <a:cxn ang="0">
                    <a:pos x="T4" y="T5"/>
                  </a:cxn>
                  <a:cxn ang="0">
                    <a:pos x="T6" y="T7"/>
                  </a:cxn>
                  <a:cxn ang="0">
                    <a:pos x="T8" y="T9"/>
                  </a:cxn>
                  <a:cxn ang="0">
                    <a:pos x="T10" y="T11"/>
                  </a:cxn>
                  <a:cxn ang="0">
                    <a:pos x="T12" y="T13"/>
                  </a:cxn>
                </a:cxnLst>
                <a:rect l="0" t="0" r="r" b="b"/>
                <a:pathLst>
                  <a:path w="235" h="21">
                    <a:moveTo>
                      <a:pt x="11" y="21"/>
                    </a:moveTo>
                    <a:cubicBezTo>
                      <a:pt x="224" y="21"/>
                      <a:pt x="224" y="21"/>
                      <a:pt x="224" y="21"/>
                    </a:cubicBezTo>
                    <a:cubicBezTo>
                      <a:pt x="230" y="21"/>
                      <a:pt x="235" y="17"/>
                      <a:pt x="235" y="11"/>
                    </a:cubicBezTo>
                    <a:cubicBezTo>
                      <a:pt x="235" y="5"/>
                      <a:pt x="230" y="0"/>
                      <a:pt x="224" y="0"/>
                    </a:cubicBezTo>
                    <a:cubicBezTo>
                      <a:pt x="11" y="0"/>
                      <a:pt x="11" y="0"/>
                      <a:pt x="11" y="0"/>
                    </a:cubicBezTo>
                    <a:cubicBezTo>
                      <a:pt x="5" y="0"/>
                      <a:pt x="0" y="5"/>
                      <a:pt x="0" y="11"/>
                    </a:cubicBezTo>
                    <a:cubicBezTo>
                      <a:pt x="0" y="17"/>
                      <a:pt x="5" y="21"/>
                      <a:pt x="11" y="21"/>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74295" tIns="37148" rIns="74295" bIns="37148" numCol="1" anchor="t" anchorCtr="0" compatLnSpc="1">
                <a:prstTxWarp prst="textNoShape">
                  <a:avLst/>
                </a:prstTxWarp>
              </a:bodyPr>
              <a:lstStyle/>
              <a:p>
                <a:endParaRPr lang="en-GB" sz="1463" dirty="0"/>
              </a:p>
            </p:txBody>
          </p:sp>
        </p:grpSp>
      </p:grpSp>
      <p:sp>
        <p:nvSpPr>
          <p:cNvPr id="32" name="Rectangle 31">
            <a:extLst>
              <a:ext uri="{FF2B5EF4-FFF2-40B4-BE49-F238E27FC236}">
                <a16:creationId xmlns:a16="http://schemas.microsoft.com/office/drawing/2014/main" id="{6C5C9203-E899-4B4F-A74C-0B88C3567F38}"/>
              </a:ext>
            </a:extLst>
          </p:cNvPr>
          <p:cNvSpPr/>
          <p:nvPr/>
        </p:nvSpPr>
        <p:spPr>
          <a:xfrm>
            <a:off x="1625623" y="2315381"/>
            <a:ext cx="1819582" cy="523220"/>
          </a:xfrm>
          <a:prstGeom prst="rect">
            <a:avLst/>
          </a:prstGeom>
        </p:spPr>
        <p:txBody>
          <a:bodyPr wrap="square">
            <a:spAutoFit/>
          </a:bodyPr>
          <a:lstStyle/>
          <a:p>
            <a:r>
              <a:rPr lang="en-GB" sz="1400" dirty="0"/>
              <a:t>Team </a:t>
            </a:r>
          </a:p>
          <a:p>
            <a:r>
              <a:rPr lang="en-GB" sz="1400" dirty="0"/>
              <a:t>Introduction</a:t>
            </a:r>
          </a:p>
        </p:txBody>
      </p:sp>
      <p:pic>
        <p:nvPicPr>
          <p:cNvPr id="33" name="Graphic 40">
            <a:extLst>
              <a:ext uri="{FF2B5EF4-FFF2-40B4-BE49-F238E27FC236}">
                <a16:creationId xmlns:a16="http://schemas.microsoft.com/office/drawing/2014/main" id="{E13F4819-94B9-4627-96AF-8D04A041EE4E}"/>
              </a:ext>
            </a:extLst>
          </p:cNvPr>
          <p:cNvPicPr>
            <a:picLocks noChangeAspect="1"/>
          </p:cNvPicPr>
          <p:nvPr/>
        </p:nvPicPr>
        <p:blipFill>
          <a:blip/>
          <a:stretch>
            <a:fillRect/>
          </a:stretch>
        </p:blipFill>
        <p:spPr>
          <a:xfrm>
            <a:off x="4164280" y="3254630"/>
            <a:ext cx="3619250" cy="2610701"/>
          </a:xfrm>
          <a:prstGeom prst="rect">
            <a:avLst/>
          </a:prstGeom>
        </p:spPr>
      </p:pic>
      <p:sp>
        <p:nvSpPr>
          <p:cNvPr id="34" name="TextBox 33"/>
          <p:cNvSpPr txBox="1"/>
          <p:nvPr/>
        </p:nvSpPr>
        <p:spPr>
          <a:xfrm>
            <a:off x="1296548" y="2369388"/>
            <a:ext cx="448243" cy="400110"/>
          </a:xfrm>
          <a:prstGeom prst="rect">
            <a:avLst/>
          </a:prstGeom>
          <a:noFill/>
        </p:spPr>
        <p:txBody>
          <a:bodyPr wrap="square" lIns="0" tIns="0" rIns="0" bIns="0" rtlCol="0">
            <a:spAutoFit/>
          </a:bodyPr>
          <a:lstStyle/>
          <a:p>
            <a:pPr algn="ctr">
              <a:spcBef>
                <a:spcPts val="488"/>
              </a:spcBef>
              <a:buSzPct val="100000"/>
            </a:pPr>
            <a:r>
              <a:rPr lang="en-US" sz="2600" b="1" dirty="0">
                <a:solidFill>
                  <a:srgbClr val="86BC25"/>
                </a:solidFill>
                <a:latin typeface="Arial Narrow" panose="020B0606020202030204" pitchFamily="34" charset="0"/>
              </a:rPr>
              <a:t>1.</a:t>
            </a:r>
            <a:endParaRPr lang="en-IN" sz="2600" b="1" dirty="0">
              <a:solidFill>
                <a:srgbClr val="86BC25"/>
              </a:solidFill>
              <a:latin typeface="Arial Narrow" panose="020B0606020202030204" pitchFamily="34" charset="0"/>
            </a:endParaRPr>
          </a:p>
        </p:txBody>
      </p:sp>
      <p:sp>
        <p:nvSpPr>
          <p:cNvPr id="35" name="TextBox 34"/>
          <p:cNvSpPr txBox="1"/>
          <p:nvPr/>
        </p:nvSpPr>
        <p:spPr>
          <a:xfrm>
            <a:off x="3870032" y="2365580"/>
            <a:ext cx="448243" cy="400110"/>
          </a:xfrm>
          <a:prstGeom prst="rect">
            <a:avLst/>
          </a:prstGeom>
          <a:noFill/>
        </p:spPr>
        <p:txBody>
          <a:bodyPr wrap="square" lIns="0" tIns="0" rIns="0" bIns="0" rtlCol="0">
            <a:spAutoFit/>
          </a:bodyPr>
          <a:lstStyle/>
          <a:p>
            <a:pPr algn="ctr">
              <a:spcBef>
                <a:spcPts val="488"/>
              </a:spcBef>
              <a:buSzPct val="100000"/>
            </a:pPr>
            <a:r>
              <a:rPr lang="en-US" sz="2600" b="1" dirty="0">
                <a:solidFill>
                  <a:srgbClr val="86BC25"/>
                </a:solidFill>
                <a:latin typeface="Arial Narrow" panose="020B0606020202030204" pitchFamily="34" charset="0"/>
              </a:rPr>
              <a:t>2.</a:t>
            </a:r>
            <a:endParaRPr lang="en-IN" sz="2600" b="1" dirty="0">
              <a:solidFill>
                <a:srgbClr val="86BC25"/>
              </a:solidFill>
              <a:latin typeface="Arial Narrow" panose="020B0606020202030204" pitchFamily="34" charset="0"/>
            </a:endParaRPr>
          </a:p>
        </p:txBody>
      </p:sp>
      <p:sp>
        <p:nvSpPr>
          <p:cNvPr id="36" name="TextBox 35"/>
          <p:cNvSpPr txBox="1"/>
          <p:nvPr/>
        </p:nvSpPr>
        <p:spPr>
          <a:xfrm>
            <a:off x="6402274" y="2365393"/>
            <a:ext cx="448243" cy="400110"/>
          </a:xfrm>
          <a:prstGeom prst="rect">
            <a:avLst/>
          </a:prstGeom>
          <a:noFill/>
        </p:spPr>
        <p:txBody>
          <a:bodyPr wrap="square" lIns="0" tIns="0" rIns="0" bIns="0" rtlCol="0">
            <a:spAutoFit/>
          </a:bodyPr>
          <a:lstStyle/>
          <a:p>
            <a:pPr algn="ctr">
              <a:spcBef>
                <a:spcPts val="488"/>
              </a:spcBef>
              <a:buSzPct val="100000"/>
            </a:pPr>
            <a:r>
              <a:rPr lang="en-US" sz="2600" b="1" dirty="0">
                <a:solidFill>
                  <a:srgbClr val="86BC25"/>
                </a:solidFill>
                <a:latin typeface="Arial Narrow" panose="020B0606020202030204" pitchFamily="34" charset="0"/>
              </a:rPr>
              <a:t>3.</a:t>
            </a:r>
            <a:endParaRPr lang="en-IN" sz="2600" b="1" dirty="0">
              <a:solidFill>
                <a:srgbClr val="86BC25"/>
              </a:solidFill>
              <a:latin typeface="Arial Narrow" panose="020B0606020202030204" pitchFamily="34" charset="0"/>
            </a:endParaRPr>
          </a:p>
        </p:txBody>
      </p:sp>
      <p:sp>
        <p:nvSpPr>
          <p:cNvPr id="37" name="TextBox 36"/>
          <p:cNvSpPr txBox="1"/>
          <p:nvPr/>
        </p:nvSpPr>
        <p:spPr>
          <a:xfrm>
            <a:off x="8990207" y="2368891"/>
            <a:ext cx="448243" cy="400110"/>
          </a:xfrm>
          <a:prstGeom prst="rect">
            <a:avLst/>
          </a:prstGeom>
          <a:noFill/>
        </p:spPr>
        <p:txBody>
          <a:bodyPr wrap="square" lIns="0" tIns="0" rIns="0" bIns="0" rtlCol="0">
            <a:spAutoFit/>
          </a:bodyPr>
          <a:lstStyle/>
          <a:p>
            <a:pPr algn="ctr">
              <a:spcBef>
                <a:spcPts val="488"/>
              </a:spcBef>
              <a:buSzPct val="100000"/>
            </a:pPr>
            <a:r>
              <a:rPr lang="en-US" sz="2600" b="1" dirty="0">
                <a:solidFill>
                  <a:srgbClr val="86BC25"/>
                </a:solidFill>
                <a:latin typeface="Arial Narrow" panose="020B0606020202030204" pitchFamily="34" charset="0"/>
              </a:rPr>
              <a:t>4.</a:t>
            </a:r>
            <a:endParaRPr lang="en-IN" sz="2600" b="1" dirty="0">
              <a:solidFill>
                <a:srgbClr val="86BC25"/>
              </a:solidFill>
              <a:latin typeface="Arial Narrow" panose="020B0606020202030204" pitchFamily="34" charset="0"/>
            </a:endParaRPr>
          </a:p>
        </p:txBody>
      </p:sp>
    </p:spTree>
    <p:extLst>
      <p:ext uri="{BB962C8B-B14F-4D97-AF65-F5344CB8AC3E}">
        <p14:creationId xmlns:p14="http://schemas.microsoft.com/office/powerpoint/2010/main" val="143061336"/>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Here with you today</a:t>
            </a:r>
            <a:endParaRPr lang="en-IN" dirty="0"/>
          </a:p>
        </p:txBody>
      </p:sp>
      <p:grpSp>
        <p:nvGrpSpPr>
          <p:cNvPr id="109" name="Group 108"/>
          <p:cNvGrpSpPr/>
          <p:nvPr/>
        </p:nvGrpSpPr>
        <p:grpSpPr>
          <a:xfrm>
            <a:off x="8633102" y="819427"/>
            <a:ext cx="2260050" cy="2907129"/>
            <a:chOff x="4997124" y="1211321"/>
            <a:chExt cx="1735827" cy="3412950"/>
          </a:xfrm>
        </p:grpSpPr>
        <p:sp>
          <p:nvSpPr>
            <p:cNvPr id="8" name="Round Diagonal Corner Rectangle 7"/>
            <p:cNvSpPr/>
            <p:nvPr/>
          </p:nvSpPr>
          <p:spPr bwMode="gray">
            <a:xfrm>
              <a:off x="4999313" y="1211321"/>
              <a:ext cx="1733638" cy="3412950"/>
            </a:xfrm>
            <a:prstGeom prst="round2DiagRect">
              <a:avLst/>
            </a:prstGeom>
            <a:solidFill>
              <a:srgbClr val="CFE99E"/>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1200" cap="none" spc="0" normalizeH="0" baseline="0" noProof="0" dirty="0">
                <a:ln>
                  <a:noFill/>
                </a:ln>
                <a:solidFill>
                  <a:prstClr val="white"/>
                </a:solidFill>
                <a:effectLst/>
                <a:uLnTx/>
                <a:uFillTx/>
                <a:latin typeface="Verdana"/>
                <a:ea typeface="+mn-ea"/>
                <a:cs typeface="+mn-cs"/>
              </a:endParaRPr>
            </a:p>
          </p:txBody>
        </p:sp>
        <p:sp>
          <p:nvSpPr>
            <p:cNvPr id="9" name="TextBox 8"/>
            <p:cNvSpPr txBox="1"/>
            <p:nvPr/>
          </p:nvSpPr>
          <p:spPr>
            <a:xfrm>
              <a:off x="5017376" y="2851650"/>
              <a:ext cx="1537907" cy="123111"/>
            </a:xfrm>
            <a:prstGeom prst="rect">
              <a:avLst/>
            </a:prstGeom>
            <a:noFill/>
          </p:spPr>
          <p:txBody>
            <a:bodyPr wrap="square" lIns="0" tIns="0" rIns="0" bIns="0" rtlCol="0">
              <a:spAutoFit/>
            </a:bodyPr>
            <a:lstStyle>
              <a:defPPr>
                <a:defRPr lang="en-US"/>
              </a:defPPr>
              <a:lvl1pPr algn="ctr">
                <a:buSzPct val="100000"/>
                <a:defRPr sz="1000" b="1">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800" b="1" i="0" u="none" strike="noStrike" kern="1200" cap="none" spc="0" normalizeH="0" baseline="0" noProof="0" dirty="0">
                  <a:ln>
                    <a:noFill/>
                  </a:ln>
                  <a:solidFill>
                    <a:prstClr val="black"/>
                  </a:solidFill>
                  <a:effectLst/>
                  <a:uLnTx/>
                  <a:uFillTx/>
                  <a:latin typeface="Verdana"/>
                  <a:ea typeface="+mn-ea"/>
                  <a:cs typeface="+mn-cs"/>
                </a:rPr>
                <a:t>Tushar Chakraborty</a:t>
              </a:r>
              <a:endParaRPr kumimoji="0" lang="en-IN" sz="800" b="1" i="0" u="none" strike="noStrike" kern="1200" cap="none" spc="0" normalizeH="0" baseline="0" noProof="0" dirty="0">
                <a:ln>
                  <a:noFill/>
                </a:ln>
                <a:solidFill>
                  <a:prstClr val="black"/>
                </a:solidFill>
                <a:effectLst/>
                <a:uLnTx/>
                <a:uFillTx/>
                <a:latin typeface="Verdana"/>
                <a:ea typeface="+mn-ea"/>
                <a:cs typeface="+mn-cs"/>
              </a:endParaRPr>
            </a:p>
          </p:txBody>
        </p:sp>
        <p:sp>
          <p:nvSpPr>
            <p:cNvPr id="10" name="Rectangle 9"/>
            <p:cNvSpPr/>
            <p:nvPr/>
          </p:nvSpPr>
          <p:spPr bwMode="gray">
            <a:xfrm>
              <a:off x="4997124" y="1413203"/>
              <a:ext cx="1735827" cy="477144"/>
            </a:xfrm>
            <a:prstGeom prst="rect">
              <a:avLst/>
            </a:prstGeom>
            <a:solidFill>
              <a:schemeClr val="tx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IN" sz="850" b="1" i="0" u="none" strike="noStrike" kern="1200" cap="none" spc="0" normalizeH="0" baseline="0" noProof="0" dirty="0">
                  <a:ln>
                    <a:noFill/>
                  </a:ln>
                  <a:solidFill>
                    <a:srgbClr val="86BC25"/>
                  </a:solidFill>
                  <a:effectLst/>
                  <a:uLnTx/>
                  <a:uFillTx/>
                  <a:latin typeface="Verdana"/>
                  <a:ea typeface="+mn-ea"/>
                  <a:cs typeface="+mn-cs"/>
                </a:rPr>
                <a:t>Project Leader</a:t>
              </a:r>
            </a:p>
          </p:txBody>
        </p:sp>
        <p:sp>
          <p:nvSpPr>
            <p:cNvPr id="11" name="TextBox 10"/>
            <p:cNvSpPr txBox="1"/>
            <p:nvPr/>
          </p:nvSpPr>
          <p:spPr>
            <a:xfrm>
              <a:off x="5017375" y="2998070"/>
              <a:ext cx="1537907" cy="246221"/>
            </a:xfrm>
            <a:prstGeom prst="rect">
              <a:avLst/>
            </a:prstGeom>
            <a:noFill/>
          </p:spPr>
          <p:txBody>
            <a:bodyPr wrap="square" lIns="0" tIns="0" rIns="0" bIns="0" rtlCol="0">
              <a:spAutoFit/>
            </a:bodyPr>
            <a:lstStyle>
              <a:defPPr>
                <a:defRPr lang="en-US"/>
              </a:defPPr>
              <a:lvl1pPr algn="ctr">
                <a:buSzPct val="100000"/>
                <a:defRPr sz="900" i="1">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800" b="0" i="1" u="none" strike="noStrike" kern="1200" cap="none" spc="0" normalizeH="0" baseline="0" noProof="0" dirty="0">
                  <a:ln>
                    <a:noFill/>
                  </a:ln>
                  <a:solidFill>
                    <a:prstClr val="black"/>
                  </a:solidFill>
                  <a:effectLst/>
                  <a:uLnTx/>
                  <a:uFillTx/>
                  <a:latin typeface="Verdana"/>
                  <a:ea typeface="+mn-ea"/>
                  <a:cs typeface="+mn-cs"/>
                </a:rPr>
                <a:t>Associate Director, </a:t>
              </a:r>
            </a:p>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800" b="0" i="1" u="none" strike="noStrike" kern="1200" cap="none" spc="0" normalizeH="0" baseline="0" noProof="0" dirty="0">
                  <a:ln>
                    <a:noFill/>
                  </a:ln>
                  <a:solidFill>
                    <a:prstClr val="black"/>
                  </a:solidFill>
                  <a:effectLst/>
                  <a:uLnTx/>
                  <a:uFillTx/>
                  <a:latin typeface="Verdana"/>
                  <a:ea typeface="+mn-ea"/>
                  <a:cs typeface="+mn-cs"/>
                </a:rPr>
                <a:t>Deloitte (India)</a:t>
              </a:r>
            </a:p>
          </p:txBody>
        </p:sp>
        <p:sp>
          <p:nvSpPr>
            <p:cNvPr id="19" name="TextBox 18"/>
            <p:cNvSpPr txBox="1"/>
            <p:nvPr/>
          </p:nvSpPr>
          <p:spPr>
            <a:xfrm>
              <a:off x="5095770" y="3332522"/>
              <a:ext cx="1531140" cy="1228513"/>
            </a:xfrm>
            <a:prstGeom prst="rect">
              <a:avLst/>
            </a:prstGeom>
            <a:noFill/>
          </p:spPr>
          <p:txBody>
            <a:bodyPr wrap="square" lIns="0" tIns="0" rIns="0" bIns="0" rtlCol="0">
              <a:spAutoFit/>
            </a:bodyPr>
            <a:lstStyle/>
            <a:p>
              <a:pPr marL="87313" lvl="0" indent="-87313">
                <a:spcBef>
                  <a:spcPts val="600"/>
                </a:spcBef>
                <a:buSzPct val="100000"/>
                <a:buFont typeface="Arial" panose="020B0604020202020204" pitchFamily="34" charset="0"/>
                <a:buChar char="•"/>
                <a:defRPr/>
              </a:pPr>
              <a:r>
                <a:rPr lang="en-US" sz="900" i="1" dirty="0"/>
                <a:t>Over 14 years experience in the global mining &amp; mineral industry.</a:t>
              </a:r>
            </a:p>
            <a:p>
              <a:pPr marL="87313" lvl="0" indent="-87313">
                <a:spcBef>
                  <a:spcPts val="600"/>
                </a:spcBef>
                <a:buSzPct val="100000"/>
                <a:buFont typeface="Arial" panose="020B0604020202020204" pitchFamily="34" charset="0"/>
                <a:buChar char="•"/>
                <a:defRPr/>
              </a:pPr>
              <a:r>
                <a:rPr lang="en-US" sz="900" i="1" dirty="0"/>
                <a:t>He has also a First class mine manager’s certificate (Unrestricted/metalliferous) as certified by DGMS &amp; RQP</a:t>
              </a:r>
            </a:p>
          </p:txBody>
        </p:sp>
      </p:grpSp>
      <p:sp>
        <p:nvSpPr>
          <p:cNvPr id="4" name="Round Diagonal Corner Rectangle 3"/>
          <p:cNvSpPr/>
          <p:nvPr/>
        </p:nvSpPr>
        <p:spPr bwMode="gray">
          <a:xfrm>
            <a:off x="5892922" y="819427"/>
            <a:ext cx="2257200" cy="2907129"/>
          </a:xfrm>
          <a:prstGeom prst="round2DiagRect">
            <a:avLst/>
          </a:prstGeom>
          <a:solidFill>
            <a:srgbClr val="CFE99E"/>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1200" cap="none" spc="0" normalizeH="0" baseline="0" noProof="0" dirty="0">
              <a:ln>
                <a:noFill/>
              </a:ln>
              <a:solidFill>
                <a:prstClr val="white"/>
              </a:solidFill>
              <a:effectLst/>
              <a:uLnTx/>
              <a:uFillTx/>
              <a:latin typeface="Verdana"/>
              <a:ea typeface="+mn-ea"/>
              <a:cs typeface="+mn-cs"/>
            </a:endParaRPr>
          </a:p>
        </p:txBody>
      </p:sp>
      <p:sp>
        <p:nvSpPr>
          <p:cNvPr id="5" name="Rectangle 4"/>
          <p:cNvSpPr/>
          <p:nvPr/>
        </p:nvSpPr>
        <p:spPr bwMode="gray">
          <a:xfrm>
            <a:off x="5898972" y="991389"/>
            <a:ext cx="2009449" cy="406428"/>
          </a:xfrm>
          <a:prstGeom prst="rect">
            <a:avLst/>
          </a:prstGeom>
          <a:solidFill>
            <a:srgbClr val="CFE99E"/>
          </a:solidFill>
          <a:ln w="19050" algn="ctr">
            <a:noFill/>
            <a:miter lim="800000"/>
            <a:headEnd/>
            <a:tailEnd/>
          </a:ln>
        </p:spPr>
        <p:txBody>
          <a:bodyPr wrap="square" lIns="36000" tIns="88900" rIns="360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IN" sz="850" b="1" i="0" u="none" strike="noStrike" kern="1200" cap="none" spc="0" normalizeH="0" baseline="0" noProof="0" dirty="0">
                <a:ln>
                  <a:noFill/>
                </a:ln>
                <a:solidFill>
                  <a:srgbClr val="86BC25"/>
                </a:solidFill>
                <a:effectLst/>
                <a:uLnTx/>
                <a:uFillTx/>
                <a:latin typeface="Verdana"/>
                <a:ea typeface="+mn-ea"/>
                <a:cs typeface="+mn-cs"/>
              </a:rPr>
              <a:t>Finance Lead</a:t>
            </a:r>
          </a:p>
        </p:txBody>
      </p:sp>
      <p:sp>
        <p:nvSpPr>
          <p:cNvPr id="6" name="TextBox 5"/>
          <p:cNvSpPr txBox="1"/>
          <p:nvPr/>
        </p:nvSpPr>
        <p:spPr>
          <a:xfrm>
            <a:off x="5895549" y="2216649"/>
            <a:ext cx="2002358" cy="123111"/>
          </a:xfrm>
          <a:prstGeom prst="rect">
            <a:avLst/>
          </a:prstGeom>
          <a:solidFill>
            <a:srgbClr val="CFE99E"/>
          </a:solidFill>
        </p:spPr>
        <p:txBody>
          <a:bodyPr wrap="square" lIns="0" tIns="0" rIns="0" bIns="0" rtlCol="0">
            <a:spAutoFit/>
          </a:bodyPr>
          <a:lstStyle>
            <a:defPPr>
              <a:defRPr lang="en-US"/>
            </a:defPPr>
            <a:lvl1pPr algn="ctr">
              <a:buSzPct val="100000"/>
              <a:defRPr sz="1000" b="1">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800" b="1" i="0" u="none" strike="noStrike" kern="1200" cap="none" spc="0" normalizeH="0" baseline="0" noProof="0" dirty="0">
                <a:ln>
                  <a:noFill/>
                </a:ln>
                <a:solidFill>
                  <a:prstClr val="black"/>
                </a:solidFill>
                <a:effectLst/>
                <a:uLnTx/>
                <a:uFillTx/>
                <a:latin typeface="Verdana"/>
                <a:ea typeface="+mn-ea"/>
                <a:cs typeface="+mn-cs"/>
              </a:rPr>
              <a:t>Sayantan Banerjee</a:t>
            </a:r>
            <a:endParaRPr kumimoji="0" lang="en-IN" sz="800" b="1" i="0" u="none" strike="noStrike" kern="1200" cap="none" spc="0" normalizeH="0" baseline="0" noProof="0" dirty="0">
              <a:ln>
                <a:noFill/>
              </a:ln>
              <a:solidFill>
                <a:prstClr val="black"/>
              </a:solidFill>
              <a:effectLst/>
              <a:uLnTx/>
              <a:uFillTx/>
              <a:latin typeface="Verdana"/>
              <a:ea typeface="+mn-ea"/>
              <a:cs typeface="+mn-cs"/>
            </a:endParaRPr>
          </a:p>
        </p:txBody>
      </p:sp>
      <p:sp>
        <p:nvSpPr>
          <p:cNvPr id="7" name="TextBox 6"/>
          <p:cNvSpPr txBox="1"/>
          <p:nvPr/>
        </p:nvSpPr>
        <p:spPr>
          <a:xfrm>
            <a:off x="6044664" y="2339760"/>
            <a:ext cx="1718063" cy="369332"/>
          </a:xfrm>
          <a:prstGeom prst="rect">
            <a:avLst/>
          </a:prstGeom>
          <a:solidFill>
            <a:srgbClr val="CFE99E"/>
          </a:solid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800" b="0" i="1" u="none" strike="noStrike" kern="1200" cap="none" spc="0" normalizeH="0" baseline="0" noProof="0" dirty="0">
                <a:ln>
                  <a:noFill/>
                </a:ln>
                <a:solidFill>
                  <a:prstClr val="black"/>
                </a:solidFill>
                <a:effectLst/>
                <a:uLnTx/>
                <a:uFillTx/>
                <a:latin typeface="Verdana"/>
                <a:ea typeface="+mn-ea"/>
                <a:cs typeface="+mn-cs"/>
              </a:rPr>
              <a:t>Director,</a:t>
            </a:r>
          </a:p>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800" b="0" i="1" u="none" strike="noStrike" kern="1200" cap="none" spc="0" normalizeH="0" baseline="0" noProof="0" dirty="0">
                <a:ln>
                  <a:noFill/>
                </a:ln>
                <a:solidFill>
                  <a:prstClr val="black"/>
                </a:solidFill>
                <a:effectLst/>
                <a:uLnTx/>
                <a:uFillTx/>
                <a:latin typeface="Verdana"/>
                <a:ea typeface="+mn-ea"/>
                <a:cs typeface="+mn-cs"/>
              </a:rPr>
              <a:t>Deloitte (India)</a:t>
            </a:r>
          </a:p>
          <a:p>
            <a:pPr marL="0" marR="0" lvl="0" indent="0" algn="ctr" defTabSz="914400" rtl="0" eaLnBrk="1" fontAlgn="auto" latinLnBrk="0" hangingPunct="1">
              <a:lnSpc>
                <a:spcPct val="100000"/>
              </a:lnSpc>
              <a:spcBef>
                <a:spcPts val="0"/>
              </a:spcBef>
              <a:spcAft>
                <a:spcPts val="0"/>
              </a:spcAft>
              <a:buClrTx/>
              <a:buSzPct val="100000"/>
              <a:buFontTx/>
              <a:buNone/>
              <a:tabLst/>
              <a:defRPr/>
            </a:pPr>
            <a:endParaRPr kumimoji="0" lang="en-IN" sz="800" b="0" i="1" u="none" strike="noStrike" kern="1200" cap="none" spc="0" normalizeH="0" baseline="0" noProof="0" dirty="0">
              <a:ln>
                <a:noFill/>
              </a:ln>
              <a:solidFill>
                <a:prstClr val="black"/>
              </a:solidFill>
              <a:effectLst/>
              <a:uLnTx/>
              <a:uFillTx/>
              <a:latin typeface="Verdana"/>
              <a:ea typeface="+mn-ea"/>
              <a:cs typeface="+mn-cs"/>
            </a:endParaRPr>
          </a:p>
        </p:txBody>
      </p:sp>
      <p:sp>
        <p:nvSpPr>
          <p:cNvPr id="21" name="TextBox 20"/>
          <p:cNvSpPr txBox="1"/>
          <p:nvPr/>
        </p:nvSpPr>
        <p:spPr>
          <a:xfrm>
            <a:off x="6058508" y="2622863"/>
            <a:ext cx="2039145" cy="1046440"/>
          </a:xfrm>
          <a:prstGeom prst="rect">
            <a:avLst/>
          </a:prstGeom>
          <a:noFill/>
        </p:spPr>
        <p:txBody>
          <a:bodyPr wrap="square" lIns="0" tIns="0" rIns="0" bIns="0" rtlCol="0">
            <a:spAutoFit/>
          </a:bodyPr>
          <a:lstStyle/>
          <a:p>
            <a:pPr marL="87313" lvl="0" indent="-87313">
              <a:spcBef>
                <a:spcPts val="600"/>
              </a:spcBef>
              <a:buSzPct val="100000"/>
              <a:buFont typeface="Arial" panose="020B0604020202020204" pitchFamily="34" charset="0"/>
              <a:buChar char="•"/>
              <a:defRPr/>
            </a:pPr>
            <a:r>
              <a:rPr lang="en-US" sz="900" i="1" dirty="0"/>
              <a:t>Over 21 years of experience in power sector consulting as well as coal power plant design/O&amp;M</a:t>
            </a:r>
          </a:p>
          <a:p>
            <a:pPr marL="87313" lvl="0" indent="-87313">
              <a:spcBef>
                <a:spcPts val="600"/>
              </a:spcBef>
              <a:buSzPct val="100000"/>
              <a:buFont typeface="Arial" panose="020B0604020202020204" pitchFamily="34" charset="0"/>
              <a:buChar char="•"/>
              <a:defRPr/>
            </a:pPr>
            <a:r>
              <a:rPr lang="en-US" sz="900" i="1" dirty="0"/>
              <a:t>50+ engagements with governments, MFIs, thermal power </a:t>
            </a:r>
            <a:r>
              <a:rPr lang="en-US" sz="900" i="1" dirty="0" err="1"/>
              <a:t>gencos</a:t>
            </a:r>
            <a:r>
              <a:rPr lang="en-US" sz="900" i="1" dirty="0"/>
              <a:t> for Policy, B-plan, bid advisory, regulatory support</a:t>
            </a:r>
          </a:p>
        </p:txBody>
      </p:sp>
      <p:sp>
        <p:nvSpPr>
          <p:cNvPr id="75" name="Round Diagonal Corner Rectangle 74"/>
          <p:cNvSpPr/>
          <p:nvPr/>
        </p:nvSpPr>
        <p:spPr bwMode="gray">
          <a:xfrm>
            <a:off x="475284" y="819428"/>
            <a:ext cx="2255280" cy="2925258"/>
          </a:xfrm>
          <a:prstGeom prst="round2DiagRect">
            <a:avLst/>
          </a:prstGeom>
          <a:solidFill>
            <a:schemeClr val="accent1">
              <a:lumMod val="40000"/>
              <a:lumOff val="60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1200" cap="none" spc="0" normalizeH="0" baseline="0" noProof="0" dirty="0">
              <a:ln>
                <a:noFill/>
              </a:ln>
              <a:solidFill>
                <a:prstClr val="white"/>
              </a:solidFill>
              <a:effectLst/>
              <a:uLnTx/>
              <a:uFillTx/>
              <a:latin typeface="Verdana"/>
              <a:ea typeface="+mn-ea"/>
              <a:cs typeface="+mn-cs"/>
            </a:endParaRPr>
          </a:p>
        </p:txBody>
      </p:sp>
      <p:sp>
        <p:nvSpPr>
          <p:cNvPr id="76" name="TextBox 75"/>
          <p:cNvSpPr txBox="1"/>
          <p:nvPr/>
        </p:nvSpPr>
        <p:spPr>
          <a:xfrm>
            <a:off x="451748" y="2216650"/>
            <a:ext cx="2002358" cy="123111"/>
          </a:xfrm>
          <a:prstGeom prst="rect">
            <a:avLst/>
          </a:prstGeom>
          <a:noFill/>
        </p:spPr>
        <p:txBody>
          <a:bodyPr wrap="square" lIns="0" tIns="0" rIns="0" bIns="0" rtlCol="0">
            <a:spAutoFit/>
          </a:bodyPr>
          <a:lstStyle>
            <a:defPPr>
              <a:defRPr lang="en-US"/>
            </a:defPPr>
            <a:lvl1pPr algn="ctr">
              <a:buSzPct val="100000"/>
              <a:defRPr sz="1000" b="1">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800" b="1" i="0" u="none" strike="noStrike" kern="1200" cap="none" spc="0" normalizeH="0" baseline="0" noProof="0" dirty="0">
                <a:ln>
                  <a:noFill/>
                </a:ln>
                <a:solidFill>
                  <a:prstClr val="black"/>
                </a:solidFill>
                <a:effectLst/>
                <a:uLnTx/>
                <a:uFillTx/>
                <a:latin typeface="Verdana"/>
                <a:ea typeface="+mn-ea"/>
                <a:cs typeface="+mn-cs"/>
              </a:rPr>
              <a:t>Arindam Guha</a:t>
            </a:r>
            <a:endParaRPr kumimoji="0" lang="en-IN" sz="800" b="1" i="0" u="none" strike="noStrike" kern="1200" cap="none" spc="0" normalizeH="0" baseline="0" noProof="0" dirty="0">
              <a:ln>
                <a:noFill/>
              </a:ln>
              <a:solidFill>
                <a:prstClr val="black"/>
              </a:solidFill>
              <a:effectLst/>
              <a:uLnTx/>
              <a:uFillTx/>
              <a:latin typeface="Verdana"/>
              <a:ea typeface="+mn-ea"/>
              <a:cs typeface="+mn-cs"/>
            </a:endParaRPr>
          </a:p>
        </p:txBody>
      </p:sp>
      <p:sp>
        <p:nvSpPr>
          <p:cNvPr id="77" name="Rectangle 76"/>
          <p:cNvSpPr/>
          <p:nvPr/>
        </p:nvSpPr>
        <p:spPr bwMode="gray">
          <a:xfrm>
            <a:off x="472432" y="991390"/>
            <a:ext cx="2258131" cy="406428"/>
          </a:xfrm>
          <a:prstGeom prst="rect">
            <a:avLst/>
          </a:prstGeom>
          <a:solidFill>
            <a:schemeClr val="tx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IN" sz="850" b="1" i="0" u="none" strike="noStrike" kern="1200" cap="none" spc="0" normalizeH="0" baseline="0" noProof="0" dirty="0">
                <a:ln>
                  <a:noFill/>
                </a:ln>
                <a:solidFill>
                  <a:srgbClr val="86BC25"/>
                </a:solidFill>
                <a:effectLst/>
                <a:uLnTx/>
                <a:uFillTx/>
                <a:latin typeface="Verdana"/>
                <a:ea typeface="+mn-ea"/>
                <a:cs typeface="+mn-cs"/>
              </a:rPr>
              <a:t>Deloitte Partner</a:t>
            </a:r>
          </a:p>
        </p:txBody>
      </p:sp>
      <p:sp>
        <p:nvSpPr>
          <p:cNvPr id="78" name="TextBox 77"/>
          <p:cNvSpPr txBox="1"/>
          <p:nvPr/>
        </p:nvSpPr>
        <p:spPr>
          <a:xfrm>
            <a:off x="465916" y="2341369"/>
            <a:ext cx="2002358" cy="209729"/>
          </a:xfrm>
          <a:prstGeom prst="rect">
            <a:avLst/>
          </a:prstGeom>
          <a:noFill/>
        </p:spPr>
        <p:txBody>
          <a:bodyPr wrap="square" lIns="0" tIns="0" rIns="0" bIns="0" rtlCol="0">
            <a:spAutoFit/>
          </a:bodyPr>
          <a:lstStyle>
            <a:defPPr>
              <a:defRPr lang="en-US"/>
            </a:defPPr>
            <a:lvl1pPr algn="ctr">
              <a:buSzPct val="100000"/>
              <a:defRPr sz="900" i="1">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800" b="0" i="1" u="none" strike="noStrike" kern="1200" cap="none" spc="0" normalizeH="0" baseline="0" noProof="0" dirty="0">
                <a:ln>
                  <a:noFill/>
                </a:ln>
                <a:solidFill>
                  <a:prstClr val="black"/>
                </a:solidFill>
                <a:effectLst/>
                <a:uLnTx/>
                <a:uFillTx/>
                <a:latin typeface="Verdana"/>
                <a:ea typeface="+mn-ea"/>
                <a:cs typeface="+mn-cs"/>
              </a:rPr>
              <a:t>Partner, </a:t>
            </a:r>
          </a:p>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800" b="0" i="1" u="none" strike="noStrike" kern="1200" cap="none" spc="0" normalizeH="0" baseline="0" noProof="0" dirty="0">
                <a:ln>
                  <a:noFill/>
                </a:ln>
                <a:solidFill>
                  <a:prstClr val="black"/>
                </a:solidFill>
                <a:effectLst/>
                <a:uLnTx/>
                <a:uFillTx/>
                <a:latin typeface="Verdana"/>
                <a:ea typeface="+mn-ea"/>
                <a:cs typeface="+mn-cs"/>
              </a:rPr>
              <a:t>Deloitte (India)</a:t>
            </a:r>
          </a:p>
        </p:txBody>
      </p:sp>
      <p:sp>
        <p:nvSpPr>
          <p:cNvPr id="80" name="TextBox 79"/>
          <p:cNvSpPr txBox="1"/>
          <p:nvPr/>
        </p:nvSpPr>
        <p:spPr>
          <a:xfrm>
            <a:off x="583474" y="2626252"/>
            <a:ext cx="2037806" cy="907941"/>
          </a:xfrm>
          <a:prstGeom prst="rect">
            <a:avLst/>
          </a:prstGeom>
          <a:noFill/>
        </p:spPr>
        <p:txBody>
          <a:bodyPr wrap="square" lIns="0" tIns="0" rIns="0" bIns="0" rtlCol="0">
            <a:spAutoFit/>
          </a:bodyPr>
          <a:lstStyle/>
          <a:p>
            <a:pPr marL="87313" lvl="0" indent="-87313">
              <a:spcBef>
                <a:spcPts val="600"/>
              </a:spcBef>
              <a:buSzPct val="100000"/>
              <a:buFont typeface="Arial" panose="020B0604020202020204" pitchFamily="34" charset="0"/>
              <a:buChar char="•"/>
            </a:pPr>
            <a:r>
              <a:rPr lang="en-US" sz="900" i="1" dirty="0"/>
              <a:t>Arindam is a partner with Deloitte with more than 22 years of experience </a:t>
            </a:r>
          </a:p>
          <a:p>
            <a:pPr marL="87313" lvl="0" indent="-87313">
              <a:spcBef>
                <a:spcPts val="600"/>
              </a:spcBef>
              <a:buSzPct val="100000"/>
              <a:buFont typeface="Arial" panose="020B0604020202020204" pitchFamily="34" charset="0"/>
              <a:buChar char="•"/>
            </a:pPr>
            <a:r>
              <a:rPr lang="en-US" sz="900" i="1" dirty="0"/>
              <a:t>Arindam is also EXCO member and Government &amp; Public sector lead for Deloitte</a:t>
            </a:r>
          </a:p>
        </p:txBody>
      </p:sp>
      <p:sp>
        <p:nvSpPr>
          <p:cNvPr id="96" name="Round Diagonal Corner Rectangle 95"/>
          <p:cNvSpPr/>
          <p:nvPr/>
        </p:nvSpPr>
        <p:spPr bwMode="gray">
          <a:xfrm>
            <a:off x="3252169" y="819429"/>
            <a:ext cx="2257200" cy="2907127"/>
          </a:xfrm>
          <a:prstGeom prst="round2DiagRect">
            <a:avLst/>
          </a:prstGeom>
          <a:solidFill>
            <a:srgbClr val="CFE99E"/>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1200" cap="none" spc="0" normalizeH="0" baseline="0" noProof="0" dirty="0">
              <a:ln>
                <a:noFill/>
              </a:ln>
              <a:solidFill>
                <a:prstClr val="white"/>
              </a:solidFill>
              <a:effectLst/>
              <a:uLnTx/>
              <a:uFillTx/>
              <a:latin typeface="Verdana"/>
              <a:ea typeface="+mn-ea"/>
              <a:cs typeface="+mn-cs"/>
            </a:endParaRPr>
          </a:p>
        </p:txBody>
      </p:sp>
      <p:sp>
        <p:nvSpPr>
          <p:cNvPr id="97" name="Rectangle 96"/>
          <p:cNvSpPr/>
          <p:nvPr/>
        </p:nvSpPr>
        <p:spPr bwMode="gray">
          <a:xfrm>
            <a:off x="3249318" y="991390"/>
            <a:ext cx="2260051" cy="406428"/>
          </a:xfrm>
          <a:prstGeom prst="rect">
            <a:avLst/>
          </a:prstGeom>
          <a:solidFill>
            <a:schemeClr val="tx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IN" sz="850" b="1" i="0" u="none" strike="noStrike" kern="1200" cap="none" spc="0" normalizeH="0" baseline="0" noProof="0" dirty="0">
                <a:ln>
                  <a:noFill/>
                </a:ln>
                <a:solidFill>
                  <a:srgbClr val="86BC25"/>
                </a:solidFill>
                <a:effectLst/>
                <a:uLnTx/>
                <a:uFillTx/>
                <a:latin typeface="Verdana"/>
                <a:ea typeface="+mn-ea"/>
                <a:cs typeface="+mn-cs"/>
              </a:rPr>
              <a:t>Specialist – Coal &amp; Major mineral</a:t>
            </a:r>
          </a:p>
        </p:txBody>
      </p:sp>
      <p:sp>
        <p:nvSpPr>
          <p:cNvPr id="98" name="TextBox 97"/>
          <p:cNvSpPr txBox="1"/>
          <p:nvPr/>
        </p:nvSpPr>
        <p:spPr>
          <a:xfrm>
            <a:off x="3422470" y="2626252"/>
            <a:ext cx="1984622" cy="1046440"/>
          </a:xfrm>
          <a:prstGeom prst="rect">
            <a:avLst/>
          </a:prstGeom>
          <a:noFill/>
        </p:spPr>
        <p:txBody>
          <a:bodyPr wrap="square" lIns="0" tIns="0" rIns="0" bIns="0" rtlCol="0">
            <a:spAutoFit/>
          </a:bodyPr>
          <a:lstStyle/>
          <a:p>
            <a:pPr marL="87313" lvl="0" indent="-87313">
              <a:spcBef>
                <a:spcPts val="600"/>
              </a:spcBef>
              <a:buSzPct val="100000"/>
              <a:buFont typeface="Arial" panose="020B0604020202020204" pitchFamily="34" charset="0"/>
              <a:buChar char="•"/>
            </a:pPr>
            <a:r>
              <a:rPr lang="en-US" sz="900" i="1" dirty="0"/>
              <a:t>More than 18 years of experience including 15 years’ experience in metals and mining sector </a:t>
            </a:r>
          </a:p>
          <a:p>
            <a:pPr marL="87313" lvl="0" indent="-87313">
              <a:spcBef>
                <a:spcPts val="600"/>
              </a:spcBef>
              <a:buSzPct val="100000"/>
              <a:buFont typeface="Arial" panose="020B0604020202020204" pitchFamily="34" charset="0"/>
              <a:buChar char="•"/>
            </a:pPr>
            <a:r>
              <a:rPr lang="en-US" sz="900" i="1" dirty="0"/>
              <a:t>50+ engagements for governments, leading private sector and PSU companies. .</a:t>
            </a:r>
          </a:p>
        </p:txBody>
      </p:sp>
      <p:sp>
        <p:nvSpPr>
          <p:cNvPr id="100" name="TextBox 99"/>
          <p:cNvSpPr txBox="1"/>
          <p:nvPr/>
        </p:nvSpPr>
        <p:spPr>
          <a:xfrm>
            <a:off x="3219936" y="2244813"/>
            <a:ext cx="1936142" cy="104865"/>
          </a:xfrm>
          <a:prstGeom prst="rect">
            <a:avLst/>
          </a:prstGeom>
          <a:noFill/>
        </p:spPr>
        <p:txBody>
          <a:bodyPr wrap="square" lIns="0" tIns="0" rIns="0" bIns="0" rtlCol="0">
            <a:spAutoFit/>
          </a:bodyPr>
          <a:lstStyle>
            <a:defPPr>
              <a:defRPr lang="en-US"/>
            </a:defPPr>
            <a:lvl1pPr algn="ctr">
              <a:buSzPct val="100000"/>
              <a:defRPr sz="1000" b="1">
                <a:solidFill>
                  <a:schemeClr val="bg1"/>
                </a:solidFill>
              </a:defRPr>
            </a:lvl1pPr>
          </a:lstStyle>
          <a:p>
            <a:pPr lvl="0">
              <a:defRPr/>
            </a:pPr>
            <a:r>
              <a:rPr lang="en-US" sz="800" dirty="0" err="1">
                <a:solidFill>
                  <a:prstClr val="black"/>
                </a:solidFill>
              </a:rPr>
              <a:t>Rajib</a:t>
            </a:r>
            <a:r>
              <a:rPr lang="en-US" sz="800" dirty="0">
                <a:solidFill>
                  <a:prstClr val="black"/>
                </a:solidFill>
              </a:rPr>
              <a:t> </a:t>
            </a:r>
            <a:r>
              <a:rPr lang="en-US" sz="800" dirty="0" err="1">
                <a:solidFill>
                  <a:prstClr val="black"/>
                </a:solidFill>
              </a:rPr>
              <a:t>Maitra</a:t>
            </a:r>
            <a:endParaRPr lang="en-US" sz="800" dirty="0">
              <a:solidFill>
                <a:prstClr val="black"/>
              </a:solidFill>
            </a:endParaRPr>
          </a:p>
        </p:txBody>
      </p:sp>
      <p:sp>
        <p:nvSpPr>
          <p:cNvPr id="101" name="TextBox 100"/>
          <p:cNvSpPr txBox="1"/>
          <p:nvPr/>
        </p:nvSpPr>
        <p:spPr>
          <a:xfrm>
            <a:off x="3247682" y="2354390"/>
            <a:ext cx="2002358" cy="209729"/>
          </a:xfrm>
          <a:prstGeom prst="rect">
            <a:avLst/>
          </a:prstGeom>
          <a:noFill/>
        </p:spPr>
        <p:txBody>
          <a:bodyPr wrap="square" lIns="0" tIns="0" rIns="0" bIns="0" rtlCol="0">
            <a:spAutoFit/>
          </a:bodyPr>
          <a:lstStyle>
            <a:defPPr>
              <a:defRPr lang="en-US"/>
            </a:defPPr>
            <a:lvl1pPr algn="ctr">
              <a:buSzPct val="100000"/>
              <a:defRPr sz="900" i="1">
                <a:solidFill>
                  <a:schemeClr val="bg1"/>
                </a:solidFill>
              </a:defRPr>
            </a:lvl1pPr>
          </a:lstStyle>
          <a:p>
            <a:pPr lvl="0">
              <a:defRPr/>
            </a:pPr>
            <a:r>
              <a:rPr lang="en-US" sz="800" dirty="0">
                <a:solidFill>
                  <a:prstClr val="black"/>
                </a:solidFill>
              </a:rPr>
              <a:t>Director, </a:t>
            </a:r>
          </a:p>
          <a:p>
            <a:pPr lvl="0">
              <a:defRPr/>
            </a:pPr>
            <a:r>
              <a:rPr lang="en-US" sz="800" dirty="0">
                <a:solidFill>
                  <a:prstClr val="black"/>
                </a:solidFill>
              </a:rPr>
              <a:t>Deloitte (India)</a:t>
            </a:r>
          </a:p>
        </p:txBody>
      </p:sp>
      <p:pic>
        <p:nvPicPr>
          <p:cNvPr id="102" name="Picture 4"/>
          <p:cNvPicPr>
            <a:picLocks/>
          </p:cNvPicPr>
          <p:nvPr/>
        </p:nvPicPr>
        <p:blipFill>
          <a:blip r:embed="rId2">
            <a:extLst>
              <a:ext uri="{28A0092B-C50C-407E-A947-70E740481C1C}">
                <a14:useLocalDpi xmlns:a14="http://schemas.microsoft.com/office/drawing/2010/main" val="0"/>
              </a:ext>
            </a:extLst>
          </a:blip>
          <a:stretch>
            <a:fillRect/>
          </a:stretch>
        </p:blipFill>
        <p:spPr>
          <a:xfrm>
            <a:off x="3943948" y="1528204"/>
            <a:ext cx="592183" cy="613291"/>
          </a:xfrm>
          <a:prstGeom prst="round2DiagRect">
            <a:avLst>
              <a:gd name="adj1" fmla="val 16667"/>
              <a:gd name="adj2" fmla="val 0"/>
            </a:avLst>
          </a:prstGeom>
          <a:ln w="19050" cap="sq">
            <a:solidFill>
              <a:srgbClr val="FFFFFF"/>
            </a:solidFill>
            <a:miter lim="800000"/>
          </a:ln>
          <a:effectLst>
            <a:outerShdw blurRad="254000" algn="tl" rotWithShape="0">
              <a:srgbClr val="000000">
                <a:alpha val="43000"/>
              </a:srgbClr>
            </a:outerShdw>
          </a:effectLst>
        </p:spPr>
      </p:pic>
      <p:sp>
        <p:nvSpPr>
          <p:cNvPr id="68" name="Rectangle 67"/>
          <p:cNvSpPr/>
          <p:nvPr/>
        </p:nvSpPr>
        <p:spPr bwMode="gray">
          <a:xfrm>
            <a:off x="5875371" y="1031173"/>
            <a:ext cx="2274751" cy="406428"/>
          </a:xfrm>
          <a:prstGeom prst="rect">
            <a:avLst/>
          </a:prstGeom>
          <a:solidFill>
            <a:schemeClr val="tx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50" b="1" i="0" u="none" strike="noStrike" kern="1200" cap="none" spc="0" normalizeH="0" baseline="0" noProof="0" dirty="0">
                <a:ln>
                  <a:noFill/>
                </a:ln>
                <a:solidFill>
                  <a:srgbClr val="86BC25"/>
                </a:solidFill>
                <a:effectLst/>
                <a:uLnTx/>
                <a:uFillTx/>
                <a:latin typeface="Verdana"/>
                <a:ea typeface="+mn-ea"/>
                <a:cs typeface="+mn-cs"/>
              </a:rPr>
              <a:t>Specialist</a:t>
            </a:r>
            <a:r>
              <a:rPr kumimoji="0" lang="en-US" sz="850" b="1" i="0" u="none" strike="noStrike" kern="1200" cap="none" spc="0" normalizeH="0" noProof="0" dirty="0">
                <a:ln>
                  <a:noFill/>
                </a:ln>
                <a:solidFill>
                  <a:srgbClr val="86BC25"/>
                </a:solidFill>
                <a:effectLst/>
                <a:uLnTx/>
                <a:uFillTx/>
                <a:latin typeface="Verdana"/>
                <a:ea typeface="+mn-ea"/>
                <a:cs typeface="+mn-cs"/>
              </a:rPr>
              <a:t> – Thermal Power</a:t>
            </a:r>
            <a:endParaRPr kumimoji="0" lang="en-IN" sz="850" b="1" i="0" u="none" strike="noStrike" kern="1200" cap="none" spc="0" normalizeH="0" baseline="0" noProof="0" dirty="0">
              <a:ln>
                <a:noFill/>
              </a:ln>
              <a:solidFill>
                <a:srgbClr val="86BC25"/>
              </a:solidFill>
              <a:effectLst/>
              <a:uLnTx/>
              <a:uFillTx/>
              <a:latin typeface="Verdana"/>
              <a:ea typeface="+mn-ea"/>
              <a:cs typeface="+mn-cs"/>
            </a:endParaRPr>
          </a:p>
        </p:txBody>
      </p:sp>
      <p:pic>
        <p:nvPicPr>
          <p:cNvPr id="40" name="Picture 39"/>
          <p:cNvPicPr>
            <a:picLocks noChangeAspect="1"/>
          </p:cNvPicPr>
          <p:nvPr/>
        </p:nvPicPr>
        <p:blipFill>
          <a:blip r:embed="rId3"/>
          <a:stretch>
            <a:fillRect/>
          </a:stretch>
        </p:blipFill>
        <p:spPr>
          <a:xfrm>
            <a:off x="9397436" y="1528203"/>
            <a:ext cx="534491" cy="591111"/>
          </a:xfrm>
          <a:prstGeom prst="round2DiagRect">
            <a:avLst>
              <a:gd name="adj1" fmla="val 16667"/>
              <a:gd name="adj2" fmla="val 0"/>
            </a:avLst>
          </a:prstGeom>
          <a:ln w="19050" cap="sq">
            <a:solidFill>
              <a:srgbClr val="FFFFFF"/>
            </a:solidFill>
            <a:miter lim="800000"/>
          </a:ln>
          <a:effectLst>
            <a:outerShdw blurRad="254000" algn="tl" rotWithShape="0">
              <a:srgbClr val="000000">
                <a:alpha val="43000"/>
              </a:srgbClr>
            </a:outerShdw>
          </a:effectLst>
        </p:spPr>
      </p:pic>
      <p:pic>
        <p:nvPicPr>
          <p:cNvPr id="29" name="Picture 28"/>
          <p:cNvPicPr>
            <a:picLocks noChangeAspect="1"/>
          </p:cNvPicPr>
          <p:nvPr/>
        </p:nvPicPr>
        <p:blipFill>
          <a:blip r:embed="rId4"/>
          <a:stretch>
            <a:fillRect/>
          </a:stretch>
        </p:blipFill>
        <p:spPr>
          <a:xfrm>
            <a:off x="1248980" y="1583596"/>
            <a:ext cx="537477" cy="535719"/>
          </a:xfrm>
          <a:prstGeom prst="round2DiagRect">
            <a:avLst>
              <a:gd name="adj1" fmla="val 16667"/>
              <a:gd name="adj2" fmla="val 0"/>
            </a:avLst>
          </a:prstGeom>
          <a:ln w="19050" cap="sq">
            <a:solidFill>
              <a:srgbClr val="FFFFFF"/>
            </a:solidFill>
            <a:miter lim="800000"/>
          </a:ln>
          <a:effectLst>
            <a:outerShdw blurRad="254000" algn="tl" rotWithShape="0">
              <a:srgbClr val="000000">
                <a:alpha val="43000"/>
              </a:srgbClr>
            </a:outerShdw>
          </a:effectLst>
        </p:spPr>
      </p:pic>
      <p:pic>
        <p:nvPicPr>
          <p:cNvPr id="30" name="Picture 2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35133" y="1514012"/>
            <a:ext cx="537126" cy="644386"/>
          </a:xfrm>
          <a:prstGeom prst="round2DiagRect">
            <a:avLst>
              <a:gd name="adj1" fmla="val 16667"/>
              <a:gd name="adj2" fmla="val 0"/>
            </a:avLst>
          </a:prstGeom>
          <a:ln w="19050" cap="sq">
            <a:solidFill>
              <a:srgbClr val="FFFFFF"/>
            </a:solidFill>
            <a:miter lim="800000"/>
          </a:ln>
          <a:effectLst>
            <a:outerShdw blurRad="254000" algn="tl" rotWithShape="0">
              <a:srgbClr val="000000">
                <a:alpha val="43000"/>
              </a:srgbClr>
            </a:outerShdw>
          </a:effectLst>
        </p:spPr>
      </p:pic>
      <p:sp>
        <p:nvSpPr>
          <p:cNvPr id="47" name="Round Diagonal Corner Rectangle 46"/>
          <p:cNvSpPr/>
          <p:nvPr/>
        </p:nvSpPr>
        <p:spPr bwMode="gray">
          <a:xfrm>
            <a:off x="3149892" y="3809296"/>
            <a:ext cx="2257200" cy="2991764"/>
          </a:xfrm>
          <a:prstGeom prst="round2DiagRect">
            <a:avLst/>
          </a:prstGeom>
          <a:solidFill>
            <a:schemeClr val="accent1">
              <a:lumMod val="40000"/>
              <a:lumOff val="60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1200" cap="none" spc="0" normalizeH="0" baseline="0" noProof="0" dirty="0">
              <a:ln>
                <a:noFill/>
              </a:ln>
              <a:solidFill>
                <a:prstClr val="white"/>
              </a:solidFill>
              <a:effectLst/>
              <a:uLnTx/>
              <a:uFillTx/>
              <a:latin typeface="Verdana"/>
              <a:ea typeface="+mn-ea"/>
              <a:cs typeface="+mn-cs"/>
            </a:endParaRPr>
          </a:p>
        </p:txBody>
      </p:sp>
      <p:sp>
        <p:nvSpPr>
          <p:cNvPr id="48" name="TextBox 47"/>
          <p:cNvSpPr txBox="1"/>
          <p:nvPr/>
        </p:nvSpPr>
        <p:spPr>
          <a:xfrm>
            <a:off x="3126357" y="5206518"/>
            <a:ext cx="2002358" cy="123111"/>
          </a:xfrm>
          <a:prstGeom prst="rect">
            <a:avLst/>
          </a:prstGeom>
          <a:noFill/>
        </p:spPr>
        <p:txBody>
          <a:bodyPr wrap="square" lIns="0" tIns="0" rIns="0" bIns="0" rtlCol="0">
            <a:spAutoFit/>
          </a:bodyPr>
          <a:lstStyle>
            <a:defPPr>
              <a:defRPr lang="en-US"/>
            </a:defPPr>
            <a:lvl1pPr algn="ctr">
              <a:buSzPct val="100000"/>
              <a:defRPr sz="1000" b="1">
                <a:solidFill>
                  <a:schemeClr val="bg1"/>
                </a:solidFill>
              </a:defRPr>
            </a:lvl1pPr>
          </a:lstStyle>
          <a:p>
            <a:pPr lvl="0">
              <a:defRPr/>
            </a:pPr>
            <a:r>
              <a:rPr lang="en-US" sz="800" dirty="0">
                <a:solidFill>
                  <a:prstClr val="black"/>
                </a:solidFill>
              </a:rPr>
              <a:t>Anirban Bandyopadhyay</a:t>
            </a:r>
            <a:endParaRPr kumimoji="0" lang="en-IN" sz="800" b="1" i="0" u="none" strike="noStrike" kern="1200" cap="none" spc="0" normalizeH="0" baseline="0" noProof="0" dirty="0">
              <a:ln>
                <a:noFill/>
              </a:ln>
              <a:solidFill>
                <a:prstClr val="black"/>
              </a:solidFill>
              <a:effectLst/>
              <a:uLnTx/>
              <a:uFillTx/>
              <a:latin typeface="Verdana"/>
              <a:ea typeface="+mn-ea"/>
              <a:cs typeface="+mn-cs"/>
            </a:endParaRPr>
          </a:p>
        </p:txBody>
      </p:sp>
      <p:sp>
        <p:nvSpPr>
          <p:cNvPr id="49" name="Rectangle 48"/>
          <p:cNvSpPr/>
          <p:nvPr/>
        </p:nvSpPr>
        <p:spPr bwMode="gray">
          <a:xfrm>
            <a:off x="3147042" y="3981258"/>
            <a:ext cx="2260050" cy="406428"/>
          </a:xfrm>
          <a:prstGeom prst="rect">
            <a:avLst/>
          </a:prstGeom>
          <a:solidFill>
            <a:schemeClr val="tx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IN" sz="850" b="1" i="0" u="none" strike="noStrike" kern="1200" cap="none" spc="0" normalizeH="0" baseline="0" noProof="0" dirty="0">
                <a:ln>
                  <a:noFill/>
                </a:ln>
                <a:solidFill>
                  <a:srgbClr val="86BC25"/>
                </a:solidFill>
                <a:effectLst/>
                <a:uLnTx/>
                <a:uFillTx/>
                <a:latin typeface="Verdana"/>
                <a:ea typeface="+mn-ea"/>
                <a:cs typeface="+mn-cs"/>
              </a:rPr>
              <a:t>Project Manager</a:t>
            </a:r>
          </a:p>
        </p:txBody>
      </p:sp>
      <p:sp>
        <p:nvSpPr>
          <p:cNvPr id="50" name="TextBox 49"/>
          <p:cNvSpPr txBox="1"/>
          <p:nvPr/>
        </p:nvSpPr>
        <p:spPr>
          <a:xfrm>
            <a:off x="3140525" y="5331237"/>
            <a:ext cx="2002358" cy="246221"/>
          </a:xfrm>
          <a:prstGeom prst="rect">
            <a:avLst/>
          </a:prstGeom>
          <a:noFill/>
        </p:spPr>
        <p:txBody>
          <a:bodyPr wrap="square" lIns="0" tIns="0" rIns="0" bIns="0" rtlCol="0">
            <a:spAutoFit/>
          </a:bodyPr>
          <a:lstStyle>
            <a:defPPr>
              <a:defRPr lang="en-US"/>
            </a:defPPr>
            <a:lvl1pPr algn="ctr">
              <a:buSzPct val="100000"/>
              <a:defRPr sz="900" i="1">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800" b="0" i="1" u="none" strike="noStrike" kern="1200" cap="none" spc="0" normalizeH="0" baseline="0" noProof="0" dirty="0">
                <a:ln>
                  <a:noFill/>
                </a:ln>
                <a:solidFill>
                  <a:prstClr val="black"/>
                </a:solidFill>
                <a:effectLst/>
                <a:uLnTx/>
                <a:uFillTx/>
                <a:latin typeface="Verdana"/>
                <a:ea typeface="+mn-ea"/>
                <a:cs typeface="+mn-cs"/>
              </a:rPr>
              <a:t>Manager, </a:t>
            </a:r>
          </a:p>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800" b="0" i="1" u="none" strike="noStrike" kern="1200" cap="none" spc="0" normalizeH="0" baseline="0" noProof="0" dirty="0">
                <a:ln>
                  <a:noFill/>
                </a:ln>
                <a:solidFill>
                  <a:prstClr val="black"/>
                </a:solidFill>
                <a:effectLst/>
                <a:uLnTx/>
                <a:uFillTx/>
                <a:latin typeface="Verdana"/>
                <a:ea typeface="+mn-ea"/>
                <a:cs typeface="+mn-cs"/>
              </a:rPr>
              <a:t>Deloitte (India)</a:t>
            </a:r>
          </a:p>
        </p:txBody>
      </p:sp>
      <p:sp>
        <p:nvSpPr>
          <p:cNvPr id="51" name="TextBox 50"/>
          <p:cNvSpPr txBox="1"/>
          <p:nvPr/>
        </p:nvSpPr>
        <p:spPr>
          <a:xfrm>
            <a:off x="3247682" y="5618552"/>
            <a:ext cx="2002358" cy="1046440"/>
          </a:xfrm>
          <a:prstGeom prst="rect">
            <a:avLst/>
          </a:prstGeom>
          <a:noFill/>
        </p:spPr>
        <p:txBody>
          <a:bodyPr wrap="square" lIns="0" tIns="0" rIns="0" bIns="0" rtlCol="0">
            <a:spAutoFit/>
          </a:bodyPr>
          <a:lstStyle/>
          <a:p>
            <a:pPr marL="87313" lvl="0" indent="-87313">
              <a:spcBef>
                <a:spcPts val="600"/>
              </a:spcBef>
              <a:buSzPct val="100000"/>
              <a:buFont typeface="Arial" panose="020B0604020202020204" pitchFamily="34" charset="0"/>
              <a:buChar char="•"/>
            </a:pPr>
            <a:r>
              <a:rPr lang="en-US" sz="900" i="1" dirty="0"/>
              <a:t>Over 12 years of experience including 6 years in coal power plant O&amp;M and 6 years in power sector consulting covering conventional and RE generation</a:t>
            </a:r>
          </a:p>
          <a:p>
            <a:pPr marL="87313" lvl="0" indent="-87313">
              <a:spcBef>
                <a:spcPts val="600"/>
              </a:spcBef>
              <a:buSzPct val="100000"/>
              <a:buFont typeface="Arial" panose="020B0604020202020204" pitchFamily="34" charset="0"/>
              <a:buChar char="•"/>
            </a:pPr>
            <a:r>
              <a:rPr lang="en-US" sz="900" i="1" dirty="0"/>
              <a:t>He is B.E. Power Engineering and MBA in Power Management</a:t>
            </a:r>
          </a:p>
        </p:txBody>
      </p:sp>
      <p:sp>
        <p:nvSpPr>
          <p:cNvPr id="52" name="Round Diagonal Corner Rectangle 51"/>
          <p:cNvSpPr/>
          <p:nvPr/>
        </p:nvSpPr>
        <p:spPr bwMode="gray">
          <a:xfrm>
            <a:off x="5840454" y="3809296"/>
            <a:ext cx="2257200" cy="2991764"/>
          </a:xfrm>
          <a:prstGeom prst="round2DiagRect">
            <a:avLst/>
          </a:prstGeom>
          <a:solidFill>
            <a:srgbClr val="CFE99E"/>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1200" cap="none" spc="0" normalizeH="0" baseline="0" noProof="0" dirty="0">
              <a:ln>
                <a:noFill/>
              </a:ln>
              <a:solidFill>
                <a:prstClr val="white"/>
              </a:solidFill>
              <a:effectLst/>
              <a:uLnTx/>
              <a:uFillTx/>
              <a:latin typeface="Verdana"/>
              <a:ea typeface="+mn-ea"/>
              <a:cs typeface="+mn-cs"/>
            </a:endParaRPr>
          </a:p>
        </p:txBody>
      </p:sp>
      <p:sp>
        <p:nvSpPr>
          <p:cNvPr id="53" name="Rectangle 52"/>
          <p:cNvSpPr/>
          <p:nvPr/>
        </p:nvSpPr>
        <p:spPr bwMode="gray">
          <a:xfrm>
            <a:off x="5837603" y="3981257"/>
            <a:ext cx="2260051" cy="406428"/>
          </a:xfrm>
          <a:prstGeom prst="rect">
            <a:avLst/>
          </a:prstGeom>
          <a:solidFill>
            <a:schemeClr val="tx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IN" sz="850" b="1" i="0" u="none" strike="noStrike" kern="1200" cap="none" spc="0" normalizeH="0" baseline="0" noProof="0" dirty="0">
                <a:ln>
                  <a:noFill/>
                </a:ln>
                <a:solidFill>
                  <a:srgbClr val="86BC25"/>
                </a:solidFill>
                <a:effectLst/>
                <a:uLnTx/>
                <a:uFillTx/>
                <a:latin typeface="Verdana"/>
                <a:ea typeface="+mn-ea"/>
                <a:cs typeface="+mn-cs"/>
              </a:rPr>
              <a:t>Project Associate - Technical</a:t>
            </a:r>
          </a:p>
        </p:txBody>
      </p:sp>
      <p:sp>
        <p:nvSpPr>
          <p:cNvPr id="54" name="TextBox 53"/>
          <p:cNvSpPr txBox="1"/>
          <p:nvPr/>
        </p:nvSpPr>
        <p:spPr>
          <a:xfrm>
            <a:off x="5892922" y="5616119"/>
            <a:ext cx="2115005" cy="1046440"/>
          </a:xfrm>
          <a:prstGeom prst="rect">
            <a:avLst/>
          </a:prstGeom>
          <a:noFill/>
        </p:spPr>
        <p:txBody>
          <a:bodyPr wrap="square" lIns="0" tIns="0" rIns="0" bIns="0" rtlCol="0">
            <a:spAutoFit/>
          </a:bodyPr>
          <a:lstStyle/>
          <a:p>
            <a:pPr marL="87313" lvl="0" indent="-87313">
              <a:spcBef>
                <a:spcPts val="600"/>
              </a:spcBef>
              <a:buSzPct val="100000"/>
              <a:buFont typeface="Arial" panose="020B0604020202020204" pitchFamily="34" charset="0"/>
              <a:buChar char="•"/>
            </a:pPr>
            <a:r>
              <a:rPr lang="en-US" sz="900" i="1" dirty="0"/>
              <a:t>9+ years’ experience in exploration, resource planning, viability study for Coal, CBM, Iron Ore, Gold, etc. across India, Mozambique, Indonesia, PNG, Philippines, Nepal, Mauritania</a:t>
            </a:r>
          </a:p>
          <a:p>
            <a:pPr marL="87313" lvl="0" indent="-87313">
              <a:spcBef>
                <a:spcPts val="600"/>
              </a:spcBef>
              <a:buSzPct val="100000"/>
              <a:buFont typeface="Arial" panose="020B0604020202020204" pitchFamily="34" charset="0"/>
              <a:buChar char="•"/>
            </a:pPr>
            <a:r>
              <a:rPr lang="en-US" sz="900" i="1" dirty="0"/>
              <a:t>He is M.Sc. In Applied Geology</a:t>
            </a:r>
          </a:p>
        </p:txBody>
      </p:sp>
      <p:sp>
        <p:nvSpPr>
          <p:cNvPr id="55" name="TextBox 54"/>
          <p:cNvSpPr txBox="1"/>
          <p:nvPr/>
        </p:nvSpPr>
        <p:spPr>
          <a:xfrm>
            <a:off x="5970608" y="5234228"/>
            <a:ext cx="1936142" cy="123111"/>
          </a:xfrm>
          <a:prstGeom prst="rect">
            <a:avLst/>
          </a:prstGeom>
          <a:noFill/>
        </p:spPr>
        <p:txBody>
          <a:bodyPr wrap="square" lIns="0" tIns="0" rIns="0" bIns="0" rtlCol="0">
            <a:spAutoFit/>
          </a:bodyPr>
          <a:lstStyle>
            <a:defPPr>
              <a:defRPr lang="en-US"/>
            </a:defPPr>
            <a:lvl1pPr algn="ctr">
              <a:buSzPct val="100000"/>
              <a:defRPr sz="1000" b="1">
                <a:solidFill>
                  <a:schemeClr val="bg1"/>
                </a:solidFill>
              </a:defRPr>
            </a:lvl1pPr>
          </a:lstStyle>
          <a:p>
            <a:pPr lvl="0">
              <a:defRPr/>
            </a:pPr>
            <a:r>
              <a:rPr lang="en-US" sz="800" dirty="0">
                <a:solidFill>
                  <a:prstClr val="black"/>
                </a:solidFill>
              </a:rPr>
              <a:t>Mainak Mukherjee</a:t>
            </a:r>
          </a:p>
        </p:txBody>
      </p:sp>
      <p:sp>
        <p:nvSpPr>
          <p:cNvPr id="56" name="TextBox 55"/>
          <p:cNvSpPr txBox="1"/>
          <p:nvPr/>
        </p:nvSpPr>
        <p:spPr>
          <a:xfrm>
            <a:off x="5947017" y="5338107"/>
            <a:ext cx="2002358" cy="246221"/>
          </a:xfrm>
          <a:prstGeom prst="rect">
            <a:avLst/>
          </a:prstGeom>
          <a:noFill/>
        </p:spPr>
        <p:txBody>
          <a:bodyPr wrap="square" lIns="0" tIns="0" rIns="0" bIns="0" rtlCol="0">
            <a:spAutoFit/>
          </a:bodyPr>
          <a:lstStyle>
            <a:defPPr>
              <a:defRPr lang="en-US"/>
            </a:defPPr>
            <a:lvl1pPr algn="ctr">
              <a:buSzPct val="100000"/>
              <a:defRPr sz="900" i="1">
                <a:solidFill>
                  <a:schemeClr val="bg1"/>
                </a:solidFill>
              </a:defRPr>
            </a:lvl1pPr>
          </a:lstStyle>
          <a:p>
            <a:pPr lvl="0">
              <a:defRPr/>
            </a:pPr>
            <a:r>
              <a:rPr lang="en-US" sz="800" dirty="0">
                <a:solidFill>
                  <a:prstClr val="black"/>
                </a:solidFill>
              </a:rPr>
              <a:t>Senior Consultant, </a:t>
            </a:r>
          </a:p>
          <a:p>
            <a:pPr lvl="0">
              <a:defRPr/>
            </a:pPr>
            <a:r>
              <a:rPr lang="en-US" sz="800" dirty="0">
                <a:solidFill>
                  <a:prstClr val="black"/>
                </a:solidFill>
              </a:rPr>
              <a:t>Deloitte (India)</a:t>
            </a:r>
          </a:p>
        </p:txBody>
      </p:sp>
      <p:pic>
        <p:nvPicPr>
          <p:cNvPr id="59" name="Picture 58"/>
          <p:cNvPicPr>
            <a:picLocks noChangeAspect="1"/>
          </p:cNvPicPr>
          <p:nvPr/>
        </p:nvPicPr>
        <p:blipFill>
          <a:blip r:embed="rId6" cstate="hqprint">
            <a:extLst>
              <a:ext uri="{28A0092B-C50C-407E-A947-70E740481C1C}">
                <a14:useLocalDpi xmlns:a14="http://schemas.microsoft.com/office/drawing/2010/main" val="0"/>
              </a:ext>
            </a:extLst>
          </a:blip>
          <a:stretch>
            <a:fillRect/>
          </a:stretch>
        </p:blipFill>
        <p:spPr>
          <a:xfrm>
            <a:off x="3952008" y="4468777"/>
            <a:ext cx="432922" cy="598953"/>
          </a:xfrm>
          <a:prstGeom prst="round2DiagRect">
            <a:avLst>
              <a:gd name="adj1" fmla="val 16667"/>
              <a:gd name="adj2" fmla="val 0"/>
            </a:avLst>
          </a:prstGeom>
          <a:ln w="19050" cap="sq">
            <a:solidFill>
              <a:srgbClr val="FFFFFF"/>
            </a:solidFill>
            <a:miter lim="800000"/>
          </a:ln>
          <a:effectLst>
            <a:outerShdw blurRad="254000" algn="tl" rotWithShape="0">
              <a:srgbClr val="000000">
                <a:alpha val="43000"/>
              </a:srgbClr>
            </a:outerShdw>
          </a:effectLst>
        </p:spPr>
      </p:pic>
      <p:pic>
        <p:nvPicPr>
          <p:cNvPr id="60" name="Picture 59"/>
          <p:cNvPicPr>
            <a:picLocks noChangeAspect="1"/>
          </p:cNvPicPr>
          <p:nvPr/>
        </p:nvPicPr>
        <p:blipFill>
          <a:blip r:embed="rId7"/>
          <a:stretch>
            <a:fillRect/>
          </a:stretch>
        </p:blipFill>
        <p:spPr>
          <a:xfrm>
            <a:off x="6704015" y="4480076"/>
            <a:ext cx="488362" cy="577779"/>
          </a:xfrm>
          <a:prstGeom prst="round2DiagRect">
            <a:avLst>
              <a:gd name="adj1" fmla="val 16667"/>
              <a:gd name="adj2" fmla="val 0"/>
            </a:avLst>
          </a:prstGeom>
          <a:ln w="1905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412177166"/>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501" imgH="502" progId="TCLayout.ActiveDocument.1">
                  <p:embed/>
                </p:oleObj>
              </mc:Choice>
              <mc:Fallback>
                <p:oleObj name="think-cell Slide" r:id="rId5" imgW="501" imgH="502" progId="TCLayout.ActiveDocument.1">
                  <p:embed/>
                  <p:pic>
                    <p:nvPicPr>
                      <p:cNvPr id="6" name="Object 5"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 name="Rectangle 4" hidden="1"/>
          <p:cNvSpPr/>
          <p:nvPr>
            <p:custDataLst>
              <p:tags r:id="rId2"/>
            </p:custDataLst>
          </p:nvPr>
        </p:nvSpPr>
        <p:spPr bwMode="gray">
          <a:xfrm>
            <a:off x="0" y="0"/>
            <a:ext cx="158750" cy="158750"/>
          </a:xfrm>
          <a:prstGeom prst="rect">
            <a:avLst/>
          </a:prstGeom>
          <a:solidFill>
            <a:schemeClr val="accent3"/>
          </a:solidFill>
          <a:ln w="19050" algn="ctr">
            <a:noFill/>
            <a:miter lim="800000"/>
            <a:headEnd/>
            <a:tailEnd/>
          </a:ln>
        </p:spPr>
        <p:txBody>
          <a:bodyPr vert="horz" wrap="none" lIns="0" tIns="0" rIns="0" bIns="0" numCol="1" spcCol="0" rtlCol="0" anchor="ctr" anchorCtr="0">
            <a:noAutofit/>
          </a:bodyPr>
          <a:lstStyle/>
          <a:p>
            <a:pPr marL="0" marR="0" lvl="0" indent="0" algn="ctr" defTabSz="914400" rtl="0" eaLnBrk="1" fontAlgn="auto" latinLnBrk="0" hangingPunct="1">
              <a:lnSpc>
                <a:spcPct val="100000"/>
              </a:lnSpc>
              <a:spcBef>
                <a:spcPct val="0"/>
              </a:spcBef>
              <a:spcAft>
                <a:spcPct val="0"/>
              </a:spcAft>
              <a:buClrTx/>
              <a:buSzTx/>
              <a:buFont typeface="Wingdings 2" pitchFamily="18" charset="2"/>
              <a:buNone/>
              <a:tabLst/>
              <a:defRPr/>
            </a:pPr>
            <a:endParaRPr kumimoji="0" lang="en-US" sz="2000" b="0" i="0" u="none" strike="noStrike" kern="1200" cap="none" spc="0" normalizeH="0" baseline="0" noProof="0" dirty="0">
              <a:ln>
                <a:noFill/>
              </a:ln>
              <a:solidFill>
                <a:prstClr val="white"/>
              </a:solidFill>
              <a:effectLst/>
              <a:uLnTx/>
              <a:uFillTx/>
              <a:latin typeface="Verdana" panose="020B0604030504040204" pitchFamily="34" charset="0"/>
              <a:ea typeface="+mn-ea"/>
              <a:cs typeface="+mn-cs"/>
              <a:sym typeface="Verdana" panose="020B0604030504040204" pitchFamily="34" charset="0"/>
            </a:endParaRPr>
          </a:p>
        </p:txBody>
      </p:sp>
      <p:sp>
        <p:nvSpPr>
          <p:cNvPr id="3" name="Title 2"/>
          <p:cNvSpPr>
            <a:spLocks noGrp="1"/>
          </p:cNvSpPr>
          <p:nvPr>
            <p:ph type="title"/>
          </p:nvPr>
        </p:nvSpPr>
        <p:spPr/>
        <p:txBody>
          <a:bodyPr/>
          <a:lstStyle/>
          <a:p>
            <a:r>
              <a:rPr lang="en-US" dirty="0"/>
              <a:t>Deloitte is world’s largest professional services firm, with rich experience of executing similar mandates in India</a:t>
            </a:r>
            <a:endParaRPr lang="en-GB" dirty="0"/>
          </a:p>
        </p:txBody>
      </p:sp>
      <p:graphicFrame>
        <p:nvGraphicFramePr>
          <p:cNvPr id="326" name="Table 325"/>
          <p:cNvGraphicFramePr>
            <a:graphicFrameLocks noGrp="1"/>
          </p:cNvGraphicFramePr>
          <p:nvPr>
            <p:extLst>
              <p:ext uri="{D42A27DB-BD31-4B8C-83A1-F6EECF244321}">
                <p14:modId xmlns:p14="http://schemas.microsoft.com/office/powerpoint/2010/main" val="3092133461"/>
              </p:ext>
            </p:extLst>
          </p:nvPr>
        </p:nvGraphicFramePr>
        <p:xfrm>
          <a:off x="3419882" y="1208452"/>
          <a:ext cx="8302218" cy="4904001"/>
        </p:xfrm>
        <a:graphic>
          <a:graphicData uri="http://schemas.openxmlformats.org/drawingml/2006/table">
            <a:tbl>
              <a:tblPr firstRow="1">
                <a:tableStyleId>{5FD0F851-EC5A-4D38-B0AD-8093EC10F338}</a:tableStyleId>
              </a:tblPr>
              <a:tblGrid>
                <a:gridCol w="1810258">
                  <a:extLst>
                    <a:ext uri="{9D8B030D-6E8A-4147-A177-3AD203B41FA5}">
                      <a16:colId xmlns:a16="http://schemas.microsoft.com/office/drawing/2014/main" val="1108107814"/>
                    </a:ext>
                  </a:extLst>
                </a:gridCol>
                <a:gridCol w="1622990">
                  <a:extLst>
                    <a:ext uri="{9D8B030D-6E8A-4147-A177-3AD203B41FA5}">
                      <a16:colId xmlns:a16="http://schemas.microsoft.com/office/drawing/2014/main" val="3993538110"/>
                    </a:ext>
                  </a:extLst>
                </a:gridCol>
                <a:gridCol w="1622990">
                  <a:extLst>
                    <a:ext uri="{9D8B030D-6E8A-4147-A177-3AD203B41FA5}">
                      <a16:colId xmlns:a16="http://schemas.microsoft.com/office/drawing/2014/main" val="1490313064"/>
                    </a:ext>
                  </a:extLst>
                </a:gridCol>
                <a:gridCol w="1622990">
                  <a:extLst>
                    <a:ext uri="{9D8B030D-6E8A-4147-A177-3AD203B41FA5}">
                      <a16:colId xmlns:a16="http://schemas.microsoft.com/office/drawing/2014/main" val="3159901895"/>
                    </a:ext>
                  </a:extLst>
                </a:gridCol>
                <a:gridCol w="1622990">
                  <a:extLst>
                    <a:ext uri="{9D8B030D-6E8A-4147-A177-3AD203B41FA5}">
                      <a16:colId xmlns:a16="http://schemas.microsoft.com/office/drawing/2014/main" val="735658174"/>
                    </a:ext>
                  </a:extLst>
                </a:gridCol>
              </a:tblGrid>
              <a:tr h="574941">
                <a:tc>
                  <a:txBody>
                    <a:bodyPr/>
                    <a:lstStyle/>
                    <a:p>
                      <a:pPr algn="ctr"/>
                      <a:endParaRPr lang="en-IN" sz="1100" b="1" dirty="0"/>
                    </a:p>
                  </a:txBody>
                  <a:tcPr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sz="1000" b="1" dirty="0">
                          <a:solidFill>
                            <a:schemeClr val="tx1"/>
                          </a:solidFill>
                          <a:latin typeface="Calibri" panose="020F0502020204030204" pitchFamily="34" charset="0"/>
                          <a:cs typeface="Calibri" panose="020F0502020204030204" pitchFamily="34" charset="0"/>
                        </a:rPr>
                        <a:t>Strategy</a:t>
                      </a:r>
                      <a:r>
                        <a:rPr lang="en-IN" sz="1000" b="1" baseline="0" dirty="0">
                          <a:solidFill>
                            <a:schemeClr val="tx1"/>
                          </a:solidFill>
                          <a:latin typeface="Calibri" panose="020F0502020204030204" pitchFamily="34" charset="0"/>
                          <a:cs typeface="Calibri" panose="020F0502020204030204" pitchFamily="34" charset="0"/>
                        </a:rPr>
                        <a:t> / market research / business plan </a:t>
                      </a:r>
                      <a:endParaRPr lang="en-IN" sz="1000" b="1" dirty="0">
                        <a:solidFill>
                          <a:srgbClr val="009A44"/>
                        </a:solidFill>
                        <a:latin typeface="Calibri" panose="020F0502020204030204" pitchFamily="34" charset="0"/>
                        <a:cs typeface="Calibri" panose="020F0502020204030204" pitchFamily="34" charset="0"/>
                      </a:endParaRPr>
                    </a:p>
                  </a:txBody>
                  <a:tcPr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000" b="1" dirty="0">
                          <a:latin typeface="Calibri" panose="020F0502020204030204" pitchFamily="34" charset="0"/>
                          <a:cs typeface="Calibri" panose="020F0502020204030204" pitchFamily="34" charset="0"/>
                        </a:rPr>
                        <a:t>Due diligence/ feasibility studies</a:t>
                      </a:r>
                      <a:endParaRPr kumimoji="0" lang="en-IN" sz="1000" b="1" i="0" u="none" strike="noStrike" kern="1200" cap="none" spc="0" normalizeH="0" baseline="0" noProof="0" dirty="0">
                        <a:ln>
                          <a:noFill/>
                        </a:ln>
                        <a:solidFill>
                          <a:srgbClr val="009A44"/>
                        </a:solidFill>
                        <a:effectLst/>
                        <a:uLnTx/>
                        <a:uFillTx/>
                        <a:latin typeface="Calibri" panose="020F0502020204030204" pitchFamily="34" charset="0"/>
                        <a:ea typeface="+mn-ea"/>
                        <a:cs typeface="Calibri" panose="020F0502020204030204" pitchFamily="34" charset="0"/>
                      </a:endParaRPr>
                    </a:p>
                  </a:txBody>
                  <a:tcPr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000" b="1" dirty="0">
                          <a:latin typeface="Calibri" panose="020F0502020204030204" pitchFamily="34" charset="0"/>
                          <a:cs typeface="Calibri" panose="020F0502020204030204" pitchFamily="34" charset="0"/>
                        </a:rPr>
                        <a:t>Regulatory support / Bid advisory</a:t>
                      </a:r>
                    </a:p>
                  </a:txBody>
                  <a:tcPr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000" b="1" kern="1200" baseline="0" noProof="0" dirty="0">
                          <a:solidFill>
                            <a:schemeClr val="tx1"/>
                          </a:solidFill>
                          <a:latin typeface="Calibri" panose="020F0502020204030204" pitchFamily="34" charset="0"/>
                          <a:ea typeface="+mn-ea"/>
                          <a:cs typeface="Calibri" panose="020F0502020204030204" pitchFamily="34" charset="0"/>
                        </a:rPr>
                        <a:t>Strategic implementation</a:t>
                      </a:r>
                      <a:endParaRPr lang="en-IN" sz="1000" b="1" kern="1200" baseline="0" noProof="0" dirty="0">
                        <a:solidFill>
                          <a:schemeClr val="tx1"/>
                        </a:solidFill>
                        <a:latin typeface="Calibri" panose="020F0502020204030204" pitchFamily="34" charset="0"/>
                        <a:ea typeface="+mn-ea"/>
                        <a:cs typeface="Calibri" panose="020F0502020204030204" pitchFamily="34" charset="0"/>
                      </a:endParaRPr>
                    </a:p>
                  </a:txBody>
                  <a:tcPr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41892955"/>
                  </a:ext>
                </a:extLst>
              </a:tr>
              <a:tr h="721510">
                <a:tc>
                  <a:txBody>
                    <a:bodyPr/>
                    <a:lstStyle/>
                    <a:p>
                      <a:pPr algn="ctr"/>
                      <a:r>
                        <a:rPr lang="en-US" sz="1000" b="1" dirty="0">
                          <a:effectLst/>
                        </a:rPr>
                        <a:t>Coal / Major minerals / Metals </a:t>
                      </a:r>
                      <a:endParaRPr lang="en-IN" sz="1000" b="1" dirty="0">
                        <a:effectLst/>
                      </a:endParaRPr>
                    </a:p>
                  </a:txBody>
                  <a:tcPr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endParaRPr lang="en-IN" sz="1100" b="1" dirty="0">
                        <a:solidFill>
                          <a:srgbClr val="009A44"/>
                        </a:solidFill>
                      </a:endParaRPr>
                    </a:p>
                  </a:txBody>
                  <a:tcPr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IN" sz="1100" b="1" i="0" u="none" strike="noStrike" kern="1200" cap="none" spc="0" normalizeH="0" baseline="0" noProof="0" dirty="0">
                        <a:ln>
                          <a:noFill/>
                        </a:ln>
                        <a:solidFill>
                          <a:srgbClr val="009A44"/>
                        </a:solidFill>
                        <a:effectLst/>
                        <a:uLnTx/>
                        <a:uFillTx/>
                        <a:latin typeface="Verdana"/>
                        <a:ea typeface="+mn-ea"/>
                        <a:cs typeface="+mn-cs"/>
                      </a:endParaRPr>
                    </a:p>
                  </a:txBody>
                  <a:tcPr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IN" sz="1100" b="1" i="0" u="none" strike="noStrike" kern="1200" cap="none" spc="0" normalizeH="0" baseline="0" noProof="0" dirty="0">
                        <a:ln>
                          <a:noFill/>
                        </a:ln>
                        <a:solidFill>
                          <a:srgbClr val="009A44"/>
                        </a:solidFill>
                        <a:effectLst/>
                        <a:uLnTx/>
                        <a:uFillTx/>
                        <a:latin typeface="Verdana"/>
                        <a:ea typeface="+mn-ea"/>
                        <a:cs typeface="+mn-cs"/>
                      </a:endParaRPr>
                    </a:p>
                  </a:txBody>
                  <a:tcPr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IN" sz="1100" b="1" i="0" u="none" strike="noStrike" kern="1200" cap="none" spc="0" normalizeH="0" baseline="0" noProof="0" dirty="0">
                        <a:ln>
                          <a:noFill/>
                        </a:ln>
                        <a:solidFill>
                          <a:srgbClr val="009A44"/>
                        </a:solidFill>
                        <a:effectLst/>
                        <a:uLnTx/>
                        <a:uFillTx/>
                        <a:latin typeface="Verdana"/>
                        <a:ea typeface="+mn-ea"/>
                        <a:cs typeface="+mn-cs"/>
                      </a:endParaRPr>
                    </a:p>
                  </a:txBody>
                  <a:tcPr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71532705"/>
                  </a:ext>
                </a:extLst>
              </a:tr>
              <a:tr h="721510">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IN" sz="1000" b="1" kern="1200" baseline="0" dirty="0">
                          <a:solidFill>
                            <a:schemeClr val="tx1"/>
                          </a:solidFill>
                          <a:effectLst/>
                          <a:latin typeface="+mn-lt"/>
                          <a:ea typeface="+mn-ea"/>
                          <a:cs typeface="+mn-cs"/>
                        </a:rPr>
                        <a:t>SCG/ C2C / CBM</a:t>
                      </a:r>
                    </a:p>
                  </a:txBody>
                  <a:tcPr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endParaRPr lang="en-IN" sz="1100" b="1" dirty="0">
                        <a:solidFill>
                          <a:srgbClr val="009A44"/>
                        </a:solidFill>
                      </a:endParaRPr>
                    </a:p>
                  </a:txBody>
                  <a:tcPr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IN" sz="1100" b="1" i="0" u="none" strike="noStrike" kern="1200" cap="none" spc="0" normalizeH="0" baseline="0" noProof="0" dirty="0">
                        <a:ln>
                          <a:noFill/>
                        </a:ln>
                        <a:solidFill>
                          <a:srgbClr val="009A44"/>
                        </a:solidFill>
                        <a:effectLst/>
                        <a:uLnTx/>
                        <a:uFillTx/>
                        <a:latin typeface="Verdana"/>
                        <a:ea typeface="+mn-ea"/>
                        <a:cs typeface="+mn-cs"/>
                      </a:endParaRPr>
                    </a:p>
                  </a:txBody>
                  <a:tcPr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IN" sz="1100" b="1" i="0" u="none" strike="noStrike" kern="1200" cap="none" spc="0" normalizeH="0" baseline="0" noProof="0" dirty="0">
                        <a:ln>
                          <a:noFill/>
                        </a:ln>
                        <a:solidFill>
                          <a:srgbClr val="009A44"/>
                        </a:solidFill>
                        <a:effectLst/>
                        <a:uLnTx/>
                        <a:uFillTx/>
                        <a:latin typeface="Verdana"/>
                        <a:ea typeface="+mn-ea"/>
                        <a:cs typeface="+mn-cs"/>
                      </a:endParaRPr>
                    </a:p>
                  </a:txBody>
                  <a:tcPr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IN" sz="1100" b="1" i="0" u="none" strike="noStrike" kern="1200" cap="none" spc="0" normalizeH="0" baseline="0" noProof="0" dirty="0">
                        <a:ln>
                          <a:noFill/>
                        </a:ln>
                        <a:solidFill>
                          <a:srgbClr val="009A44"/>
                        </a:solidFill>
                        <a:effectLst/>
                        <a:uLnTx/>
                        <a:uFillTx/>
                        <a:latin typeface="Verdana"/>
                        <a:ea typeface="+mn-ea"/>
                        <a:cs typeface="+mn-cs"/>
                      </a:endParaRPr>
                    </a:p>
                  </a:txBody>
                  <a:tcPr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85578437"/>
                  </a:ext>
                </a:extLst>
              </a:tr>
              <a:tr h="721510">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000" b="1" baseline="0" dirty="0">
                          <a:effectLst/>
                        </a:rPr>
                        <a:t>Thermal power</a:t>
                      </a:r>
                      <a:endParaRPr lang="en-US" sz="1000" b="1" dirty="0">
                        <a:effectLst/>
                      </a:endParaRPr>
                    </a:p>
                  </a:txBody>
                  <a:tcPr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endParaRPr lang="en-IN" sz="1100" b="1" dirty="0">
                        <a:solidFill>
                          <a:srgbClr val="009A44"/>
                        </a:solidFill>
                      </a:endParaRPr>
                    </a:p>
                  </a:txBody>
                  <a:tcPr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IN" sz="1100" b="1" i="0" u="none" strike="noStrike" kern="1200" cap="none" spc="0" normalizeH="0" baseline="0" noProof="0" dirty="0">
                        <a:ln>
                          <a:noFill/>
                        </a:ln>
                        <a:solidFill>
                          <a:srgbClr val="009A44"/>
                        </a:solidFill>
                        <a:effectLst/>
                        <a:uLnTx/>
                        <a:uFillTx/>
                        <a:latin typeface="Verdana"/>
                        <a:ea typeface="+mn-ea"/>
                        <a:cs typeface="+mn-cs"/>
                      </a:endParaRPr>
                    </a:p>
                  </a:txBody>
                  <a:tcPr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IN" sz="1100" b="1" i="0" u="none" strike="noStrike" kern="1200" cap="none" spc="0" normalizeH="0" baseline="0" noProof="0" dirty="0">
                        <a:ln>
                          <a:noFill/>
                        </a:ln>
                        <a:solidFill>
                          <a:srgbClr val="009A44"/>
                        </a:solidFill>
                        <a:effectLst/>
                        <a:uLnTx/>
                        <a:uFillTx/>
                        <a:latin typeface="Verdana"/>
                        <a:ea typeface="+mn-ea"/>
                        <a:cs typeface="+mn-cs"/>
                      </a:endParaRPr>
                    </a:p>
                  </a:txBody>
                  <a:tcPr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IN" sz="1100" b="1" i="0" u="none" strike="noStrike" kern="1200" cap="none" spc="0" normalizeH="0" baseline="0" noProof="0" dirty="0">
                        <a:ln>
                          <a:noFill/>
                        </a:ln>
                        <a:solidFill>
                          <a:srgbClr val="009A44"/>
                        </a:solidFill>
                        <a:effectLst/>
                        <a:uLnTx/>
                        <a:uFillTx/>
                        <a:latin typeface="Verdana"/>
                        <a:ea typeface="+mn-ea"/>
                        <a:cs typeface="+mn-cs"/>
                      </a:endParaRPr>
                    </a:p>
                  </a:txBody>
                  <a:tcPr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53264858"/>
                  </a:ext>
                </a:extLst>
              </a:tr>
              <a:tr h="721510">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000" b="1" dirty="0">
                          <a:effectLst/>
                        </a:rPr>
                        <a:t>Solar Energy</a:t>
                      </a:r>
                    </a:p>
                  </a:txBody>
                  <a:tcPr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endParaRPr lang="en-IN" sz="1100" b="1" dirty="0">
                        <a:solidFill>
                          <a:srgbClr val="009A44"/>
                        </a:solidFill>
                      </a:endParaRPr>
                    </a:p>
                  </a:txBody>
                  <a:tcPr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IN" sz="1100" b="1" i="0" u="none" strike="noStrike" kern="1200" cap="none" spc="0" normalizeH="0" baseline="0" noProof="0" dirty="0">
                        <a:ln>
                          <a:noFill/>
                        </a:ln>
                        <a:solidFill>
                          <a:srgbClr val="009A44"/>
                        </a:solidFill>
                        <a:effectLst/>
                        <a:uLnTx/>
                        <a:uFillTx/>
                        <a:latin typeface="Verdana"/>
                        <a:ea typeface="+mn-ea"/>
                        <a:cs typeface="+mn-cs"/>
                      </a:endParaRPr>
                    </a:p>
                  </a:txBody>
                  <a:tcPr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IN" sz="1100" b="1" i="0" u="none" strike="noStrike" kern="1200" cap="none" spc="0" normalizeH="0" baseline="0" noProof="0" dirty="0">
                        <a:ln>
                          <a:noFill/>
                        </a:ln>
                        <a:solidFill>
                          <a:srgbClr val="009A44"/>
                        </a:solidFill>
                        <a:effectLst/>
                        <a:uLnTx/>
                        <a:uFillTx/>
                        <a:latin typeface="Verdana"/>
                        <a:ea typeface="+mn-ea"/>
                        <a:cs typeface="+mn-cs"/>
                      </a:endParaRPr>
                    </a:p>
                  </a:txBody>
                  <a:tcPr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IN" sz="1100" b="1" i="0" u="none" strike="noStrike" kern="1200" cap="none" spc="0" normalizeH="0" baseline="0" noProof="0" dirty="0">
                        <a:ln>
                          <a:noFill/>
                        </a:ln>
                        <a:solidFill>
                          <a:srgbClr val="009A44"/>
                        </a:solidFill>
                        <a:effectLst/>
                        <a:uLnTx/>
                        <a:uFillTx/>
                        <a:latin typeface="Verdana"/>
                        <a:ea typeface="+mn-ea"/>
                        <a:cs typeface="+mn-cs"/>
                      </a:endParaRPr>
                    </a:p>
                  </a:txBody>
                  <a:tcPr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00809102"/>
                  </a:ext>
                </a:extLst>
              </a:tr>
              <a:tr h="721510">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000" b="1" dirty="0">
                          <a:effectLst/>
                        </a:rPr>
                        <a:t>Mineral logistics</a:t>
                      </a:r>
                    </a:p>
                  </a:txBody>
                  <a:tcPr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endParaRPr lang="en-IN" sz="1100" b="1" dirty="0">
                        <a:solidFill>
                          <a:srgbClr val="009A44"/>
                        </a:solidFill>
                      </a:endParaRPr>
                    </a:p>
                  </a:txBody>
                  <a:tcPr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IN" sz="1100" b="1" i="0" u="none" strike="noStrike" kern="1200" cap="none" spc="0" normalizeH="0" baseline="0" noProof="0" dirty="0">
                        <a:ln>
                          <a:noFill/>
                        </a:ln>
                        <a:solidFill>
                          <a:srgbClr val="009A44"/>
                        </a:solidFill>
                        <a:effectLst/>
                        <a:uLnTx/>
                        <a:uFillTx/>
                        <a:latin typeface="Verdana"/>
                        <a:ea typeface="+mn-ea"/>
                        <a:cs typeface="+mn-cs"/>
                      </a:endParaRPr>
                    </a:p>
                  </a:txBody>
                  <a:tcPr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IN" sz="1100" b="1" i="0" u="none" strike="noStrike" kern="1200" cap="none" spc="0" normalizeH="0" baseline="0" noProof="0" dirty="0">
                        <a:ln>
                          <a:noFill/>
                        </a:ln>
                        <a:solidFill>
                          <a:srgbClr val="009A44"/>
                        </a:solidFill>
                        <a:effectLst/>
                        <a:uLnTx/>
                        <a:uFillTx/>
                        <a:latin typeface="Verdana"/>
                        <a:ea typeface="+mn-ea"/>
                        <a:cs typeface="+mn-cs"/>
                      </a:endParaRPr>
                    </a:p>
                  </a:txBody>
                  <a:tcPr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IN" sz="1100" b="1" i="0" u="none" strike="noStrike" kern="1200" cap="none" spc="0" normalizeH="0" baseline="0" noProof="0" dirty="0">
                        <a:ln>
                          <a:noFill/>
                        </a:ln>
                        <a:solidFill>
                          <a:srgbClr val="009A44"/>
                        </a:solidFill>
                        <a:effectLst/>
                        <a:uLnTx/>
                        <a:uFillTx/>
                        <a:latin typeface="Verdana"/>
                        <a:ea typeface="+mn-ea"/>
                        <a:cs typeface="+mn-cs"/>
                      </a:endParaRPr>
                    </a:p>
                  </a:txBody>
                  <a:tcPr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7571460"/>
                  </a:ext>
                </a:extLst>
              </a:tr>
              <a:tr h="721510">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000" b="1" dirty="0">
                          <a:effectLst/>
                        </a:rPr>
                        <a:t>EBITDA Improvement / value addition</a:t>
                      </a:r>
                    </a:p>
                  </a:txBody>
                  <a:tcPr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endParaRPr lang="en-IN" sz="1100" b="1" dirty="0">
                        <a:solidFill>
                          <a:srgbClr val="009A44"/>
                        </a:solidFill>
                      </a:endParaRPr>
                    </a:p>
                  </a:txBody>
                  <a:tcPr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IN" sz="1100" b="1" i="0" u="none" strike="noStrike" kern="1200" cap="none" spc="0" normalizeH="0" baseline="0" noProof="0" dirty="0">
                        <a:ln>
                          <a:noFill/>
                        </a:ln>
                        <a:solidFill>
                          <a:srgbClr val="009A44"/>
                        </a:solidFill>
                        <a:effectLst/>
                        <a:uLnTx/>
                        <a:uFillTx/>
                        <a:latin typeface="Verdana"/>
                        <a:ea typeface="+mn-ea"/>
                        <a:cs typeface="+mn-cs"/>
                      </a:endParaRPr>
                    </a:p>
                  </a:txBody>
                  <a:tcPr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IN" sz="1100" b="1" i="0" u="none" strike="noStrike" kern="1200" cap="none" spc="0" normalizeH="0" baseline="0" noProof="0" dirty="0">
                        <a:ln>
                          <a:noFill/>
                        </a:ln>
                        <a:solidFill>
                          <a:srgbClr val="009A44"/>
                        </a:solidFill>
                        <a:effectLst/>
                        <a:uLnTx/>
                        <a:uFillTx/>
                        <a:latin typeface="Verdana"/>
                        <a:ea typeface="+mn-ea"/>
                        <a:cs typeface="+mn-cs"/>
                      </a:endParaRPr>
                    </a:p>
                  </a:txBody>
                  <a:tcPr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IN" sz="1100" b="1" i="0" u="none" strike="noStrike" kern="1200" cap="none" spc="0" normalizeH="0" baseline="0" noProof="0" dirty="0">
                        <a:ln>
                          <a:noFill/>
                        </a:ln>
                        <a:solidFill>
                          <a:srgbClr val="009A44"/>
                        </a:solidFill>
                        <a:effectLst/>
                        <a:uLnTx/>
                        <a:uFillTx/>
                        <a:latin typeface="Verdana"/>
                        <a:ea typeface="+mn-ea"/>
                        <a:cs typeface="+mn-cs"/>
                      </a:endParaRPr>
                    </a:p>
                  </a:txBody>
                  <a:tcPr anchor="ctr">
                    <a:lnL>
                      <a:noFill/>
                    </a:lnL>
                    <a:lnR>
                      <a:noFill/>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39877271"/>
                  </a:ext>
                </a:extLst>
              </a:tr>
            </a:tbl>
          </a:graphicData>
        </a:graphic>
      </p:graphicFrame>
      <p:pic>
        <p:nvPicPr>
          <p:cNvPr id="348" name="Picture 347"/>
          <p:cNvPicPr>
            <a:picLocks noChangeAspect="1"/>
          </p:cNvPicPr>
          <p:nvPr/>
        </p:nvPicPr>
        <p:blipFill>
          <a:blip r:embed="rId7" cstate="hq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680465" y="1266133"/>
            <a:ext cx="404942" cy="365760"/>
          </a:xfrm>
          <a:prstGeom prst="rect">
            <a:avLst/>
          </a:prstGeom>
          <a:effectLst>
            <a:outerShdw blurRad="50800" dist="38100" dir="5400000" algn="t" rotWithShape="0">
              <a:prstClr val="black">
                <a:alpha val="40000"/>
              </a:prstClr>
            </a:outerShdw>
          </a:effectLst>
        </p:spPr>
      </p:pic>
      <p:sp>
        <p:nvSpPr>
          <p:cNvPr id="349" name="Rectangle 348"/>
          <p:cNvSpPr/>
          <p:nvPr/>
        </p:nvSpPr>
        <p:spPr bwMode="gray">
          <a:xfrm>
            <a:off x="3438931" y="1272223"/>
            <a:ext cx="914400" cy="361732"/>
          </a:xfrm>
          <a:prstGeom prst="rect">
            <a:avLst/>
          </a:prstGeom>
          <a:solidFill>
            <a:schemeClr val="accent2">
              <a:lumMod val="40000"/>
              <a:lumOff val="60000"/>
              <a:alpha val="12000"/>
            </a:schemeClr>
          </a:solidFill>
          <a:ln w="19050" algn="ctr">
            <a:solidFill>
              <a:schemeClr val="accent6"/>
            </a:solidFill>
            <a:miter lim="800000"/>
            <a:headEnd/>
            <a:tailEnd/>
          </a:ln>
        </p:spPr>
        <p:txBody>
          <a:bodyPr wrap="square" lIns="0" tIns="0" rIns="0" bIns="0" rtlCol="0" anchor="ctr">
            <a:noAutofit/>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1200" cap="none" spc="0" normalizeH="0" baseline="0" noProof="0" dirty="0">
              <a:ln>
                <a:noFill/>
              </a:ln>
              <a:solidFill>
                <a:prstClr val="white"/>
              </a:solidFill>
              <a:effectLst/>
              <a:uLnTx/>
              <a:uFillTx/>
              <a:latin typeface="Verdana"/>
              <a:ea typeface="+mn-ea"/>
              <a:cs typeface="+mn-cs"/>
            </a:endParaRPr>
          </a:p>
        </p:txBody>
      </p:sp>
      <p:sp>
        <p:nvSpPr>
          <p:cNvPr id="351" name="Rectangle 350"/>
          <p:cNvSpPr/>
          <p:nvPr/>
        </p:nvSpPr>
        <p:spPr bwMode="gray">
          <a:xfrm>
            <a:off x="9904273" y="960996"/>
            <a:ext cx="1793119" cy="130485"/>
          </a:xfrm>
          <a:prstGeom prst="rect">
            <a:avLst/>
          </a:prstGeom>
          <a:solidFill>
            <a:schemeClr val="bg1"/>
          </a:solidFill>
          <a:ln w="19050" algn="ctr">
            <a:noFill/>
            <a:miter lim="800000"/>
            <a:headEnd/>
            <a:tailEnd/>
          </a:ln>
        </p:spPr>
        <p:txBody>
          <a:bodyPr wrap="none" lIns="45720" tIns="0" rIns="45720" bIns="0" rtlCol="0" anchor="ctr">
            <a:spAutoFit/>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0" i="1" u="none" strike="noStrike" kern="1200" cap="none" spc="0" normalizeH="0" baseline="0" noProof="0" dirty="0">
                <a:ln>
                  <a:noFill/>
                </a:ln>
                <a:solidFill>
                  <a:srgbClr val="DA291C"/>
                </a:solidFill>
                <a:effectLst/>
                <a:uLnTx/>
                <a:uFillTx/>
                <a:latin typeface="Verdana"/>
                <a:ea typeface="+mn-ea"/>
                <a:cs typeface="+mn-cs"/>
              </a:rPr>
              <a:t>Representative clients &amp; projects</a:t>
            </a:r>
            <a:endParaRPr kumimoji="0" lang="en-IN" sz="800" b="0" i="1" u="none" strike="noStrike" kern="1200" cap="none" spc="0" normalizeH="0" baseline="0" noProof="0" dirty="0">
              <a:ln>
                <a:noFill/>
              </a:ln>
              <a:solidFill>
                <a:srgbClr val="DA291C"/>
              </a:solidFill>
              <a:effectLst/>
              <a:uLnTx/>
              <a:uFillTx/>
              <a:latin typeface="Verdana"/>
              <a:ea typeface="+mn-ea"/>
              <a:cs typeface="+mn-cs"/>
            </a:endParaRPr>
          </a:p>
        </p:txBody>
      </p:sp>
      <p:cxnSp>
        <p:nvCxnSpPr>
          <p:cNvPr id="418" name="Elbow Connector 417"/>
          <p:cNvCxnSpPr/>
          <p:nvPr/>
        </p:nvCxnSpPr>
        <p:spPr>
          <a:xfrm rot="10800000" flipH="1">
            <a:off x="629794" y="1266133"/>
            <a:ext cx="2468880" cy="373901"/>
          </a:xfrm>
          <a:prstGeom prst="bentConnector3">
            <a:avLst>
              <a:gd name="adj1" fmla="val -199"/>
            </a:avLst>
          </a:prstGeom>
          <a:ln w="12700">
            <a:solidFill>
              <a:schemeClr val="accent4">
                <a:lumMod val="60000"/>
                <a:lumOff val="40000"/>
              </a:schemeClr>
            </a:solidFill>
            <a:prstDash val="dash"/>
            <a:tailEnd type="ova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419" name="Rectangle 418"/>
          <p:cNvSpPr/>
          <p:nvPr/>
        </p:nvSpPr>
        <p:spPr>
          <a:xfrm>
            <a:off x="791606" y="1322678"/>
            <a:ext cx="1920240" cy="530915"/>
          </a:xfrm>
          <a:prstGeom prst="rect">
            <a:avLst/>
          </a:prstGeom>
        </p:spPr>
        <p:txBody>
          <a:bodyPr wrap="square" l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405" normalizeH="0" baseline="0" noProof="0" dirty="0">
                <a:ln>
                  <a:noFill/>
                </a:ln>
                <a:solidFill>
                  <a:srgbClr val="012169">
                    <a:lumMod val="60000"/>
                    <a:lumOff val="40000"/>
                  </a:srgbClr>
                </a:solidFill>
                <a:effectLst/>
                <a:uLnTx/>
                <a:uFillTx/>
                <a:latin typeface="Verdana"/>
                <a:ea typeface="+mn-ea"/>
                <a:cs typeface="+mn-cs"/>
              </a:rPr>
              <a:t>REVENUE</a:t>
            </a:r>
            <a:endParaRPr kumimoji="0" lang="en-GB" sz="1600" b="0" i="0" u="none" strike="noStrike" kern="1200" cap="none" spc="405" normalizeH="0" baseline="0" noProof="0" dirty="0">
              <a:ln>
                <a:noFill/>
              </a:ln>
              <a:solidFill>
                <a:srgbClr val="012169">
                  <a:lumMod val="60000"/>
                  <a:lumOff val="40000"/>
                </a:srgbClr>
              </a:solidFill>
              <a:effectLst/>
              <a:uLnTx/>
              <a:uFillTx/>
              <a:latin typeface="Verdan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srgbClr val="012169">
                    <a:lumMod val="60000"/>
                    <a:lumOff val="40000"/>
                  </a:srgbClr>
                </a:solidFill>
                <a:effectLst/>
                <a:uLnTx/>
                <a:uFillTx/>
                <a:latin typeface="Verdana"/>
                <a:ea typeface="+mn-ea"/>
                <a:cs typeface="+mn-cs"/>
              </a:rPr>
              <a:t>US$47.6 </a:t>
            </a:r>
            <a:r>
              <a:rPr kumimoji="0" lang="en-GB" sz="1800" b="1" i="0" u="none" strike="noStrike" kern="1200" cap="none" spc="0" normalizeH="0" baseline="0" noProof="0" dirty="0" err="1">
                <a:ln>
                  <a:noFill/>
                </a:ln>
                <a:solidFill>
                  <a:srgbClr val="012169">
                    <a:lumMod val="60000"/>
                    <a:lumOff val="40000"/>
                  </a:srgbClr>
                </a:solidFill>
                <a:effectLst/>
                <a:uLnTx/>
                <a:uFillTx/>
                <a:latin typeface="Verdana"/>
                <a:ea typeface="+mn-ea"/>
                <a:cs typeface="+mn-cs"/>
              </a:rPr>
              <a:t>Bn</a:t>
            </a:r>
            <a:endParaRPr kumimoji="0" lang="en-GB" sz="1800" b="0" i="0" u="none" strike="noStrike" kern="1200" cap="none" spc="0" normalizeH="0" baseline="0" noProof="0" dirty="0">
              <a:ln>
                <a:noFill/>
              </a:ln>
              <a:solidFill>
                <a:prstClr val="black"/>
              </a:solidFill>
              <a:effectLst/>
              <a:uLnTx/>
              <a:uFillTx/>
              <a:latin typeface="Verdana"/>
              <a:ea typeface="+mn-ea"/>
              <a:cs typeface="+mn-cs"/>
            </a:endParaRPr>
          </a:p>
        </p:txBody>
      </p:sp>
      <p:cxnSp>
        <p:nvCxnSpPr>
          <p:cNvPr id="12" name="Straight Connector 11"/>
          <p:cNvCxnSpPr/>
          <p:nvPr/>
        </p:nvCxnSpPr>
        <p:spPr>
          <a:xfrm flipH="1">
            <a:off x="3088946" y="1477702"/>
            <a:ext cx="365760" cy="0"/>
          </a:xfrm>
          <a:prstGeom prst="line">
            <a:avLst/>
          </a:prstGeom>
          <a:ln/>
        </p:spPr>
        <p:style>
          <a:lnRef idx="2">
            <a:schemeClr val="accent6"/>
          </a:lnRef>
          <a:fillRef idx="0">
            <a:schemeClr val="accent6"/>
          </a:fillRef>
          <a:effectRef idx="1">
            <a:schemeClr val="accent6"/>
          </a:effectRef>
          <a:fontRef idx="minor">
            <a:schemeClr val="tx1"/>
          </a:fontRef>
        </p:style>
      </p:cxnSp>
      <p:cxnSp>
        <p:nvCxnSpPr>
          <p:cNvPr id="420" name="Straight Connector 419"/>
          <p:cNvCxnSpPr/>
          <p:nvPr/>
        </p:nvCxnSpPr>
        <p:spPr>
          <a:xfrm rot="5400000" flipH="1">
            <a:off x="675514" y="3689293"/>
            <a:ext cx="4846320" cy="0"/>
          </a:xfrm>
          <a:prstGeom prst="line">
            <a:avLst/>
          </a:prstGeom>
          <a:ln/>
        </p:spPr>
        <p:style>
          <a:lnRef idx="2">
            <a:schemeClr val="accent6"/>
          </a:lnRef>
          <a:fillRef idx="0">
            <a:schemeClr val="accent6"/>
          </a:fillRef>
          <a:effectRef idx="1">
            <a:schemeClr val="accent6"/>
          </a:effectRef>
          <a:fontRef idx="minor">
            <a:schemeClr val="tx1"/>
          </a:fontRef>
        </p:style>
      </p:cxnSp>
      <p:cxnSp>
        <p:nvCxnSpPr>
          <p:cNvPr id="421" name="Elbow Connector 420"/>
          <p:cNvCxnSpPr/>
          <p:nvPr/>
        </p:nvCxnSpPr>
        <p:spPr>
          <a:xfrm flipV="1">
            <a:off x="629794" y="1916837"/>
            <a:ext cx="2468880" cy="470360"/>
          </a:xfrm>
          <a:prstGeom prst="bentConnector3">
            <a:avLst>
              <a:gd name="adj1" fmla="val 39"/>
            </a:avLst>
          </a:prstGeom>
          <a:ln w="12700">
            <a:solidFill>
              <a:srgbClr val="43B02A"/>
            </a:solidFill>
            <a:prstDash val="dash"/>
            <a:tailEnd type="ova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422" name="Rectangle 421"/>
          <p:cNvSpPr/>
          <p:nvPr/>
        </p:nvSpPr>
        <p:spPr>
          <a:xfrm>
            <a:off x="791606" y="1971939"/>
            <a:ext cx="2267276" cy="692497"/>
          </a:xfrm>
          <a:prstGeom prst="rect">
            <a:avLst/>
          </a:prstGeom>
        </p:spPr>
        <p:txBody>
          <a:bodyPr wrap="square" lIns="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1">
                <a:ln>
                  <a:noFill/>
                </a:ln>
                <a:solidFill>
                  <a:prstClr val="black"/>
                </a:solidFill>
                <a:effectLst/>
                <a:uLnTx/>
                <a:uFillTx/>
                <a:latin typeface="Verdana"/>
                <a:ea typeface="+mn-ea"/>
                <a:cs typeface="+mn-cs"/>
              </a:rPr>
              <a:t>RANKED </a:t>
            </a:r>
            <a:r>
              <a:rPr kumimoji="0" lang="en-US" sz="1800" b="1" i="0" u="none" strike="noStrike" kern="1200" cap="none" spc="0" normalizeH="0" baseline="0" noProof="1">
                <a:ln>
                  <a:noFill/>
                </a:ln>
                <a:solidFill>
                  <a:srgbClr val="0097A9"/>
                </a:solidFill>
                <a:effectLst/>
                <a:uLnTx/>
                <a:uFillTx/>
                <a:latin typeface="Verdana"/>
                <a:ea typeface="+mn-ea"/>
                <a:cs typeface="+mn-cs"/>
              </a:rPr>
              <a:t>#1 </a:t>
            </a:r>
            <a:r>
              <a:rPr kumimoji="0" lang="en-US" sz="1050" b="1" i="0" u="none" strike="noStrike" kern="1200" cap="none" spc="0" normalizeH="0" baseline="0" noProof="1">
                <a:ln>
                  <a:noFill/>
                </a:ln>
                <a:solidFill>
                  <a:srgbClr val="0097A9"/>
                </a:solidFill>
                <a:effectLst/>
                <a:uLnTx/>
                <a:uFillTx/>
                <a:latin typeface="Verdana"/>
                <a:ea typeface="+mn-ea"/>
                <a:cs typeface="+mn-cs"/>
              </a:rPr>
              <a:t>GLOBALLY IN </a:t>
            </a:r>
            <a:r>
              <a:rPr kumimoji="0" lang="en-US" sz="1800" b="1" i="0" u="none" strike="noStrike" kern="1200" cap="none" spc="0" normalizeH="0" baseline="0" noProof="1">
                <a:ln>
                  <a:noFill/>
                </a:ln>
                <a:solidFill>
                  <a:srgbClr val="0097A9"/>
                </a:solidFill>
                <a:effectLst/>
                <a:uLnTx/>
                <a:uFillTx/>
                <a:latin typeface="Verdana"/>
                <a:ea typeface="+mn-ea"/>
                <a:cs typeface="+mn-cs"/>
              </a:rPr>
              <a:t>CONSULTING</a:t>
            </a:r>
            <a:r>
              <a:rPr kumimoji="0" lang="en-US" sz="1800" b="0" i="0" u="none" strike="noStrike" kern="1200" cap="none" spc="0" normalizeH="0" baseline="30000" noProof="1">
                <a:ln>
                  <a:noFill/>
                </a:ln>
                <a:solidFill>
                  <a:prstClr val="black"/>
                </a:solidFill>
                <a:effectLst/>
                <a:uLnTx/>
                <a:uFillTx/>
                <a:latin typeface="Verdana"/>
                <a:ea typeface="+mn-ea"/>
                <a:cs typeface="+mn-cs"/>
              </a:rPr>
              <a:t>1</a:t>
            </a:r>
            <a:endParaRPr kumimoji="0" lang="en-IN" sz="1800" b="0" i="0" u="none" strike="noStrike" kern="1200" cap="none" spc="0" normalizeH="0" baseline="30000" noProof="0" dirty="0">
              <a:ln>
                <a:noFill/>
              </a:ln>
              <a:solidFill>
                <a:prstClr val="black"/>
              </a:solidFill>
              <a:effectLst/>
              <a:uLnTx/>
              <a:uFillTx/>
              <a:latin typeface="Verdana"/>
              <a:ea typeface="+mn-ea"/>
              <a:cs typeface="+mn-cs"/>
            </a:endParaRPr>
          </a:p>
        </p:txBody>
      </p:sp>
      <p:cxnSp>
        <p:nvCxnSpPr>
          <p:cNvPr id="424" name="Elbow Connector 423"/>
          <p:cNvCxnSpPr/>
          <p:nvPr/>
        </p:nvCxnSpPr>
        <p:spPr>
          <a:xfrm flipV="1">
            <a:off x="629794" y="2664000"/>
            <a:ext cx="2468880" cy="470360"/>
          </a:xfrm>
          <a:prstGeom prst="bentConnector3">
            <a:avLst>
              <a:gd name="adj1" fmla="val 39"/>
            </a:avLst>
          </a:prstGeom>
          <a:ln w="12700">
            <a:solidFill>
              <a:srgbClr val="005587"/>
            </a:solidFill>
            <a:prstDash val="dash"/>
            <a:tailEnd type="ova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425" name="Rectangle 424"/>
          <p:cNvSpPr/>
          <p:nvPr/>
        </p:nvSpPr>
        <p:spPr>
          <a:xfrm>
            <a:off x="791606" y="2717600"/>
            <a:ext cx="1920240" cy="692497"/>
          </a:xfrm>
          <a:prstGeom prst="rect">
            <a:avLst/>
          </a:prstGeom>
        </p:spPr>
        <p:txBody>
          <a:bodyPr wrap="square" lIns="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dirty="0">
                <a:ln>
                  <a:noFill/>
                </a:ln>
                <a:solidFill>
                  <a:srgbClr val="43B02A"/>
                </a:solidFill>
                <a:effectLst/>
                <a:uLnTx/>
                <a:uFillTx/>
                <a:latin typeface="Verdana"/>
                <a:ea typeface="+mn-ea"/>
                <a:cs typeface="+mn-cs"/>
              </a:rPr>
              <a:t>SERVING BT 500 MINING AND METALS CLIENTS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srgbClr val="43B02A"/>
                </a:solidFill>
                <a:effectLst/>
                <a:uLnTx/>
                <a:uFillTx/>
                <a:latin typeface="Verdana"/>
                <a:ea typeface="+mn-ea"/>
                <a:cs typeface="+mn-cs"/>
              </a:rPr>
              <a:t>9 of 13</a:t>
            </a:r>
          </a:p>
        </p:txBody>
      </p:sp>
      <p:cxnSp>
        <p:nvCxnSpPr>
          <p:cNvPr id="426" name="Elbow Connector 425"/>
          <p:cNvCxnSpPr/>
          <p:nvPr/>
        </p:nvCxnSpPr>
        <p:spPr>
          <a:xfrm flipV="1">
            <a:off x="629794" y="3411163"/>
            <a:ext cx="2468880" cy="470360"/>
          </a:xfrm>
          <a:prstGeom prst="bentConnector3">
            <a:avLst>
              <a:gd name="adj1" fmla="val 39"/>
            </a:avLst>
          </a:prstGeom>
          <a:ln w="12700">
            <a:solidFill>
              <a:schemeClr val="accent6">
                <a:lumMod val="75000"/>
              </a:schemeClr>
            </a:solidFill>
            <a:prstDash val="dash"/>
            <a:tailEnd type="ova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427" name="Elbow Connector 426"/>
          <p:cNvCxnSpPr/>
          <p:nvPr/>
        </p:nvCxnSpPr>
        <p:spPr>
          <a:xfrm flipV="1">
            <a:off x="629794" y="4158326"/>
            <a:ext cx="2468880" cy="470360"/>
          </a:xfrm>
          <a:prstGeom prst="bentConnector3">
            <a:avLst>
              <a:gd name="adj1" fmla="val 39"/>
            </a:avLst>
          </a:prstGeom>
          <a:ln w="12700">
            <a:solidFill>
              <a:schemeClr val="accent5"/>
            </a:solidFill>
            <a:prstDash val="dash"/>
            <a:tailEnd type="ova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428" name="Elbow Connector 427"/>
          <p:cNvCxnSpPr/>
          <p:nvPr/>
        </p:nvCxnSpPr>
        <p:spPr>
          <a:xfrm flipV="1">
            <a:off x="629794" y="4905489"/>
            <a:ext cx="2468880" cy="470360"/>
          </a:xfrm>
          <a:prstGeom prst="bentConnector3">
            <a:avLst>
              <a:gd name="adj1" fmla="val 39"/>
            </a:avLst>
          </a:prstGeom>
          <a:ln w="12700">
            <a:solidFill>
              <a:schemeClr val="accent3">
                <a:lumMod val="75000"/>
              </a:schemeClr>
            </a:solidFill>
            <a:prstDash val="dash"/>
            <a:tailEnd type="ova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429" name="Elbow Connector 428"/>
          <p:cNvCxnSpPr/>
          <p:nvPr/>
        </p:nvCxnSpPr>
        <p:spPr>
          <a:xfrm flipV="1">
            <a:off x="629794" y="5652653"/>
            <a:ext cx="2468880" cy="470360"/>
          </a:xfrm>
          <a:prstGeom prst="bentConnector3">
            <a:avLst>
              <a:gd name="adj1" fmla="val 39"/>
            </a:avLst>
          </a:prstGeom>
          <a:ln w="12700">
            <a:solidFill>
              <a:srgbClr val="046A38"/>
            </a:solidFill>
            <a:prstDash val="dash"/>
            <a:tailEnd type="ova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430" name="Rectangle 429"/>
          <p:cNvSpPr/>
          <p:nvPr/>
        </p:nvSpPr>
        <p:spPr>
          <a:xfrm>
            <a:off x="791605" y="3463261"/>
            <a:ext cx="2193585" cy="692497"/>
          </a:xfrm>
          <a:prstGeom prst="rect">
            <a:avLst/>
          </a:prstGeom>
        </p:spPr>
        <p:txBody>
          <a:bodyPr wrap="square" lIns="0">
            <a:noAutofit/>
          </a:bodyPr>
          <a:lstStyle/>
          <a:p>
            <a:pPr lvl="0">
              <a:defRPr/>
            </a:pPr>
            <a:r>
              <a:rPr lang="en-US" sz="1050" dirty="0">
                <a:solidFill>
                  <a:srgbClr val="75787B">
                    <a:lumMod val="75000"/>
                  </a:srgbClr>
                </a:solidFill>
              </a:rPr>
              <a:t>MINING CENTERS OF EXCELLENCE </a:t>
            </a:r>
          </a:p>
          <a:p>
            <a:pPr lvl="0">
              <a:defRPr/>
            </a:pPr>
            <a:r>
              <a:rPr lang="en-US" sz="2000" b="1" dirty="0">
                <a:solidFill>
                  <a:srgbClr val="75787B">
                    <a:lumMod val="75000"/>
                  </a:srgbClr>
                </a:solidFill>
              </a:rPr>
              <a:t>13</a:t>
            </a:r>
          </a:p>
        </p:txBody>
      </p:sp>
      <p:sp>
        <p:nvSpPr>
          <p:cNvPr id="431" name="Rectangle 430"/>
          <p:cNvSpPr/>
          <p:nvPr/>
        </p:nvSpPr>
        <p:spPr>
          <a:xfrm>
            <a:off x="791606" y="4257562"/>
            <a:ext cx="1920240" cy="561692"/>
          </a:xfrm>
          <a:prstGeom prst="rect">
            <a:avLst/>
          </a:prstGeom>
        </p:spPr>
        <p:txBody>
          <a:bodyPr wrap="square" lIns="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dirty="0">
                <a:ln>
                  <a:noFill/>
                </a:ln>
                <a:solidFill>
                  <a:srgbClr val="0097A9"/>
                </a:solidFill>
                <a:effectLst/>
                <a:uLnTx/>
                <a:uFillTx/>
                <a:latin typeface="Verdana"/>
                <a:ea typeface="+mn-ea"/>
                <a:cs typeface="+mn-cs"/>
              </a:rPr>
              <a:t>HEADCOUNT IN INDIA</a:t>
            </a:r>
            <a:endParaRPr kumimoji="0" lang="en-GB" sz="1600" b="0" i="0" u="none" strike="noStrike" kern="1200" cap="none" spc="0" normalizeH="0" baseline="0" noProof="0" dirty="0">
              <a:ln>
                <a:noFill/>
              </a:ln>
              <a:solidFill>
                <a:srgbClr val="0097A9"/>
              </a:solidFill>
              <a:effectLst/>
              <a:uLnTx/>
              <a:uFillTx/>
              <a:latin typeface="Verdan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097A9"/>
                </a:solidFill>
                <a:effectLst/>
                <a:uLnTx/>
                <a:uFillTx/>
                <a:latin typeface="Verdana"/>
                <a:ea typeface="+mn-ea"/>
                <a:cs typeface="+mn-cs"/>
              </a:rPr>
              <a:t>50,000+</a:t>
            </a:r>
          </a:p>
        </p:txBody>
      </p:sp>
      <p:sp>
        <p:nvSpPr>
          <p:cNvPr id="432" name="Rectangle 431"/>
          <p:cNvSpPr/>
          <p:nvPr/>
        </p:nvSpPr>
        <p:spPr>
          <a:xfrm>
            <a:off x="791606" y="4950242"/>
            <a:ext cx="1920240" cy="561692"/>
          </a:xfrm>
          <a:prstGeom prst="rect">
            <a:avLst/>
          </a:prstGeom>
        </p:spPr>
        <p:txBody>
          <a:bodyPr wrap="square" lIns="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dirty="0">
                <a:ln>
                  <a:noFill/>
                </a:ln>
                <a:solidFill>
                  <a:srgbClr val="62B5E5">
                    <a:lumMod val="75000"/>
                  </a:srgbClr>
                </a:solidFill>
                <a:effectLst/>
                <a:uLnTx/>
                <a:uFillTx/>
                <a:latin typeface="Verdana"/>
                <a:ea typeface="+mn-ea"/>
                <a:cs typeface="+mn-cs"/>
              </a:rPr>
              <a:t>OFFICE ACROSS INDIA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62B5E5">
                    <a:lumMod val="75000"/>
                  </a:srgbClr>
                </a:solidFill>
                <a:effectLst/>
                <a:uLnTx/>
                <a:uFillTx/>
                <a:latin typeface="Verdana"/>
                <a:ea typeface="+mn-ea"/>
                <a:cs typeface="+mn-cs"/>
              </a:rPr>
              <a:t>14</a:t>
            </a:r>
          </a:p>
        </p:txBody>
      </p:sp>
      <p:sp>
        <p:nvSpPr>
          <p:cNvPr id="433" name="Rectangle 432"/>
          <p:cNvSpPr/>
          <p:nvPr/>
        </p:nvSpPr>
        <p:spPr>
          <a:xfrm>
            <a:off x="791606" y="5701293"/>
            <a:ext cx="1920240" cy="561692"/>
          </a:xfrm>
          <a:prstGeom prst="rect">
            <a:avLst/>
          </a:prstGeom>
        </p:spPr>
        <p:txBody>
          <a:bodyPr wrap="square" lIns="0">
            <a:no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dirty="0">
                <a:ln>
                  <a:noFill/>
                </a:ln>
                <a:solidFill>
                  <a:srgbClr val="046A38"/>
                </a:solidFill>
                <a:effectLst/>
                <a:uLnTx/>
                <a:uFillTx/>
                <a:latin typeface="Verdana"/>
                <a:ea typeface="+mn-ea"/>
                <a:cs typeface="+mn-cs"/>
              </a:rPr>
              <a:t>PRESENCE IN COUNTRIES</a:t>
            </a:r>
            <a:endParaRPr kumimoji="0" lang="en-GB" sz="1600" b="0" i="0" u="none" strike="noStrike" kern="1200" cap="none" spc="0" normalizeH="0" baseline="0" noProof="0" dirty="0">
              <a:ln>
                <a:noFill/>
              </a:ln>
              <a:solidFill>
                <a:srgbClr val="046A38"/>
              </a:solidFill>
              <a:effectLst/>
              <a:uLnTx/>
              <a:uFillTx/>
              <a:latin typeface="Verdan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46A38"/>
                </a:solidFill>
                <a:effectLst/>
                <a:uLnTx/>
                <a:uFillTx/>
                <a:latin typeface="Verdana"/>
                <a:ea typeface="+mn-ea"/>
                <a:cs typeface="+mn-cs"/>
              </a:rPr>
              <a:t>150+</a:t>
            </a:r>
          </a:p>
        </p:txBody>
      </p:sp>
      <p:cxnSp>
        <p:nvCxnSpPr>
          <p:cNvPr id="434" name="Straight Connector 433"/>
          <p:cNvCxnSpPr/>
          <p:nvPr/>
        </p:nvCxnSpPr>
        <p:spPr>
          <a:xfrm flipV="1">
            <a:off x="9918787" y="936323"/>
            <a:ext cx="1764090"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35" name="Straight Connector 434"/>
          <p:cNvCxnSpPr/>
          <p:nvPr/>
        </p:nvCxnSpPr>
        <p:spPr>
          <a:xfrm flipV="1">
            <a:off x="9918787" y="1116155"/>
            <a:ext cx="1764090"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437" name="TextBox 436"/>
          <p:cNvSpPr txBox="1"/>
          <p:nvPr/>
        </p:nvSpPr>
        <p:spPr bwMode="gray">
          <a:xfrm>
            <a:off x="507280" y="6349610"/>
            <a:ext cx="4566956" cy="115416"/>
          </a:xfrm>
          <a:prstGeom prst="rect">
            <a:avLst/>
          </a:prstGeom>
        </p:spPr>
        <p:txBody>
          <a:bodyPr wrap="none" lIns="0" tIns="0" rIns="0" bIns="0" rtlCol="0" anchor="b" anchorCtr="0">
            <a:spAutoFit/>
          </a:bodyPr>
          <a:lstStyle/>
          <a:p>
            <a:pPr marL="0" marR="0" lvl="0" indent="0" algn="l" defTabSz="914400" rtl="0" eaLnBrk="1" fontAlgn="auto" latinLnBrk="0" hangingPunct="1">
              <a:lnSpc>
                <a:spcPts val="900"/>
              </a:lnSpc>
              <a:spcBef>
                <a:spcPts val="0"/>
              </a:spcBef>
              <a:spcAft>
                <a:spcPts val="0"/>
              </a:spcAft>
              <a:buClrTx/>
              <a:buSzTx/>
              <a:buFontTx/>
              <a:buNone/>
              <a:tabLst/>
              <a:defRPr/>
            </a:pPr>
            <a:r>
              <a:rPr kumimoji="0" lang="en-US" sz="800" b="0" i="1" u="none" strike="noStrike" kern="1200" cap="none" spc="0" normalizeH="0" baseline="30000" noProof="0" dirty="0">
                <a:ln>
                  <a:noFill/>
                </a:ln>
                <a:solidFill>
                  <a:prstClr val="black"/>
                </a:solidFill>
                <a:effectLst/>
                <a:uLnTx/>
                <a:uFillTx/>
                <a:latin typeface="Verdana"/>
                <a:ea typeface="+mn-ea"/>
                <a:cs typeface="+mn-cs"/>
              </a:rPr>
              <a:t>1</a:t>
            </a:r>
            <a:r>
              <a:rPr kumimoji="0" lang="en-US" sz="800" b="0" i="1" u="none" strike="noStrike" kern="1200" cap="none" spc="0" normalizeH="0" baseline="0" noProof="0" dirty="0">
                <a:ln>
                  <a:noFill/>
                </a:ln>
                <a:solidFill>
                  <a:prstClr val="black"/>
                </a:solidFill>
                <a:effectLst/>
                <a:uLnTx/>
                <a:uFillTx/>
                <a:latin typeface="Verdana"/>
                <a:ea typeface="+mn-ea"/>
                <a:cs typeface="+mn-cs"/>
              </a:rPr>
              <a:t>2019 ranking by Gartner based on Revenue and by IDC based on capability strategy </a:t>
            </a:r>
            <a:endParaRPr kumimoji="0" lang="en-IN" sz="800" b="0" i="1" u="none" strike="noStrike" kern="1200" cap="none" spc="0" normalizeH="0" baseline="0" noProof="0" dirty="0">
              <a:ln>
                <a:noFill/>
              </a:ln>
              <a:solidFill>
                <a:prstClr val="black"/>
              </a:solidFill>
              <a:effectLst/>
              <a:uLnTx/>
              <a:uFillTx/>
              <a:latin typeface="Verdana"/>
              <a:ea typeface="+mn-ea"/>
              <a:cs typeface="+mn-cs"/>
            </a:endParaRPr>
          </a:p>
        </p:txBody>
      </p:sp>
      <p:pic>
        <p:nvPicPr>
          <p:cNvPr id="74" name="Picture 9" descr="PDIL"/>
          <p:cNvPicPr>
            <a:picLocks noChangeAspect="1" noChangeArrowheads="1"/>
          </p:cNvPicPr>
          <p:nvPr/>
        </p:nvPicPr>
        <p:blipFill rotWithShape="1">
          <a:blip r:embed="rId8">
            <a:extLst>
              <a:ext uri="{28A0092B-C50C-407E-A947-70E740481C1C}">
                <a14:useLocalDpi xmlns:a14="http://schemas.microsoft.com/office/drawing/2010/main" val="0"/>
              </a:ext>
            </a:extLst>
          </a:blip>
          <a:srcRect r="82663"/>
          <a:stretch/>
        </p:blipFill>
        <p:spPr bwMode="auto">
          <a:xfrm>
            <a:off x="8020701" y="2657453"/>
            <a:ext cx="558342" cy="444632"/>
          </a:xfrm>
          <a:prstGeom prst="rect">
            <a:avLst/>
          </a:prstGeom>
          <a:noFill/>
          <a:extLst>
            <a:ext uri="{909E8E84-426E-40DD-AFC4-6F175D3DCCD1}">
              <a14:hiddenFill xmlns:a14="http://schemas.microsoft.com/office/drawing/2010/main">
                <a:solidFill>
                  <a:srgbClr val="FFFFFF"/>
                </a:solidFill>
              </a14:hiddenFill>
            </a:ext>
          </a:extLst>
        </p:spPr>
      </p:pic>
      <p:pic>
        <p:nvPicPr>
          <p:cNvPr id="75" name="Picture 74"/>
          <p:cNvPicPr>
            <a:picLocks noChangeAspect="1"/>
          </p:cNvPicPr>
          <p:nvPr/>
        </p:nvPicPr>
        <p:blipFill>
          <a:blip r:embed="rId9"/>
          <a:stretch>
            <a:fillRect/>
          </a:stretch>
        </p:blipFill>
        <p:spPr>
          <a:xfrm>
            <a:off x="5483258" y="2683872"/>
            <a:ext cx="961511" cy="436911"/>
          </a:xfrm>
          <a:prstGeom prst="rect">
            <a:avLst/>
          </a:prstGeom>
        </p:spPr>
      </p:pic>
      <p:pic>
        <p:nvPicPr>
          <p:cNvPr id="4" name="Picture 3"/>
          <p:cNvPicPr>
            <a:picLocks noChangeAspect="1"/>
          </p:cNvPicPr>
          <p:nvPr/>
        </p:nvPicPr>
        <p:blipFill>
          <a:blip r:embed="rId10"/>
          <a:stretch>
            <a:fillRect/>
          </a:stretch>
        </p:blipFill>
        <p:spPr>
          <a:xfrm>
            <a:off x="6760859" y="2717600"/>
            <a:ext cx="739041" cy="367073"/>
          </a:xfrm>
          <a:prstGeom prst="rect">
            <a:avLst/>
          </a:prstGeom>
        </p:spPr>
      </p:pic>
      <p:pic>
        <p:nvPicPr>
          <p:cNvPr id="79" name="Picture 78"/>
          <p:cNvPicPr>
            <a:picLocks noChangeAspect="1"/>
          </p:cNvPicPr>
          <p:nvPr/>
        </p:nvPicPr>
        <p:blipFill>
          <a:blip r:embed="rId11"/>
          <a:stretch>
            <a:fillRect/>
          </a:stretch>
        </p:blipFill>
        <p:spPr>
          <a:xfrm>
            <a:off x="6557049" y="4738778"/>
            <a:ext cx="579317" cy="451385"/>
          </a:xfrm>
          <a:prstGeom prst="rect">
            <a:avLst/>
          </a:prstGeom>
        </p:spPr>
      </p:pic>
      <p:pic>
        <p:nvPicPr>
          <p:cNvPr id="83" name="Picture 82"/>
          <p:cNvPicPr>
            <a:picLocks noChangeAspect="1"/>
          </p:cNvPicPr>
          <p:nvPr/>
        </p:nvPicPr>
        <p:blipFill>
          <a:blip r:embed="rId12"/>
          <a:stretch>
            <a:fillRect/>
          </a:stretch>
        </p:blipFill>
        <p:spPr>
          <a:xfrm>
            <a:off x="10498519" y="1926573"/>
            <a:ext cx="399202" cy="369096"/>
          </a:xfrm>
          <a:prstGeom prst="rect">
            <a:avLst/>
          </a:prstGeom>
        </p:spPr>
      </p:pic>
      <p:pic>
        <p:nvPicPr>
          <p:cNvPr id="89" name="Picture 88"/>
          <p:cNvPicPr>
            <a:picLocks noChangeAspect="1"/>
          </p:cNvPicPr>
          <p:nvPr/>
        </p:nvPicPr>
        <p:blipFill>
          <a:blip r:embed="rId13"/>
          <a:stretch>
            <a:fillRect/>
          </a:stretch>
        </p:blipFill>
        <p:spPr>
          <a:xfrm>
            <a:off x="7271368" y="4072469"/>
            <a:ext cx="331482" cy="472427"/>
          </a:xfrm>
          <a:prstGeom prst="rect">
            <a:avLst/>
          </a:prstGeom>
        </p:spPr>
      </p:pic>
      <p:pic>
        <p:nvPicPr>
          <p:cNvPr id="90" name="Picture 186" descr="https://o.remove.bg/downloads/91df0321-d501-4e9e-9b57-344969e8e228/MECL-removebg-preview.png"/>
          <p:cNvPicPr>
            <a:picLocks noChangeAspect="1" noChangeArrowheads="1"/>
          </p:cNvPicPr>
          <p:nvPr/>
        </p:nvPicPr>
        <p:blipFill rotWithShape="1">
          <a:blip r:embed="rId14" cstate="hqprint">
            <a:extLst>
              <a:ext uri="{28A0092B-C50C-407E-A947-70E740481C1C}">
                <a14:useLocalDpi xmlns:a14="http://schemas.microsoft.com/office/drawing/2010/main" val="0"/>
              </a:ext>
            </a:extLst>
          </a:blip>
          <a:srcRect l="23673" t="9137" r="21291"/>
          <a:stretch/>
        </p:blipFill>
        <p:spPr bwMode="auto">
          <a:xfrm>
            <a:off x="6123561" y="1928492"/>
            <a:ext cx="341683" cy="321738"/>
          </a:xfrm>
          <a:prstGeom prst="rect">
            <a:avLst/>
          </a:prstGeom>
          <a:noFill/>
          <a:extLst>
            <a:ext uri="{909E8E84-426E-40DD-AFC4-6F175D3DCCD1}">
              <a14:hiddenFill xmlns:a14="http://schemas.microsoft.com/office/drawing/2010/main">
                <a:solidFill>
                  <a:srgbClr val="FFFFFF"/>
                </a:solidFill>
              </a14:hiddenFill>
            </a:ext>
          </a:extLst>
        </p:spPr>
      </p:pic>
      <p:pic>
        <p:nvPicPr>
          <p:cNvPr id="91" name="Picture 90"/>
          <p:cNvPicPr>
            <a:picLocks noChangeAspect="1"/>
          </p:cNvPicPr>
          <p:nvPr/>
        </p:nvPicPr>
        <p:blipFill rotWithShape="1">
          <a:blip r:embed="rId15"/>
          <a:srcRect b="59235"/>
          <a:stretch/>
        </p:blipFill>
        <p:spPr>
          <a:xfrm>
            <a:off x="8968608" y="4330934"/>
            <a:ext cx="589131" cy="221072"/>
          </a:xfrm>
          <a:prstGeom prst="rect">
            <a:avLst/>
          </a:prstGeom>
        </p:spPr>
      </p:pic>
      <p:pic>
        <p:nvPicPr>
          <p:cNvPr id="92" name="Picture 91"/>
          <p:cNvPicPr>
            <a:picLocks noChangeAspect="1"/>
          </p:cNvPicPr>
          <p:nvPr/>
        </p:nvPicPr>
        <p:blipFill rotWithShape="1">
          <a:blip r:embed="rId16"/>
          <a:srcRect l="21744" r="20567"/>
          <a:stretch/>
        </p:blipFill>
        <p:spPr>
          <a:xfrm>
            <a:off x="7714682" y="4140984"/>
            <a:ext cx="347378" cy="315033"/>
          </a:xfrm>
          <a:prstGeom prst="rect">
            <a:avLst/>
          </a:prstGeom>
        </p:spPr>
      </p:pic>
      <p:pic>
        <p:nvPicPr>
          <p:cNvPr id="93" name="Picture 40" descr="https://mnre.gov.in/img/logo.png"/>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142059" y="4052514"/>
            <a:ext cx="1283040" cy="194668"/>
          </a:xfrm>
          <a:prstGeom prst="rect">
            <a:avLst/>
          </a:prstGeom>
          <a:noFill/>
          <a:extLst>
            <a:ext uri="{909E8E84-426E-40DD-AFC4-6F175D3DCCD1}">
              <a14:hiddenFill xmlns:a14="http://schemas.microsoft.com/office/drawing/2010/main">
                <a:solidFill>
                  <a:srgbClr val="FFFFFF"/>
                </a:solidFill>
              </a14:hiddenFill>
            </a:ext>
          </a:extLst>
        </p:spPr>
      </p:pic>
      <p:pic>
        <p:nvPicPr>
          <p:cNvPr id="94" name="Picture 43" descr="meda logo"/>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9572130" y="4034534"/>
            <a:ext cx="306675" cy="380277"/>
          </a:xfrm>
          <a:prstGeom prst="rect">
            <a:avLst/>
          </a:prstGeom>
          <a:noFill/>
          <a:extLst>
            <a:ext uri="{909E8E84-426E-40DD-AFC4-6F175D3DCCD1}">
              <a14:hiddenFill xmlns:a14="http://schemas.microsoft.com/office/drawing/2010/main">
                <a:solidFill>
                  <a:srgbClr val="FFFFFF"/>
                </a:solidFill>
              </a14:hiddenFill>
            </a:ext>
          </a:extLst>
        </p:spPr>
      </p:pic>
      <p:pic>
        <p:nvPicPr>
          <p:cNvPr id="95" name="Picture 56" descr="https://shaktifoundation.in/wp-content/uploads/2016/10/Shaktihireslogo.jpg"/>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9992289" y="4041035"/>
            <a:ext cx="628235" cy="200437"/>
          </a:xfrm>
          <a:prstGeom prst="rect">
            <a:avLst/>
          </a:prstGeom>
          <a:noFill/>
          <a:extLst>
            <a:ext uri="{909E8E84-426E-40DD-AFC4-6F175D3DCCD1}">
              <a14:hiddenFill xmlns:a14="http://schemas.microsoft.com/office/drawing/2010/main">
                <a:solidFill>
                  <a:srgbClr val="FFFFFF"/>
                </a:solidFill>
              </a14:hiddenFill>
            </a:ext>
          </a:extLst>
        </p:spPr>
      </p:pic>
      <p:pic>
        <p:nvPicPr>
          <p:cNvPr id="96" name="Picture 95"/>
          <p:cNvPicPr>
            <a:picLocks noChangeAspect="1"/>
          </p:cNvPicPr>
          <p:nvPr/>
        </p:nvPicPr>
        <p:blipFill rotWithShape="1">
          <a:blip r:embed="rId20"/>
          <a:srcRect l="6344" t="30291" r="6556" b="30927"/>
          <a:stretch/>
        </p:blipFill>
        <p:spPr>
          <a:xfrm>
            <a:off x="9992289" y="4304299"/>
            <a:ext cx="496398" cy="221024"/>
          </a:xfrm>
          <a:prstGeom prst="rect">
            <a:avLst/>
          </a:prstGeom>
        </p:spPr>
      </p:pic>
      <p:pic>
        <p:nvPicPr>
          <p:cNvPr id="97" name="Picture 96"/>
          <p:cNvPicPr>
            <a:picLocks noChangeAspect="1"/>
          </p:cNvPicPr>
          <p:nvPr/>
        </p:nvPicPr>
        <p:blipFill rotWithShape="1">
          <a:blip r:embed="rId21"/>
          <a:srcRect l="-625" t="19446" r="67070" b="15279"/>
          <a:stretch/>
        </p:blipFill>
        <p:spPr>
          <a:xfrm>
            <a:off x="6714210" y="4052514"/>
            <a:ext cx="381999" cy="314982"/>
          </a:xfrm>
          <a:prstGeom prst="rect">
            <a:avLst/>
          </a:prstGeom>
        </p:spPr>
      </p:pic>
      <p:pic>
        <p:nvPicPr>
          <p:cNvPr id="98" name="Picture 97"/>
          <p:cNvPicPr>
            <a:picLocks noChangeAspect="1"/>
          </p:cNvPicPr>
          <p:nvPr/>
        </p:nvPicPr>
        <p:blipFill>
          <a:blip r:embed="rId22"/>
          <a:stretch>
            <a:fillRect/>
          </a:stretch>
        </p:blipFill>
        <p:spPr>
          <a:xfrm>
            <a:off x="6320174" y="4127433"/>
            <a:ext cx="314037" cy="314037"/>
          </a:xfrm>
          <a:prstGeom prst="rect">
            <a:avLst/>
          </a:prstGeom>
        </p:spPr>
      </p:pic>
      <p:pic>
        <p:nvPicPr>
          <p:cNvPr id="99" name="Picture 62" descr="http://oredaodisha.com/images/leftq.jpg"/>
          <p:cNvPicPr>
            <a:picLocks noChangeAspect="1" noChangeArrowheads="1"/>
          </p:cNvPicPr>
          <p:nvPr/>
        </p:nvPicPr>
        <p:blipFill rotWithShape="1">
          <a:blip r:embed="rId23">
            <a:extLst>
              <a:ext uri="{28A0092B-C50C-407E-A947-70E740481C1C}">
                <a14:useLocalDpi xmlns:a14="http://schemas.microsoft.com/office/drawing/2010/main" val="0"/>
              </a:ext>
            </a:extLst>
          </a:blip>
          <a:srcRect r="67681"/>
          <a:stretch/>
        </p:blipFill>
        <p:spPr bwMode="auto">
          <a:xfrm>
            <a:off x="5766124" y="4052514"/>
            <a:ext cx="470247" cy="506095"/>
          </a:xfrm>
          <a:prstGeom prst="rect">
            <a:avLst/>
          </a:prstGeom>
          <a:noFill/>
          <a:extLst>
            <a:ext uri="{909E8E84-426E-40DD-AFC4-6F175D3DCCD1}">
              <a14:hiddenFill xmlns:a14="http://schemas.microsoft.com/office/drawing/2010/main">
                <a:solidFill>
                  <a:srgbClr val="FFFFFF"/>
                </a:solidFill>
              </a14:hiddenFill>
            </a:ext>
          </a:extLst>
        </p:spPr>
      </p:pic>
      <p:pic>
        <p:nvPicPr>
          <p:cNvPr id="100" name="Picture 99"/>
          <p:cNvPicPr>
            <a:picLocks noChangeAspect="1"/>
          </p:cNvPicPr>
          <p:nvPr/>
        </p:nvPicPr>
        <p:blipFill>
          <a:blip r:embed="rId24"/>
          <a:stretch>
            <a:fillRect/>
          </a:stretch>
        </p:blipFill>
        <p:spPr>
          <a:xfrm>
            <a:off x="10734008" y="4040350"/>
            <a:ext cx="819846" cy="494079"/>
          </a:xfrm>
          <a:prstGeom prst="rect">
            <a:avLst/>
          </a:prstGeom>
        </p:spPr>
      </p:pic>
      <p:pic>
        <p:nvPicPr>
          <p:cNvPr id="101" name="Picture 100"/>
          <p:cNvPicPr>
            <a:picLocks noChangeAspect="1"/>
          </p:cNvPicPr>
          <p:nvPr/>
        </p:nvPicPr>
        <p:blipFill>
          <a:blip r:embed="rId25"/>
          <a:stretch>
            <a:fillRect/>
          </a:stretch>
        </p:blipFill>
        <p:spPr>
          <a:xfrm>
            <a:off x="5612014" y="3307834"/>
            <a:ext cx="523744" cy="279785"/>
          </a:xfrm>
          <a:prstGeom prst="rect">
            <a:avLst/>
          </a:prstGeom>
        </p:spPr>
      </p:pic>
      <p:pic>
        <p:nvPicPr>
          <p:cNvPr id="102" name="Picture 101"/>
          <p:cNvPicPr>
            <a:picLocks noChangeAspect="1"/>
          </p:cNvPicPr>
          <p:nvPr/>
        </p:nvPicPr>
        <p:blipFill rotWithShape="1">
          <a:blip r:embed="rId26"/>
          <a:srcRect r="33366"/>
          <a:stretch/>
        </p:blipFill>
        <p:spPr>
          <a:xfrm>
            <a:off x="5901783" y="3591472"/>
            <a:ext cx="743831" cy="234188"/>
          </a:xfrm>
          <a:prstGeom prst="rect">
            <a:avLst/>
          </a:prstGeom>
        </p:spPr>
      </p:pic>
      <p:pic>
        <p:nvPicPr>
          <p:cNvPr id="103" name="Picture 102"/>
          <p:cNvPicPr>
            <a:picLocks noChangeAspect="1"/>
          </p:cNvPicPr>
          <p:nvPr/>
        </p:nvPicPr>
        <p:blipFill>
          <a:blip r:embed="rId27"/>
          <a:stretch>
            <a:fillRect/>
          </a:stretch>
        </p:blipFill>
        <p:spPr>
          <a:xfrm>
            <a:off x="6931819" y="3391894"/>
            <a:ext cx="351930" cy="351930"/>
          </a:xfrm>
          <a:prstGeom prst="rect">
            <a:avLst/>
          </a:prstGeom>
        </p:spPr>
      </p:pic>
      <p:pic>
        <p:nvPicPr>
          <p:cNvPr id="104" name="Picture 103"/>
          <p:cNvPicPr>
            <a:picLocks noChangeAspect="1"/>
          </p:cNvPicPr>
          <p:nvPr/>
        </p:nvPicPr>
        <p:blipFill>
          <a:blip r:embed="rId28"/>
          <a:stretch>
            <a:fillRect/>
          </a:stretch>
        </p:blipFill>
        <p:spPr>
          <a:xfrm>
            <a:off x="7337302" y="3357450"/>
            <a:ext cx="774858" cy="364337"/>
          </a:xfrm>
          <a:prstGeom prst="rect">
            <a:avLst/>
          </a:prstGeom>
        </p:spPr>
      </p:pic>
      <p:pic>
        <p:nvPicPr>
          <p:cNvPr id="105" name="Picture 104"/>
          <p:cNvPicPr>
            <a:picLocks noChangeAspect="1"/>
          </p:cNvPicPr>
          <p:nvPr/>
        </p:nvPicPr>
        <p:blipFill>
          <a:blip r:embed="rId24"/>
          <a:stretch>
            <a:fillRect/>
          </a:stretch>
        </p:blipFill>
        <p:spPr>
          <a:xfrm>
            <a:off x="8401587" y="3395824"/>
            <a:ext cx="634026" cy="382095"/>
          </a:xfrm>
          <a:prstGeom prst="rect">
            <a:avLst/>
          </a:prstGeom>
        </p:spPr>
      </p:pic>
      <p:pic>
        <p:nvPicPr>
          <p:cNvPr id="106" name="Picture 105"/>
          <p:cNvPicPr>
            <a:picLocks noChangeAspect="1"/>
          </p:cNvPicPr>
          <p:nvPr/>
        </p:nvPicPr>
        <p:blipFill rotWithShape="1">
          <a:blip r:embed="rId29"/>
          <a:srcRect l="10159" t="36013" r="11006" b="36013"/>
          <a:stretch/>
        </p:blipFill>
        <p:spPr>
          <a:xfrm>
            <a:off x="9325040" y="3345812"/>
            <a:ext cx="834301" cy="296043"/>
          </a:xfrm>
          <a:prstGeom prst="rect">
            <a:avLst/>
          </a:prstGeom>
        </p:spPr>
      </p:pic>
      <p:pic>
        <p:nvPicPr>
          <p:cNvPr id="107" name="Picture 106"/>
          <p:cNvPicPr>
            <a:picLocks noChangeAspect="1"/>
          </p:cNvPicPr>
          <p:nvPr/>
        </p:nvPicPr>
        <p:blipFill>
          <a:blip r:embed="rId30"/>
          <a:stretch>
            <a:fillRect/>
          </a:stretch>
        </p:blipFill>
        <p:spPr>
          <a:xfrm>
            <a:off x="10252767" y="3391894"/>
            <a:ext cx="372338" cy="374429"/>
          </a:xfrm>
          <a:prstGeom prst="rect">
            <a:avLst/>
          </a:prstGeom>
        </p:spPr>
      </p:pic>
      <p:pic>
        <p:nvPicPr>
          <p:cNvPr id="108" name="Picture 11" descr="Adani Agrilogistics"/>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9654262" y="3619519"/>
            <a:ext cx="427710" cy="135616"/>
          </a:xfrm>
          <a:prstGeom prst="rect">
            <a:avLst/>
          </a:prstGeom>
          <a:noFill/>
          <a:extLst>
            <a:ext uri="{909E8E84-426E-40DD-AFC4-6F175D3DCCD1}">
              <a14:hiddenFill xmlns:a14="http://schemas.microsoft.com/office/drawing/2010/main">
                <a:solidFill>
                  <a:srgbClr val="FFFFFF"/>
                </a:solidFill>
              </a14:hiddenFill>
            </a:ext>
          </a:extLst>
        </p:spPr>
      </p:pic>
      <p:pic>
        <p:nvPicPr>
          <p:cNvPr id="109" name="Picture 108"/>
          <p:cNvPicPr>
            <a:picLocks noChangeAspect="1"/>
          </p:cNvPicPr>
          <p:nvPr/>
        </p:nvPicPr>
        <p:blipFill>
          <a:blip r:embed="rId32"/>
          <a:stretch>
            <a:fillRect/>
          </a:stretch>
        </p:blipFill>
        <p:spPr>
          <a:xfrm>
            <a:off x="10737957" y="3322251"/>
            <a:ext cx="567427" cy="239434"/>
          </a:xfrm>
          <a:prstGeom prst="rect">
            <a:avLst/>
          </a:prstGeom>
        </p:spPr>
      </p:pic>
      <p:pic>
        <p:nvPicPr>
          <p:cNvPr id="110" name="Picture 109"/>
          <p:cNvPicPr>
            <a:picLocks noChangeAspect="1"/>
          </p:cNvPicPr>
          <p:nvPr/>
        </p:nvPicPr>
        <p:blipFill>
          <a:blip r:embed="rId25"/>
          <a:stretch>
            <a:fillRect/>
          </a:stretch>
        </p:blipFill>
        <p:spPr>
          <a:xfrm>
            <a:off x="7489482" y="4867937"/>
            <a:ext cx="648064" cy="346197"/>
          </a:xfrm>
          <a:prstGeom prst="rect">
            <a:avLst/>
          </a:prstGeom>
        </p:spPr>
      </p:pic>
      <p:pic>
        <p:nvPicPr>
          <p:cNvPr id="112" name="Picture 111"/>
          <p:cNvPicPr>
            <a:picLocks noChangeAspect="1"/>
          </p:cNvPicPr>
          <p:nvPr/>
        </p:nvPicPr>
        <p:blipFill>
          <a:blip r:embed="rId33" cstate="hqprint">
            <a:extLst>
              <a:ext uri="{28A0092B-C50C-407E-A947-70E740481C1C}">
                <a14:useLocalDpi xmlns:a14="http://schemas.microsoft.com/office/drawing/2010/main" val="0"/>
              </a:ext>
            </a:extLst>
          </a:blip>
          <a:stretch>
            <a:fillRect/>
          </a:stretch>
        </p:blipFill>
        <p:spPr>
          <a:xfrm>
            <a:off x="5694372" y="4806092"/>
            <a:ext cx="658349" cy="398320"/>
          </a:xfrm>
          <a:prstGeom prst="rect">
            <a:avLst/>
          </a:prstGeom>
        </p:spPr>
      </p:pic>
      <p:pic>
        <p:nvPicPr>
          <p:cNvPr id="113" name="Picture 6" descr="TATA STEEL Logo Vector (.EPS) Free Download"/>
          <p:cNvPicPr>
            <a:picLocks noChangeAspect="1" noChangeArrowheads="1"/>
          </p:cNvPicPr>
          <p:nvPr/>
        </p:nvPicPr>
        <p:blipFill>
          <a:blip r:embed="rId34" cstate="email">
            <a:extLst>
              <a:ext uri="{28A0092B-C50C-407E-A947-70E740481C1C}">
                <a14:useLocalDpi xmlns:a14="http://schemas.microsoft.com/office/drawing/2010/main"/>
              </a:ext>
            </a:extLst>
          </a:blip>
          <a:srcRect/>
          <a:stretch>
            <a:fillRect/>
          </a:stretch>
        </p:blipFill>
        <p:spPr bwMode="auto">
          <a:xfrm>
            <a:off x="7135242" y="5617576"/>
            <a:ext cx="520824" cy="311938"/>
          </a:xfrm>
          <a:prstGeom prst="rect">
            <a:avLst/>
          </a:prstGeom>
          <a:noFill/>
          <a:extLst>
            <a:ext uri="{909E8E84-426E-40DD-AFC4-6F175D3DCCD1}">
              <a14:hiddenFill xmlns:a14="http://schemas.microsoft.com/office/drawing/2010/main">
                <a:solidFill>
                  <a:srgbClr val="FFFFFF"/>
                </a:solidFill>
              </a14:hiddenFill>
            </a:ext>
          </a:extLst>
        </p:spPr>
      </p:pic>
      <p:pic>
        <p:nvPicPr>
          <p:cNvPr id="114" name="Picture 16" descr="TATA Metaliks announces 2018-19 result"/>
          <p:cNvPicPr>
            <a:picLocks noChangeAspect="1" noChangeArrowheads="1"/>
          </p:cNvPicPr>
          <p:nvPr/>
        </p:nvPicPr>
        <p:blipFill rotWithShape="1">
          <a:blip r:embed="rId35" cstate="print">
            <a:duotone>
              <a:schemeClr val="accent3">
                <a:shade val="45000"/>
                <a:satMod val="135000"/>
              </a:schemeClr>
              <a:prstClr val="white"/>
            </a:duotone>
            <a:extLst>
              <a:ext uri="{28A0092B-C50C-407E-A947-70E740481C1C}">
                <a14:useLocalDpi xmlns:a14="http://schemas.microsoft.com/office/drawing/2010/main" val="0"/>
              </a:ext>
            </a:extLst>
          </a:blip>
          <a:srcRect l="16379" t="28147" r="17316" b="24572"/>
          <a:stretch/>
        </p:blipFill>
        <p:spPr bwMode="auto">
          <a:xfrm>
            <a:off x="10096706" y="5555299"/>
            <a:ext cx="784542" cy="374215"/>
          </a:xfrm>
          <a:prstGeom prst="rect">
            <a:avLst/>
          </a:prstGeom>
          <a:noFill/>
          <a:extLst>
            <a:ext uri="{909E8E84-426E-40DD-AFC4-6F175D3DCCD1}">
              <a14:hiddenFill xmlns:a14="http://schemas.microsoft.com/office/drawing/2010/main">
                <a:solidFill>
                  <a:srgbClr val="FFFFFF"/>
                </a:solidFill>
              </a14:hiddenFill>
            </a:ext>
          </a:extLst>
        </p:spPr>
      </p:pic>
      <p:pic>
        <p:nvPicPr>
          <p:cNvPr id="115" name="Picture 201" descr="SAIL Recruitment : Apply For 296 Posts From 26 October - SAIL Bhilai ने 296  पदों के लिए निकाली भर्ती, 10-12वीं पास सहित ग्रेजुएट ऐसे करें अप्लाई |  Patrika News"/>
          <p:cNvPicPr>
            <a:picLocks noChangeAspect="1" noChangeArrowheads="1"/>
          </p:cNvPicPr>
          <p:nvPr/>
        </p:nvPicPr>
        <p:blipFill>
          <a:blip r:embed="rId36" cstate="hqprint">
            <a:extLst>
              <a:ext uri="{28A0092B-C50C-407E-A947-70E740481C1C}">
                <a14:useLocalDpi xmlns:a14="http://schemas.microsoft.com/office/drawing/2010/main" val="0"/>
              </a:ext>
            </a:extLst>
          </a:blip>
          <a:srcRect/>
          <a:stretch>
            <a:fillRect/>
          </a:stretch>
        </p:blipFill>
        <p:spPr bwMode="auto">
          <a:xfrm>
            <a:off x="11021670" y="5502740"/>
            <a:ext cx="371868" cy="399980"/>
          </a:xfrm>
          <a:prstGeom prst="rect">
            <a:avLst/>
          </a:prstGeom>
          <a:noFill/>
          <a:extLst>
            <a:ext uri="{909E8E84-426E-40DD-AFC4-6F175D3DCCD1}">
              <a14:hiddenFill xmlns:a14="http://schemas.microsoft.com/office/drawing/2010/main">
                <a:solidFill>
                  <a:srgbClr val="FFFFFF"/>
                </a:solidFill>
              </a14:hiddenFill>
            </a:ext>
          </a:extLst>
        </p:spPr>
      </p:pic>
      <p:pic>
        <p:nvPicPr>
          <p:cNvPr id="116" name="Picture 197" descr="https://o.remove.bg/downloads/11c495c0-ccee-4589-bb54-fe758487e923/PFC-Logo-removebg-preview.png"/>
          <p:cNvPicPr>
            <a:picLocks noChangeAspect="1" noChangeArrowheads="1"/>
          </p:cNvPicPr>
          <p:nvPr/>
        </p:nvPicPr>
        <p:blipFill>
          <a:blip r:embed="rId37" cstate="hqprint">
            <a:extLst>
              <a:ext uri="{28A0092B-C50C-407E-A947-70E740481C1C}">
                <a14:useLocalDpi xmlns:a14="http://schemas.microsoft.com/office/drawing/2010/main" val="0"/>
              </a:ext>
            </a:extLst>
          </a:blip>
          <a:srcRect/>
          <a:stretch>
            <a:fillRect/>
          </a:stretch>
        </p:blipFill>
        <p:spPr bwMode="auto">
          <a:xfrm>
            <a:off x="8739770" y="5507072"/>
            <a:ext cx="465114" cy="490695"/>
          </a:xfrm>
          <a:prstGeom prst="rect">
            <a:avLst/>
          </a:prstGeom>
          <a:noFill/>
          <a:extLst>
            <a:ext uri="{909E8E84-426E-40DD-AFC4-6F175D3DCCD1}">
              <a14:hiddenFill xmlns:a14="http://schemas.microsoft.com/office/drawing/2010/main">
                <a:solidFill>
                  <a:srgbClr val="FFFFFF"/>
                </a:solidFill>
              </a14:hiddenFill>
            </a:ext>
          </a:extLst>
        </p:spPr>
      </p:pic>
      <p:pic>
        <p:nvPicPr>
          <p:cNvPr id="117" name="Picture 8" descr="Steel Minister asks MECON to speed up work on Nagarnar plant"/>
          <p:cNvPicPr>
            <a:picLocks noChangeAspect="1" noChangeArrowheads="1"/>
          </p:cNvPicPr>
          <p:nvPr/>
        </p:nvPicPr>
        <p:blipFill>
          <a:blip r:embed="rId38" cstate="print">
            <a:extLst>
              <a:ext uri="{28A0092B-C50C-407E-A947-70E740481C1C}">
                <a14:useLocalDpi xmlns:a14="http://schemas.microsoft.com/office/drawing/2010/main" val="0"/>
              </a:ext>
            </a:extLst>
          </a:blip>
          <a:srcRect/>
          <a:stretch>
            <a:fillRect/>
          </a:stretch>
        </p:blipFill>
        <p:spPr bwMode="auto">
          <a:xfrm>
            <a:off x="6238251" y="5526541"/>
            <a:ext cx="427246" cy="471226"/>
          </a:xfrm>
          <a:prstGeom prst="rect">
            <a:avLst/>
          </a:prstGeom>
          <a:noFill/>
          <a:extLst>
            <a:ext uri="{909E8E84-426E-40DD-AFC4-6F175D3DCCD1}">
              <a14:hiddenFill xmlns:a14="http://schemas.microsoft.com/office/drawing/2010/main">
                <a:solidFill>
                  <a:srgbClr val="FFFFFF"/>
                </a:solidFill>
              </a14:hiddenFill>
            </a:ext>
          </a:extLst>
        </p:spPr>
      </p:pic>
      <p:pic>
        <p:nvPicPr>
          <p:cNvPr id="118" name="Picture 117"/>
          <p:cNvPicPr>
            <a:picLocks noChangeAspect="1"/>
          </p:cNvPicPr>
          <p:nvPr/>
        </p:nvPicPr>
        <p:blipFill>
          <a:blip r:embed="rId39"/>
          <a:stretch>
            <a:fillRect/>
          </a:stretch>
        </p:blipFill>
        <p:spPr>
          <a:xfrm>
            <a:off x="7764640" y="5453695"/>
            <a:ext cx="475796" cy="495195"/>
          </a:xfrm>
          <a:prstGeom prst="rect">
            <a:avLst/>
          </a:prstGeom>
        </p:spPr>
      </p:pic>
      <p:pic>
        <p:nvPicPr>
          <p:cNvPr id="119" name="Picture 118"/>
          <p:cNvPicPr>
            <a:picLocks noChangeAspect="1"/>
          </p:cNvPicPr>
          <p:nvPr/>
        </p:nvPicPr>
        <p:blipFill>
          <a:blip r:embed="rId40"/>
          <a:stretch>
            <a:fillRect/>
          </a:stretch>
        </p:blipFill>
        <p:spPr>
          <a:xfrm>
            <a:off x="5561829" y="1926573"/>
            <a:ext cx="344045" cy="384247"/>
          </a:xfrm>
          <a:prstGeom prst="rect">
            <a:avLst/>
          </a:prstGeom>
        </p:spPr>
      </p:pic>
      <p:pic>
        <p:nvPicPr>
          <p:cNvPr id="120" name="Picture 11" descr="Adani Agrilogistics"/>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6974856" y="1909890"/>
            <a:ext cx="724891" cy="229844"/>
          </a:xfrm>
          <a:prstGeom prst="rect">
            <a:avLst/>
          </a:prstGeom>
          <a:noFill/>
          <a:extLst>
            <a:ext uri="{909E8E84-426E-40DD-AFC4-6F175D3DCCD1}">
              <a14:hiddenFill xmlns:a14="http://schemas.microsoft.com/office/drawing/2010/main">
                <a:solidFill>
                  <a:srgbClr val="FFFFFF"/>
                </a:solidFill>
              </a14:hiddenFill>
            </a:ext>
          </a:extLst>
        </p:spPr>
      </p:pic>
      <p:pic>
        <p:nvPicPr>
          <p:cNvPr id="121" name="Picture 195" descr="https://o.remove.bg/downloads/eb2de087-6e31-4fdd-9536-469a63ad67fc/1496402133tata_sponge-removebg-preview.png"/>
          <p:cNvPicPr>
            <a:picLocks noChangeAspect="1" noChangeArrowheads="1"/>
          </p:cNvPicPr>
          <p:nvPr/>
        </p:nvPicPr>
        <p:blipFill rotWithShape="1">
          <a:blip r:embed="rId41">
            <a:extLst>
              <a:ext uri="{28A0092B-C50C-407E-A947-70E740481C1C}">
                <a14:useLocalDpi xmlns:a14="http://schemas.microsoft.com/office/drawing/2010/main" val="0"/>
              </a:ext>
            </a:extLst>
          </a:blip>
          <a:srcRect l="20100" t="12182" r="23648" b="25214"/>
          <a:stretch/>
        </p:blipFill>
        <p:spPr bwMode="auto">
          <a:xfrm>
            <a:off x="7841751" y="1945478"/>
            <a:ext cx="642635" cy="458133"/>
          </a:xfrm>
          <a:prstGeom prst="rect">
            <a:avLst/>
          </a:prstGeom>
          <a:noFill/>
          <a:extLst>
            <a:ext uri="{909E8E84-426E-40DD-AFC4-6F175D3DCCD1}">
              <a14:hiddenFill xmlns:a14="http://schemas.microsoft.com/office/drawing/2010/main">
                <a:solidFill>
                  <a:srgbClr val="FFFFFF"/>
                </a:solidFill>
              </a14:hiddenFill>
            </a:ext>
          </a:extLst>
        </p:spPr>
      </p:pic>
      <p:pic>
        <p:nvPicPr>
          <p:cNvPr id="122" name="Picture 15" descr="https://www.acclimited.com/assets/images/logo.png"/>
          <p:cNvPicPr>
            <a:picLocks noChangeAspect="1" noChangeArrowheads="1"/>
          </p:cNvPicPr>
          <p:nvPr/>
        </p:nvPicPr>
        <p:blipFill rotWithShape="1">
          <a:blip r:embed="rId42">
            <a:extLst>
              <a:ext uri="{28A0092B-C50C-407E-A947-70E740481C1C}">
                <a14:useLocalDpi xmlns:a14="http://schemas.microsoft.com/office/drawing/2010/main" val="0"/>
              </a:ext>
            </a:extLst>
          </a:blip>
          <a:srcRect t="-1" r="55556" b="-12277"/>
          <a:stretch/>
        </p:blipFill>
        <p:spPr bwMode="auto">
          <a:xfrm>
            <a:off x="8736959" y="1979721"/>
            <a:ext cx="462760" cy="172659"/>
          </a:xfrm>
          <a:prstGeom prst="rect">
            <a:avLst/>
          </a:prstGeom>
          <a:noFill/>
          <a:extLst>
            <a:ext uri="{909E8E84-426E-40DD-AFC4-6F175D3DCCD1}">
              <a14:hiddenFill xmlns:a14="http://schemas.microsoft.com/office/drawing/2010/main">
                <a:solidFill>
                  <a:srgbClr val="FFFFFF"/>
                </a:solidFill>
              </a14:hiddenFill>
            </a:ext>
          </a:extLst>
        </p:spPr>
      </p:pic>
      <p:pic>
        <p:nvPicPr>
          <p:cNvPr id="123" name="Picture 122"/>
          <p:cNvPicPr>
            <a:picLocks noChangeAspect="1"/>
          </p:cNvPicPr>
          <p:nvPr/>
        </p:nvPicPr>
        <p:blipFill rotWithShape="1">
          <a:blip r:embed="rId43"/>
          <a:srcRect r="54937" b="1827"/>
          <a:stretch/>
        </p:blipFill>
        <p:spPr>
          <a:xfrm>
            <a:off x="8912790" y="2232419"/>
            <a:ext cx="562390" cy="259648"/>
          </a:xfrm>
          <a:prstGeom prst="rect">
            <a:avLst/>
          </a:prstGeom>
        </p:spPr>
      </p:pic>
      <p:pic>
        <p:nvPicPr>
          <p:cNvPr id="124" name="Picture 11" descr="Adani Agrilogistics"/>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5655423" y="5526349"/>
            <a:ext cx="468138" cy="148435"/>
          </a:xfrm>
          <a:prstGeom prst="rect">
            <a:avLst/>
          </a:prstGeom>
          <a:noFill/>
          <a:extLst>
            <a:ext uri="{909E8E84-426E-40DD-AFC4-6F175D3DCCD1}">
              <a14:hiddenFill xmlns:a14="http://schemas.microsoft.com/office/drawing/2010/main">
                <a:solidFill>
                  <a:srgbClr val="FFFFFF"/>
                </a:solidFill>
              </a14:hiddenFill>
            </a:ext>
          </a:extLst>
        </p:spPr>
      </p:pic>
      <p:pic>
        <p:nvPicPr>
          <p:cNvPr id="125" name="Picture 124"/>
          <p:cNvPicPr>
            <a:picLocks noChangeAspect="1"/>
          </p:cNvPicPr>
          <p:nvPr/>
        </p:nvPicPr>
        <p:blipFill>
          <a:blip r:embed="rId44"/>
          <a:stretch>
            <a:fillRect/>
          </a:stretch>
        </p:blipFill>
        <p:spPr>
          <a:xfrm>
            <a:off x="9325040" y="1892134"/>
            <a:ext cx="815919" cy="290780"/>
          </a:xfrm>
          <a:prstGeom prst="rect">
            <a:avLst/>
          </a:prstGeom>
        </p:spPr>
      </p:pic>
      <p:pic>
        <p:nvPicPr>
          <p:cNvPr id="126" name="Picture 125"/>
          <p:cNvPicPr>
            <a:picLocks noChangeAspect="1"/>
          </p:cNvPicPr>
          <p:nvPr/>
        </p:nvPicPr>
        <p:blipFill>
          <a:blip r:embed="rId24"/>
          <a:stretch>
            <a:fillRect/>
          </a:stretch>
        </p:blipFill>
        <p:spPr>
          <a:xfrm>
            <a:off x="8258953" y="4751901"/>
            <a:ext cx="819846" cy="494079"/>
          </a:xfrm>
          <a:prstGeom prst="rect">
            <a:avLst/>
          </a:prstGeom>
        </p:spPr>
      </p:pic>
      <p:pic>
        <p:nvPicPr>
          <p:cNvPr id="8" name="Picture 7"/>
          <p:cNvPicPr>
            <a:picLocks noChangeAspect="1"/>
          </p:cNvPicPr>
          <p:nvPr/>
        </p:nvPicPr>
        <p:blipFill>
          <a:blip r:embed="rId45"/>
          <a:stretch>
            <a:fillRect/>
          </a:stretch>
        </p:blipFill>
        <p:spPr>
          <a:xfrm>
            <a:off x="9244234" y="4886574"/>
            <a:ext cx="668269" cy="340179"/>
          </a:xfrm>
          <a:prstGeom prst="rect">
            <a:avLst/>
          </a:prstGeom>
        </p:spPr>
      </p:pic>
    </p:spTree>
    <p:extLst>
      <p:ext uri="{BB962C8B-B14F-4D97-AF65-F5344CB8AC3E}">
        <p14:creationId xmlns:p14="http://schemas.microsoft.com/office/powerpoint/2010/main" val="40368089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501651" y="317501"/>
            <a:ext cx="11162349" cy="462146"/>
          </a:xfrm>
        </p:spPr>
        <p:txBody>
          <a:bodyPr/>
          <a:lstStyle/>
          <a:p>
            <a:r>
              <a:rPr lang="en-US" dirty="0"/>
              <a:t>Scope of work for the assignment </a:t>
            </a:r>
            <a:endParaRPr lang="en-IN" dirty="0"/>
          </a:p>
        </p:txBody>
      </p:sp>
      <p:sp>
        <p:nvSpPr>
          <p:cNvPr id="2" name="Rectangle 1"/>
          <p:cNvSpPr/>
          <p:nvPr/>
        </p:nvSpPr>
        <p:spPr bwMode="gray">
          <a:xfrm>
            <a:off x="572655" y="979055"/>
            <a:ext cx="5938981" cy="2595418"/>
          </a:xfrm>
          <a:prstGeom prst="rect">
            <a:avLst/>
          </a:prstGeom>
          <a:solidFill>
            <a:schemeClr val="bg1">
              <a:lumMod val="9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u="sng" dirty="0"/>
              <a:t>Diversification Areas</a:t>
            </a:r>
          </a:p>
          <a:p>
            <a:pPr algn="ctr">
              <a:lnSpc>
                <a:spcPct val="106000"/>
              </a:lnSpc>
              <a:buFont typeface="Wingdings 2" pitchFamily="18" charset="2"/>
              <a:buNone/>
            </a:pPr>
            <a:endParaRPr lang="en-US" sz="1200" b="1" u="sng" dirty="0"/>
          </a:p>
          <a:p>
            <a:pPr>
              <a:lnSpc>
                <a:spcPct val="106000"/>
              </a:lnSpc>
              <a:buFont typeface="Wingdings 2" pitchFamily="18" charset="2"/>
              <a:buNone/>
            </a:pPr>
            <a:r>
              <a:rPr lang="en-US" sz="1200" dirty="0"/>
              <a:t>D1 - Surface coal gasification (SCG) based Coal-to-chemical Business </a:t>
            </a:r>
          </a:p>
          <a:p>
            <a:pPr>
              <a:lnSpc>
                <a:spcPct val="106000"/>
              </a:lnSpc>
              <a:buFont typeface="Wingdings 2" pitchFamily="18" charset="2"/>
              <a:buNone/>
            </a:pPr>
            <a:r>
              <a:rPr lang="en-US" sz="1200" dirty="0"/>
              <a:t>D2 - Utility-scale thermal power generation (Coal)</a:t>
            </a:r>
          </a:p>
          <a:p>
            <a:pPr>
              <a:lnSpc>
                <a:spcPct val="106000"/>
              </a:lnSpc>
              <a:buFont typeface="Wingdings 2" pitchFamily="18" charset="2"/>
              <a:buNone/>
            </a:pPr>
            <a:r>
              <a:rPr lang="en-US" sz="1200" dirty="0"/>
              <a:t>D3 - Solar power value chain (generation and backward integration) </a:t>
            </a:r>
          </a:p>
          <a:p>
            <a:pPr>
              <a:lnSpc>
                <a:spcPct val="106000"/>
              </a:lnSpc>
              <a:buFont typeface="Wingdings 2" pitchFamily="18" charset="2"/>
              <a:buNone/>
            </a:pPr>
            <a:r>
              <a:rPr lang="en-US" sz="1200" dirty="0"/>
              <a:t>D4 - </a:t>
            </a:r>
            <a:r>
              <a:rPr lang="en-US" sz="1200" dirty="0" err="1"/>
              <a:t>Aluminium</a:t>
            </a:r>
            <a:r>
              <a:rPr lang="en-US" sz="1200" dirty="0"/>
              <a:t> Smelting </a:t>
            </a:r>
          </a:p>
          <a:p>
            <a:pPr>
              <a:lnSpc>
                <a:spcPct val="106000"/>
              </a:lnSpc>
              <a:buFont typeface="Wingdings 2" pitchFamily="18" charset="2"/>
              <a:buNone/>
            </a:pPr>
            <a:r>
              <a:rPr lang="en-US" sz="1200" dirty="0"/>
              <a:t>D5 - Portfolio of non-fuel minerals through organic and inorganic growth </a:t>
            </a:r>
          </a:p>
          <a:p>
            <a:pPr>
              <a:lnSpc>
                <a:spcPct val="106000"/>
              </a:lnSpc>
              <a:buFont typeface="Wingdings 2" pitchFamily="18" charset="2"/>
              <a:buNone/>
            </a:pPr>
            <a:r>
              <a:rPr lang="en-US" sz="1200" dirty="0"/>
              <a:t>D6 - Coal Bed methane (CBM) </a:t>
            </a:r>
          </a:p>
          <a:p>
            <a:pPr>
              <a:lnSpc>
                <a:spcPct val="106000"/>
              </a:lnSpc>
              <a:buFont typeface="Wingdings 2" pitchFamily="18" charset="2"/>
              <a:buNone/>
            </a:pPr>
            <a:r>
              <a:rPr lang="en-US" sz="1200" dirty="0"/>
              <a:t>D7 - Mineral logistics</a:t>
            </a:r>
          </a:p>
          <a:p>
            <a:pPr>
              <a:lnSpc>
                <a:spcPct val="106000"/>
              </a:lnSpc>
              <a:buFont typeface="Wingdings 2" pitchFamily="18" charset="2"/>
              <a:buNone/>
            </a:pPr>
            <a:r>
              <a:rPr lang="en-US" sz="1200" dirty="0"/>
              <a:t>D8 - New Business Portfolio</a:t>
            </a:r>
            <a:endParaRPr lang="en-IN" sz="1200" dirty="0"/>
          </a:p>
        </p:txBody>
      </p:sp>
      <p:sp>
        <p:nvSpPr>
          <p:cNvPr id="9" name="Rectangle 8"/>
          <p:cNvSpPr/>
          <p:nvPr/>
        </p:nvSpPr>
        <p:spPr bwMode="gray">
          <a:xfrm>
            <a:off x="572655" y="3867725"/>
            <a:ext cx="5938981" cy="2500747"/>
          </a:xfrm>
          <a:prstGeom prst="rect">
            <a:avLst/>
          </a:prstGeom>
          <a:solidFill>
            <a:schemeClr val="bg1">
              <a:lumMod val="9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200" b="1" u="sng" dirty="0"/>
          </a:p>
          <a:p>
            <a:pPr algn="ctr">
              <a:lnSpc>
                <a:spcPct val="106000"/>
              </a:lnSpc>
              <a:buFont typeface="Wingdings 2" pitchFamily="18" charset="2"/>
              <a:buNone/>
            </a:pPr>
            <a:r>
              <a:rPr lang="en-US" sz="1200" b="1" u="sng" dirty="0"/>
              <a:t>Value Addition Initiatives</a:t>
            </a:r>
          </a:p>
          <a:p>
            <a:pPr algn="ctr">
              <a:lnSpc>
                <a:spcPct val="106000"/>
              </a:lnSpc>
              <a:buFont typeface="Wingdings 2" pitchFamily="18" charset="2"/>
              <a:buNone/>
            </a:pPr>
            <a:endParaRPr lang="en-US" sz="1200" b="1" u="sng" dirty="0"/>
          </a:p>
          <a:p>
            <a:pPr algn="ctr">
              <a:lnSpc>
                <a:spcPct val="106000"/>
              </a:lnSpc>
              <a:buFont typeface="Wingdings 2" pitchFamily="18" charset="2"/>
              <a:buNone/>
            </a:pPr>
            <a:endParaRPr lang="en-US" sz="1200" b="1" u="sng" dirty="0"/>
          </a:p>
          <a:p>
            <a:pPr>
              <a:lnSpc>
                <a:spcPct val="106000"/>
              </a:lnSpc>
              <a:buFont typeface="Wingdings 2" pitchFamily="18" charset="2"/>
              <a:buNone/>
            </a:pPr>
            <a:r>
              <a:rPr lang="en-US" sz="1200" dirty="0"/>
              <a:t>V1 - EBIDTA Improvement Initiatives (Quick Wins)</a:t>
            </a:r>
          </a:p>
          <a:p>
            <a:pPr>
              <a:lnSpc>
                <a:spcPct val="106000"/>
              </a:lnSpc>
              <a:buFont typeface="Wingdings 2" pitchFamily="18" charset="2"/>
              <a:buNone/>
            </a:pPr>
            <a:r>
              <a:rPr lang="en-US" sz="1200" dirty="0"/>
              <a:t>V2 - Shareholder value enhancement</a:t>
            </a:r>
          </a:p>
          <a:p>
            <a:pPr>
              <a:lnSpc>
                <a:spcPct val="106000"/>
              </a:lnSpc>
              <a:buFont typeface="Wingdings 2" pitchFamily="18" charset="2"/>
              <a:buNone/>
            </a:pPr>
            <a:r>
              <a:rPr lang="en-US" sz="1200" dirty="0"/>
              <a:t>V3 - Any set of activities / process (physical / financial), in any domain, that adds value to the Company based on emerging business environment / market dynamics</a:t>
            </a:r>
          </a:p>
          <a:p>
            <a:pPr>
              <a:lnSpc>
                <a:spcPct val="106000"/>
              </a:lnSpc>
              <a:buFont typeface="Wingdings 2" pitchFamily="18" charset="2"/>
              <a:buNone/>
            </a:pPr>
            <a:endParaRPr lang="en-US" sz="1200" dirty="0"/>
          </a:p>
          <a:p>
            <a:pPr>
              <a:lnSpc>
                <a:spcPct val="106000"/>
              </a:lnSpc>
              <a:buFont typeface="Wingdings 2" pitchFamily="18" charset="2"/>
              <a:buNone/>
            </a:pPr>
            <a:endParaRPr lang="en-US" sz="1200" dirty="0"/>
          </a:p>
          <a:p>
            <a:pPr>
              <a:lnSpc>
                <a:spcPct val="106000"/>
              </a:lnSpc>
              <a:buFont typeface="Wingdings 2" pitchFamily="18" charset="2"/>
              <a:buNone/>
            </a:pPr>
            <a:endParaRPr lang="en-US" sz="1200" dirty="0"/>
          </a:p>
          <a:p>
            <a:pPr>
              <a:lnSpc>
                <a:spcPct val="106000"/>
              </a:lnSpc>
              <a:buFont typeface="Wingdings 2" pitchFamily="18" charset="2"/>
              <a:buNone/>
            </a:pPr>
            <a:endParaRPr lang="en-IN" sz="1200" dirty="0"/>
          </a:p>
        </p:txBody>
      </p:sp>
      <p:sp>
        <p:nvSpPr>
          <p:cNvPr id="4" name="Rectangle 3"/>
          <p:cNvSpPr/>
          <p:nvPr/>
        </p:nvSpPr>
        <p:spPr bwMode="gray">
          <a:xfrm>
            <a:off x="7246723" y="986262"/>
            <a:ext cx="4341091" cy="581890"/>
          </a:xfrm>
          <a:prstGeom prst="rect">
            <a:avLst/>
          </a:prstGeom>
          <a:solidFill>
            <a:srgbClr val="007680"/>
          </a:solidFill>
          <a:ln w="19050" algn="ctr">
            <a:noFill/>
            <a:miter lim="800000"/>
            <a:headEnd/>
            <a:tailEnd/>
          </a:ln>
          <a:effectLst>
            <a:outerShdw blurRad="50800" dist="38100" algn="l" rotWithShape="0">
              <a:prstClr val="black">
                <a:alpha val="40000"/>
              </a:prstClr>
            </a:outerShdw>
          </a:effectLst>
        </p:spPr>
        <p:txBody>
          <a:bodyPr wrap="square" lIns="88900" tIns="88900" rIns="88900" bIns="88900" rtlCol="0" anchor="ctr"/>
          <a:lstStyle/>
          <a:p>
            <a:pPr>
              <a:lnSpc>
                <a:spcPct val="106000"/>
              </a:lnSpc>
              <a:buFont typeface="Wingdings 2" pitchFamily="18" charset="2"/>
              <a:buNone/>
            </a:pPr>
            <a:r>
              <a:rPr lang="en-US" sz="1200" dirty="0">
                <a:solidFill>
                  <a:schemeClr val="bg1"/>
                </a:solidFill>
              </a:rPr>
              <a:t>Module 1: Market research and Sectoral assessment</a:t>
            </a:r>
            <a:endParaRPr lang="en-IN" sz="1200" dirty="0">
              <a:solidFill>
                <a:schemeClr val="bg1"/>
              </a:solidFill>
            </a:endParaRPr>
          </a:p>
        </p:txBody>
      </p:sp>
      <p:sp>
        <p:nvSpPr>
          <p:cNvPr id="10" name="Rectangle 9"/>
          <p:cNvSpPr/>
          <p:nvPr/>
        </p:nvSpPr>
        <p:spPr bwMode="gray">
          <a:xfrm>
            <a:off x="7246721" y="1625881"/>
            <a:ext cx="4341091" cy="581890"/>
          </a:xfrm>
          <a:prstGeom prst="rect">
            <a:avLst/>
          </a:prstGeom>
          <a:solidFill>
            <a:srgbClr val="007680"/>
          </a:solidFill>
          <a:ln w="19050" algn="ctr">
            <a:noFill/>
            <a:miter lim="800000"/>
            <a:headEnd/>
            <a:tailEnd/>
          </a:ln>
          <a:effectLst>
            <a:outerShdw blurRad="50800" dist="38100" algn="l" rotWithShape="0">
              <a:prstClr val="black">
                <a:alpha val="40000"/>
              </a:prstClr>
            </a:outerShdw>
          </a:effectLst>
        </p:spPr>
        <p:txBody>
          <a:bodyPr wrap="square" lIns="88900" tIns="88900" rIns="88900" bIns="88900" rtlCol="0" anchor="ctr"/>
          <a:lstStyle/>
          <a:p>
            <a:pPr>
              <a:lnSpc>
                <a:spcPct val="106000"/>
              </a:lnSpc>
              <a:buFont typeface="Wingdings 2" pitchFamily="18" charset="2"/>
              <a:buNone/>
            </a:pPr>
            <a:r>
              <a:rPr lang="en-US" sz="1200">
                <a:solidFill>
                  <a:schemeClr val="bg1"/>
                </a:solidFill>
              </a:rPr>
              <a:t>Module 2: Market entry strategy, Business modelling and Feasibility study</a:t>
            </a:r>
            <a:endParaRPr lang="en-IN" sz="1200" dirty="0">
              <a:solidFill>
                <a:schemeClr val="bg1"/>
              </a:solidFill>
            </a:endParaRPr>
          </a:p>
        </p:txBody>
      </p:sp>
      <p:sp>
        <p:nvSpPr>
          <p:cNvPr id="11" name="Rectangle 10"/>
          <p:cNvSpPr/>
          <p:nvPr/>
        </p:nvSpPr>
        <p:spPr bwMode="gray">
          <a:xfrm>
            <a:off x="7246722" y="2265500"/>
            <a:ext cx="4341091" cy="581890"/>
          </a:xfrm>
          <a:prstGeom prst="rect">
            <a:avLst/>
          </a:prstGeom>
          <a:solidFill>
            <a:srgbClr val="007680"/>
          </a:solidFill>
          <a:ln w="19050" algn="ctr">
            <a:noFill/>
            <a:miter lim="800000"/>
            <a:headEnd/>
            <a:tailEnd/>
          </a:ln>
          <a:effectLst>
            <a:outerShdw blurRad="50800" dist="38100" algn="l" rotWithShape="0">
              <a:prstClr val="black">
                <a:alpha val="40000"/>
              </a:prstClr>
            </a:outerShdw>
          </a:effectLst>
        </p:spPr>
        <p:txBody>
          <a:bodyPr wrap="square" lIns="88900" tIns="88900" rIns="88900" bIns="88900" rtlCol="0" anchor="ctr"/>
          <a:lstStyle/>
          <a:p>
            <a:pPr>
              <a:lnSpc>
                <a:spcPct val="106000"/>
              </a:lnSpc>
              <a:buFont typeface="Wingdings 2" pitchFamily="18" charset="2"/>
              <a:buNone/>
            </a:pPr>
            <a:r>
              <a:rPr lang="en-US" sz="1200" dirty="0">
                <a:solidFill>
                  <a:schemeClr val="bg1"/>
                </a:solidFill>
              </a:rPr>
              <a:t>Module 3: Bid process management and selection of Project implementation agency for </a:t>
            </a:r>
            <a:r>
              <a:rPr lang="en-US" sz="1200" dirty="0" err="1">
                <a:solidFill>
                  <a:schemeClr val="bg1"/>
                </a:solidFill>
              </a:rPr>
              <a:t>operationalising</a:t>
            </a:r>
            <a:r>
              <a:rPr lang="en-US" sz="1200" dirty="0">
                <a:solidFill>
                  <a:schemeClr val="bg1"/>
                </a:solidFill>
              </a:rPr>
              <a:t> the qualified sector strategies. </a:t>
            </a:r>
            <a:endParaRPr lang="en-IN" sz="1200" dirty="0">
              <a:solidFill>
                <a:schemeClr val="bg1"/>
              </a:solidFill>
            </a:endParaRPr>
          </a:p>
        </p:txBody>
      </p:sp>
      <p:sp>
        <p:nvSpPr>
          <p:cNvPr id="12" name="Rectangle 11"/>
          <p:cNvSpPr/>
          <p:nvPr/>
        </p:nvSpPr>
        <p:spPr bwMode="gray">
          <a:xfrm>
            <a:off x="7246721" y="2905119"/>
            <a:ext cx="4341091" cy="581890"/>
          </a:xfrm>
          <a:prstGeom prst="rect">
            <a:avLst/>
          </a:prstGeom>
          <a:solidFill>
            <a:srgbClr val="007680"/>
          </a:solidFill>
          <a:ln w="19050" algn="ctr">
            <a:noFill/>
            <a:miter lim="800000"/>
            <a:headEnd/>
            <a:tailEnd/>
          </a:ln>
          <a:effectLst>
            <a:outerShdw blurRad="50800" dist="38100" algn="l" rotWithShape="0">
              <a:prstClr val="black">
                <a:alpha val="40000"/>
              </a:prstClr>
            </a:outerShdw>
          </a:effectLst>
        </p:spPr>
        <p:txBody>
          <a:bodyPr wrap="square" lIns="88900" tIns="88900" rIns="88900" bIns="88900" rtlCol="0" anchor="ctr"/>
          <a:lstStyle/>
          <a:p>
            <a:pPr>
              <a:lnSpc>
                <a:spcPct val="106000"/>
              </a:lnSpc>
              <a:buFont typeface="Wingdings 2" pitchFamily="18" charset="2"/>
              <a:buNone/>
            </a:pPr>
            <a:r>
              <a:rPr lang="en-US" sz="1200">
                <a:solidFill>
                  <a:schemeClr val="bg1"/>
                </a:solidFill>
              </a:rPr>
              <a:t>Module 4: Program evaluation and Monitoring</a:t>
            </a:r>
            <a:endParaRPr lang="en-IN" sz="1200" dirty="0">
              <a:solidFill>
                <a:schemeClr val="bg1"/>
              </a:solidFill>
            </a:endParaRPr>
          </a:p>
        </p:txBody>
      </p:sp>
      <p:sp>
        <p:nvSpPr>
          <p:cNvPr id="13" name="Rectangle 12"/>
          <p:cNvSpPr/>
          <p:nvPr/>
        </p:nvSpPr>
        <p:spPr bwMode="gray">
          <a:xfrm>
            <a:off x="7246723" y="3867726"/>
            <a:ext cx="4341091" cy="581890"/>
          </a:xfrm>
          <a:prstGeom prst="rect">
            <a:avLst/>
          </a:prstGeom>
          <a:solidFill>
            <a:srgbClr val="0076A8"/>
          </a:solidFill>
          <a:ln w="19050" algn="ctr">
            <a:noFill/>
            <a:miter lim="800000"/>
            <a:headEnd/>
            <a:tailEnd/>
          </a:ln>
          <a:effectLst>
            <a:outerShdw blurRad="50800" dist="38100" algn="l" rotWithShape="0">
              <a:prstClr val="black">
                <a:alpha val="40000"/>
              </a:prstClr>
            </a:outerShdw>
          </a:effectLst>
        </p:spPr>
        <p:txBody>
          <a:bodyPr wrap="square" lIns="88900" tIns="88900" rIns="88900" bIns="88900" rtlCol="0" anchor="ctr"/>
          <a:lstStyle/>
          <a:p>
            <a:pPr>
              <a:lnSpc>
                <a:spcPct val="106000"/>
              </a:lnSpc>
              <a:buFont typeface="Wingdings 2" pitchFamily="18" charset="2"/>
              <a:buNone/>
            </a:pPr>
            <a:r>
              <a:rPr lang="en-US" sz="1200">
                <a:solidFill>
                  <a:schemeClr val="bg1"/>
                </a:solidFill>
              </a:rPr>
              <a:t>Module 1: Identification of Value Addition Activity and Impact Assessment</a:t>
            </a:r>
            <a:endParaRPr lang="en-IN" sz="1200" dirty="0">
              <a:solidFill>
                <a:schemeClr val="bg1"/>
              </a:solidFill>
            </a:endParaRPr>
          </a:p>
        </p:txBody>
      </p:sp>
      <p:sp>
        <p:nvSpPr>
          <p:cNvPr id="14" name="Rectangle 13"/>
          <p:cNvSpPr/>
          <p:nvPr/>
        </p:nvSpPr>
        <p:spPr bwMode="gray">
          <a:xfrm>
            <a:off x="7246721" y="4507345"/>
            <a:ext cx="4341091" cy="581890"/>
          </a:xfrm>
          <a:prstGeom prst="rect">
            <a:avLst/>
          </a:prstGeom>
          <a:solidFill>
            <a:srgbClr val="0076A8"/>
          </a:solidFill>
          <a:ln w="19050" algn="ctr">
            <a:noFill/>
            <a:miter lim="800000"/>
            <a:headEnd/>
            <a:tailEnd/>
          </a:ln>
          <a:effectLst>
            <a:outerShdw blurRad="50800" dist="38100" algn="l" rotWithShape="0">
              <a:prstClr val="black">
                <a:alpha val="40000"/>
              </a:prstClr>
            </a:outerShdw>
          </a:effectLst>
        </p:spPr>
        <p:txBody>
          <a:bodyPr wrap="square" lIns="88900" tIns="88900" rIns="88900" bIns="88900" rtlCol="0" anchor="ctr"/>
          <a:lstStyle/>
          <a:p>
            <a:pPr>
              <a:lnSpc>
                <a:spcPct val="106000"/>
              </a:lnSpc>
              <a:buFont typeface="Wingdings 2" pitchFamily="18" charset="2"/>
              <a:buNone/>
            </a:pPr>
            <a:r>
              <a:rPr lang="en-US" sz="1200">
                <a:solidFill>
                  <a:schemeClr val="bg1"/>
                </a:solidFill>
              </a:rPr>
              <a:t>Module 2: Framing of Implementation Plan </a:t>
            </a:r>
            <a:endParaRPr lang="en-IN" sz="1200" dirty="0">
              <a:solidFill>
                <a:schemeClr val="bg1"/>
              </a:solidFill>
            </a:endParaRPr>
          </a:p>
        </p:txBody>
      </p:sp>
      <p:sp>
        <p:nvSpPr>
          <p:cNvPr id="15" name="Rectangle 14"/>
          <p:cNvSpPr/>
          <p:nvPr/>
        </p:nvSpPr>
        <p:spPr bwMode="gray">
          <a:xfrm>
            <a:off x="7246722" y="5146964"/>
            <a:ext cx="4341091" cy="581890"/>
          </a:xfrm>
          <a:prstGeom prst="rect">
            <a:avLst/>
          </a:prstGeom>
          <a:solidFill>
            <a:srgbClr val="0076A8"/>
          </a:solidFill>
          <a:ln w="19050" algn="ctr">
            <a:noFill/>
            <a:miter lim="800000"/>
            <a:headEnd/>
            <a:tailEnd/>
          </a:ln>
          <a:effectLst>
            <a:outerShdw blurRad="50800" dist="38100" algn="l" rotWithShape="0">
              <a:prstClr val="black">
                <a:alpha val="40000"/>
              </a:prstClr>
            </a:outerShdw>
          </a:effectLst>
        </p:spPr>
        <p:txBody>
          <a:bodyPr wrap="square" lIns="88900" tIns="88900" rIns="88900" bIns="88900" rtlCol="0" anchor="ctr"/>
          <a:lstStyle/>
          <a:p>
            <a:pPr>
              <a:lnSpc>
                <a:spcPct val="106000"/>
              </a:lnSpc>
              <a:buFont typeface="Wingdings 2" pitchFamily="18" charset="2"/>
              <a:buNone/>
            </a:pPr>
            <a:r>
              <a:rPr lang="en-US" sz="1200" dirty="0">
                <a:solidFill>
                  <a:schemeClr val="bg1"/>
                </a:solidFill>
              </a:rPr>
              <a:t>Module 3: Bid process management and selection of Project implementation agency for </a:t>
            </a:r>
            <a:r>
              <a:rPr lang="en-US" sz="1200" dirty="0" err="1">
                <a:solidFill>
                  <a:schemeClr val="bg1"/>
                </a:solidFill>
              </a:rPr>
              <a:t>operationalising</a:t>
            </a:r>
            <a:r>
              <a:rPr lang="en-US" sz="1200" dirty="0">
                <a:solidFill>
                  <a:schemeClr val="bg1"/>
                </a:solidFill>
              </a:rPr>
              <a:t> the qualified Value Addition Process / Activities.</a:t>
            </a:r>
            <a:endParaRPr lang="en-IN" sz="1200" dirty="0">
              <a:solidFill>
                <a:schemeClr val="bg1"/>
              </a:solidFill>
            </a:endParaRPr>
          </a:p>
        </p:txBody>
      </p:sp>
      <p:sp>
        <p:nvSpPr>
          <p:cNvPr id="16" name="Rectangle 15"/>
          <p:cNvSpPr/>
          <p:nvPr/>
        </p:nvSpPr>
        <p:spPr bwMode="gray">
          <a:xfrm>
            <a:off x="7246721" y="5786583"/>
            <a:ext cx="4341091" cy="581890"/>
          </a:xfrm>
          <a:prstGeom prst="rect">
            <a:avLst/>
          </a:prstGeom>
          <a:solidFill>
            <a:srgbClr val="0076A8"/>
          </a:solidFill>
          <a:ln w="19050" algn="ctr">
            <a:noFill/>
            <a:miter lim="800000"/>
            <a:headEnd/>
            <a:tailEnd/>
          </a:ln>
          <a:effectLst>
            <a:outerShdw blurRad="50800" dist="38100" algn="l" rotWithShape="0">
              <a:prstClr val="black">
                <a:alpha val="40000"/>
              </a:prstClr>
            </a:outerShdw>
          </a:effectLst>
        </p:spPr>
        <p:txBody>
          <a:bodyPr wrap="square" lIns="88900" tIns="88900" rIns="88900" bIns="88900" rtlCol="0" anchor="ctr"/>
          <a:lstStyle/>
          <a:p>
            <a:pPr>
              <a:lnSpc>
                <a:spcPct val="106000"/>
              </a:lnSpc>
              <a:buFont typeface="Wingdings 2" pitchFamily="18" charset="2"/>
              <a:buNone/>
            </a:pPr>
            <a:r>
              <a:rPr lang="en-US" sz="1200">
                <a:solidFill>
                  <a:schemeClr val="bg1"/>
                </a:solidFill>
              </a:rPr>
              <a:t>Module 4: Program evaluation and Monitoring</a:t>
            </a:r>
            <a:endParaRPr lang="en-IN" sz="1200" dirty="0">
              <a:solidFill>
                <a:schemeClr val="bg1"/>
              </a:solidFill>
            </a:endParaRPr>
          </a:p>
        </p:txBody>
      </p:sp>
      <p:sp>
        <p:nvSpPr>
          <p:cNvPr id="17" name="Isosceles Triangle 16"/>
          <p:cNvSpPr/>
          <p:nvPr/>
        </p:nvSpPr>
        <p:spPr bwMode="gray">
          <a:xfrm rot="5400000">
            <a:off x="5741281" y="2120766"/>
            <a:ext cx="2048023" cy="360906"/>
          </a:xfrm>
          <a:prstGeom prst="triangle">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18" name="Isosceles Triangle 17"/>
          <p:cNvSpPr/>
          <p:nvPr/>
        </p:nvSpPr>
        <p:spPr bwMode="gray">
          <a:xfrm rot="5400000">
            <a:off x="5741280" y="4880273"/>
            <a:ext cx="2048023" cy="360906"/>
          </a:xfrm>
          <a:prstGeom prst="triangle">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Tree>
    <p:extLst>
      <p:ext uri="{BB962C8B-B14F-4D97-AF65-F5344CB8AC3E}">
        <p14:creationId xmlns:p14="http://schemas.microsoft.com/office/powerpoint/2010/main" val="1701422432"/>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9" name="Object 108" hidden="1"/>
          <p:cNvGraphicFramePr>
            <a:graphicFrameLocks noChangeAspect="1"/>
          </p:cNvGraphicFramePr>
          <p:nvPr>
            <p:custDataLst>
              <p:tags r:id="rId1"/>
            </p:custDataLst>
          </p:nvPr>
        </p:nvGraphicFramePr>
        <p:xfrm>
          <a:off x="1144589" y="1589"/>
          <a:ext cx="1587" cy="1587"/>
        </p:xfrm>
        <a:graphic>
          <a:graphicData uri="http://schemas.openxmlformats.org/presentationml/2006/ole">
            <mc:AlternateContent xmlns:mc="http://schemas.openxmlformats.org/markup-compatibility/2006">
              <mc:Choice xmlns:v="urn:schemas-microsoft-com:vml" Requires="v">
                <p:oleObj name="think-cell Slide" r:id="rId26" imgW="530" imgH="531" progId="TCLayout.ActiveDocument.1">
                  <p:embed/>
                </p:oleObj>
              </mc:Choice>
              <mc:Fallback>
                <p:oleObj name="think-cell Slide" r:id="rId26" imgW="530" imgH="531" progId="TCLayout.ActiveDocument.1">
                  <p:embed/>
                  <p:pic>
                    <p:nvPicPr>
                      <p:cNvPr id="109" name="Object 108" hidden="1"/>
                      <p:cNvPicPr/>
                      <p:nvPr/>
                    </p:nvPicPr>
                    <p:blipFill>
                      <a:blip r:embed="rId27"/>
                      <a:stretch>
                        <a:fillRect/>
                      </a:stretch>
                    </p:blipFill>
                    <p:spPr>
                      <a:xfrm>
                        <a:off x="1144589" y="1589"/>
                        <a:ext cx="1587" cy="1587"/>
                      </a:xfrm>
                      <a:prstGeom prst="rect">
                        <a:avLst/>
                      </a:prstGeom>
                    </p:spPr>
                  </p:pic>
                </p:oleObj>
              </mc:Fallback>
            </mc:AlternateContent>
          </a:graphicData>
        </a:graphic>
      </p:graphicFrame>
      <p:sp>
        <p:nvSpPr>
          <p:cNvPr id="2" name="Rectangle 1" hidden="1"/>
          <p:cNvSpPr/>
          <p:nvPr>
            <p:custDataLst>
              <p:tags r:id="rId2"/>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rtlCol="0" anchor="ctr"/>
          <a:lstStyle/>
          <a:p>
            <a:pPr algn="ctr">
              <a:spcBef>
                <a:spcPct val="0"/>
              </a:spcBef>
              <a:spcAft>
                <a:spcPct val="0"/>
              </a:spcAft>
              <a:buFont typeface="Wingdings 2" pitchFamily="18" charset="2"/>
              <a:buNone/>
            </a:pPr>
            <a:endParaRPr lang="en-US" sz="2000" dirty="0">
              <a:solidFill>
                <a:schemeClr val="bg1"/>
              </a:solidFill>
              <a:latin typeface="Verdana" panose="020B0604030504040204" pitchFamily="34" charset="0"/>
              <a:ea typeface="+mj-ea"/>
              <a:cs typeface="+mj-cs"/>
              <a:sym typeface="Verdana" panose="020B0604030504040204" pitchFamily="34" charset="0"/>
            </a:endParaRPr>
          </a:p>
        </p:txBody>
      </p:sp>
      <p:sp>
        <p:nvSpPr>
          <p:cNvPr id="3" name="Title 2"/>
          <p:cNvSpPr>
            <a:spLocks noGrp="1"/>
          </p:cNvSpPr>
          <p:nvPr>
            <p:ph type="title"/>
          </p:nvPr>
        </p:nvSpPr>
        <p:spPr/>
        <p:txBody>
          <a:bodyPr/>
          <a:lstStyle/>
          <a:p>
            <a:r>
              <a:rPr lang="en-US" dirty="0"/>
              <a:t>Overall Work Plan</a:t>
            </a:r>
          </a:p>
        </p:txBody>
      </p:sp>
      <p:graphicFrame>
        <p:nvGraphicFramePr>
          <p:cNvPr id="95" name="Content Placeholder 6"/>
          <p:cNvGraphicFramePr>
            <a:graphicFrameLocks noChangeAspect="1"/>
          </p:cNvGraphicFramePr>
          <p:nvPr>
            <p:extLst>
              <p:ext uri="{D42A27DB-BD31-4B8C-83A1-F6EECF244321}">
                <p14:modId xmlns:p14="http://schemas.microsoft.com/office/powerpoint/2010/main" val="2839283666"/>
              </p:ext>
            </p:extLst>
          </p:nvPr>
        </p:nvGraphicFramePr>
        <p:xfrm>
          <a:off x="508000" y="1011246"/>
          <a:ext cx="11182366" cy="5183044"/>
        </p:xfrm>
        <a:graphic>
          <a:graphicData uri="http://schemas.openxmlformats.org/drawingml/2006/table">
            <a:tbl>
              <a:tblPr firstRow="1" bandRow="1"/>
              <a:tblGrid>
                <a:gridCol w="3253174">
                  <a:extLst>
                    <a:ext uri="{9D8B030D-6E8A-4147-A177-3AD203B41FA5}">
                      <a16:colId xmlns:a16="http://schemas.microsoft.com/office/drawing/2014/main" val="20000"/>
                    </a:ext>
                  </a:extLst>
                </a:gridCol>
                <a:gridCol w="330383">
                  <a:extLst>
                    <a:ext uri="{9D8B030D-6E8A-4147-A177-3AD203B41FA5}">
                      <a16:colId xmlns:a16="http://schemas.microsoft.com/office/drawing/2014/main" val="20016"/>
                    </a:ext>
                  </a:extLst>
                </a:gridCol>
                <a:gridCol w="330383">
                  <a:extLst>
                    <a:ext uri="{9D8B030D-6E8A-4147-A177-3AD203B41FA5}">
                      <a16:colId xmlns:a16="http://schemas.microsoft.com/office/drawing/2014/main" val="20017"/>
                    </a:ext>
                  </a:extLst>
                </a:gridCol>
                <a:gridCol w="330383">
                  <a:extLst>
                    <a:ext uri="{9D8B030D-6E8A-4147-A177-3AD203B41FA5}">
                      <a16:colId xmlns:a16="http://schemas.microsoft.com/office/drawing/2014/main" val="20018"/>
                    </a:ext>
                  </a:extLst>
                </a:gridCol>
                <a:gridCol w="330383">
                  <a:extLst>
                    <a:ext uri="{9D8B030D-6E8A-4147-A177-3AD203B41FA5}">
                      <a16:colId xmlns:a16="http://schemas.microsoft.com/office/drawing/2014/main" val="306414760"/>
                    </a:ext>
                  </a:extLst>
                </a:gridCol>
                <a:gridCol w="330383">
                  <a:extLst>
                    <a:ext uri="{9D8B030D-6E8A-4147-A177-3AD203B41FA5}">
                      <a16:colId xmlns:a16="http://schemas.microsoft.com/office/drawing/2014/main" val="3988679100"/>
                    </a:ext>
                  </a:extLst>
                </a:gridCol>
                <a:gridCol w="330383">
                  <a:extLst>
                    <a:ext uri="{9D8B030D-6E8A-4147-A177-3AD203B41FA5}">
                      <a16:colId xmlns:a16="http://schemas.microsoft.com/office/drawing/2014/main" val="3997034742"/>
                    </a:ext>
                  </a:extLst>
                </a:gridCol>
                <a:gridCol w="330383">
                  <a:extLst>
                    <a:ext uri="{9D8B030D-6E8A-4147-A177-3AD203B41FA5}">
                      <a16:colId xmlns:a16="http://schemas.microsoft.com/office/drawing/2014/main" val="145034122"/>
                    </a:ext>
                  </a:extLst>
                </a:gridCol>
                <a:gridCol w="330383">
                  <a:extLst>
                    <a:ext uri="{9D8B030D-6E8A-4147-A177-3AD203B41FA5}">
                      <a16:colId xmlns:a16="http://schemas.microsoft.com/office/drawing/2014/main" val="4254517747"/>
                    </a:ext>
                  </a:extLst>
                </a:gridCol>
                <a:gridCol w="330383">
                  <a:extLst>
                    <a:ext uri="{9D8B030D-6E8A-4147-A177-3AD203B41FA5}">
                      <a16:colId xmlns:a16="http://schemas.microsoft.com/office/drawing/2014/main" val="4070257197"/>
                    </a:ext>
                  </a:extLst>
                </a:gridCol>
                <a:gridCol w="330383">
                  <a:extLst>
                    <a:ext uri="{9D8B030D-6E8A-4147-A177-3AD203B41FA5}">
                      <a16:colId xmlns:a16="http://schemas.microsoft.com/office/drawing/2014/main" val="1364700076"/>
                    </a:ext>
                  </a:extLst>
                </a:gridCol>
                <a:gridCol w="330383">
                  <a:extLst>
                    <a:ext uri="{9D8B030D-6E8A-4147-A177-3AD203B41FA5}">
                      <a16:colId xmlns:a16="http://schemas.microsoft.com/office/drawing/2014/main" val="3785966391"/>
                    </a:ext>
                  </a:extLst>
                </a:gridCol>
                <a:gridCol w="330383">
                  <a:extLst>
                    <a:ext uri="{9D8B030D-6E8A-4147-A177-3AD203B41FA5}">
                      <a16:colId xmlns:a16="http://schemas.microsoft.com/office/drawing/2014/main" val="389432889"/>
                    </a:ext>
                  </a:extLst>
                </a:gridCol>
                <a:gridCol w="330383">
                  <a:extLst>
                    <a:ext uri="{9D8B030D-6E8A-4147-A177-3AD203B41FA5}">
                      <a16:colId xmlns:a16="http://schemas.microsoft.com/office/drawing/2014/main" val="751692617"/>
                    </a:ext>
                  </a:extLst>
                </a:gridCol>
                <a:gridCol w="330383">
                  <a:extLst>
                    <a:ext uri="{9D8B030D-6E8A-4147-A177-3AD203B41FA5}">
                      <a16:colId xmlns:a16="http://schemas.microsoft.com/office/drawing/2014/main" val="1879263660"/>
                    </a:ext>
                  </a:extLst>
                </a:gridCol>
                <a:gridCol w="330383">
                  <a:extLst>
                    <a:ext uri="{9D8B030D-6E8A-4147-A177-3AD203B41FA5}">
                      <a16:colId xmlns:a16="http://schemas.microsoft.com/office/drawing/2014/main" val="4274400855"/>
                    </a:ext>
                  </a:extLst>
                </a:gridCol>
                <a:gridCol w="330383">
                  <a:extLst>
                    <a:ext uri="{9D8B030D-6E8A-4147-A177-3AD203B41FA5}">
                      <a16:colId xmlns:a16="http://schemas.microsoft.com/office/drawing/2014/main" val="375319393"/>
                    </a:ext>
                  </a:extLst>
                </a:gridCol>
                <a:gridCol w="330383">
                  <a:extLst>
                    <a:ext uri="{9D8B030D-6E8A-4147-A177-3AD203B41FA5}">
                      <a16:colId xmlns:a16="http://schemas.microsoft.com/office/drawing/2014/main" val="3959241939"/>
                    </a:ext>
                  </a:extLst>
                </a:gridCol>
                <a:gridCol w="330383">
                  <a:extLst>
                    <a:ext uri="{9D8B030D-6E8A-4147-A177-3AD203B41FA5}">
                      <a16:colId xmlns:a16="http://schemas.microsoft.com/office/drawing/2014/main" val="1831615052"/>
                    </a:ext>
                  </a:extLst>
                </a:gridCol>
                <a:gridCol w="330383">
                  <a:extLst>
                    <a:ext uri="{9D8B030D-6E8A-4147-A177-3AD203B41FA5}">
                      <a16:colId xmlns:a16="http://schemas.microsoft.com/office/drawing/2014/main" val="1428407132"/>
                    </a:ext>
                  </a:extLst>
                </a:gridCol>
                <a:gridCol w="330383">
                  <a:extLst>
                    <a:ext uri="{9D8B030D-6E8A-4147-A177-3AD203B41FA5}">
                      <a16:colId xmlns:a16="http://schemas.microsoft.com/office/drawing/2014/main" val="3088338751"/>
                    </a:ext>
                  </a:extLst>
                </a:gridCol>
                <a:gridCol w="330383">
                  <a:extLst>
                    <a:ext uri="{9D8B030D-6E8A-4147-A177-3AD203B41FA5}">
                      <a16:colId xmlns:a16="http://schemas.microsoft.com/office/drawing/2014/main" val="1397163950"/>
                    </a:ext>
                  </a:extLst>
                </a:gridCol>
                <a:gridCol w="330383">
                  <a:extLst>
                    <a:ext uri="{9D8B030D-6E8A-4147-A177-3AD203B41FA5}">
                      <a16:colId xmlns:a16="http://schemas.microsoft.com/office/drawing/2014/main" val="3776231569"/>
                    </a:ext>
                  </a:extLst>
                </a:gridCol>
                <a:gridCol w="330383">
                  <a:extLst>
                    <a:ext uri="{9D8B030D-6E8A-4147-A177-3AD203B41FA5}">
                      <a16:colId xmlns:a16="http://schemas.microsoft.com/office/drawing/2014/main" val="2522450675"/>
                    </a:ext>
                  </a:extLst>
                </a:gridCol>
                <a:gridCol w="330383">
                  <a:extLst>
                    <a:ext uri="{9D8B030D-6E8A-4147-A177-3AD203B41FA5}">
                      <a16:colId xmlns:a16="http://schemas.microsoft.com/office/drawing/2014/main" val="557770196"/>
                    </a:ext>
                  </a:extLst>
                </a:gridCol>
              </a:tblGrid>
              <a:tr h="462935">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pPr algn="r">
                        <a:lnSpc>
                          <a:spcPts val="1200"/>
                        </a:lnSpc>
                        <a:spcBef>
                          <a:spcPts val="200"/>
                        </a:spcBef>
                      </a:pPr>
                      <a:endParaRPr lang="en-GB" sz="1200" b="1" dirty="0"/>
                    </a:p>
                  </a:txBody>
                  <a:tcPr marT="0"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pPr algn="ctr">
                        <a:lnSpc>
                          <a:spcPct val="150000"/>
                        </a:lnSpc>
                        <a:spcBef>
                          <a:spcPts val="200"/>
                        </a:spcBef>
                      </a:pPr>
                      <a:r>
                        <a:rPr lang="en-GB" sz="900" b="1" dirty="0"/>
                        <a:t> 1</a:t>
                      </a:r>
                    </a:p>
                  </a:txBody>
                  <a:tcPr marL="36000" marR="36000" marT="36000" marB="3600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pPr algn="ctr">
                        <a:lnSpc>
                          <a:spcPct val="150000"/>
                        </a:lnSpc>
                        <a:spcBef>
                          <a:spcPts val="200"/>
                        </a:spcBef>
                      </a:pPr>
                      <a:r>
                        <a:rPr lang="en-GB" sz="900" b="1" dirty="0"/>
                        <a:t>2</a:t>
                      </a:r>
                    </a:p>
                  </a:txBody>
                  <a:tcPr marL="36000" marR="36000" marT="36000" marB="36000">
                    <a:lnL w="9525" cap="flat" cmpd="sng" algn="ctr">
                      <a:no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pPr algn="ctr">
                        <a:lnSpc>
                          <a:spcPct val="150000"/>
                        </a:lnSpc>
                        <a:spcBef>
                          <a:spcPts val="200"/>
                        </a:spcBef>
                      </a:pPr>
                      <a:r>
                        <a:rPr lang="en-GB" sz="900" b="1" dirty="0"/>
                        <a:t>3</a:t>
                      </a:r>
                    </a:p>
                  </a:txBody>
                  <a:tcPr marL="36000" marR="36000" marT="36000" marB="36000">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pPr algn="ctr">
                        <a:lnSpc>
                          <a:spcPct val="150000"/>
                        </a:lnSpc>
                        <a:spcBef>
                          <a:spcPts val="200"/>
                        </a:spcBef>
                      </a:pPr>
                      <a:r>
                        <a:rPr lang="en-GB" sz="900" b="1" dirty="0"/>
                        <a:t>4</a:t>
                      </a:r>
                    </a:p>
                  </a:txBody>
                  <a:tcPr marL="36000" marR="36000" marT="36000" marB="36000">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pPr algn="ctr">
                        <a:lnSpc>
                          <a:spcPct val="150000"/>
                        </a:lnSpc>
                        <a:spcBef>
                          <a:spcPts val="200"/>
                        </a:spcBef>
                      </a:pPr>
                      <a:r>
                        <a:rPr lang="en-GB" sz="900" b="1" dirty="0"/>
                        <a:t>5</a:t>
                      </a:r>
                    </a:p>
                  </a:txBody>
                  <a:tcPr marL="36000" marR="36000" marT="36000" marB="36000">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pPr algn="ctr">
                        <a:lnSpc>
                          <a:spcPct val="150000"/>
                        </a:lnSpc>
                        <a:spcBef>
                          <a:spcPts val="200"/>
                        </a:spcBef>
                      </a:pPr>
                      <a:r>
                        <a:rPr lang="en-GB" sz="900" b="1" kern="1200" dirty="0">
                          <a:solidFill>
                            <a:schemeClr val="tx1"/>
                          </a:solidFill>
                          <a:latin typeface="Verdana"/>
                          <a:ea typeface="+mn-ea"/>
                          <a:cs typeface="+mn-cs"/>
                        </a:rPr>
                        <a:t>6</a:t>
                      </a:r>
                    </a:p>
                  </a:txBody>
                  <a:tcPr marL="36000" marR="36000" marT="36000" marB="36000">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D1ECA0"/>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pPr algn="ctr">
                        <a:lnSpc>
                          <a:spcPct val="150000"/>
                        </a:lnSpc>
                        <a:spcBef>
                          <a:spcPts val="200"/>
                        </a:spcBef>
                      </a:pPr>
                      <a:r>
                        <a:rPr lang="en-GB" sz="900" b="1" kern="1200" dirty="0">
                          <a:solidFill>
                            <a:schemeClr val="tx1"/>
                          </a:solidFill>
                          <a:latin typeface="Verdana"/>
                          <a:ea typeface="+mn-ea"/>
                          <a:cs typeface="+mn-cs"/>
                        </a:rPr>
                        <a:t>7</a:t>
                      </a:r>
                    </a:p>
                  </a:txBody>
                  <a:tcPr marL="36000" marR="36000" marT="36000" marB="36000">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D1ECA0"/>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pPr algn="ctr">
                        <a:lnSpc>
                          <a:spcPct val="150000"/>
                        </a:lnSpc>
                        <a:spcBef>
                          <a:spcPts val="200"/>
                        </a:spcBef>
                      </a:pPr>
                      <a:r>
                        <a:rPr lang="en-GB" sz="900" b="1" kern="1200" dirty="0">
                          <a:solidFill>
                            <a:schemeClr val="tx1"/>
                          </a:solidFill>
                          <a:latin typeface="Verdana"/>
                          <a:ea typeface="+mn-ea"/>
                          <a:cs typeface="+mn-cs"/>
                        </a:rPr>
                        <a:t>8</a:t>
                      </a:r>
                    </a:p>
                  </a:txBody>
                  <a:tcPr marL="36000" marR="36000" marT="36000" marB="36000">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pPr algn="ctr">
                        <a:lnSpc>
                          <a:spcPct val="150000"/>
                        </a:lnSpc>
                        <a:spcBef>
                          <a:spcPts val="200"/>
                        </a:spcBef>
                      </a:pPr>
                      <a:r>
                        <a:rPr lang="en-GB" sz="900" b="1" dirty="0"/>
                        <a:t>9</a:t>
                      </a:r>
                    </a:p>
                  </a:txBody>
                  <a:tcPr marL="36000" marR="36000" marT="36000" marB="36000">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pPr algn="ctr">
                        <a:lnSpc>
                          <a:spcPct val="150000"/>
                        </a:lnSpc>
                        <a:spcBef>
                          <a:spcPts val="200"/>
                        </a:spcBef>
                      </a:pPr>
                      <a:r>
                        <a:rPr lang="en-GB" sz="900" b="1" dirty="0"/>
                        <a:t>10</a:t>
                      </a:r>
                    </a:p>
                  </a:txBody>
                  <a:tcPr marL="36000" marR="36000" marT="36000" marB="36000">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pPr algn="ctr">
                        <a:lnSpc>
                          <a:spcPct val="150000"/>
                        </a:lnSpc>
                        <a:spcBef>
                          <a:spcPts val="200"/>
                        </a:spcBef>
                      </a:pPr>
                      <a:r>
                        <a:rPr lang="en-GB" sz="900" b="1" dirty="0"/>
                        <a:t>11</a:t>
                      </a:r>
                    </a:p>
                  </a:txBody>
                  <a:tcPr marL="36000" marR="36000" marT="36000" marB="36000">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pPr algn="ctr">
                        <a:lnSpc>
                          <a:spcPct val="150000"/>
                        </a:lnSpc>
                        <a:spcBef>
                          <a:spcPts val="200"/>
                        </a:spcBef>
                      </a:pPr>
                      <a:r>
                        <a:rPr lang="en-GB" sz="900" b="1" dirty="0"/>
                        <a:t>12</a:t>
                      </a:r>
                    </a:p>
                  </a:txBody>
                  <a:tcPr marL="36000" marR="36000" marT="36000" marB="36000">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pPr algn="ctr">
                        <a:lnSpc>
                          <a:spcPct val="150000"/>
                        </a:lnSpc>
                        <a:spcBef>
                          <a:spcPts val="200"/>
                        </a:spcBef>
                      </a:pPr>
                      <a:r>
                        <a:rPr lang="en-GB" sz="900" b="1" dirty="0"/>
                        <a:t>13</a:t>
                      </a:r>
                    </a:p>
                  </a:txBody>
                  <a:tcPr marL="36000" marR="36000" marT="36000" marB="36000">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D1ECA0"/>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pPr algn="ctr">
                        <a:lnSpc>
                          <a:spcPct val="150000"/>
                        </a:lnSpc>
                        <a:spcBef>
                          <a:spcPts val="200"/>
                        </a:spcBef>
                      </a:pPr>
                      <a:r>
                        <a:rPr lang="en-GB" sz="900" b="1" dirty="0"/>
                        <a:t>14</a:t>
                      </a:r>
                    </a:p>
                  </a:txBody>
                  <a:tcPr marL="36000" marR="36000" marT="36000" marB="36000">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D1ECA0"/>
                    </a:solidFill>
                  </a:tcPr>
                </a:tc>
                <a:tc>
                  <a:txBody>
                    <a:bodyPr/>
                    <a:lstStyle/>
                    <a:p>
                      <a:pPr marL="0" algn="ctr" defTabSz="1219170" rtl="0" eaLnBrk="1" latinLnBrk="0" hangingPunct="1">
                        <a:lnSpc>
                          <a:spcPct val="150000"/>
                        </a:lnSpc>
                        <a:spcBef>
                          <a:spcPts val="200"/>
                        </a:spcBef>
                      </a:pPr>
                      <a:r>
                        <a:rPr lang="en-GB" sz="900" b="1" kern="1200" dirty="0">
                          <a:solidFill>
                            <a:schemeClr val="tx1"/>
                          </a:solidFill>
                          <a:latin typeface="Verdana"/>
                          <a:ea typeface="+mn-ea"/>
                          <a:cs typeface="+mn-cs"/>
                        </a:rPr>
                        <a:t>15</a:t>
                      </a:r>
                    </a:p>
                  </a:txBody>
                  <a:tcPr marL="36000" marR="36000" marT="36000" marB="36000">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D1ECA0"/>
                    </a:solidFill>
                  </a:tcPr>
                </a:tc>
                <a:tc>
                  <a:txBody>
                    <a:bodyPr/>
                    <a:lstStyle/>
                    <a:p>
                      <a:pPr marL="0" algn="ctr" defTabSz="1219170" rtl="0" eaLnBrk="1" latinLnBrk="0" hangingPunct="1">
                        <a:lnSpc>
                          <a:spcPct val="150000"/>
                        </a:lnSpc>
                        <a:spcBef>
                          <a:spcPts val="200"/>
                        </a:spcBef>
                      </a:pPr>
                      <a:r>
                        <a:rPr lang="en-GB" sz="900" b="1" kern="1200" dirty="0">
                          <a:solidFill>
                            <a:schemeClr val="tx1"/>
                          </a:solidFill>
                          <a:latin typeface="Verdana"/>
                          <a:ea typeface="+mn-ea"/>
                          <a:cs typeface="+mn-cs"/>
                        </a:rPr>
                        <a:t>16</a:t>
                      </a:r>
                    </a:p>
                  </a:txBody>
                  <a:tcPr marL="36000" marR="36000" marT="36000" marB="36000">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D1ECA0"/>
                    </a:solidFill>
                  </a:tcPr>
                </a:tc>
                <a:tc>
                  <a:txBody>
                    <a:bodyPr/>
                    <a:lstStyle/>
                    <a:p>
                      <a:pPr marL="0" algn="ctr" defTabSz="1219170" rtl="0" eaLnBrk="1" latinLnBrk="0" hangingPunct="1">
                        <a:lnSpc>
                          <a:spcPct val="150000"/>
                        </a:lnSpc>
                        <a:spcBef>
                          <a:spcPts val="200"/>
                        </a:spcBef>
                      </a:pPr>
                      <a:r>
                        <a:rPr lang="en-GB" sz="900" b="1" kern="1200" dirty="0">
                          <a:solidFill>
                            <a:schemeClr val="tx1"/>
                          </a:solidFill>
                          <a:latin typeface="Verdana"/>
                          <a:ea typeface="+mn-ea"/>
                          <a:cs typeface="+mn-cs"/>
                        </a:rPr>
                        <a:t>17</a:t>
                      </a:r>
                    </a:p>
                  </a:txBody>
                  <a:tcPr marL="36000" marR="36000" marT="36000" marB="36000">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D1ECA0"/>
                    </a:solidFill>
                  </a:tcPr>
                </a:tc>
                <a:tc>
                  <a:txBody>
                    <a:bodyPr/>
                    <a:lstStyle/>
                    <a:p>
                      <a:pPr marL="0" algn="ctr" defTabSz="1219170" rtl="0" eaLnBrk="1" latinLnBrk="0" hangingPunct="1">
                        <a:lnSpc>
                          <a:spcPct val="150000"/>
                        </a:lnSpc>
                        <a:spcBef>
                          <a:spcPts val="200"/>
                        </a:spcBef>
                      </a:pPr>
                      <a:r>
                        <a:rPr lang="en-GB" sz="900" b="1" kern="1200" dirty="0">
                          <a:solidFill>
                            <a:schemeClr val="tx1"/>
                          </a:solidFill>
                          <a:latin typeface="Verdana"/>
                          <a:ea typeface="+mn-ea"/>
                          <a:cs typeface="+mn-cs"/>
                        </a:rPr>
                        <a:t>18</a:t>
                      </a:r>
                    </a:p>
                  </a:txBody>
                  <a:tcPr marL="36000" marR="36000" marT="36000" marB="36000">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D1ECA0"/>
                    </a:solidFill>
                  </a:tcPr>
                </a:tc>
                <a:tc>
                  <a:txBody>
                    <a:bodyPr/>
                    <a:lstStyle/>
                    <a:p>
                      <a:pPr marL="0" algn="ctr" defTabSz="1219170" rtl="0" eaLnBrk="1" latinLnBrk="0" hangingPunct="1">
                        <a:lnSpc>
                          <a:spcPct val="150000"/>
                        </a:lnSpc>
                        <a:spcBef>
                          <a:spcPts val="200"/>
                        </a:spcBef>
                      </a:pPr>
                      <a:r>
                        <a:rPr lang="en-GB" sz="900" b="1" kern="1200" dirty="0">
                          <a:solidFill>
                            <a:schemeClr val="tx1"/>
                          </a:solidFill>
                          <a:latin typeface="Verdana"/>
                          <a:ea typeface="+mn-ea"/>
                          <a:cs typeface="+mn-cs"/>
                        </a:rPr>
                        <a:t>19</a:t>
                      </a:r>
                    </a:p>
                  </a:txBody>
                  <a:tcPr marL="36000" marR="36000" marT="36000" marB="36000">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D1ECA0"/>
                    </a:solidFill>
                  </a:tcPr>
                </a:tc>
                <a:tc>
                  <a:txBody>
                    <a:bodyPr/>
                    <a:lstStyle/>
                    <a:p>
                      <a:pPr marL="0" algn="ctr" defTabSz="1219170" rtl="0" eaLnBrk="1" latinLnBrk="0" hangingPunct="1">
                        <a:lnSpc>
                          <a:spcPct val="150000"/>
                        </a:lnSpc>
                        <a:spcBef>
                          <a:spcPts val="200"/>
                        </a:spcBef>
                      </a:pPr>
                      <a:r>
                        <a:rPr lang="en-GB" sz="900" b="1" kern="1200" dirty="0">
                          <a:solidFill>
                            <a:schemeClr val="tx1"/>
                          </a:solidFill>
                          <a:latin typeface="Verdana"/>
                          <a:ea typeface="+mn-ea"/>
                          <a:cs typeface="+mn-cs"/>
                        </a:rPr>
                        <a:t>20</a:t>
                      </a:r>
                    </a:p>
                  </a:txBody>
                  <a:tcPr marL="36000" marR="36000" marT="36000" marB="36000">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D1ECA0"/>
                    </a:solidFill>
                  </a:tcPr>
                </a:tc>
                <a:tc>
                  <a:txBody>
                    <a:bodyPr/>
                    <a:lstStyle/>
                    <a:p>
                      <a:pPr marL="0" algn="ctr" defTabSz="1219170" rtl="0" eaLnBrk="1" latinLnBrk="0" hangingPunct="1">
                        <a:lnSpc>
                          <a:spcPct val="150000"/>
                        </a:lnSpc>
                        <a:spcBef>
                          <a:spcPts val="200"/>
                        </a:spcBef>
                      </a:pPr>
                      <a:r>
                        <a:rPr lang="en-GB" sz="900" b="1" kern="1200" dirty="0">
                          <a:solidFill>
                            <a:schemeClr val="tx1"/>
                          </a:solidFill>
                          <a:latin typeface="Verdana"/>
                          <a:ea typeface="+mn-ea"/>
                          <a:cs typeface="+mn-cs"/>
                        </a:rPr>
                        <a:t>21</a:t>
                      </a:r>
                    </a:p>
                  </a:txBody>
                  <a:tcPr marL="36000" marR="36000" marT="36000" marB="36000">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D1ECA0"/>
                    </a:solidFill>
                  </a:tcPr>
                </a:tc>
                <a:tc>
                  <a:txBody>
                    <a:bodyPr/>
                    <a:lstStyle/>
                    <a:p>
                      <a:pPr marL="0" algn="ctr" defTabSz="1219170" rtl="0" eaLnBrk="1" latinLnBrk="0" hangingPunct="1">
                        <a:lnSpc>
                          <a:spcPct val="150000"/>
                        </a:lnSpc>
                        <a:spcBef>
                          <a:spcPts val="200"/>
                        </a:spcBef>
                      </a:pPr>
                      <a:r>
                        <a:rPr lang="en-GB" sz="900" b="1" kern="1200" dirty="0">
                          <a:solidFill>
                            <a:schemeClr val="tx1"/>
                          </a:solidFill>
                          <a:latin typeface="Verdana"/>
                          <a:ea typeface="+mn-ea"/>
                          <a:cs typeface="+mn-cs"/>
                        </a:rPr>
                        <a:t>22</a:t>
                      </a:r>
                    </a:p>
                  </a:txBody>
                  <a:tcPr marL="36000" marR="36000" marT="36000" marB="36000">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D1ECA0"/>
                    </a:solidFill>
                  </a:tcPr>
                </a:tc>
                <a:tc>
                  <a:txBody>
                    <a:bodyPr/>
                    <a:lstStyle/>
                    <a:p>
                      <a:pPr marL="0" algn="ctr" defTabSz="1219170" rtl="0" eaLnBrk="1" latinLnBrk="0" hangingPunct="1">
                        <a:lnSpc>
                          <a:spcPct val="150000"/>
                        </a:lnSpc>
                        <a:spcBef>
                          <a:spcPts val="200"/>
                        </a:spcBef>
                      </a:pPr>
                      <a:r>
                        <a:rPr lang="en-GB" sz="900" b="1" kern="1200" dirty="0">
                          <a:solidFill>
                            <a:schemeClr val="tx1"/>
                          </a:solidFill>
                          <a:latin typeface="Verdana"/>
                          <a:ea typeface="+mn-ea"/>
                          <a:cs typeface="+mn-cs"/>
                        </a:rPr>
                        <a:t>23</a:t>
                      </a:r>
                    </a:p>
                  </a:txBody>
                  <a:tcPr marL="36000" marR="36000" marT="36000" marB="36000">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D1ECA0"/>
                    </a:solidFill>
                  </a:tcPr>
                </a:tc>
                <a:tc>
                  <a:txBody>
                    <a:bodyPr/>
                    <a:lstStyle/>
                    <a:p>
                      <a:pPr marL="0" algn="ctr" defTabSz="1219170" rtl="0" eaLnBrk="1" latinLnBrk="0" hangingPunct="1">
                        <a:lnSpc>
                          <a:spcPct val="150000"/>
                        </a:lnSpc>
                        <a:spcBef>
                          <a:spcPts val="200"/>
                        </a:spcBef>
                      </a:pPr>
                      <a:r>
                        <a:rPr lang="en-GB" sz="900" b="1" kern="1200" dirty="0">
                          <a:solidFill>
                            <a:schemeClr val="tx1"/>
                          </a:solidFill>
                          <a:latin typeface="Verdana"/>
                          <a:ea typeface="+mn-ea"/>
                          <a:cs typeface="+mn-cs"/>
                        </a:rPr>
                        <a:t>24</a:t>
                      </a:r>
                    </a:p>
                  </a:txBody>
                  <a:tcPr marL="36000" marR="36000" marT="36000" marB="36000">
                    <a:lnL w="9525" cap="flat" cmpd="sng" algn="ctr">
                      <a:solidFill>
                        <a:schemeClr val="bg1"/>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D1ECA0"/>
                    </a:solidFill>
                  </a:tcPr>
                </a:tc>
                <a:extLst>
                  <a:ext uri="{0D108BD9-81ED-4DB2-BD59-A6C34878D82A}">
                    <a16:rowId xmlns:a16="http://schemas.microsoft.com/office/drawing/2014/main" val="10000"/>
                  </a:ext>
                </a:extLst>
              </a:tr>
              <a:tr h="313561">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pPr marL="144000" algn="l" defTabSz="1219194" rtl="0" eaLnBrk="1" latinLnBrk="0" hangingPunct="1"/>
                      <a:r>
                        <a:rPr lang="en-US" sz="900" b="1" kern="1200" dirty="0">
                          <a:solidFill>
                            <a:schemeClr val="tx1"/>
                          </a:solidFill>
                          <a:latin typeface="+mj-lt"/>
                          <a:ea typeface="+mn-ea"/>
                          <a:cs typeface="+mn-cs"/>
                        </a:rPr>
                        <a:t>Phase 1</a:t>
                      </a:r>
                      <a:endParaRPr lang="en-GB" sz="900" b="1" kern="1200" dirty="0">
                        <a:solidFill>
                          <a:schemeClr val="tx1"/>
                        </a:solidFill>
                        <a:latin typeface="+mj-lt"/>
                        <a:ea typeface="+mn-ea"/>
                        <a:cs typeface="+mn-cs"/>
                      </a:endParaRPr>
                    </a:p>
                  </a:txBody>
                  <a:tcPr marL="45720" marR="4572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endParaRPr lang="en-GB" sz="1000" dirty="0">
                        <a:solidFill>
                          <a:schemeClr val="tx1"/>
                        </a:solidFill>
                        <a:latin typeface="+mn-lt"/>
                      </a:endParaRPr>
                    </a:p>
                  </a:txBody>
                  <a:tcPr>
                    <a:lnL w="3175" cap="flat" cmpd="sng" algn="ctr">
                      <a:no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572348157"/>
                  </a:ext>
                </a:extLst>
              </a:tr>
              <a:tr h="423690">
                <a:tc>
                  <a:txBody>
                    <a:bodyPr/>
                    <a:lstStyle/>
                    <a:p>
                      <a:pPr marL="0" algn="l" defTabSz="990570" rtl="0" eaLnBrk="1" fontAlgn="ctr" latinLnBrk="0" hangingPunct="1">
                        <a:lnSpc>
                          <a:spcPct val="107000"/>
                        </a:lnSpc>
                        <a:spcAft>
                          <a:spcPts val="0"/>
                        </a:spcAft>
                      </a:pPr>
                      <a:r>
                        <a:rPr lang="en-IN" sz="900" b="1" i="1" kern="1200" dirty="0">
                          <a:solidFill>
                            <a:schemeClr val="tx1"/>
                          </a:solidFill>
                          <a:latin typeface="+mj-lt"/>
                          <a:ea typeface="+mn-ea"/>
                          <a:cs typeface="+mn-cs"/>
                        </a:rPr>
                        <a:t>Module 1: Market Research and Sectoral Assessment </a:t>
                      </a:r>
                    </a:p>
                    <a:p>
                      <a:pPr marL="0" algn="l" defTabSz="990570" rtl="0" eaLnBrk="1" fontAlgn="ctr" latinLnBrk="0" hangingPunct="1">
                        <a:lnSpc>
                          <a:spcPct val="107000"/>
                        </a:lnSpc>
                        <a:spcAft>
                          <a:spcPts val="0"/>
                        </a:spcAft>
                      </a:pPr>
                      <a:r>
                        <a:rPr lang="en-IN" sz="900" b="0" i="0" kern="1200" dirty="0">
                          <a:solidFill>
                            <a:schemeClr val="tx1"/>
                          </a:solidFill>
                          <a:latin typeface="+mj-lt"/>
                          <a:ea typeface="+mn-ea"/>
                          <a:cs typeface="+mn-cs"/>
                        </a:rPr>
                        <a:t>For</a:t>
                      </a:r>
                      <a:r>
                        <a:rPr lang="en-IN" sz="900" b="1" i="1" kern="1200" dirty="0">
                          <a:solidFill>
                            <a:schemeClr val="tx1"/>
                          </a:solidFill>
                          <a:latin typeface="+mj-lt"/>
                          <a:ea typeface="+mn-ea"/>
                          <a:cs typeface="+mn-cs"/>
                        </a:rPr>
                        <a:t> </a:t>
                      </a:r>
                      <a:r>
                        <a:rPr lang="en-IN" sz="900" b="0" kern="1200" dirty="0">
                          <a:solidFill>
                            <a:schemeClr val="tx1"/>
                          </a:solidFill>
                          <a:latin typeface="+mj-lt"/>
                          <a:ea typeface="+mn-ea"/>
                          <a:cs typeface="+mn-cs"/>
                        </a:rPr>
                        <a:t>Activities D1, D2 </a:t>
                      </a:r>
                    </a:p>
                  </a:txBody>
                  <a:tcPr marL="288000" marR="6858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endParaRPr lang="en-GB" sz="1000" dirty="0">
                        <a:solidFill>
                          <a:schemeClr val="tx1"/>
                        </a:solidFill>
                        <a:latin typeface="+mn-lt"/>
                      </a:endParaRPr>
                    </a:p>
                  </a:txBody>
                  <a:tcPr>
                    <a:lnL w="3175" cap="flat" cmpd="sng" algn="ctr">
                      <a:no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17502343"/>
                  </a:ext>
                </a:extLst>
              </a:tr>
              <a:tr h="234670">
                <a:tc>
                  <a:txBody>
                    <a:bodyPr/>
                    <a:lstStyle/>
                    <a:p>
                      <a:pPr marL="0" marR="0" lvl="0" indent="0" algn="l" defTabSz="990570" rtl="0" eaLnBrk="1" fontAlgn="ctr" latinLnBrk="0" hangingPunct="1">
                        <a:lnSpc>
                          <a:spcPct val="107000"/>
                        </a:lnSpc>
                        <a:spcBef>
                          <a:spcPts val="0"/>
                        </a:spcBef>
                        <a:spcAft>
                          <a:spcPts val="0"/>
                        </a:spcAft>
                        <a:buClrTx/>
                        <a:buSzTx/>
                        <a:buFontTx/>
                        <a:buNone/>
                        <a:tabLst/>
                        <a:defRPr/>
                      </a:pPr>
                      <a:r>
                        <a:rPr lang="en-IN" sz="900" b="0" kern="1200" dirty="0">
                          <a:solidFill>
                            <a:schemeClr val="tx1"/>
                          </a:solidFill>
                          <a:latin typeface="+mn-lt"/>
                          <a:ea typeface="+mn-ea"/>
                          <a:cs typeface="+mn-cs"/>
                        </a:rPr>
                        <a:t>For Activities D3, D4 &amp; V1</a:t>
                      </a:r>
                    </a:p>
                    <a:p>
                      <a:pPr marL="0" algn="l" defTabSz="990570" rtl="0" eaLnBrk="1" fontAlgn="ctr" latinLnBrk="0" hangingPunct="1">
                        <a:lnSpc>
                          <a:spcPct val="107000"/>
                        </a:lnSpc>
                        <a:spcAft>
                          <a:spcPts val="0"/>
                        </a:spcAft>
                      </a:pPr>
                      <a:endParaRPr lang="en-IN" sz="900" b="0" kern="1200" dirty="0">
                        <a:solidFill>
                          <a:schemeClr val="tx1"/>
                        </a:solidFill>
                        <a:latin typeface="+mj-lt"/>
                        <a:ea typeface="+mn-ea"/>
                        <a:cs typeface="+mn-cs"/>
                      </a:endParaRPr>
                    </a:p>
                  </a:txBody>
                  <a:tcPr marL="288000" marR="6858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3175" cap="flat" cmpd="sng" algn="ctr">
                      <a:no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063633099"/>
                  </a:ext>
                </a:extLst>
              </a:tr>
              <a:tr h="754833">
                <a:tc>
                  <a:txBody>
                    <a:bodyPr/>
                    <a:lstStyle/>
                    <a:p>
                      <a:pPr marL="0" algn="l" defTabSz="990570" rtl="0" eaLnBrk="1" fontAlgn="ctr" latinLnBrk="0" hangingPunct="1">
                        <a:lnSpc>
                          <a:spcPct val="107000"/>
                        </a:lnSpc>
                        <a:spcAft>
                          <a:spcPts val="0"/>
                        </a:spcAft>
                      </a:pPr>
                      <a:r>
                        <a:rPr lang="en-IN" sz="900" b="1" i="1" kern="1200" dirty="0">
                          <a:solidFill>
                            <a:schemeClr val="tx1"/>
                          </a:solidFill>
                          <a:latin typeface="+mj-lt"/>
                          <a:ea typeface="+mn-ea"/>
                          <a:cs typeface="+mn-cs"/>
                        </a:rPr>
                        <a:t>Module 2:</a:t>
                      </a:r>
                      <a:r>
                        <a:rPr lang="en-IN" sz="900" b="0" kern="1200" dirty="0">
                          <a:solidFill>
                            <a:schemeClr val="tx1"/>
                          </a:solidFill>
                          <a:latin typeface="+mj-lt"/>
                          <a:ea typeface="+mn-ea"/>
                          <a:cs typeface="+mn-cs"/>
                        </a:rPr>
                        <a:t> </a:t>
                      </a:r>
                      <a:r>
                        <a:rPr lang="en-IN" sz="900" b="1" i="1" kern="1200" dirty="0">
                          <a:solidFill>
                            <a:schemeClr val="tx1"/>
                          </a:solidFill>
                          <a:latin typeface="+mj-lt"/>
                          <a:ea typeface="+mn-ea"/>
                          <a:cs typeface="+mn-cs"/>
                        </a:rPr>
                        <a:t>Market Entry Strategy, Business</a:t>
                      </a:r>
                      <a:r>
                        <a:rPr lang="en-IN" sz="900" b="1" i="1" kern="1200" baseline="0" dirty="0">
                          <a:solidFill>
                            <a:schemeClr val="tx1"/>
                          </a:solidFill>
                          <a:latin typeface="+mj-lt"/>
                          <a:ea typeface="+mn-ea"/>
                          <a:cs typeface="+mn-cs"/>
                        </a:rPr>
                        <a:t> Modelling and Feasibility Study </a:t>
                      </a:r>
                    </a:p>
                    <a:p>
                      <a:pPr marL="0" algn="l" defTabSz="990570" rtl="0" eaLnBrk="1" fontAlgn="ctr" latinLnBrk="0" hangingPunct="1">
                        <a:lnSpc>
                          <a:spcPct val="107000"/>
                        </a:lnSpc>
                        <a:spcAft>
                          <a:spcPts val="0"/>
                        </a:spcAft>
                      </a:pPr>
                      <a:r>
                        <a:rPr lang="en-IN" sz="900" b="0" i="0" kern="1200" baseline="0" dirty="0">
                          <a:solidFill>
                            <a:schemeClr val="tx1"/>
                          </a:solidFill>
                          <a:latin typeface="+mj-lt"/>
                          <a:ea typeface="+mn-ea"/>
                          <a:cs typeface="+mn-cs"/>
                        </a:rPr>
                        <a:t>For </a:t>
                      </a:r>
                      <a:r>
                        <a:rPr lang="en-IN" sz="900" b="0" kern="1200" dirty="0">
                          <a:solidFill>
                            <a:schemeClr val="tx1"/>
                          </a:solidFill>
                          <a:latin typeface="+mj-lt"/>
                          <a:ea typeface="+mn-ea"/>
                          <a:cs typeface="+mn-cs"/>
                        </a:rPr>
                        <a:t>Activities</a:t>
                      </a:r>
                      <a:r>
                        <a:rPr lang="en-IN" sz="900" b="0" kern="1200" baseline="0" dirty="0">
                          <a:solidFill>
                            <a:schemeClr val="tx1"/>
                          </a:solidFill>
                          <a:latin typeface="+mj-lt"/>
                          <a:ea typeface="+mn-ea"/>
                          <a:cs typeface="+mn-cs"/>
                        </a:rPr>
                        <a:t> D1, D2, D3, D4 &amp; V1 (after CIL concurrence on Module 1 Final Report)</a:t>
                      </a:r>
                      <a:endParaRPr lang="en-IN" sz="900" b="0" kern="1200" dirty="0">
                        <a:solidFill>
                          <a:schemeClr val="tx1"/>
                        </a:solidFill>
                        <a:latin typeface="+mj-lt"/>
                        <a:ea typeface="+mn-ea"/>
                        <a:cs typeface="+mn-cs"/>
                      </a:endParaRPr>
                    </a:p>
                  </a:txBody>
                  <a:tcPr marL="288000" marR="6858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endParaRPr lang="en-GB" sz="1000" dirty="0">
                        <a:solidFill>
                          <a:schemeClr val="tx1"/>
                        </a:solidFill>
                        <a:latin typeface="+mn-lt"/>
                      </a:endParaRPr>
                    </a:p>
                  </a:txBody>
                  <a:tcPr>
                    <a:lnL w="3175" cap="flat" cmpd="sng" algn="ctr">
                      <a:no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987319870"/>
                  </a:ext>
                </a:extLst>
              </a:tr>
              <a:tr h="313561">
                <a:tc>
                  <a:txBody>
                    <a:bodyPr/>
                    <a:lstStyle/>
                    <a:p>
                      <a:pPr marL="144000" algn="l" defTabSz="1219194" rtl="0" eaLnBrk="1" fontAlgn="ctr" latinLnBrk="0" hangingPunct="1">
                        <a:lnSpc>
                          <a:spcPct val="107000"/>
                        </a:lnSpc>
                        <a:spcAft>
                          <a:spcPts val="0"/>
                        </a:spcAft>
                      </a:pPr>
                      <a:r>
                        <a:rPr lang="en-US" sz="900" b="1" kern="1200" dirty="0">
                          <a:solidFill>
                            <a:schemeClr val="tx1"/>
                          </a:solidFill>
                          <a:latin typeface="+mj-lt"/>
                          <a:ea typeface="+mn-ea"/>
                          <a:cs typeface="+mn-cs"/>
                        </a:rPr>
                        <a:t>Phase 2</a:t>
                      </a:r>
                    </a:p>
                  </a:txBody>
                  <a:tcPr marL="46800" marR="46800" marT="46800" marB="468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endParaRPr lang="en-GB" sz="1000" dirty="0">
                        <a:solidFill>
                          <a:schemeClr val="tx1"/>
                        </a:solidFill>
                        <a:latin typeface="+mn-lt"/>
                      </a:endParaRPr>
                    </a:p>
                  </a:txBody>
                  <a:tcPr>
                    <a:lnL w="3175" cap="flat" cmpd="sng" algn="ctr">
                      <a:no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1219170" rtl="0" eaLnBrk="1" latinLnBrk="0" hangingPunct="1">
                        <a:defRPr sz="2400" kern="1200">
                          <a:solidFill>
                            <a:schemeClr val="tx1"/>
                          </a:solidFill>
                          <a:latin typeface="Verdana"/>
                        </a:defRPr>
                      </a:lvl1pPr>
                      <a:lvl2pPr marL="609585" algn="l" defTabSz="1219170" rtl="0" eaLnBrk="1" latinLnBrk="0" hangingPunct="1">
                        <a:defRPr sz="2400" kern="1200">
                          <a:solidFill>
                            <a:schemeClr val="tx1"/>
                          </a:solidFill>
                          <a:latin typeface="Verdana"/>
                        </a:defRPr>
                      </a:lvl2pPr>
                      <a:lvl3pPr marL="1219170" algn="l" defTabSz="1219170" rtl="0" eaLnBrk="1" latinLnBrk="0" hangingPunct="1">
                        <a:defRPr sz="2400" kern="1200">
                          <a:solidFill>
                            <a:schemeClr val="tx1"/>
                          </a:solidFill>
                          <a:latin typeface="Verdana"/>
                        </a:defRPr>
                      </a:lvl3pPr>
                      <a:lvl4pPr marL="1828754" algn="l" defTabSz="1219170" rtl="0" eaLnBrk="1" latinLnBrk="0" hangingPunct="1">
                        <a:defRPr sz="2400" kern="1200">
                          <a:solidFill>
                            <a:schemeClr val="tx1"/>
                          </a:solidFill>
                          <a:latin typeface="Verdana"/>
                        </a:defRPr>
                      </a:lvl4pPr>
                      <a:lvl5pPr marL="2438339" algn="l" defTabSz="1219170" rtl="0" eaLnBrk="1" latinLnBrk="0" hangingPunct="1">
                        <a:defRPr sz="2400" kern="1200">
                          <a:solidFill>
                            <a:schemeClr val="tx1"/>
                          </a:solidFill>
                          <a:latin typeface="Verdana"/>
                        </a:defRPr>
                      </a:lvl5pPr>
                      <a:lvl6pPr marL="3047924" algn="l" defTabSz="1219170" rtl="0" eaLnBrk="1" latinLnBrk="0" hangingPunct="1">
                        <a:defRPr sz="2400" kern="1200">
                          <a:solidFill>
                            <a:schemeClr val="tx1"/>
                          </a:solidFill>
                          <a:latin typeface="Verdana"/>
                        </a:defRPr>
                      </a:lvl6pPr>
                      <a:lvl7pPr marL="3657509" algn="l" defTabSz="1219170" rtl="0" eaLnBrk="1" latinLnBrk="0" hangingPunct="1">
                        <a:defRPr sz="2400" kern="1200">
                          <a:solidFill>
                            <a:schemeClr val="tx1"/>
                          </a:solidFill>
                          <a:latin typeface="Verdana"/>
                        </a:defRPr>
                      </a:lvl7pPr>
                      <a:lvl8pPr marL="4267093" algn="l" defTabSz="1219170" rtl="0" eaLnBrk="1" latinLnBrk="0" hangingPunct="1">
                        <a:defRPr sz="2400" kern="1200">
                          <a:solidFill>
                            <a:schemeClr val="tx1"/>
                          </a:solidFill>
                          <a:latin typeface="Verdana"/>
                        </a:defRPr>
                      </a:lvl8pPr>
                      <a:lvl9pPr marL="4876678" algn="l" defTabSz="1219170" rtl="0" eaLnBrk="1" latinLnBrk="0" hangingPunct="1">
                        <a:defRPr sz="2400" kern="1200">
                          <a:solidFill>
                            <a:schemeClr val="tx1"/>
                          </a:solidFill>
                          <a:latin typeface="Verdana"/>
                        </a:defRPr>
                      </a:lvl9p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196673619"/>
                  </a:ext>
                </a:extLst>
              </a:tr>
              <a:tr h="423690">
                <a:tc>
                  <a:txBody>
                    <a:bodyPr/>
                    <a:lstStyle/>
                    <a:p>
                      <a:pPr marL="0" algn="l" defTabSz="990570" rtl="0" eaLnBrk="1" fontAlgn="ctr" latinLnBrk="0" hangingPunct="1">
                        <a:lnSpc>
                          <a:spcPct val="107000"/>
                        </a:lnSpc>
                        <a:spcAft>
                          <a:spcPts val="0"/>
                        </a:spcAft>
                      </a:pPr>
                      <a:r>
                        <a:rPr lang="en-IN" sz="900" b="1" i="1" kern="1200" dirty="0">
                          <a:solidFill>
                            <a:schemeClr val="tx1"/>
                          </a:solidFill>
                          <a:latin typeface="+mj-lt"/>
                          <a:ea typeface="+mn-ea"/>
                          <a:cs typeface="+mn-cs"/>
                        </a:rPr>
                        <a:t>Module 1: Market Research and Sectoral Assessment </a:t>
                      </a:r>
                    </a:p>
                    <a:p>
                      <a:pPr marL="0" algn="l" defTabSz="990570" rtl="0" eaLnBrk="1" fontAlgn="ctr" latinLnBrk="0" hangingPunct="1">
                        <a:lnSpc>
                          <a:spcPct val="107000"/>
                        </a:lnSpc>
                        <a:spcAft>
                          <a:spcPts val="0"/>
                        </a:spcAft>
                      </a:pPr>
                      <a:r>
                        <a:rPr lang="en-IN" sz="900" b="0" i="0" kern="1200" dirty="0">
                          <a:solidFill>
                            <a:schemeClr val="tx1"/>
                          </a:solidFill>
                          <a:latin typeface="+mj-lt"/>
                          <a:ea typeface="+mn-ea"/>
                          <a:cs typeface="+mn-cs"/>
                        </a:rPr>
                        <a:t>For </a:t>
                      </a:r>
                      <a:r>
                        <a:rPr lang="en-IN" sz="900" b="0" kern="1200" dirty="0">
                          <a:solidFill>
                            <a:schemeClr val="tx1"/>
                          </a:solidFill>
                          <a:latin typeface="+mj-lt"/>
                          <a:ea typeface="+mn-ea"/>
                          <a:cs typeface="+mn-cs"/>
                        </a:rPr>
                        <a:t>Activities D5, D6, D7</a:t>
                      </a:r>
                    </a:p>
                  </a:txBody>
                  <a:tcPr marL="288000" marR="6858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3175" cap="flat" cmpd="sng" algn="ctr">
                      <a:no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893823159"/>
                  </a:ext>
                </a:extLst>
              </a:tr>
              <a:tr h="248364">
                <a:tc>
                  <a:txBody>
                    <a:bodyPr/>
                    <a:lstStyle/>
                    <a:p>
                      <a:pPr marL="0" marR="0" lvl="0" indent="0" algn="l" defTabSz="990570" rtl="0" eaLnBrk="1" fontAlgn="ctr" latinLnBrk="0" hangingPunct="1">
                        <a:lnSpc>
                          <a:spcPct val="107000"/>
                        </a:lnSpc>
                        <a:spcBef>
                          <a:spcPts val="0"/>
                        </a:spcBef>
                        <a:spcAft>
                          <a:spcPts val="0"/>
                        </a:spcAft>
                        <a:buClrTx/>
                        <a:buSzTx/>
                        <a:buFontTx/>
                        <a:buNone/>
                        <a:tabLst/>
                        <a:defRPr/>
                      </a:pPr>
                      <a:r>
                        <a:rPr lang="en-IN" sz="900" b="0" kern="1200" dirty="0">
                          <a:solidFill>
                            <a:schemeClr val="tx1"/>
                          </a:solidFill>
                          <a:latin typeface="+mn-lt"/>
                          <a:ea typeface="+mn-ea"/>
                          <a:cs typeface="+mn-cs"/>
                        </a:rPr>
                        <a:t>For</a:t>
                      </a:r>
                      <a:r>
                        <a:rPr lang="en-IN" sz="900" b="0" kern="1200" baseline="0" dirty="0">
                          <a:solidFill>
                            <a:schemeClr val="tx1"/>
                          </a:solidFill>
                          <a:latin typeface="+mn-lt"/>
                          <a:ea typeface="+mn-ea"/>
                          <a:cs typeface="+mn-cs"/>
                        </a:rPr>
                        <a:t> Activities </a:t>
                      </a:r>
                      <a:r>
                        <a:rPr lang="en-IN" sz="900" b="0" kern="1200" dirty="0">
                          <a:solidFill>
                            <a:schemeClr val="tx1"/>
                          </a:solidFill>
                          <a:latin typeface="+mn-lt"/>
                          <a:ea typeface="+mn-ea"/>
                          <a:cs typeface="+mn-cs"/>
                        </a:rPr>
                        <a:t>D8, V2 &amp; V3</a:t>
                      </a:r>
                    </a:p>
                  </a:txBody>
                  <a:tcPr marL="288000" marR="6858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3175" cap="flat" cmpd="sng" algn="ctr">
                      <a:no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783215442"/>
                  </a:ext>
                </a:extLst>
              </a:tr>
              <a:tr h="754833">
                <a:tc>
                  <a:txBody>
                    <a:bodyPr/>
                    <a:lstStyle/>
                    <a:p>
                      <a:pPr marL="0" marR="0" lvl="0" indent="0" algn="l" defTabSz="990570" rtl="0" eaLnBrk="1" fontAlgn="ctr" latinLnBrk="0" hangingPunct="1">
                        <a:lnSpc>
                          <a:spcPct val="107000"/>
                        </a:lnSpc>
                        <a:spcBef>
                          <a:spcPts val="0"/>
                        </a:spcBef>
                        <a:spcAft>
                          <a:spcPts val="0"/>
                        </a:spcAft>
                        <a:buClrTx/>
                        <a:buSzTx/>
                        <a:buFontTx/>
                        <a:buNone/>
                        <a:tabLst/>
                        <a:defRPr/>
                      </a:pPr>
                      <a:r>
                        <a:rPr lang="en-IN" sz="900" b="1" i="1" kern="1200" dirty="0">
                          <a:solidFill>
                            <a:schemeClr val="tx1"/>
                          </a:solidFill>
                          <a:latin typeface="+mj-lt"/>
                          <a:ea typeface="+mn-ea"/>
                          <a:cs typeface="+mn-cs"/>
                        </a:rPr>
                        <a:t>Module 2: Market Entry Strategy, Business</a:t>
                      </a:r>
                      <a:r>
                        <a:rPr lang="en-IN" sz="900" b="1" i="1" kern="1200" baseline="0" dirty="0">
                          <a:solidFill>
                            <a:schemeClr val="tx1"/>
                          </a:solidFill>
                          <a:latin typeface="+mj-lt"/>
                          <a:ea typeface="+mn-ea"/>
                          <a:cs typeface="+mn-cs"/>
                        </a:rPr>
                        <a:t> Modelling and Feasibility Study</a:t>
                      </a:r>
                    </a:p>
                    <a:p>
                      <a:pPr marL="0" marR="0" lvl="0" indent="0" algn="l" defTabSz="990570" rtl="0" eaLnBrk="1" fontAlgn="ctr" latinLnBrk="0" hangingPunct="1">
                        <a:lnSpc>
                          <a:spcPct val="107000"/>
                        </a:lnSpc>
                        <a:spcBef>
                          <a:spcPts val="0"/>
                        </a:spcBef>
                        <a:spcAft>
                          <a:spcPts val="0"/>
                        </a:spcAft>
                        <a:buClrTx/>
                        <a:buSzTx/>
                        <a:buFontTx/>
                        <a:buNone/>
                        <a:tabLst/>
                        <a:defRPr/>
                      </a:pPr>
                      <a:r>
                        <a:rPr lang="en-IN" sz="900" b="0" i="0" kern="1200" baseline="0" dirty="0">
                          <a:solidFill>
                            <a:schemeClr val="tx1"/>
                          </a:solidFill>
                          <a:latin typeface="+mj-lt"/>
                          <a:ea typeface="+mn-ea"/>
                          <a:cs typeface="+mn-cs"/>
                        </a:rPr>
                        <a:t>For </a:t>
                      </a:r>
                      <a:r>
                        <a:rPr lang="en-IN" sz="900" b="0" kern="1200" dirty="0">
                          <a:solidFill>
                            <a:schemeClr val="tx1"/>
                          </a:solidFill>
                          <a:latin typeface="+mn-lt"/>
                          <a:ea typeface="+mn-ea"/>
                          <a:cs typeface="+mn-cs"/>
                        </a:rPr>
                        <a:t>Activities</a:t>
                      </a:r>
                      <a:r>
                        <a:rPr lang="en-IN" sz="900" b="0" kern="1200" baseline="0" dirty="0">
                          <a:solidFill>
                            <a:schemeClr val="tx1"/>
                          </a:solidFill>
                          <a:latin typeface="+mn-lt"/>
                          <a:ea typeface="+mn-ea"/>
                          <a:cs typeface="+mn-cs"/>
                        </a:rPr>
                        <a:t> D5, D6, D7, D8, V2 &amp; V3 (after CIL concurrence on Module 1 Final Report)</a:t>
                      </a:r>
                      <a:endParaRPr lang="en-IN" sz="900" b="0" kern="1200" dirty="0">
                        <a:solidFill>
                          <a:schemeClr val="tx1"/>
                        </a:solidFill>
                        <a:latin typeface="+mn-lt"/>
                        <a:ea typeface="+mn-ea"/>
                        <a:cs typeface="+mn-cs"/>
                      </a:endParaRPr>
                    </a:p>
                  </a:txBody>
                  <a:tcPr marL="288000" marR="6858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3175" cap="flat" cmpd="sng" algn="ctr">
                      <a:no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108383038"/>
                  </a:ext>
                </a:extLst>
              </a:tr>
              <a:tr h="513770">
                <a:tc>
                  <a:txBody>
                    <a:bodyPr/>
                    <a:lstStyle/>
                    <a:p>
                      <a:pPr marL="144000" algn="l" defTabSz="1219194" rtl="0" eaLnBrk="1" fontAlgn="ctr" latinLnBrk="0" hangingPunct="1">
                        <a:lnSpc>
                          <a:spcPct val="107000"/>
                        </a:lnSpc>
                        <a:spcAft>
                          <a:spcPts val="0"/>
                        </a:spcAft>
                      </a:pPr>
                      <a:r>
                        <a:rPr lang="en-US" sz="900" b="1" u="sng" kern="1200" dirty="0">
                          <a:solidFill>
                            <a:schemeClr val="tx1"/>
                          </a:solidFill>
                          <a:latin typeface="+mj-lt"/>
                          <a:ea typeface="+mn-ea"/>
                          <a:cs typeface="+mn-cs"/>
                        </a:rPr>
                        <a:t>In case CIL decides to proceed for Module 3 and 4 based on the outcomes of Module 1 and 2</a:t>
                      </a:r>
                    </a:p>
                  </a:txBody>
                  <a:tcPr marL="46800" marR="46800" marT="46800" marB="468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3175" cap="flat" cmpd="sng" algn="ctr">
                      <a:no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829316597"/>
                  </a:ext>
                </a:extLst>
              </a:tr>
              <a:tr h="313561">
                <a:tc>
                  <a:txBody>
                    <a:bodyPr/>
                    <a:lstStyle/>
                    <a:p>
                      <a:pPr marL="0" algn="l" defTabSz="990570" rtl="0" eaLnBrk="1" fontAlgn="ctr" latinLnBrk="0" hangingPunct="1">
                        <a:lnSpc>
                          <a:spcPct val="107000"/>
                        </a:lnSpc>
                        <a:spcAft>
                          <a:spcPts val="0"/>
                        </a:spcAft>
                      </a:pPr>
                      <a:r>
                        <a:rPr lang="en-US" sz="900" b="1" i="1" kern="1200" dirty="0">
                          <a:solidFill>
                            <a:schemeClr val="tx1"/>
                          </a:solidFill>
                          <a:latin typeface="+mj-lt"/>
                          <a:ea typeface="+mn-ea"/>
                          <a:cs typeface="+mn-cs"/>
                        </a:rPr>
                        <a:t>Module 3: Bid Process Management for selecting PIA</a:t>
                      </a:r>
                    </a:p>
                  </a:txBody>
                  <a:tcPr marL="288000" marR="684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3175" cap="flat" cmpd="sng" algn="ctr">
                      <a:no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742401350"/>
                  </a:ext>
                </a:extLst>
              </a:tr>
              <a:tr h="313561">
                <a:tc>
                  <a:txBody>
                    <a:bodyPr/>
                    <a:lstStyle/>
                    <a:p>
                      <a:pPr marL="0" algn="l" defTabSz="990570" rtl="0" eaLnBrk="1" fontAlgn="ctr" latinLnBrk="0" hangingPunct="1">
                        <a:lnSpc>
                          <a:spcPct val="107000"/>
                        </a:lnSpc>
                        <a:spcAft>
                          <a:spcPts val="0"/>
                        </a:spcAft>
                      </a:pPr>
                      <a:r>
                        <a:rPr lang="en-IN" sz="900" b="1" i="1" kern="1200" dirty="0">
                          <a:solidFill>
                            <a:schemeClr val="tx1"/>
                          </a:solidFill>
                          <a:latin typeface="+mn-lt"/>
                          <a:ea typeface="+mn-ea"/>
                          <a:cs typeface="+mn-cs"/>
                        </a:rPr>
                        <a:t>Module 4: Program Evaluation and Monitoring</a:t>
                      </a:r>
                    </a:p>
                  </a:txBody>
                  <a:tcPr marL="288000" marR="684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3175" cap="flat" cmpd="sng" algn="ctr">
                      <a:no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000" dirty="0">
                        <a:solidFill>
                          <a:schemeClr val="tx1"/>
                        </a:solidFill>
                        <a:latin typeface="+mn-lt"/>
                      </a:endParaRPr>
                    </a:p>
                  </a:txBody>
                  <a:tcPr>
                    <a:lnL w="9525"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858240903"/>
                  </a:ext>
                </a:extLst>
              </a:tr>
            </a:tbl>
          </a:graphicData>
        </a:graphic>
      </p:graphicFrame>
      <p:sp>
        <p:nvSpPr>
          <p:cNvPr id="26" name="TextBox 25"/>
          <p:cNvSpPr txBox="1"/>
          <p:nvPr/>
        </p:nvSpPr>
        <p:spPr>
          <a:xfrm>
            <a:off x="2893268" y="1092228"/>
            <a:ext cx="936000" cy="184666"/>
          </a:xfrm>
          <a:prstGeom prst="rect">
            <a:avLst/>
          </a:prstGeom>
          <a:noFill/>
        </p:spPr>
        <p:txBody>
          <a:bodyPr vert="horz" wrap="square" lIns="0" tIns="0" rIns="0" bIns="0" rtlCol="0">
            <a:spAutoFit/>
          </a:bodyPr>
          <a:lstStyle/>
          <a:p>
            <a:pPr marL="0" marR="0" lvl="0" indent="0" algn="ctr" defTabSz="609591" rtl="0" eaLnBrk="1" fontAlgn="auto" latinLnBrk="0" hangingPunct="1">
              <a:lnSpc>
                <a:spcPct val="100000"/>
              </a:lnSpc>
              <a:spcBef>
                <a:spcPts val="200"/>
              </a:spcBef>
              <a:spcAft>
                <a:spcPts val="0"/>
              </a:spcAft>
              <a:buClrTx/>
              <a:buSzPct val="100000"/>
              <a:buFontTx/>
              <a:buNone/>
              <a:tabLst/>
              <a:defRPr/>
            </a:pPr>
            <a:r>
              <a:rPr kumimoji="0" lang="en-US" sz="1200" b="1" i="0" u="none" strike="noStrike" kern="0" cap="small" spc="0" normalizeH="0" noProof="0" dirty="0">
                <a:ln>
                  <a:noFill/>
                </a:ln>
                <a:effectLst/>
                <a:uLnTx/>
                <a:uFillTx/>
                <a:latin typeface="+mj-lt"/>
                <a:ea typeface="+mn-ea"/>
                <a:cs typeface="+mn-cs"/>
              </a:rPr>
              <a:t>Months</a:t>
            </a:r>
          </a:p>
        </p:txBody>
      </p:sp>
      <p:sp>
        <p:nvSpPr>
          <p:cNvPr id="34" name="TextBox 33"/>
          <p:cNvSpPr txBox="1"/>
          <p:nvPr/>
        </p:nvSpPr>
        <p:spPr>
          <a:xfrm>
            <a:off x="527521" y="1139405"/>
            <a:ext cx="2232000" cy="184666"/>
          </a:xfrm>
          <a:prstGeom prst="rect">
            <a:avLst/>
          </a:prstGeom>
          <a:noFill/>
        </p:spPr>
        <p:txBody>
          <a:bodyPr vert="horz" wrap="square" lIns="0" tIns="0" rIns="0" bIns="0" rtlCol="0">
            <a:spAutoFit/>
          </a:bodyPr>
          <a:lstStyle/>
          <a:p>
            <a:pPr marL="0" marR="0" lvl="0" indent="0" defTabSz="609591" rtl="0" eaLnBrk="1" fontAlgn="auto" latinLnBrk="0" hangingPunct="1">
              <a:lnSpc>
                <a:spcPct val="100000"/>
              </a:lnSpc>
              <a:spcBef>
                <a:spcPts val="200"/>
              </a:spcBef>
              <a:spcAft>
                <a:spcPts val="0"/>
              </a:spcAft>
              <a:buClrTx/>
              <a:buSzPct val="100000"/>
              <a:buFontTx/>
              <a:buNone/>
              <a:tabLst/>
              <a:defRPr/>
            </a:pPr>
            <a:r>
              <a:rPr kumimoji="0" lang="en-US" sz="1200" b="1" i="0" u="none" strike="noStrike" kern="0" cap="small" spc="0" normalizeH="0" noProof="0" dirty="0">
                <a:ln>
                  <a:noFill/>
                </a:ln>
                <a:effectLst/>
                <a:uLnTx/>
                <a:uFillTx/>
                <a:latin typeface="+mj-lt"/>
                <a:ea typeface="+mn-ea"/>
                <a:cs typeface="+mn-cs"/>
              </a:rPr>
              <a:t>Key Project modules</a:t>
            </a:r>
          </a:p>
        </p:txBody>
      </p:sp>
      <p:cxnSp>
        <p:nvCxnSpPr>
          <p:cNvPr id="35" name="Straight Connector 34"/>
          <p:cNvCxnSpPr/>
          <p:nvPr>
            <p:custDataLst>
              <p:tags r:id="rId3"/>
            </p:custDataLst>
          </p:nvPr>
        </p:nvCxnSpPr>
        <p:spPr bwMode="gray">
          <a:xfrm>
            <a:off x="3809095" y="1481090"/>
            <a:ext cx="0" cy="4788000"/>
          </a:xfrm>
          <a:prstGeom prst="line">
            <a:avLst/>
          </a:prstGeom>
          <a:ln w="19050">
            <a:solidFill>
              <a:srgbClr val="ED8B00"/>
            </a:solidFill>
            <a:prstDash val="lgDash"/>
            <a:headEnd type="none"/>
            <a:tailEnd type="none"/>
          </a:ln>
        </p:spPr>
        <p:style>
          <a:lnRef idx="1">
            <a:schemeClr val="accent1"/>
          </a:lnRef>
          <a:fillRef idx="0">
            <a:schemeClr val="accent1"/>
          </a:fillRef>
          <a:effectRef idx="0">
            <a:schemeClr val="accent1"/>
          </a:effectRef>
          <a:fontRef idx="minor">
            <a:schemeClr val="tx1"/>
          </a:fontRef>
        </p:style>
      </p:cxnSp>
      <p:sp>
        <p:nvSpPr>
          <p:cNvPr id="36" name="Diamond 35"/>
          <p:cNvSpPr/>
          <p:nvPr>
            <p:custDataLst>
              <p:tags r:id="rId4"/>
            </p:custDataLst>
          </p:nvPr>
        </p:nvSpPr>
        <p:spPr bwMode="gray">
          <a:xfrm>
            <a:off x="3738315" y="6330327"/>
            <a:ext cx="119063" cy="119062"/>
          </a:xfrm>
          <a:prstGeom prst="diamond">
            <a:avLst/>
          </a:prstGeom>
          <a:solidFill>
            <a:srgbClr val="ED8B00"/>
          </a:solidFill>
          <a:ln w="19050" algn="ctr">
            <a:solidFill>
              <a:srgbClr val="ED8B00"/>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de-DE" sz="1600" b="1" dirty="0">
              <a:solidFill>
                <a:schemeClr val="bg1"/>
              </a:solidFill>
            </a:endParaRPr>
          </a:p>
        </p:txBody>
      </p:sp>
      <p:sp>
        <p:nvSpPr>
          <p:cNvPr id="37" name="TextBox 36"/>
          <p:cNvSpPr txBox="1"/>
          <p:nvPr/>
        </p:nvSpPr>
        <p:spPr>
          <a:xfrm>
            <a:off x="3144315" y="6500787"/>
            <a:ext cx="1188000" cy="169277"/>
          </a:xfrm>
          <a:prstGeom prst="rect">
            <a:avLst/>
          </a:prstGeom>
          <a:noFill/>
        </p:spPr>
        <p:txBody>
          <a:bodyPr wrap="square" lIns="0" tIns="0" rIns="0" bIns="0" rtlCol="0">
            <a:spAutoFit/>
          </a:bodyPr>
          <a:lstStyle/>
          <a:p>
            <a:pPr algn="ctr">
              <a:spcBef>
                <a:spcPts val="600"/>
              </a:spcBef>
              <a:buSzPct val="100000"/>
            </a:pPr>
            <a:r>
              <a:rPr lang="en-US" sz="1100" dirty="0">
                <a:solidFill>
                  <a:srgbClr val="313131"/>
                </a:solidFill>
              </a:rPr>
              <a:t>Kick-Off</a:t>
            </a:r>
          </a:p>
        </p:txBody>
      </p:sp>
      <p:sp>
        <p:nvSpPr>
          <p:cNvPr id="38" name="Rectangle 37"/>
          <p:cNvSpPr/>
          <p:nvPr>
            <p:custDataLst>
              <p:tags r:id="rId5"/>
            </p:custDataLst>
          </p:nvPr>
        </p:nvSpPr>
        <p:spPr bwMode="gray">
          <a:xfrm>
            <a:off x="3816397" y="1853482"/>
            <a:ext cx="936000" cy="79375"/>
          </a:xfrm>
          <a:prstGeom prst="rect">
            <a:avLst/>
          </a:prstGeom>
          <a:solidFill>
            <a:srgbClr val="046A38"/>
          </a:solidFill>
          <a:ln w="19050" algn="ctr">
            <a:solidFill>
              <a:srgbClr val="046A38"/>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de-DE" sz="1600" b="1" dirty="0">
              <a:solidFill>
                <a:schemeClr val="bg1"/>
              </a:solidFill>
            </a:endParaRPr>
          </a:p>
        </p:txBody>
      </p:sp>
      <p:sp>
        <p:nvSpPr>
          <p:cNvPr id="42" name="Rectangle 41"/>
          <p:cNvSpPr/>
          <p:nvPr>
            <p:custDataLst>
              <p:tags r:id="rId6"/>
            </p:custDataLst>
          </p:nvPr>
        </p:nvSpPr>
        <p:spPr bwMode="gray">
          <a:xfrm>
            <a:off x="4773898" y="2652114"/>
            <a:ext cx="972000" cy="79375"/>
          </a:xfrm>
          <a:prstGeom prst="rect">
            <a:avLst/>
          </a:prstGeom>
          <a:solidFill>
            <a:srgbClr val="046A38"/>
          </a:solidFill>
          <a:ln w="19050" algn="ctr">
            <a:solidFill>
              <a:srgbClr val="046A38"/>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de-DE" sz="1600" b="1" dirty="0">
              <a:solidFill>
                <a:schemeClr val="bg1"/>
              </a:solidFill>
            </a:endParaRPr>
          </a:p>
        </p:txBody>
      </p:sp>
      <p:sp>
        <p:nvSpPr>
          <p:cNvPr id="44" name="Rectangle 43"/>
          <p:cNvSpPr/>
          <p:nvPr>
            <p:custDataLst>
              <p:tags r:id="rId7"/>
            </p:custDataLst>
          </p:nvPr>
        </p:nvSpPr>
        <p:spPr bwMode="gray">
          <a:xfrm>
            <a:off x="4241477" y="2240156"/>
            <a:ext cx="504000" cy="79375"/>
          </a:xfrm>
          <a:prstGeom prst="rect">
            <a:avLst/>
          </a:prstGeom>
          <a:solidFill>
            <a:schemeClr val="accent1"/>
          </a:solidFill>
          <a:ln w="19050" algn="ctr">
            <a:solidFill>
              <a:schemeClr val="accent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de-DE" sz="1600" b="1" dirty="0">
              <a:solidFill>
                <a:schemeClr val="bg1"/>
              </a:solidFill>
            </a:endParaRPr>
          </a:p>
        </p:txBody>
      </p:sp>
      <p:sp>
        <p:nvSpPr>
          <p:cNvPr id="45" name="Rectangle 44"/>
          <p:cNvSpPr/>
          <p:nvPr>
            <p:custDataLst>
              <p:tags r:id="rId8"/>
            </p:custDataLst>
          </p:nvPr>
        </p:nvSpPr>
        <p:spPr bwMode="gray">
          <a:xfrm>
            <a:off x="4763686" y="2926846"/>
            <a:ext cx="972000" cy="79200"/>
          </a:xfrm>
          <a:prstGeom prst="rect">
            <a:avLst/>
          </a:prstGeom>
          <a:solidFill>
            <a:schemeClr val="accent1"/>
          </a:solidFill>
          <a:ln w="19050" algn="ctr">
            <a:solidFill>
              <a:schemeClr val="accent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de-DE" sz="1600" b="1" dirty="0">
              <a:solidFill>
                <a:schemeClr val="bg1"/>
              </a:solidFill>
            </a:endParaRPr>
          </a:p>
        </p:txBody>
      </p:sp>
      <p:sp>
        <p:nvSpPr>
          <p:cNvPr id="49" name="Rectangle 48"/>
          <p:cNvSpPr/>
          <p:nvPr>
            <p:custDataLst>
              <p:tags r:id="rId9"/>
            </p:custDataLst>
          </p:nvPr>
        </p:nvSpPr>
        <p:spPr bwMode="gray">
          <a:xfrm>
            <a:off x="3861453" y="2081671"/>
            <a:ext cx="360000" cy="79375"/>
          </a:xfrm>
          <a:prstGeom prst="rect">
            <a:avLst/>
          </a:prstGeom>
          <a:solidFill>
            <a:schemeClr val="accent1"/>
          </a:solidFill>
          <a:ln w="19050" algn="ctr">
            <a:solidFill>
              <a:schemeClr val="accent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de-DE" sz="1600" b="1" dirty="0">
              <a:solidFill>
                <a:schemeClr val="bg1"/>
              </a:solidFill>
            </a:endParaRPr>
          </a:p>
        </p:txBody>
      </p:sp>
      <p:sp>
        <p:nvSpPr>
          <p:cNvPr id="71" name="Rectangle 70"/>
          <p:cNvSpPr/>
          <p:nvPr>
            <p:custDataLst>
              <p:tags r:id="rId10"/>
            </p:custDataLst>
          </p:nvPr>
        </p:nvSpPr>
        <p:spPr bwMode="gray">
          <a:xfrm>
            <a:off x="5751992" y="3602768"/>
            <a:ext cx="936000" cy="79375"/>
          </a:xfrm>
          <a:prstGeom prst="rect">
            <a:avLst/>
          </a:prstGeom>
          <a:solidFill>
            <a:srgbClr val="046A38"/>
          </a:solidFill>
          <a:ln w="19050" algn="ctr">
            <a:solidFill>
              <a:srgbClr val="046A38"/>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de-DE" sz="1600" b="1" dirty="0">
              <a:solidFill>
                <a:schemeClr val="bg1"/>
              </a:solidFill>
            </a:endParaRPr>
          </a:p>
        </p:txBody>
      </p:sp>
      <p:sp>
        <p:nvSpPr>
          <p:cNvPr id="72" name="Rectangle 71"/>
          <p:cNvSpPr/>
          <p:nvPr>
            <p:custDataLst>
              <p:tags r:id="rId11"/>
            </p:custDataLst>
          </p:nvPr>
        </p:nvSpPr>
        <p:spPr bwMode="gray">
          <a:xfrm>
            <a:off x="6755153" y="4423901"/>
            <a:ext cx="936000" cy="79375"/>
          </a:xfrm>
          <a:prstGeom prst="rect">
            <a:avLst/>
          </a:prstGeom>
          <a:solidFill>
            <a:srgbClr val="046A38"/>
          </a:solidFill>
          <a:ln w="19050" algn="ctr">
            <a:solidFill>
              <a:srgbClr val="046A38"/>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de-DE" sz="1600" b="1" dirty="0">
              <a:solidFill>
                <a:schemeClr val="bg1"/>
              </a:solidFill>
            </a:endParaRPr>
          </a:p>
        </p:txBody>
      </p:sp>
      <p:sp>
        <p:nvSpPr>
          <p:cNvPr id="73" name="Rectangle 72"/>
          <p:cNvSpPr/>
          <p:nvPr>
            <p:custDataLst>
              <p:tags r:id="rId12"/>
            </p:custDataLst>
          </p:nvPr>
        </p:nvSpPr>
        <p:spPr bwMode="gray">
          <a:xfrm>
            <a:off x="6260199" y="4039396"/>
            <a:ext cx="432000" cy="79375"/>
          </a:xfrm>
          <a:prstGeom prst="rect">
            <a:avLst/>
          </a:prstGeom>
          <a:solidFill>
            <a:schemeClr val="accent1"/>
          </a:solidFill>
          <a:ln w="19050" algn="ctr">
            <a:solidFill>
              <a:schemeClr val="accent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de-DE" sz="1600" b="1" dirty="0">
              <a:solidFill>
                <a:schemeClr val="bg1"/>
              </a:solidFill>
            </a:endParaRPr>
          </a:p>
        </p:txBody>
      </p:sp>
      <p:sp>
        <p:nvSpPr>
          <p:cNvPr id="74" name="Rectangle 73"/>
          <p:cNvSpPr/>
          <p:nvPr>
            <p:custDataLst>
              <p:tags r:id="rId13"/>
            </p:custDataLst>
          </p:nvPr>
        </p:nvSpPr>
        <p:spPr bwMode="gray">
          <a:xfrm>
            <a:off x="6755153" y="4698633"/>
            <a:ext cx="972000" cy="79200"/>
          </a:xfrm>
          <a:prstGeom prst="rect">
            <a:avLst/>
          </a:prstGeom>
          <a:solidFill>
            <a:schemeClr val="accent1"/>
          </a:solidFill>
          <a:ln w="19050" algn="ctr">
            <a:solidFill>
              <a:schemeClr val="accent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de-DE" sz="1600" b="1" dirty="0">
              <a:solidFill>
                <a:schemeClr val="bg1"/>
              </a:solidFill>
            </a:endParaRPr>
          </a:p>
        </p:txBody>
      </p:sp>
      <p:sp>
        <p:nvSpPr>
          <p:cNvPr id="75" name="Rectangle 74"/>
          <p:cNvSpPr/>
          <p:nvPr>
            <p:custDataLst>
              <p:tags r:id="rId14"/>
            </p:custDataLst>
          </p:nvPr>
        </p:nvSpPr>
        <p:spPr bwMode="gray">
          <a:xfrm>
            <a:off x="5775546" y="3858203"/>
            <a:ext cx="478497" cy="72000"/>
          </a:xfrm>
          <a:prstGeom prst="rect">
            <a:avLst/>
          </a:prstGeom>
          <a:solidFill>
            <a:schemeClr val="accent1"/>
          </a:solidFill>
          <a:ln w="19050" algn="ctr">
            <a:solidFill>
              <a:schemeClr val="accent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de-DE" sz="1600" b="1" dirty="0">
              <a:solidFill>
                <a:schemeClr val="bg1"/>
              </a:solidFill>
            </a:endParaRPr>
          </a:p>
        </p:txBody>
      </p:sp>
      <p:sp>
        <p:nvSpPr>
          <p:cNvPr id="76" name="Rectangle 75"/>
          <p:cNvSpPr/>
          <p:nvPr>
            <p:custDataLst>
              <p:tags r:id="rId15"/>
            </p:custDataLst>
          </p:nvPr>
        </p:nvSpPr>
        <p:spPr bwMode="gray">
          <a:xfrm>
            <a:off x="7730573" y="5231056"/>
            <a:ext cx="3888000" cy="79375"/>
          </a:xfrm>
          <a:prstGeom prst="rect">
            <a:avLst/>
          </a:prstGeom>
          <a:solidFill>
            <a:srgbClr val="046A38"/>
          </a:solidFill>
          <a:ln w="19050" algn="ctr">
            <a:solidFill>
              <a:srgbClr val="046A38"/>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de-DE" sz="1600" b="1" dirty="0">
              <a:solidFill>
                <a:schemeClr val="bg1"/>
              </a:solidFill>
            </a:endParaRPr>
          </a:p>
        </p:txBody>
      </p:sp>
      <p:sp>
        <p:nvSpPr>
          <p:cNvPr id="77" name="Rectangle 76"/>
          <p:cNvSpPr/>
          <p:nvPr>
            <p:custDataLst>
              <p:tags r:id="rId16"/>
            </p:custDataLst>
          </p:nvPr>
        </p:nvSpPr>
        <p:spPr bwMode="gray">
          <a:xfrm>
            <a:off x="7751017" y="5584988"/>
            <a:ext cx="1296000" cy="79200"/>
          </a:xfrm>
          <a:prstGeom prst="rect">
            <a:avLst/>
          </a:prstGeom>
          <a:solidFill>
            <a:schemeClr val="accent1"/>
          </a:solidFill>
          <a:ln w="19050" algn="ctr">
            <a:solidFill>
              <a:schemeClr val="accent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de-DE" sz="1600" b="1" dirty="0">
              <a:solidFill>
                <a:schemeClr val="bg1"/>
              </a:solidFill>
            </a:endParaRPr>
          </a:p>
        </p:txBody>
      </p:sp>
      <p:sp>
        <p:nvSpPr>
          <p:cNvPr id="78" name="Rectangle 77"/>
          <p:cNvSpPr/>
          <p:nvPr>
            <p:custDataLst>
              <p:tags r:id="rId17"/>
            </p:custDataLst>
          </p:nvPr>
        </p:nvSpPr>
        <p:spPr bwMode="gray">
          <a:xfrm>
            <a:off x="9047017" y="5899145"/>
            <a:ext cx="2592000" cy="79200"/>
          </a:xfrm>
          <a:prstGeom prst="rect">
            <a:avLst/>
          </a:prstGeom>
          <a:solidFill>
            <a:schemeClr val="accent1"/>
          </a:solidFill>
          <a:ln w="19050" algn="ctr">
            <a:solidFill>
              <a:schemeClr val="accent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de-DE" sz="1600" b="1" dirty="0">
              <a:solidFill>
                <a:schemeClr val="bg1"/>
              </a:solidFill>
            </a:endParaRPr>
          </a:p>
        </p:txBody>
      </p:sp>
      <p:sp>
        <p:nvSpPr>
          <p:cNvPr id="80" name="5-Point Star 79"/>
          <p:cNvSpPr/>
          <p:nvPr/>
        </p:nvSpPr>
        <p:spPr bwMode="gray">
          <a:xfrm>
            <a:off x="4680397" y="2207843"/>
            <a:ext cx="144000" cy="144000"/>
          </a:xfrm>
          <a:prstGeom prst="star5">
            <a:avLst/>
          </a:prstGeom>
          <a:solidFill>
            <a:srgbClr val="DA291C"/>
          </a:solidFill>
          <a:ln w="19050" algn="ctr">
            <a:noFill/>
            <a:miter lim="800000"/>
            <a:headEnd/>
            <a:tailEnd/>
          </a:ln>
        </p:spPr>
        <p:txBody>
          <a:bodyPr wrap="square" lIns="109415" tIns="109415" rIns="109415" bIns="10941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969" b="0" i="0" u="none" strike="noStrike" kern="1200" cap="none" spc="0" normalizeH="0" baseline="0" noProof="0" dirty="0">
              <a:ln>
                <a:noFill/>
              </a:ln>
              <a:solidFill>
                <a:prstClr val="white"/>
              </a:solidFill>
              <a:effectLst/>
              <a:uLnTx/>
              <a:uFillTx/>
              <a:latin typeface="Verdana"/>
              <a:ea typeface="+mn-ea"/>
              <a:cs typeface="+mn-cs"/>
            </a:endParaRPr>
          </a:p>
        </p:txBody>
      </p:sp>
      <p:sp>
        <p:nvSpPr>
          <p:cNvPr id="81" name="5-Point Star 80"/>
          <p:cNvSpPr/>
          <p:nvPr/>
        </p:nvSpPr>
        <p:spPr bwMode="gray">
          <a:xfrm>
            <a:off x="5697834" y="2907549"/>
            <a:ext cx="144000" cy="144000"/>
          </a:xfrm>
          <a:prstGeom prst="star5">
            <a:avLst/>
          </a:prstGeom>
          <a:solidFill>
            <a:srgbClr val="DA291C"/>
          </a:solidFill>
          <a:ln w="19050" algn="ctr">
            <a:noFill/>
            <a:miter lim="800000"/>
            <a:headEnd/>
            <a:tailEnd/>
          </a:ln>
        </p:spPr>
        <p:txBody>
          <a:bodyPr wrap="square" lIns="109415" tIns="109415" rIns="109415" bIns="10941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969" b="0" i="0" u="none" strike="noStrike" kern="1200" cap="none" spc="0" normalizeH="0" baseline="0" noProof="0" dirty="0">
              <a:ln>
                <a:noFill/>
              </a:ln>
              <a:solidFill>
                <a:prstClr val="white"/>
              </a:solidFill>
              <a:effectLst/>
              <a:uLnTx/>
              <a:uFillTx/>
              <a:latin typeface="Verdana"/>
              <a:ea typeface="+mn-ea"/>
              <a:cs typeface="+mn-cs"/>
            </a:endParaRPr>
          </a:p>
        </p:txBody>
      </p:sp>
      <p:sp>
        <p:nvSpPr>
          <p:cNvPr id="82" name="5-Point Star 81"/>
          <p:cNvSpPr/>
          <p:nvPr/>
        </p:nvSpPr>
        <p:spPr bwMode="gray">
          <a:xfrm>
            <a:off x="6683153" y="4005344"/>
            <a:ext cx="144000" cy="144000"/>
          </a:xfrm>
          <a:prstGeom prst="star5">
            <a:avLst/>
          </a:prstGeom>
          <a:solidFill>
            <a:srgbClr val="DA291C"/>
          </a:solidFill>
          <a:ln w="19050" algn="ctr">
            <a:noFill/>
            <a:miter lim="800000"/>
            <a:headEnd/>
            <a:tailEnd/>
          </a:ln>
        </p:spPr>
        <p:txBody>
          <a:bodyPr wrap="square" lIns="109415" tIns="109415" rIns="109415" bIns="10941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969" b="0" i="0" u="none" strike="noStrike" kern="1200" cap="none" spc="0" normalizeH="0" baseline="0" noProof="0" dirty="0">
              <a:ln>
                <a:noFill/>
              </a:ln>
              <a:solidFill>
                <a:prstClr val="white"/>
              </a:solidFill>
              <a:effectLst/>
              <a:uLnTx/>
              <a:uFillTx/>
              <a:latin typeface="Verdana"/>
              <a:ea typeface="+mn-ea"/>
              <a:cs typeface="+mn-cs"/>
            </a:endParaRPr>
          </a:p>
        </p:txBody>
      </p:sp>
      <p:sp>
        <p:nvSpPr>
          <p:cNvPr id="83" name="5-Point Star 82"/>
          <p:cNvSpPr/>
          <p:nvPr/>
        </p:nvSpPr>
        <p:spPr bwMode="gray">
          <a:xfrm>
            <a:off x="7677731" y="4666233"/>
            <a:ext cx="144000" cy="144000"/>
          </a:xfrm>
          <a:prstGeom prst="star5">
            <a:avLst/>
          </a:prstGeom>
          <a:solidFill>
            <a:srgbClr val="DA291C"/>
          </a:solidFill>
          <a:ln w="19050" algn="ctr">
            <a:noFill/>
            <a:miter lim="800000"/>
            <a:headEnd/>
            <a:tailEnd/>
          </a:ln>
        </p:spPr>
        <p:txBody>
          <a:bodyPr wrap="square" lIns="109415" tIns="109415" rIns="109415" bIns="10941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969" b="0" i="0" u="none" strike="noStrike" kern="1200" cap="none" spc="0" normalizeH="0" baseline="0" noProof="0" dirty="0">
              <a:ln>
                <a:noFill/>
              </a:ln>
              <a:solidFill>
                <a:prstClr val="white"/>
              </a:solidFill>
              <a:effectLst/>
              <a:uLnTx/>
              <a:uFillTx/>
              <a:latin typeface="Verdana"/>
              <a:ea typeface="+mn-ea"/>
              <a:cs typeface="+mn-cs"/>
            </a:endParaRPr>
          </a:p>
        </p:txBody>
      </p:sp>
      <p:sp>
        <p:nvSpPr>
          <p:cNvPr id="84" name="Isosceles Triangle 83"/>
          <p:cNvSpPr/>
          <p:nvPr/>
        </p:nvSpPr>
        <p:spPr bwMode="gray">
          <a:xfrm>
            <a:off x="8970817" y="5545388"/>
            <a:ext cx="152400" cy="152400"/>
          </a:xfrm>
          <a:prstGeom prst="triangle">
            <a:avLst/>
          </a:prstGeom>
          <a:solidFill>
            <a:srgbClr val="ED8B0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1200" cap="none" spc="0" normalizeH="0" baseline="0" noProof="0" dirty="0">
              <a:ln>
                <a:noFill/>
              </a:ln>
              <a:solidFill>
                <a:prstClr val="white"/>
              </a:solidFill>
              <a:effectLst/>
              <a:uLnTx/>
              <a:uFillTx/>
              <a:latin typeface="Verdana"/>
              <a:ea typeface="+mn-ea"/>
              <a:cs typeface="+mn-cs"/>
            </a:endParaRPr>
          </a:p>
        </p:txBody>
      </p:sp>
      <p:cxnSp>
        <p:nvCxnSpPr>
          <p:cNvPr id="85" name="Straight Connector 84"/>
          <p:cNvCxnSpPr/>
          <p:nvPr>
            <p:custDataLst>
              <p:tags r:id="rId18"/>
            </p:custDataLst>
          </p:nvPr>
        </p:nvCxnSpPr>
        <p:spPr bwMode="gray">
          <a:xfrm>
            <a:off x="5745898" y="1481090"/>
            <a:ext cx="0" cy="4788000"/>
          </a:xfrm>
          <a:prstGeom prst="line">
            <a:avLst/>
          </a:prstGeom>
          <a:ln w="19050">
            <a:solidFill>
              <a:srgbClr val="ED8B00"/>
            </a:solidFill>
            <a:prstDash val="lgDash"/>
            <a:headEnd type="none"/>
            <a:tailEnd type="none"/>
          </a:ln>
        </p:spPr>
        <p:style>
          <a:lnRef idx="1">
            <a:schemeClr val="accent1"/>
          </a:lnRef>
          <a:fillRef idx="0">
            <a:schemeClr val="accent1"/>
          </a:fillRef>
          <a:effectRef idx="0">
            <a:schemeClr val="accent1"/>
          </a:effectRef>
          <a:fontRef idx="minor">
            <a:schemeClr val="tx1"/>
          </a:fontRef>
        </p:style>
      </p:cxnSp>
      <p:sp>
        <p:nvSpPr>
          <p:cNvPr id="86" name="TextBox 85"/>
          <p:cNvSpPr txBox="1"/>
          <p:nvPr/>
        </p:nvSpPr>
        <p:spPr>
          <a:xfrm>
            <a:off x="5040320" y="6521133"/>
            <a:ext cx="1188000" cy="169277"/>
          </a:xfrm>
          <a:prstGeom prst="rect">
            <a:avLst/>
          </a:prstGeom>
          <a:noFill/>
        </p:spPr>
        <p:txBody>
          <a:bodyPr wrap="square" lIns="0" tIns="0" rIns="0" bIns="0" rtlCol="0">
            <a:spAutoFit/>
          </a:bodyPr>
          <a:lstStyle/>
          <a:p>
            <a:pPr algn="ctr">
              <a:spcBef>
                <a:spcPts val="600"/>
              </a:spcBef>
              <a:buSzPct val="100000"/>
            </a:pPr>
            <a:r>
              <a:rPr lang="en-US" sz="1100" dirty="0">
                <a:solidFill>
                  <a:srgbClr val="313131"/>
                </a:solidFill>
              </a:rPr>
              <a:t>Phase I closure</a:t>
            </a:r>
          </a:p>
        </p:txBody>
      </p:sp>
      <p:sp>
        <p:nvSpPr>
          <p:cNvPr id="87" name="Diamond 86"/>
          <p:cNvSpPr/>
          <p:nvPr>
            <p:custDataLst>
              <p:tags r:id="rId19"/>
            </p:custDataLst>
          </p:nvPr>
        </p:nvSpPr>
        <p:spPr bwMode="gray">
          <a:xfrm>
            <a:off x="5676154" y="6330327"/>
            <a:ext cx="119063" cy="119062"/>
          </a:xfrm>
          <a:prstGeom prst="diamond">
            <a:avLst/>
          </a:prstGeom>
          <a:solidFill>
            <a:srgbClr val="ED8B00"/>
          </a:solidFill>
          <a:ln w="19050" algn="ctr">
            <a:solidFill>
              <a:srgbClr val="ED8B00"/>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de-DE" sz="1600" b="1" dirty="0">
              <a:solidFill>
                <a:schemeClr val="bg1"/>
              </a:solidFill>
            </a:endParaRPr>
          </a:p>
        </p:txBody>
      </p:sp>
      <p:sp>
        <p:nvSpPr>
          <p:cNvPr id="88" name="Diamond 87"/>
          <p:cNvSpPr/>
          <p:nvPr>
            <p:custDataLst>
              <p:tags r:id="rId20"/>
            </p:custDataLst>
          </p:nvPr>
        </p:nvSpPr>
        <p:spPr bwMode="gray">
          <a:xfrm>
            <a:off x="7667621" y="6339404"/>
            <a:ext cx="119063" cy="119062"/>
          </a:xfrm>
          <a:prstGeom prst="diamond">
            <a:avLst/>
          </a:prstGeom>
          <a:solidFill>
            <a:srgbClr val="ED8B00"/>
          </a:solidFill>
          <a:ln w="19050" algn="ctr">
            <a:solidFill>
              <a:srgbClr val="ED8B00"/>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de-DE" sz="1600" b="1" dirty="0">
              <a:solidFill>
                <a:schemeClr val="bg1"/>
              </a:solidFill>
            </a:endParaRPr>
          </a:p>
        </p:txBody>
      </p:sp>
      <p:cxnSp>
        <p:nvCxnSpPr>
          <p:cNvPr id="89" name="Straight Connector 88"/>
          <p:cNvCxnSpPr/>
          <p:nvPr>
            <p:custDataLst>
              <p:tags r:id="rId21"/>
            </p:custDataLst>
          </p:nvPr>
        </p:nvCxnSpPr>
        <p:spPr bwMode="gray">
          <a:xfrm>
            <a:off x="7727152" y="1481090"/>
            <a:ext cx="0" cy="4788000"/>
          </a:xfrm>
          <a:prstGeom prst="line">
            <a:avLst/>
          </a:prstGeom>
          <a:ln w="19050">
            <a:solidFill>
              <a:srgbClr val="ED8B00"/>
            </a:solidFill>
            <a:prstDash val="lgDash"/>
            <a:headEnd type="none"/>
            <a:tailEnd type="none"/>
          </a:ln>
        </p:spPr>
        <p:style>
          <a:lnRef idx="1">
            <a:schemeClr val="accent1"/>
          </a:lnRef>
          <a:fillRef idx="0">
            <a:schemeClr val="accent1"/>
          </a:fillRef>
          <a:effectRef idx="0">
            <a:schemeClr val="accent1"/>
          </a:effectRef>
          <a:fontRef idx="minor">
            <a:schemeClr val="tx1"/>
          </a:fontRef>
        </p:style>
      </p:cxnSp>
      <p:sp>
        <p:nvSpPr>
          <p:cNvPr id="90" name="TextBox 89"/>
          <p:cNvSpPr txBox="1"/>
          <p:nvPr/>
        </p:nvSpPr>
        <p:spPr>
          <a:xfrm>
            <a:off x="7097153" y="6500787"/>
            <a:ext cx="1188000" cy="169277"/>
          </a:xfrm>
          <a:prstGeom prst="rect">
            <a:avLst/>
          </a:prstGeom>
          <a:noFill/>
        </p:spPr>
        <p:txBody>
          <a:bodyPr wrap="square" lIns="0" tIns="0" rIns="0" bIns="0" rtlCol="0">
            <a:spAutoFit/>
          </a:bodyPr>
          <a:lstStyle/>
          <a:p>
            <a:pPr algn="ctr">
              <a:spcBef>
                <a:spcPts val="600"/>
              </a:spcBef>
              <a:buSzPct val="100000"/>
            </a:pPr>
            <a:r>
              <a:rPr lang="en-US" sz="1100" dirty="0">
                <a:solidFill>
                  <a:srgbClr val="313131"/>
                </a:solidFill>
              </a:rPr>
              <a:t>Phase II closure</a:t>
            </a:r>
          </a:p>
        </p:txBody>
      </p:sp>
      <p:sp>
        <p:nvSpPr>
          <p:cNvPr id="91" name="5-Point Star 90"/>
          <p:cNvSpPr/>
          <p:nvPr/>
        </p:nvSpPr>
        <p:spPr bwMode="gray">
          <a:xfrm>
            <a:off x="10236788" y="505430"/>
            <a:ext cx="144000" cy="144000"/>
          </a:xfrm>
          <a:prstGeom prst="star5">
            <a:avLst/>
          </a:prstGeom>
          <a:solidFill>
            <a:srgbClr val="DA291C"/>
          </a:solidFill>
          <a:ln w="19050" algn="ctr">
            <a:noFill/>
            <a:miter lim="800000"/>
            <a:headEnd/>
            <a:tailEnd/>
          </a:ln>
        </p:spPr>
        <p:txBody>
          <a:bodyPr wrap="square" lIns="109415" tIns="109415" rIns="109415" bIns="10941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969" b="0" i="0" u="none" strike="noStrike" kern="1200" cap="none" spc="0" normalizeH="0" baseline="0" noProof="0" dirty="0">
              <a:ln>
                <a:noFill/>
              </a:ln>
              <a:solidFill>
                <a:prstClr val="white"/>
              </a:solidFill>
              <a:effectLst/>
              <a:uLnTx/>
              <a:uFillTx/>
              <a:latin typeface="Verdana"/>
              <a:ea typeface="+mn-ea"/>
              <a:cs typeface="+mn-cs"/>
            </a:endParaRPr>
          </a:p>
        </p:txBody>
      </p:sp>
      <p:sp>
        <p:nvSpPr>
          <p:cNvPr id="92" name="TextBox 91"/>
          <p:cNvSpPr txBox="1"/>
          <p:nvPr/>
        </p:nvSpPr>
        <p:spPr>
          <a:xfrm>
            <a:off x="10380788" y="495935"/>
            <a:ext cx="1188000" cy="169277"/>
          </a:xfrm>
          <a:prstGeom prst="rect">
            <a:avLst/>
          </a:prstGeom>
          <a:noFill/>
        </p:spPr>
        <p:txBody>
          <a:bodyPr wrap="square" lIns="0" tIns="0" rIns="0" bIns="0" rtlCol="0">
            <a:spAutoFit/>
          </a:bodyPr>
          <a:lstStyle/>
          <a:p>
            <a:pPr algn="ctr">
              <a:spcBef>
                <a:spcPts val="600"/>
              </a:spcBef>
              <a:buSzPct val="100000"/>
            </a:pPr>
            <a:r>
              <a:rPr lang="en-US" sz="1100" dirty="0">
                <a:solidFill>
                  <a:srgbClr val="313131"/>
                </a:solidFill>
              </a:rPr>
              <a:t>Draft report</a:t>
            </a:r>
          </a:p>
        </p:txBody>
      </p:sp>
      <p:sp>
        <p:nvSpPr>
          <p:cNvPr id="94" name="TextBox 93"/>
          <p:cNvSpPr txBox="1"/>
          <p:nvPr/>
        </p:nvSpPr>
        <p:spPr>
          <a:xfrm>
            <a:off x="10501558" y="685558"/>
            <a:ext cx="1188000" cy="169277"/>
          </a:xfrm>
          <a:prstGeom prst="rect">
            <a:avLst/>
          </a:prstGeom>
          <a:noFill/>
        </p:spPr>
        <p:txBody>
          <a:bodyPr wrap="square" lIns="0" tIns="0" rIns="0" bIns="0" rtlCol="0">
            <a:spAutoFit/>
          </a:bodyPr>
          <a:lstStyle/>
          <a:p>
            <a:pPr algn="ctr">
              <a:spcBef>
                <a:spcPts val="600"/>
              </a:spcBef>
              <a:buSzPct val="100000"/>
            </a:pPr>
            <a:r>
              <a:rPr lang="en-US" sz="1100" dirty="0">
                <a:solidFill>
                  <a:srgbClr val="313131"/>
                </a:solidFill>
              </a:rPr>
              <a:t>Selection of PIA</a:t>
            </a:r>
          </a:p>
        </p:txBody>
      </p:sp>
      <p:sp>
        <p:nvSpPr>
          <p:cNvPr id="96" name="Isosceles Triangle 95"/>
          <p:cNvSpPr/>
          <p:nvPr/>
        </p:nvSpPr>
        <p:spPr bwMode="gray">
          <a:xfrm>
            <a:off x="10228388" y="682089"/>
            <a:ext cx="152400" cy="152400"/>
          </a:xfrm>
          <a:prstGeom prst="triangle">
            <a:avLst/>
          </a:prstGeom>
          <a:solidFill>
            <a:srgbClr val="ED8B00"/>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1200" cap="none" spc="0" normalizeH="0" baseline="0" noProof="0" dirty="0">
              <a:ln>
                <a:noFill/>
              </a:ln>
              <a:solidFill>
                <a:prstClr val="white"/>
              </a:solidFill>
              <a:effectLst/>
              <a:uLnTx/>
              <a:uFillTx/>
              <a:latin typeface="Verdana"/>
              <a:ea typeface="+mn-ea"/>
              <a:cs typeface="+mn-cs"/>
            </a:endParaRPr>
          </a:p>
        </p:txBody>
      </p:sp>
      <p:cxnSp>
        <p:nvCxnSpPr>
          <p:cNvPr id="97" name="Straight Connector 96"/>
          <p:cNvCxnSpPr/>
          <p:nvPr>
            <p:custDataLst>
              <p:tags r:id="rId22"/>
            </p:custDataLst>
          </p:nvPr>
        </p:nvCxnSpPr>
        <p:spPr bwMode="gray">
          <a:xfrm>
            <a:off x="9047017" y="1510325"/>
            <a:ext cx="0" cy="4788000"/>
          </a:xfrm>
          <a:prstGeom prst="line">
            <a:avLst/>
          </a:prstGeom>
          <a:ln w="19050">
            <a:solidFill>
              <a:srgbClr val="ED8B00"/>
            </a:solidFill>
            <a:prstDash val="lgDash"/>
            <a:headEnd type="none"/>
            <a:tailEnd type="none"/>
          </a:ln>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8529217" y="6500786"/>
            <a:ext cx="1188000" cy="169277"/>
          </a:xfrm>
          <a:prstGeom prst="rect">
            <a:avLst/>
          </a:prstGeom>
          <a:noFill/>
        </p:spPr>
        <p:txBody>
          <a:bodyPr wrap="square" lIns="0" tIns="0" rIns="0" bIns="0" rtlCol="0">
            <a:spAutoFit/>
          </a:bodyPr>
          <a:lstStyle/>
          <a:p>
            <a:pPr algn="ctr">
              <a:spcBef>
                <a:spcPts val="600"/>
              </a:spcBef>
              <a:buSzPct val="100000"/>
            </a:pPr>
            <a:r>
              <a:rPr lang="en-US" sz="1100" dirty="0">
                <a:solidFill>
                  <a:srgbClr val="313131"/>
                </a:solidFill>
              </a:rPr>
              <a:t>Module 3</a:t>
            </a:r>
          </a:p>
        </p:txBody>
      </p:sp>
      <p:sp>
        <p:nvSpPr>
          <p:cNvPr id="99" name="Diamond 98"/>
          <p:cNvSpPr/>
          <p:nvPr>
            <p:custDataLst>
              <p:tags r:id="rId23"/>
            </p:custDataLst>
          </p:nvPr>
        </p:nvSpPr>
        <p:spPr bwMode="gray">
          <a:xfrm>
            <a:off x="8987485" y="6339293"/>
            <a:ext cx="119063" cy="119062"/>
          </a:xfrm>
          <a:prstGeom prst="diamond">
            <a:avLst/>
          </a:prstGeom>
          <a:solidFill>
            <a:srgbClr val="ED8B00"/>
          </a:solidFill>
          <a:ln w="19050" algn="ctr">
            <a:solidFill>
              <a:srgbClr val="ED8B00"/>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de-DE" sz="1600" b="1" dirty="0">
              <a:solidFill>
                <a:schemeClr val="bg1"/>
              </a:solidFill>
            </a:endParaRPr>
          </a:p>
        </p:txBody>
      </p:sp>
    </p:spTree>
    <p:extLst>
      <p:ext uri="{BB962C8B-B14F-4D97-AF65-F5344CB8AC3E}">
        <p14:creationId xmlns:p14="http://schemas.microsoft.com/office/powerpoint/2010/main" val="1046836477"/>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42" imgH="442" progId="TCLayout.ActiveDocument.1">
                  <p:embed/>
                </p:oleObj>
              </mc:Choice>
              <mc:Fallback>
                <p:oleObj name="think-cell Slide" r:id="rId5" imgW="442" imgH="442" progId="TCLayout.ActiveDocument.1">
                  <p:embed/>
                  <p:pic>
                    <p:nvPicPr>
                      <p:cNvPr id="8" name="Object 7"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9" name="Rectangle 8" hidden="1"/>
          <p:cNvSpPr/>
          <p:nvPr>
            <p:custDataLst>
              <p:tags r:id="rId2"/>
            </p:custDataLst>
          </p:nvPr>
        </p:nvSpPr>
        <p:spPr bwMode="gray">
          <a:xfrm>
            <a:off x="0" y="0"/>
            <a:ext cx="158750" cy="158750"/>
          </a:xfrm>
          <a:prstGeom prst="rect">
            <a:avLst/>
          </a:prstGeom>
          <a:solidFill>
            <a:schemeClr val="accent3"/>
          </a:solidFill>
          <a:ln w="19050" algn="ctr">
            <a:noFill/>
            <a:miter lim="800000"/>
            <a:headEnd/>
            <a:tailEnd/>
          </a:ln>
        </p:spPr>
        <p:txBody>
          <a:bodyPr vert="horz" wrap="none" lIns="0" tIns="0" rIns="0" bIns="0" numCol="1" spcCol="0" rtlCol="0" anchor="ctr" anchorCtr="0">
            <a:noAutofit/>
          </a:bodyPr>
          <a:lstStyle/>
          <a:p>
            <a:pPr algn="ctr">
              <a:spcBef>
                <a:spcPct val="0"/>
              </a:spcBef>
              <a:spcAft>
                <a:spcPct val="0"/>
              </a:spcAft>
              <a:buFont typeface="Wingdings 2" pitchFamily="18" charset="2"/>
              <a:buNone/>
            </a:pPr>
            <a:endParaRPr lang="en-IN" sz="2000" b="1" dirty="0">
              <a:solidFill>
                <a:schemeClr val="bg1"/>
              </a:solidFill>
              <a:latin typeface="Verdana" panose="020B0604030504040204" pitchFamily="34" charset="0"/>
              <a:ea typeface="+mj-ea"/>
              <a:cs typeface="+mj-cs"/>
              <a:sym typeface="Verdana" panose="020B0604030504040204" pitchFamily="34" charset="0"/>
            </a:endParaRPr>
          </a:p>
        </p:txBody>
      </p:sp>
      <p:sp>
        <p:nvSpPr>
          <p:cNvPr id="58" name="Title 2"/>
          <p:cNvSpPr txBox="1">
            <a:spLocks/>
          </p:cNvSpPr>
          <p:nvPr/>
        </p:nvSpPr>
        <p:spPr bwMode="gray">
          <a:xfrm>
            <a:off x="469900" y="403915"/>
            <a:ext cx="11220452" cy="334100"/>
          </a:xfrm>
          <a:prstGeom prst="rect">
            <a:avLst/>
          </a:prstGeom>
        </p:spPr>
        <p:txBody>
          <a:bodyPr vert="horz" lIns="0" tIns="0" rIns="0" bIns="0" rtlCol="0" anchor="t" anchorCtr="0">
            <a:noAutofit/>
          </a:bodyPr>
          <a:lstStyle>
            <a:lvl1pPr algn="l" defTabSz="990570" rtl="0" eaLnBrk="1" latinLnBrk="0" hangingPunct="1">
              <a:spcBef>
                <a:spcPct val="0"/>
              </a:spcBef>
              <a:buNone/>
              <a:defRPr sz="2000" kern="1200">
                <a:solidFill>
                  <a:schemeClr val="tx1"/>
                </a:solidFill>
                <a:latin typeface="+mj-lt"/>
                <a:ea typeface="+mj-ea"/>
                <a:cs typeface="+mj-cs"/>
              </a:defRPr>
            </a:lvl1pPr>
          </a:lstStyle>
          <a:p>
            <a:r>
              <a:rPr lang="en-US" dirty="0"/>
              <a:t>Key Activities and Outcome in the first 12 weeks</a:t>
            </a:r>
          </a:p>
        </p:txBody>
      </p:sp>
      <p:sp>
        <p:nvSpPr>
          <p:cNvPr id="21" name="Rectangle 20"/>
          <p:cNvSpPr/>
          <p:nvPr/>
        </p:nvSpPr>
        <p:spPr bwMode="gray">
          <a:xfrm>
            <a:off x="501652" y="999397"/>
            <a:ext cx="1790135" cy="406800"/>
          </a:xfrm>
          <a:prstGeom prst="rect">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solidFill>
                  <a:schemeClr val="bg1"/>
                </a:solidFill>
              </a:rPr>
              <a:t>Areas</a:t>
            </a:r>
            <a:endParaRPr lang="en-IN" sz="1200" b="1" dirty="0">
              <a:solidFill>
                <a:schemeClr val="bg1"/>
              </a:solidFill>
            </a:endParaRPr>
          </a:p>
        </p:txBody>
      </p:sp>
      <p:sp>
        <p:nvSpPr>
          <p:cNvPr id="22" name="Rectangle 21"/>
          <p:cNvSpPr/>
          <p:nvPr/>
        </p:nvSpPr>
        <p:spPr bwMode="gray">
          <a:xfrm>
            <a:off x="2504611" y="999353"/>
            <a:ext cx="5493495" cy="406400"/>
          </a:xfrm>
          <a:prstGeom prst="rect">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solidFill>
                  <a:schemeClr val="bg1"/>
                </a:solidFill>
              </a:rPr>
              <a:t>Activities</a:t>
            </a:r>
            <a:endParaRPr lang="en-IN" sz="1200" b="1" dirty="0">
              <a:solidFill>
                <a:schemeClr val="bg1"/>
              </a:solidFill>
            </a:endParaRPr>
          </a:p>
        </p:txBody>
      </p:sp>
      <p:sp>
        <p:nvSpPr>
          <p:cNvPr id="23" name="Rectangle 22"/>
          <p:cNvSpPr/>
          <p:nvPr/>
        </p:nvSpPr>
        <p:spPr bwMode="gray">
          <a:xfrm>
            <a:off x="8183301" y="999353"/>
            <a:ext cx="3507051" cy="406400"/>
          </a:xfrm>
          <a:prstGeom prst="rect">
            <a:avLst/>
          </a:prstGeom>
          <a:solidFill>
            <a:schemeClr val="accent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solidFill>
                  <a:schemeClr val="bg1"/>
                </a:solidFill>
              </a:rPr>
              <a:t>Outcome</a:t>
            </a:r>
            <a:endParaRPr lang="en-IN" sz="1200" b="1" dirty="0">
              <a:solidFill>
                <a:schemeClr val="bg1"/>
              </a:solidFill>
            </a:endParaRPr>
          </a:p>
        </p:txBody>
      </p:sp>
      <p:sp>
        <p:nvSpPr>
          <p:cNvPr id="28" name="Text Box 42"/>
          <p:cNvSpPr txBox="1">
            <a:spLocks noChangeArrowheads="1"/>
          </p:cNvSpPr>
          <p:nvPr/>
        </p:nvSpPr>
        <p:spPr bwMode="auto">
          <a:xfrm>
            <a:off x="501653" y="1622260"/>
            <a:ext cx="1790135" cy="1259835"/>
          </a:xfrm>
          <a:prstGeom prst="rect">
            <a:avLst/>
          </a:prstGeom>
          <a:solidFill>
            <a:srgbClr val="7F7F7F"/>
          </a:solidFill>
          <a:ln w="9525">
            <a:noFill/>
            <a:miter lim="800000"/>
            <a:headEnd/>
            <a:tailEnd/>
          </a:ln>
        </p:spPr>
        <p:txBody>
          <a:bodyPr lIns="76970" tIns="76970" rIns="76970" bIns="76970" anchor="ctr"/>
          <a:lstStyle/>
          <a:p>
            <a:pPr marL="0" marR="0" lvl="1" indent="0" algn="ctr" defTabSz="1219170" rtl="0" eaLnBrk="1" fontAlgn="auto" latinLnBrk="0" hangingPunct="1">
              <a:lnSpc>
                <a:spcPct val="100000"/>
              </a:lnSpc>
              <a:spcBef>
                <a:spcPts val="600"/>
              </a:spcBef>
              <a:spcAft>
                <a:spcPts val="0"/>
              </a:spcAft>
              <a:buClrTx/>
              <a:buSzPct val="100000"/>
              <a:buFontTx/>
              <a:buNone/>
              <a:tabLst/>
              <a:defRPr/>
            </a:pPr>
            <a:endParaRPr kumimoji="0" lang="en-US" sz="1200" b="0" i="0" u="none" strike="noStrike" kern="1200" cap="none" spc="0" normalizeH="0" baseline="0" noProof="0" dirty="0">
              <a:ln>
                <a:noFill/>
              </a:ln>
              <a:solidFill>
                <a:srgbClr val="FFFFFF"/>
              </a:solidFill>
              <a:effectLst/>
              <a:uLnTx/>
              <a:uFillTx/>
              <a:latin typeface="Verdana"/>
              <a:ea typeface="+mn-ea"/>
              <a:cs typeface="+mn-cs"/>
            </a:endParaRPr>
          </a:p>
        </p:txBody>
      </p:sp>
      <p:sp>
        <p:nvSpPr>
          <p:cNvPr id="29" name="Text Box 42"/>
          <p:cNvSpPr txBox="1">
            <a:spLocks noChangeArrowheads="1"/>
          </p:cNvSpPr>
          <p:nvPr/>
        </p:nvSpPr>
        <p:spPr bwMode="auto">
          <a:xfrm>
            <a:off x="2504611" y="1622261"/>
            <a:ext cx="5493495" cy="1259834"/>
          </a:xfrm>
          <a:prstGeom prst="rect">
            <a:avLst/>
          </a:prstGeom>
          <a:solidFill>
            <a:srgbClr val="CFE4A8"/>
          </a:solidFill>
          <a:ln w="9525">
            <a:noFill/>
            <a:miter lim="800000"/>
            <a:headEnd/>
            <a:tailEnd/>
          </a:ln>
        </p:spPr>
        <p:txBody>
          <a:bodyPr lIns="76970" tIns="76970" rIns="76970" bIns="76970" anchor="ctr"/>
          <a:lstStyle/>
          <a:p>
            <a:pPr marL="228600" marR="0" lvl="1" indent="-228600" defTabSz="1219170" rtl="0" eaLnBrk="1" fontAlgn="auto" latinLnBrk="0" hangingPunct="1">
              <a:lnSpc>
                <a:spcPct val="100000"/>
              </a:lnSpc>
              <a:spcBef>
                <a:spcPts val="600"/>
              </a:spcBef>
              <a:spcAft>
                <a:spcPts val="0"/>
              </a:spcAft>
              <a:buClrTx/>
              <a:buSzPct val="100000"/>
              <a:buFont typeface="Wingdings" panose="05000000000000000000" pitchFamily="2" charset="2"/>
              <a:buChar char="Ø"/>
              <a:tabLst/>
              <a:defRPr/>
            </a:pPr>
            <a:r>
              <a:rPr kumimoji="0" lang="en-US" sz="1200" b="0" i="1" u="none" strike="noStrike" kern="1200" cap="none" spc="0" normalizeH="0" baseline="0" noProof="0" dirty="0">
                <a:ln>
                  <a:noFill/>
                </a:ln>
                <a:effectLst/>
                <a:uLnTx/>
                <a:uFillTx/>
                <a:latin typeface="Verdana"/>
              </a:rPr>
              <a:t>Team mobilization</a:t>
            </a:r>
          </a:p>
          <a:p>
            <a:pPr marL="228600" marR="0" lvl="1" indent="-228600" defTabSz="1219170" rtl="0" eaLnBrk="1" fontAlgn="auto" latinLnBrk="0" hangingPunct="1">
              <a:lnSpc>
                <a:spcPct val="100000"/>
              </a:lnSpc>
              <a:spcBef>
                <a:spcPts val="600"/>
              </a:spcBef>
              <a:spcAft>
                <a:spcPts val="0"/>
              </a:spcAft>
              <a:buClrTx/>
              <a:buSzPct val="100000"/>
              <a:buFont typeface="Wingdings" panose="05000000000000000000" pitchFamily="2" charset="2"/>
              <a:buChar char="Ø"/>
              <a:tabLst/>
              <a:defRPr/>
            </a:pPr>
            <a:r>
              <a:rPr kumimoji="0" lang="en-US" sz="1200" b="0" i="1" u="none" strike="noStrike" kern="1200" cap="none" spc="0" normalizeH="0" baseline="0" noProof="0" dirty="0">
                <a:ln>
                  <a:noFill/>
                </a:ln>
                <a:effectLst/>
                <a:uLnTx/>
                <a:uFillTx/>
                <a:latin typeface="Verdana"/>
              </a:rPr>
              <a:t>Interactions </a:t>
            </a:r>
            <a:r>
              <a:rPr kumimoji="0" lang="en-US" sz="1200" b="0" i="1" u="none" strike="noStrike" kern="1200" cap="none" spc="0" normalizeH="0" noProof="0" dirty="0">
                <a:ln>
                  <a:noFill/>
                </a:ln>
                <a:effectLst/>
                <a:uLnTx/>
                <a:uFillTx/>
                <a:latin typeface="Verdana"/>
              </a:rPr>
              <a:t>with stakeholders, surveys</a:t>
            </a:r>
            <a:endParaRPr kumimoji="0" lang="en-US" sz="1200" b="0" i="1" u="none" strike="noStrike" kern="1200" cap="none" spc="0" normalizeH="0" baseline="0" noProof="0" dirty="0">
              <a:ln>
                <a:noFill/>
              </a:ln>
              <a:effectLst/>
              <a:uLnTx/>
              <a:uFillTx/>
              <a:latin typeface="Verdana"/>
            </a:endParaRPr>
          </a:p>
          <a:p>
            <a:pPr marL="228600" lvl="1" indent="-228600" defTabSz="1219170">
              <a:spcBef>
                <a:spcPts val="600"/>
              </a:spcBef>
              <a:buSzPct val="100000"/>
              <a:buFont typeface="Wingdings" panose="05000000000000000000" pitchFamily="2" charset="2"/>
              <a:buChar char="Ø"/>
              <a:defRPr/>
            </a:pPr>
            <a:r>
              <a:rPr lang="en-US" sz="1200" i="1" dirty="0"/>
              <a:t>Data collection from CIL based on previous assignments</a:t>
            </a:r>
          </a:p>
          <a:p>
            <a:pPr marL="228600" lvl="1" indent="-228600" defTabSz="1219170">
              <a:spcBef>
                <a:spcPts val="600"/>
              </a:spcBef>
              <a:buSzPct val="100000"/>
              <a:buFont typeface="Wingdings" panose="05000000000000000000" pitchFamily="2" charset="2"/>
              <a:buChar char="Ø"/>
              <a:defRPr/>
            </a:pPr>
            <a:r>
              <a:rPr lang="en-US" sz="1200" i="1" dirty="0" err="1"/>
              <a:t>Prioritise</a:t>
            </a:r>
            <a:r>
              <a:rPr lang="en-US" sz="1200" i="1" dirty="0"/>
              <a:t> key diversification &amp; value addition initiatives </a:t>
            </a:r>
            <a:endParaRPr kumimoji="0" lang="en-US" sz="1200" b="0" i="1" u="none" strike="noStrike" kern="1200" cap="none" spc="0" normalizeH="0" baseline="0" noProof="0" dirty="0">
              <a:ln>
                <a:noFill/>
              </a:ln>
              <a:effectLst/>
              <a:uLnTx/>
              <a:uFillTx/>
              <a:latin typeface="Verdana"/>
            </a:endParaRPr>
          </a:p>
        </p:txBody>
      </p:sp>
      <p:sp>
        <p:nvSpPr>
          <p:cNvPr id="30" name="Text Box 42"/>
          <p:cNvSpPr txBox="1">
            <a:spLocks noChangeArrowheads="1"/>
          </p:cNvSpPr>
          <p:nvPr/>
        </p:nvSpPr>
        <p:spPr bwMode="auto">
          <a:xfrm>
            <a:off x="8183301" y="1622261"/>
            <a:ext cx="3507051" cy="1259834"/>
          </a:xfrm>
          <a:prstGeom prst="rect">
            <a:avLst/>
          </a:prstGeom>
          <a:solidFill>
            <a:schemeClr val="accent3">
              <a:lumMod val="20000"/>
              <a:lumOff val="80000"/>
            </a:schemeClr>
          </a:solidFill>
          <a:ln w="9525">
            <a:noFill/>
            <a:miter lim="800000"/>
            <a:headEnd/>
            <a:tailEnd/>
          </a:ln>
        </p:spPr>
        <p:txBody>
          <a:bodyPr lIns="76970" tIns="76970" rIns="76970" bIns="76970" anchor="ctr"/>
          <a:lstStyle/>
          <a:p>
            <a:pPr marL="171450" lvl="1" indent="-171450" defTabSz="1219170">
              <a:spcBef>
                <a:spcPts val="600"/>
              </a:spcBef>
              <a:buSzPct val="100000"/>
              <a:buFont typeface="Wingdings" panose="05000000000000000000" pitchFamily="2" charset="2"/>
              <a:buChar char="ü"/>
              <a:defRPr/>
            </a:pPr>
            <a:r>
              <a:rPr lang="en-US" sz="1200" i="1" dirty="0"/>
              <a:t>Initiatives prioritization</a:t>
            </a:r>
          </a:p>
          <a:p>
            <a:pPr marL="171450" lvl="1" indent="-171450" defTabSz="1219170">
              <a:spcBef>
                <a:spcPts val="600"/>
              </a:spcBef>
              <a:buSzPct val="100000"/>
              <a:buFont typeface="Wingdings" panose="05000000000000000000" pitchFamily="2" charset="2"/>
              <a:buChar char="ü"/>
              <a:defRPr/>
            </a:pPr>
            <a:r>
              <a:rPr lang="en-US" sz="1200" i="1" dirty="0"/>
              <a:t>Database for initiatives </a:t>
            </a:r>
          </a:p>
          <a:p>
            <a:pPr marL="171450" lvl="1" indent="-171450" defTabSz="1219170">
              <a:spcBef>
                <a:spcPts val="600"/>
              </a:spcBef>
              <a:buSzPct val="100000"/>
              <a:buFont typeface="Wingdings" panose="05000000000000000000" pitchFamily="2" charset="2"/>
              <a:buChar char="ü"/>
              <a:defRPr/>
            </a:pPr>
            <a:r>
              <a:rPr lang="en-US" sz="1200" i="1" dirty="0"/>
              <a:t>Framework for market research report</a:t>
            </a:r>
          </a:p>
        </p:txBody>
      </p:sp>
      <p:sp>
        <p:nvSpPr>
          <p:cNvPr id="31" name="Text Box 42"/>
          <p:cNvSpPr txBox="1">
            <a:spLocks noChangeArrowheads="1"/>
          </p:cNvSpPr>
          <p:nvPr/>
        </p:nvSpPr>
        <p:spPr bwMode="auto">
          <a:xfrm>
            <a:off x="501652" y="3098157"/>
            <a:ext cx="1790135" cy="1358095"/>
          </a:xfrm>
          <a:prstGeom prst="rect">
            <a:avLst/>
          </a:prstGeom>
          <a:solidFill>
            <a:srgbClr val="7F7F7F"/>
          </a:solidFill>
          <a:ln w="9525">
            <a:noFill/>
            <a:miter lim="800000"/>
            <a:headEnd/>
            <a:tailEnd/>
          </a:ln>
        </p:spPr>
        <p:txBody>
          <a:bodyPr lIns="76970" tIns="76970" rIns="76970" bIns="76970" anchor="ctr"/>
          <a:lstStyle/>
          <a:p>
            <a:pPr marL="0" marR="0" lvl="1" indent="0" algn="ctr" defTabSz="1219170" rtl="0" eaLnBrk="1" fontAlgn="auto" latinLnBrk="0" hangingPunct="1">
              <a:lnSpc>
                <a:spcPct val="100000"/>
              </a:lnSpc>
              <a:spcBef>
                <a:spcPts val="600"/>
              </a:spcBef>
              <a:spcAft>
                <a:spcPts val="0"/>
              </a:spcAft>
              <a:buClrTx/>
              <a:buSzPct val="100000"/>
              <a:buFontTx/>
              <a:buNone/>
              <a:tabLst/>
              <a:defRPr/>
            </a:pPr>
            <a:endParaRPr kumimoji="0" lang="en-US" sz="1200" b="0" i="0" u="none" strike="noStrike" kern="1200" cap="none" spc="0" normalizeH="0" baseline="0" noProof="0" dirty="0">
              <a:ln>
                <a:noFill/>
              </a:ln>
              <a:solidFill>
                <a:srgbClr val="FFFFFF"/>
              </a:solidFill>
              <a:effectLst/>
              <a:uLnTx/>
              <a:uFillTx/>
              <a:latin typeface="Verdana"/>
              <a:ea typeface="+mn-ea"/>
              <a:cs typeface="+mn-cs"/>
            </a:endParaRPr>
          </a:p>
        </p:txBody>
      </p:sp>
      <p:sp>
        <p:nvSpPr>
          <p:cNvPr id="32" name="Text Box 42"/>
          <p:cNvSpPr txBox="1">
            <a:spLocks noChangeArrowheads="1"/>
          </p:cNvSpPr>
          <p:nvPr/>
        </p:nvSpPr>
        <p:spPr bwMode="auto">
          <a:xfrm>
            <a:off x="2504611" y="3098156"/>
            <a:ext cx="5493495" cy="1358095"/>
          </a:xfrm>
          <a:prstGeom prst="rect">
            <a:avLst/>
          </a:prstGeom>
          <a:solidFill>
            <a:srgbClr val="CFE4A8"/>
          </a:solidFill>
          <a:ln w="9525">
            <a:noFill/>
            <a:miter lim="800000"/>
            <a:headEnd/>
            <a:tailEnd/>
          </a:ln>
        </p:spPr>
        <p:txBody>
          <a:bodyPr lIns="76970" tIns="76970" rIns="76970" bIns="76970" anchor="ctr"/>
          <a:lstStyle>
            <a:defPPr>
              <a:defRPr lang="en-US"/>
            </a:defPPr>
            <a:lvl2pPr marL="171450" marR="0" lvl="1" indent="-171450" defTabSz="1219170" fontAlgn="auto">
              <a:lnSpc>
                <a:spcPct val="100000"/>
              </a:lnSpc>
              <a:spcBef>
                <a:spcPts val="600"/>
              </a:spcBef>
              <a:spcAft>
                <a:spcPts val="0"/>
              </a:spcAft>
              <a:buClrTx/>
              <a:buSzPct val="100000"/>
              <a:buFont typeface="Arial" panose="020B0604020202020204" pitchFamily="34" charset="0"/>
              <a:buChar char="•"/>
              <a:tabLst/>
              <a:defRPr kumimoji="0" sz="1200" b="0" i="0" u="none" strike="noStrike" cap="none" spc="0" normalizeH="0" baseline="0">
                <a:ln>
                  <a:noFill/>
                </a:ln>
                <a:effectLst/>
                <a:uLnTx/>
                <a:uFillTx/>
                <a:latin typeface="Verdana"/>
              </a:defRPr>
            </a:lvl2pPr>
          </a:lstStyle>
          <a:p>
            <a:pPr lvl="1">
              <a:buFont typeface="Wingdings" panose="05000000000000000000" pitchFamily="2" charset="2"/>
              <a:buChar char="Ø"/>
            </a:pPr>
            <a:r>
              <a:rPr lang="en-US" i="1" dirty="0"/>
              <a:t>Assessment of initiatives based on available information </a:t>
            </a:r>
          </a:p>
          <a:p>
            <a:pPr lvl="1">
              <a:buFont typeface="Wingdings" panose="05000000000000000000" pitchFamily="2" charset="2"/>
              <a:buChar char="Ø"/>
            </a:pPr>
            <a:r>
              <a:rPr lang="en-US" i="1" dirty="0"/>
              <a:t>Study of trends for each initiatives including trade dynamics</a:t>
            </a:r>
          </a:p>
          <a:p>
            <a:pPr lvl="1">
              <a:buFont typeface="Wingdings" panose="05000000000000000000" pitchFamily="2" charset="2"/>
              <a:buChar char="Ø"/>
            </a:pPr>
            <a:r>
              <a:rPr lang="en-US" i="1" dirty="0"/>
              <a:t>Technology and Regulatory trend analysis</a:t>
            </a:r>
          </a:p>
          <a:p>
            <a:pPr lvl="1">
              <a:buFont typeface="Wingdings" panose="05000000000000000000" pitchFamily="2" charset="2"/>
              <a:buChar char="Ø"/>
            </a:pPr>
            <a:r>
              <a:rPr lang="en-US" i="1" dirty="0"/>
              <a:t>Market assessment and projections</a:t>
            </a:r>
          </a:p>
        </p:txBody>
      </p:sp>
      <p:sp>
        <p:nvSpPr>
          <p:cNvPr id="33" name="Text Box 42"/>
          <p:cNvSpPr txBox="1">
            <a:spLocks noChangeArrowheads="1"/>
          </p:cNvSpPr>
          <p:nvPr/>
        </p:nvSpPr>
        <p:spPr bwMode="auto">
          <a:xfrm>
            <a:off x="8183301" y="3098156"/>
            <a:ext cx="3507051" cy="1358095"/>
          </a:xfrm>
          <a:prstGeom prst="rect">
            <a:avLst/>
          </a:prstGeom>
          <a:solidFill>
            <a:schemeClr val="accent3">
              <a:lumMod val="20000"/>
              <a:lumOff val="80000"/>
            </a:schemeClr>
          </a:solidFill>
          <a:ln w="9525">
            <a:noFill/>
            <a:miter lim="800000"/>
            <a:headEnd/>
            <a:tailEnd/>
          </a:ln>
        </p:spPr>
        <p:txBody>
          <a:bodyPr lIns="76970" tIns="76970" rIns="76970" bIns="76970" anchor="ctr"/>
          <a:lstStyle/>
          <a:p>
            <a:pPr marL="171450" lvl="1" indent="-171450" defTabSz="1219170">
              <a:spcBef>
                <a:spcPts val="600"/>
              </a:spcBef>
              <a:buSzPct val="100000"/>
              <a:buFont typeface="Wingdings" panose="05000000000000000000" pitchFamily="2" charset="2"/>
              <a:buChar char="ü"/>
              <a:defRPr/>
            </a:pPr>
            <a:r>
              <a:rPr lang="en-US" sz="1200" i="1" dirty="0"/>
              <a:t>Market assessment report for prioritized initiatives</a:t>
            </a:r>
          </a:p>
        </p:txBody>
      </p:sp>
      <p:sp>
        <p:nvSpPr>
          <p:cNvPr id="34" name="Text Box 42"/>
          <p:cNvSpPr txBox="1">
            <a:spLocks noChangeArrowheads="1"/>
          </p:cNvSpPr>
          <p:nvPr/>
        </p:nvSpPr>
        <p:spPr bwMode="auto">
          <a:xfrm>
            <a:off x="501652" y="4672312"/>
            <a:ext cx="1790135" cy="1392822"/>
          </a:xfrm>
          <a:prstGeom prst="rect">
            <a:avLst/>
          </a:prstGeom>
          <a:solidFill>
            <a:srgbClr val="7F7F7F"/>
          </a:solidFill>
          <a:ln w="9525">
            <a:noFill/>
            <a:miter lim="800000"/>
            <a:headEnd/>
            <a:tailEnd/>
          </a:ln>
        </p:spPr>
        <p:txBody>
          <a:bodyPr lIns="76970" tIns="76970" rIns="76970" bIns="76970" anchor="ctr"/>
          <a:lstStyle/>
          <a:p>
            <a:pPr marL="0" marR="0" lvl="1" indent="0" algn="ctr" defTabSz="1219170" rtl="0" eaLnBrk="1" fontAlgn="auto" latinLnBrk="0" hangingPunct="1">
              <a:lnSpc>
                <a:spcPct val="100000"/>
              </a:lnSpc>
              <a:spcBef>
                <a:spcPts val="600"/>
              </a:spcBef>
              <a:spcAft>
                <a:spcPts val="0"/>
              </a:spcAft>
              <a:buClrTx/>
              <a:buSzPct val="100000"/>
              <a:buFontTx/>
              <a:buNone/>
              <a:tabLst/>
              <a:defRPr/>
            </a:pPr>
            <a:endParaRPr kumimoji="0" lang="en-US" sz="1200" b="0" i="0" u="none" strike="noStrike" kern="1200" cap="none" spc="0" normalizeH="0" baseline="0" noProof="0" dirty="0">
              <a:ln>
                <a:noFill/>
              </a:ln>
              <a:solidFill>
                <a:srgbClr val="FFFFFF"/>
              </a:solidFill>
              <a:effectLst/>
              <a:uLnTx/>
              <a:uFillTx/>
              <a:latin typeface="Verdana"/>
              <a:ea typeface="+mn-ea"/>
              <a:cs typeface="+mn-cs"/>
            </a:endParaRPr>
          </a:p>
        </p:txBody>
      </p:sp>
      <p:sp>
        <p:nvSpPr>
          <p:cNvPr id="35" name="Text Box 42"/>
          <p:cNvSpPr txBox="1">
            <a:spLocks noChangeArrowheads="1"/>
          </p:cNvSpPr>
          <p:nvPr/>
        </p:nvSpPr>
        <p:spPr bwMode="auto">
          <a:xfrm>
            <a:off x="2504611" y="4672312"/>
            <a:ext cx="5493495" cy="1392822"/>
          </a:xfrm>
          <a:prstGeom prst="rect">
            <a:avLst/>
          </a:prstGeom>
          <a:solidFill>
            <a:srgbClr val="CFE4A8"/>
          </a:solidFill>
          <a:ln w="9525">
            <a:noFill/>
            <a:miter lim="800000"/>
            <a:headEnd/>
            <a:tailEnd/>
          </a:ln>
        </p:spPr>
        <p:txBody>
          <a:bodyPr lIns="76970" tIns="76970" rIns="76970" bIns="76970" anchor="ctr"/>
          <a:lstStyle>
            <a:defPPr>
              <a:defRPr lang="en-US"/>
            </a:defPPr>
            <a:lvl2pPr marL="171450" marR="0" lvl="1" indent="-171450" defTabSz="1219170" fontAlgn="auto">
              <a:lnSpc>
                <a:spcPct val="100000"/>
              </a:lnSpc>
              <a:spcBef>
                <a:spcPts val="600"/>
              </a:spcBef>
              <a:spcAft>
                <a:spcPts val="0"/>
              </a:spcAft>
              <a:buClrTx/>
              <a:buSzPct val="100000"/>
              <a:buFont typeface="Arial" panose="020B0604020202020204" pitchFamily="34" charset="0"/>
              <a:buChar char="•"/>
              <a:tabLst/>
              <a:defRPr kumimoji="0" sz="1200" b="0" i="0" u="none" strike="noStrike" cap="none" spc="0" normalizeH="0" baseline="0">
                <a:ln>
                  <a:noFill/>
                </a:ln>
                <a:effectLst/>
                <a:uLnTx/>
                <a:uFillTx/>
                <a:latin typeface="Verdana"/>
              </a:defRPr>
            </a:lvl2pPr>
          </a:lstStyle>
          <a:p>
            <a:pPr lvl="1">
              <a:buFont typeface="Wingdings" panose="05000000000000000000" pitchFamily="2" charset="2"/>
              <a:buChar char="Ø"/>
            </a:pPr>
            <a:r>
              <a:rPr lang="en-US" i="1" dirty="0"/>
              <a:t>Conduct opportunity diagnostic </a:t>
            </a:r>
          </a:p>
          <a:p>
            <a:pPr lvl="1">
              <a:buFont typeface="Wingdings" panose="05000000000000000000" pitchFamily="2" charset="2"/>
              <a:buChar char="Ø"/>
            </a:pPr>
            <a:r>
              <a:rPr lang="en-US" i="1" dirty="0"/>
              <a:t>Identification and assessment of opportunities for quick win</a:t>
            </a:r>
          </a:p>
          <a:p>
            <a:pPr lvl="1">
              <a:buFont typeface="Wingdings" panose="05000000000000000000" pitchFamily="2" charset="2"/>
              <a:buChar char="Ø"/>
            </a:pPr>
            <a:r>
              <a:rPr lang="en-US" i="1" dirty="0"/>
              <a:t>Assessment of opportunities for financial returns</a:t>
            </a:r>
          </a:p>
          <a:p>
            <a:pPr lvl="1">
              <a:buFont typeface="Wingdings" panose="05000000000000000000" pitchFamily="2" charset="2"/>
              <a:buChar char="Ø"/>
            </a:pPr>
            <a:r>
              <a:rPr lang="en-US" i="1" dirty="0"/>
              <a:t>Preparatory activities (business case) for strategic options</a:t>
            </a:r>
          </a:p>
        </p:txBody>
      </p:sp>
      <p:sp>
        <p:nvSpPr>
          <p:cNvPr id="36" name="Text Box 42"/>
          <p:cNvSpPr txBox="1">
            <a:spLocks noChangeArrowheads="1"/>
          </p:cNvSpPr>
          <p:nvPr/>
        </p:nvSpPr>
        <p:spPr bwMode="auto">
          <a:xfrm>
            <a:off x="8183301" y="4672312"/>
            <a:ext cx="3507051" cy="1392822"/>
          </a:xfrm>
          <a:prstGeom prst="rect">
            <a:avLst/>
          </a:prstGeom>
          <a:solidFill>
            <a:schemeClr val="accent3">
              <a:lumMod val="20000"/>
              <a:lumOff val="80000"/>
            </a:schemeClr>
          </a:solidFill>
          <a:ln w="9525">
            <a:noFill/>
            <a:miter lim="800000"/>
            <a:headEnd/>
            <a:tailEnd/>
          </a:ln>
        </p:spPr>
        <p:txBody>
          <a:bodyPr lIns="76970" tIns="76970" rIns="76970" bIns="76970" anchor="ctr"/>
          <a:lstStyle/>
          <a:p>
            <a:pPr marL="171450" marR="0" lvl="1" indent="-171450" defTabSz="1219170" rtl="0" eaLnBrk="1" fontAlgn="auto" latinLnBrk="0" hangingPunct="1">
              <a:lnSpc>
                <a:spcPct val="100000"/>
              </a:lnSpc>
              <a:spcBef>
                <a:spcPts val="600"/>
              </a:spcBef>
              <a:spcAft>
                <a:spcPts val="0"/>
              </a:spcAft>
              <a:buClrTx/>
              <a:buSzPct val="100000"/>
              <a:buFont typeface="Wingdings" panose="05000000000000000000" pitchFamily="2" charset="2"/>
              <a:buChar char="ü"/>
              <a:tabLst/>
              <a:defRPr/>
            </a:pPr>
            <a:r>
              <a:rPr kumimoji="0" lang="en-US" sz="1200" b="0" i="1" u="none" strike="noStrike" kern="1200" cap="none" spc="0" normalizeH="0" baseline="0" noProof="0" dirty="0">
                <a:ln>
                  <a:noFill/>
                </a:ln>
                <a:effectLst/>
                <a:uLnTx/>
                <a:uFillTx/>
                <a:latin typeface="Verdana"/>
                <a:ea typeface="+mn-ea"/>
                <a:cs typeface="+mn-cs"/>
              </a:rPr>
              <a:t>List of quick win initiatives</a:t>
            </a:r>
          </a:p>
          <a:p>
            <a:pPr marL="171450" marR="0" lvl="1" indent="-171450" defTabSz="1219170" rtl="0" eaLnBrk="1" fontAlgn="auto" latinLnBrk="0" hangingPunct="1">
              <a:lnSpc>
                <a:spcPct val="100000"/>
              </a:lnSpc>
              <a:spcBef>
                <a:spcPts val="600"/>
              </a:spcBef>
              <a:spcAft>
                <a:spcPts val="0"/>
              </a:spcAft>
              <a:buClrTx/>
              <a:buSzPct val="100000"/>
              <a:buFont typeface="Wingdings" panose="05000000000000000000" pitchFamily="2" charset="2"/>
              <a:buChar char="ü"/>
              <a:tabLst/>
              <a:defRPr/>
            </a:pPr>
            <a:r>
              <a:rPr lang="en-US" sz="1200" i="1" dirty="0">
                <a:latin typeface="Verdana"/>
              </a:rPr>
              <a:t>Business case including potential EBITDA impact for such initiatives</a:t>
            </a:r>
            <a:endParaRPr kumimoji="0" lang="en-US" sz="1200" b="0" i="1" u="none" strike="noStrike" kern="1200" cap="none" spc="0" normalizeH="0" baseline="0" noProof="0" dirty="0">
              <a:ln>
                <a:noFill/>
              </a:ln>
              <a:effectLst/>
              <a:uLnTx/>
              <a:uFillTx/>
              <a:latin typeface="Verdana"/>
              <a:ea typeface="+mn-ea"/>
              <a:cs typeface="+mn-cs"/>
            </a:endParaRPr>
          </a:p>
        </p:txBody>
      </p:sp>
      <p:sp>
        <p:nvSpPr>
          <p:cNvPr id="41" name="Text Placeholder 8"/>
          <p:cNvSpPr txBox="1">
            <a:spLocks/>
          </p:cNvSpPr>
          <p:nvPr/>
        </p:nvSpPr>
        <p:spPr>
          <a:xfrm>
            <a:off x="654319" y="2386754"/>
            <a:ext cx="1417199" cy="357159"/>
          </a:xfrm>
          <a:prstGeom prst="rect">
            <a:avLst/>
          </a:prstGeom>
        </p:spPr>
        <p:txBody>
          <a:bodyPr vert="horz" lIns="0" tIns="0" rIns="0" bIns="0" rtlCol="0" anchor="ctr">
            <a:noAutofit/>
          </a:bodyPr>
          <a:lstStyle>
            <a:lvl1pPr marL="0" indent="0" algn="l" defTabSz="1219170" rtl="0" eaLnBrk="1" latinLnBrk="0" hangingPunct="1">
              <a:spcBef>
                <a:spcPts val="0"/>
              </a:spcBef>
              <a:spcAft>
                <a:spcPts val="1000"/>
              </a:spcAft>
              <a:buClrTx/>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000"/>
              </a:spcAft>
              <a:buClrTx/>
              <a:buSzPct val="100000"/>
              <a:buFont typeface="Arial" panose="020B0604020202020204" pitchFamily="34" charset="0"/>
              <a:buNone/>
              <a:defRPr lang="en-US" sz="1200" b="1" kern="1200" dirty="0">
                <a:solidFill>
                  <a:schemeClr val="tx1"/>
                </a:solidFill>
                <a:latin typeface="+mn-lt"/>
                <a:ea typeface="+mn-ea"/>
                <a:cs typeface="+mn-cs"/>
              </a:defRPr>
            </a:lvl2pPr>
            <a:lvl3pPr marL="172800" indent="-172800" algn="l" defTabSz="1219170" rtl="0" eaLnBrk="1" latinLnBrk="0" hangingPunct="1">
              <a:spcBef>
                <a:spcPts val="0"/>
              </a:spcBef>
              <a:spcAft>
                <a:spcPts val="1000"/>
              </a:spcAft>
              <a:buClrTx/>
              <a:buSzPct val="100000"/>
              <a:buFont typeface="Arial" panose="020B0604020202020204" pitchFamily="34" charset="0"/>
              <a:buChar char="•"/>
              <a:defRPr lang="en-US" sz="1200" kern="1200" dirty="0">
                <a:solidFill>
                  <a:schemeClr val="tx1"/>
                </a:solidFill>
                <a:latin typeface="+mn-lt"/>
                <a:ea typeface="+mn-ea"/>
                <a:cs typeface="+mn-cs"/>
              </a:defRPr>
            </a:lvl3pPr>
            <a:lvl4pPr marL="349200" indent="-176400" algn="l" defTabSz="1219170" rtl="0" eaLnBrk="1" latinLnBrk="0" hangingPunct="1">
              <a:spcBef>
                <a:spcPts val="0"/>
              </a:spcBef>
              <a:spcAft>
                <a:spcPts val="1000"/>
              </a:spcAft>
              <a:buClrTx/>
              <a:buSzPct val="100000"/>
              <a:buFont typeface="Verdana" panose="020B0604030504040204" pitchFamily="34" charset="0"/>
              <a:buChar char="−"/>
              <a:defRPr lang="en-US" sz="1200" kern="1200" baseline="0" dirty="0">
                <a:solidFill>
                  <a:schemeClr val="tx1"/>
                </a:solidFill>
                <a:latin typeface="+mn-lt"/>
                <a:ea typeface="+mn-ea"/>
                <a:cs typeface="+mn-cs"/>
              </a:defRPr>
            </a:lvl4pPr>
            <a:lvl5pPr marL="525600" indent="-176400" algn="l" defTabSz="1064657" rtl="0" eaLnBrk="1" latinLnBrk="0" hangingPunct="1">
              <a:spcBef>
                <a:spcPts val="0"/>
              </a:spcBef>
              <a:spcAft>
                <a:spcPts val="1000"/>
              </a:spcAft>
              <a:buClrTx/>
              <a:buSzPct val="100000"/>
              <a:buFont typeface="Verdana" panose="020B0604030504040204" pitchFamily="34" charset="0"/>
              <a:buChar char="−"/>
              <a:tabLst/>
              <a:defRPr lang="en-US" sz="1200" kern="1200" baseline="0" dirty="0">
                <a:solidFill>
                  <a:schemeClr val="tx1"/>
                </a:solidFill>
                <a:latin typeface="+mn-lt"/>
                <a:ea typeface="+mn-ea"/>
                <a:cs typeface="+mn-cs"/>
              </a:defRPr>
            </a:lvl5pPr>
            <a:lvl6pPr marL="525600" indent="-176400" algn="l" defTabSz="121917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25600" indent="-176400" algn="l" defTabSz="121917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25600" indent="-176400" algn="l" defTabSz="121917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25600" indent="-176400" algn="l" defTabSz="121917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algn="ctr" defTabSz="930349">
              <a:spcAft>
                <a:spcPts val="0"/>
              </a:spcAft>
              <a:defRPr/>
            </a:pPr>
            <a:r>
              <a:rPr lang="en-US" b="1" dirty="0">
                <a:solidFill>
                  <a:schemeClr val="bg1"/>
                </a:solidFill>
                <a:cs typeface="Verdana" panose="020B0604030504040204" pitchFamily="34" charset="0"/>
              </a:rPr>
              <a:t>Internal Assessment</a:t>
            </a:r>
          </a:p>
        </p:txBody>
      </p:sp>
      <p:sp>
        <p:nvSpPr>
          <p:cNvPr id="46" name="Text Placeholder 8"/>
          <p:cNvSpPr txBox="1">
            <a:spLocks/>
          </p:cNvSpPr>
          <p:nvPr/>
        </p:nvSpPr>
        <p:spPr>
          <a:xfrm>
            <a:off x="594709" y="3900664"/>
            <a:ext cx="1417199" cy="357159"/>
          </a:xfrm>
          <a:prstGeom prst="rect">
            <a:avLst/>
          </a:prstGeom>
        </p:spPr>
        <p:txBody>
          <a:bodyPr vert="horz" lIns="0" tIns="0" rIns="0" bIns="0" rtlCol="0" anchor="ctr">
            <a:noAutofit/>
          </a:bodyPr>
          <a:lstStyle>
            <a:lvl1pPr marL="0" indent="0" algn="l" defTabSz="1219170" rtl="0" eaLnBrk="1" latinLnBrk="0" hangingPunct="1">
              <a:spcBef>
                <a:spcPts val="0"/>
              </a:spcBef>
              <a:spcAft>
                <a:spcPts val="1000"/>
              </a:spcAft>
              <a:buClrTx/>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000"/>
              </a:spcAft>
              <a:buClrTx/>
              <a:buSzPct val="100000"/>
              <a:buFont typeface="Arial" panose="020B0604020202020204" pitchFamily="34" charset="0"/>
              <a:buNone/>
              <a:defRPr lang="en-US" sz="1200" b="1" kern="1200" dirty="0">
                <a:solidFill>
                  <a:schemeClr val="tx1"/>
                </a:solidFill>
                <a:latin typeface="+mn-lt"/>
                <a:ea typeface="+mn-ea"/>
                <a:cs typeface="+mn-cs"/>
              </a:defRPr>
            </a:lvl2pPr>
            <a:lvl3pPr marL="172800" indent="-172800" algn="l" defTabSz="1219170" rtl="0" eaLnBrk="1" latinLnBrk="0" hangingPunct="1">
              <a:spcBef>
                <a:spcPts val="0"/>
              </a:spcBef>
              <a:spcAft>
                <a:spcPts val="1000"/>
              </a:spcAft>
              <a:buClrTx/>
              <a:buSzPct val="100000"/>
              <a:buFont typeface="Arial" panose="020B0604020202020204" pitchFamily="34" charset="0"/>
              <a:buChar char="•"/>
              <a:defRPr lang="en-US" sz="1200" kern="1200" dirty="0">
                <a:solidFill>
                  <a:schemeClr val="tx1"/>
                </a:solidFill>
                <a:latin typeface="+mn-lt"/>
                <a:ea typeface="+mn-ea"/>
                <a:cs typeface="+mn-cs"/>
              </a:defRPr>
            </a:lvl3pPr>
            <a:lvl4pPr marL="349200" indent="-176400" algn="l" defTabSz="1219170" rtl="0" eaLnBrk="1" latinLnBrk="0" hangingPunct="1">
              <a:spcBef>
                <a:spcPts val="0"/>
              </a:spcBef>
              <a:spcAft>
                <a:spcPts val="1000"/>
              </a:spcAft>
              <a:buClrTx/>
              <a:buSzPct val="100000"/>
              <a:buFont typeface="Verdana" panose="020B0604030504040204" pitchFamily="34" charset="0"/>
              <a:buChar char="−"/>
              <a:defRPr lang="en-US" sz="1200" kern="1200" baseline="0" dirty="0">
                <a:solidFill>
                  <a:schemeClr val="tx1"/>
                </a:solidFill>
                <a:latin typeface="+mn-lt"/>
                <a:ea typeface="+mn-ea"/>
                <a:cs typeface="+mn-cs"/>
              </a:defRPr>
            </a:lvl4pPr>
            <a:lvl5pPr marL="525600" indent="-176400" algn="l" defTabSz="1064657" rtl="0" eaLnBrk="1" latinLnBrk="0" hangingPunct="1">
              <a:spcBef>
                <a:spcPts val="0"/>
              </a:spcBef>
              <a:spcAft>
                <a:spcPts val="1000"/>
              </a:spcAft>
              <a:buClrTx/>
              <a:buSzPct val="100000"/>
              <a:buFont typeface="Verdana" panose="020B0604030504040204" pitchFamily="34" charset="0"/>
              <a:buChar char="−"/>
              <a:tabLst/>
              <a:defRPr lang="en-US" sz="1200" kern="1200" baseline="0" dirty="0">
                <a:solidFill>
                  <a:schemeClr val="tx1"/>
                </a:solidFill>
                <a:latin typeface="+mn-lt"/>
                <a:ea typeface="+mn-ea"/>
                <a:cs typeface="+mn-cs"/>
              </a:defRPr>
            </a:lvl5pPr>
            <a:lvl6pPr marL="525600" indent="-176400" algn="l" defTabSz="121917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25600" indent="-176400" algn="l" defTabSz="121917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25600" indent="-176400" algn="l" defTabSz="121917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25600" indent="-176400" algn="l" defTabSz="121917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algn="ctr" defTabSz="930349">
              <a:spcAft>
                <a:spcPts val="0"/>
              </a:spcAft>
              <a:defRPr/>
            </a:pPr>
            <a:r>
              <a:rPr lang="en-US" b="1" dirty="0">
                <a:solidFill>
                  <a:schemeClr val="bg1"/>
                </a:solidFill>
                <a:cs typeface="Verdana" panose="020B0604030504040204" pitchFamily="34" charset="0"/>
              </a:rPr>
              <a:t>External Assessment</a:t>
            </a:r>
          </a:p>
        </p:txBody>
      </p:sp>
      <p:sp>
        <p:nvSpPr>
          <p:cNvPr id="51" name="Text Placeholder 8"/>
          <p:cNvSpPr txBox="1">
            <a:spLocks/>
          </p:cNvSpPr>
          <p:nvPr/>
        </p:nvSpPr>
        <p:spPr>
          <a:xfrm>
            <a:off x="605827" y="5529088"/>
            <a:ext cx="1417199" cy="357159"/>
          </a:xfrm>
          <a:prstGeom prst="rect">
            <a:avLst/>
          </a:prstGeom>
        </p:spPr>
        <p:txBody>
          <a:bodyPr vert="horz" lIns="0" tIns="0" rIns="0" bIns="0" rtlCol="0" anchor="ctr">
            <a:noAutofit/>
          </a:bodyPr>
          <a:lstStyle>
            <a:lvl1pPr marL="0" indent="0" algn="l" defTabSz="1219170" rtl="0" eaLnBrk="1" latinLnBrk="0" hangingPunct="1">
              <a:spcBef>
                <a:spcPts val="0"/>
              </a:spcBef>
              <a:spcAft>
                <a:spcPts val="1000"/>
              </a:spcAft>
              <a:buClrTx/>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000"/>
              </a:spcAft>
              <a:buClrTx/>
              <a:buSzPct val="100000"/>
              <a:buFont typeface="Arial" panose="020B0604020202020204" pitchFamily="34" charset="0"/>
              <a:buNone/>
              <a:defRPr lang="en-US" sz="1200" b="1" kern="1200" dirty="0">
                <a:solidFill>
                  <a:schemeClr val="tx1"/>
                </a:solidFill>
                <a:latin typeface="+mn-lt"/>
                <a:ea typeface="+mn-ea"/>
                <a:cs typeface="+mn-cs"/>
              </a:defRPr>
            </a:lvl2pPr>
            <a:lvl3pPr marL="172800" indent="-172800" algn="l" defTabSz="1219170" rtl="0" eaLnBrk="1" latinLnBrk="0" hangingPunct="1">
              <a:spcBef>
                <a:spcPts val="0"/>
              </a:spcBef>
              <a:spcAft>
                <a:spcPts val="1000"/>
              </a:spcAft>
              <a:buClrTx/>
              <a:buSzPct val="100000"/>
              <a:buFont typeface="Arial" panose="020B0604020202020204" pitchFamily="34" charset="0"/>
              <a:buChar char="•"/>
              <a:defRPr lang="en-US" sz="1200" kern="1200" dirty="0">
                <a:solidFill>
                  <a:schemeClr val="tx1"/>
                </a:solidFill>
                <a:latin typeface="+mn-lt"/>
                <a:ea typeface="+mn-ea"/>
                <a:cs typeface="+mn-cs"/>
              </a:defRPr>
            </a:lvl3pPr>
            <a:lvl4pPr marL="349200" indent="-176400" algn="l" defTabSz="1219170" rtl="0" eaLnBrk="1" latinLnBrk="0" hangingPunct="1">
              <a:spcBef>
                <a:spcPts val="0"/>
              </a:spcBef>
              <a:spcAft>
                <a:spcPts val="1000"/>
              </a:spcAft>
              <a:buClrTx/>
              <a:buSzPct val="100000"/>
              <a:buFont typeface="Verdana" panose="020B0604030504040204" pitchFamily="34" charset="0"/>
              <a:buChar char="−"/>
              <a:defRPr lang="en-US" sz="1200" kern="1200" baseline="0" dirty="0">
                <a:solidFill>
                  <a:schemeClr val="tx1"/>
                </a:solidFill>
                <a:latin typeface="+mn-lt"/>
                <a:ea typeface="+mn-ea"/>
                <a:cs typeface="+mn-cs"/>
              </a:defRPr>
            </a:lvl4pPr>
            <a:lvl5pPr marL="525600" indent="-176400" algn="l" defTabSz="1064657" rtl="0" eaLnBrk="1" latinLnBrk="0" hangingPunct="1">
              <a:spcBef>
                <a:spcPts val="0"/>
              </a:spcBef>
              <a:spcAft>
                <a:spcPts val="1000"/>
              </a:spcAft>
              <a:buClrTx/>
              <a:buSzPct val="100000"/>
              <a:buFont typeface="Verdana" panose="020B0604030504040204" pitchFamily="34" charset="0"/>
              <a:buChar char="−"/>
              <a:tabLst/>
              <a:defRPr lang="en-US" sz="1200" kern="1200" baseline="0" dirty="0">
                <a:solidFill>
                  <a:schemeClr val="tx1"/>
                </a:solidFill>
                <a:latin typeface="+mn-lt"/>
                <a:ea typeface="+mn-ea"/>
                <a:cs typeface="+mn-cs"/>
              </a:defRPr>
            </a:lvl5pPr>
            <a:lvl6pPr marL="525600" indent="-176400" algn="l" defTabSz="121917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25600" indent="-176400" algn="l" defTabSz="121917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25600" indent="-176400" algn="l" defTabSz="121917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25600" indent="-176400" algn="l" defTabSz="121917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algn="ctr" defTabSz="930349">
              <a:spcAft>
                <a:spcPts val="0"/>
              </a:spcAft>
              <a:defRPr/>
            </a:pPr>
            <a:r>
              <a:rPr lang="en-US" b="1" dirty="0">
                <a:solidFill>
                  <a:schemeClr val="bg1"/>
                </a:solidFill>
                <a:cs typeface="Verdana" panose="020B0604030504040204" pitchFamily="34" charset="0"/>
              </a:rPr>
              <a:t> Opportunities</a:t>
            </a:r>
          </a:p>
        </p:txBody>
      </p:sp>
      <p:sp>
        <p:nvSpPr>
          <p:cNvPr id="66" name="Freeform 223"/>
          <p:cNvSpPr>
            <a:spLocks noChangeAspect="1" noEditPoints="1"/>
          </p:cNvSpPr>
          <p:nvPr/>
        </p:nvSpPr>
        <p:spPr bwMode="auto">
          <a:xfrm>
            <a:off x="1033309" y="1766039"/>
            <a:ext cx="540000" cy="540000"/>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139 w 512"/>
              <a:gd name="T11" fmla="*/ 267 h 512"/>
              <a:gd name="T12" fmla="*/ 128 w 512"/>
              <a:gd name="T13" fmla="*/ 256 h 512"/>
              <a:gd name="T14" fmla="*/ 256 w 512"/>
              <a:gd name="T15" fmla="*/ 128 h 512"/>
              <a:gd name="T16" fmla="*/ 331 w 512"/>
              <a:gd name="T17" fmla="*/ 153 h 512"/>
              <a:gd name="T18" fmla="*/ 331 w 512"/>
              <a:gd name="T19" fmla="*/ 128 h 512"/>
              <a:gd name="T20" fmla="*/ 341 w 512"/>
              <a:gd name="T21" fmla="*/ 118 h 512"/>
              <a:gd name="T22" fmla="*/ 352 w 512"/>
              <a:gd name="T23" fmla="*/ 128 h 512"/>
              <a:gd name="T24" fmla="*/ 352 w 512"/>
              <a:gd name="T25" fmla="*/ 182 h 512"/>
              <a:gd name="T26" fmla="*/ 341 w 512"/>
              <a:gd name="T27" fmla="*/ 192 h 512"/>
              <a:gd name="T28" fmla="*/ 288 w 512"/>
              <a:gd name="T29" fmla="*/ 192 h 512"/>
              <a:gd name="T30" fmla="*/ 277 w 512"/>
              <a:gd name="T31" fmla="*/ 182 h 512"/>
              <a:gd name="T32" fmla="*/ 288 w 512"/>
              <a:gd name="T33" fmla="*/ 171 h 512"/>
              <a:gd name="T34" fmla="*/ 320 w 512"/>
              <a:gd name="T35" fmla="*/ 171 h 512"/>
              <a:gd name="T36" fmla="*/ 256 w 512"/>
              <a:gd name="T37" fmla="*/ 150 h 512"/>
              <a:gd name="T38" fmla="*/ 149 w 512"/>
              <a:gd name="T39" fmla="*/ 256 h 512"/>
              <a:gd name="T40" fmla="*/ 139 w 512"/>
              <a:gd name="T41" fmla="*/ 267 h 512"/>
              <a:gd name="T42" fmla="*/ 256 w 512"/>
              <a:gd name="T43" fmla="*/ 384 h 512"/>
              <a:gd name="T44" fmla="*/ 181 w 512"/>
              <a:gd name="T45" fmla="*/ 360 h 512"/>
              <a:gd name="T46" fmla="*/ 181 w 512"/>
              <a:gd name="T47" fmla="*/ 384 h 512"/>
              <a:gd name="T48" fmla="*/ 171 w 512"/>
              <a:gd name="T49" fmla="*/ 395 h 512"/>
              <a:gd name="T50" fmla="*/ 160 w 512"/>
              <a:gd name="T51" fmla="*/ 384 h 512"/>
              <a:gd name="T52" fmla="*/ 160 w 512"/>
              <a:gd name="T53" fmla="*/ 331 h 512"/>
              <a:gd name="T54" fmla="*/ 171 w 512"/>
              <a:gd name="T55" fmla="*/ 320 h 512"/>
              <a:gd name="T56" fmla="*/ 224 w 512"/>
              <a:gd name="T57" fmla="*/ 320 h 512"/>
              <a:gd name="T58" fmla="*/ 235 w 512"/>
              <a:gd name="T59" fmla="*/ 331 h 512"/>
              <a:gd name="T60" fmla="*/ 224 w 512"/>
              <a:gd name="T61" fmla="*/ 342 h 512"/>
              <a:gd name="T62" fmla="*/ 192 w 512"/>
              <a:gd name="T63" fmla="*/ 342 h 512"/>
              <a:gd name="T64" fmla="*/ 256 w 512"/>
              <a:gd name="T65" fmla="*/ 363 h 512"/>
              <a:gd name="T66" fmla="*/ 363 w 512"/>
              <a:gd name="T67" fmla="*/ 256 h 512"/>
              <a:gd name="T68" fmla="*/ 373 w 512"/>
              <a:gd name="T69" fmla="*/ 246 h 512"/>
              <a:gd name="T70" fmla="*/ 384 w 512"/>
              <a:gd name="T71" fmla="*/ 256 h 512"/>
              <a:gd name="T72" fmla="*/ 256 w 512"/>
              <a:gd name="T73" fmla="*/ 384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56" y="0"/>
                </a:moveTo>
                <a:cubicBezTo>
                  <a:pt x="115" y="0"/>
                  <a:pt x="0" y="115"/>
                  <a:pt x="0" y="256"/>
                </a:cubicBezTo>
                <a:cubicBezTo>
                  <a:pt x="0" y="398"/>
                  <a:pt x="115" y="512"/>
                  <a:pt x="256" y="512"/>
                </a:cubicBezTo>
                <a:cubicBezTo>
                  <a:pt x="397" y="512"/>
                  <a:pt x="512" y="398"/>
                  <a:pt x="512" y="256"/>
                </a:cubicBezTo>
                <a:cubicBezTo>
                  <a:pt x="512" y="115"/>
                  <a:pt x="397" y="0"/>
                  <a:pt x="256" y="0"/>
                </a:cubicBezTo>
                <a:close/>
                <a:moveTo>
                  <a:pt x="139" y="267"/>
                </a:moveTo>
                <a:cubicBezTo>
                  <a:pt x="133" y="267"/>
                  <a:pt x="128" y="262"/>
                  <a:pt x="128" y="256"/>
                </a:cubicBezTo>
                <a:cubicBezTo>
                  <a:pt x="128" y="186"/>
                  <a:pt x="185" y="128"/>
                  <a:pt x="256" y="128"/>
                </a:cubicBezTo>
                <a:cubicBezTo>
                  <a:pt x="283" y="128"/>
                  <a:pt x="309" y="137"/>
                  <a:pt x="331" y="153"/>
                </a:cubicBezTo>
                <a:cubicBezTo>
                  <a:pt x="331" y="128"/>
                  <a:pt x="331" y="128"/>
                  <a:pt x="331" y="128"/>
                </a:cubicBezTo>
                <a:cubicBezTo>
                  <a:pt x="331" y="122"/>
                  <a:pt x="335" y="118"/>
                  <a:pt x="341" y="118"/>
                </a:cubicBezTo>
                <a:cubicBezTo>
                  <a:pt x="347" y="118"/>
                  <a:pt x="352" y="122"/>
                  <a:pt x="352" y="128"/>
                </a:cubicBezTo>
                <a:cubicBezTo>
                  <a:pt x="352" y="182"/>
                  <a:pt x="352" y="182"/>
                  <a:pt x="352" y="182"/>
                </a:cubicBezTo>
                <a:cubicBezTo>
                  <a:pt x="352" y="188"/>
                  <a:pt x="347" y="192"/>
                  <a:pt x="341" y="192"/>
                </a:cubicBezTo>
                <a:cubicBezTo>
                  <a:pt x="288" y="192"/>
                  <a:pt x="288" y="192"/>
                  <a:pt x="288" y="192"/>
                </a:cubicBezTo>
                <a:cubicBezTo>
                  <a:pt x="282" y="192"/>
                  <a:pt x="277" y="188"/>
                  <a:pt x="277" y="182"/>
                </a:cubicBezTo>
                <a:cubicBezTo>
                  <a:pt x="277" y="176"/>
                  <a:pt x="282" y="171"/>
                  <a:pt x="288" y="171"/>
                </a:cubicBezTo>
                <a:cubicBezTo>
                  <a:pt x="320" y="171"/>
                  <a:pt x="320" y="171"/>
                  <a:pt x="320" y="171"/>
                </a:cubicBezTo>
                <a:cubicBezTo>
                  <a:pt x="302" y="157"/>
                  <a:pt x="279" y="150"/>
                  <a:pt x="256" y="150"/>
                </a:cubicBezTo>
                <a:cubicBezTo>
                  <a:pt x="197" y="150"/>
                  <a:pt x="149" y="198"/>
                  <a:pt x="149" y="256"/>
                </a:cubicBezTo>
                <a:cubicBezTo>
                  <a:pt x="149" y="262"/>
                  <a:pt x="145" y="267"/>
                  <a:pt x="139" y="267"/>
                </a:cubicBezTo>
                <a:close/>
                <a:moveTo>
                  <a:pt x="256" y="384"/>
                </a:moveTo>
                <a:cubicBezTo>
                  <a:pt x="229" y="384"/>
                  <a:pt x="203" y="376"/>
                  <a:pt x="181" y="360"/>
                </a:cubicBezTo>
                <a:cubicBezTo>
                  <a:pt x="181" y="384"/>
                  <a:pt x="181" y="384"/>
                  <a:pt x="181" y="384"/>
                </a:cubicBezTo>
                <a:cubicBezTo>
                  <a:pt x="181" y="390"/>
                  <a:pt x="177" y="395"/>
                  <a:pt x="171" y="395"/>
                </a:cubicBezTo>
                <a:cubicBezTo>
                  <a:pt x="165" y="395"/>
                  <a:pt x="160" y="390"/>
                  <a:pt x="160" y="384"/>
                </a:cubicBezTo>
                <a:cubicBezTo>
                  <a:pt x="160" y="331"/>
                  <a:pt x="160" y="331"/>
                  <a:pt x="160" y="331"/>
                </a:cubicBezTo>
                <a:cubicBezTo>
                  <a:pt x="160" y="325"/>
                  <a:pt x="165" y="320"/>
                  <a:pt x="171" y="320"/>
                </a:cubicBezTo>
                <a:cubicBezTo>
                  <a:pt x="224" y="320"/>
                  <a:pt x="224" y="320"/>
                  <a:pt x="224" y="320"/>
                </a:cubicBezTo>
                <a:cubicBezTo>
                  <a:pt x="230" y="320"/>
                  <a:pt x="235" y="325"/>
                  <a:pt x="235" y="331"/>
                </a:cubicBezTo>
                <a:cubicBezTo>
                  <a:pt x="235" y="337"/>
                  <a:pt x="230" y="342"/>
                  <a:pt x="224" y="342"/>
                </a:cubicBezTo>
                <a:cubicBezTo>
                  <a:pt x="192" y="342"/>
                  <a:pt x="192" y="342"/>
                  <a:pt x="192" y="342"/>
                </a:cubicBezTo>
                <a:cubicBezTo>
                  <a:pt x="210" y="355"/>
                  <a:pt x="233" y="363"/>
                  <a:pt x="256" y="363"/>
                </a:cubicBezTo>
                <a:cubicBezTo>
                  <a:pt x="315" y="363"/>
                  <a:pt x="363" y="315"/>
                  <a:pt x="363" y="256"/>
                </a:cubicBezTo>
                <a:cubicBezTo>
                  <a:pt x="363" y="250"/>
                  <a:pt x="367" y="246"/>
                  <a:pt x="373" y="246"/>
                </a:cubicBezTo>
                <a:cubicBezTo>
                  <a:pt x="379" y="246"/>
                  <a:pt x="384" y="250"/>
                  <a:pt x="384" y="256"/>
                </a:cubicBezTo>
                <a:cubicBezTo>
                  <a:pt x="384" y="327"/>
                  <a:pt x="327" y="384"/>
                  <a:pt x="256" y="38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
        <p:nvSpPr>
          <p:cNvPr id="67" name="Freeform 412"/>
          <p:cNvSpPr>
            <a:spLocks noChangeAspect="1" noEditPoints="1"/>
          </p:cNvSpPr>
          <p:nvPr/>
        </p:nvSpPr>
        <p:spPr bwMode="auto">
          <a:xfrm>
            <a:off x="1034894" y="3330689"/>
            <a:ext cx="538415" cy="540000"/>
          </a:xfrm>
          <a:custGeom>
            <a:avLst/>
            <a:gdLst>
              <a:gd name="T0" fmla="*/ 0 w 512"/>
              <a:gd name="T1" fmla="*/ 256 h 512"/>
              <a:gd name="T2" fmla="*/ 512 w 512"/>
              <a:gd name="T3" fmla="*/ 256 h 512"/>
              <a:gd name="T4" fmla="*/ 232 w 512"/>
              <a:gd name="T5" fmla="*/ 296 h 512"/>
              <a:gd name="T6" fmla="*/ 203 w 512"/>
              <a:gd name="T7" fmla="*/ 352 h 512"/>
              <a:gd name="T8" fmla="*/ 203 w 512"/>
              <a:gd name="T9" fmla="*/ 374 h 512"/>
              <a:gd name="T10" fmla="*/ 139 w 512"/>
              <a:gd name="T11" fmla="*/ 367 h 512"/>
              <a:gd name="T12" fmla="*/ 139 w 512"/>
              <a:gd name="T13" fmla="*/ 363 h 512"/>
              <a:gd name="T14" fmla="*/ 149 w 512"/>
              <a:gd name="T15" fmla="*/ 299 h 512"/>
              <a:gd name="T16" fmla="*/ 160 w 512"/>
              <a:gd name="T17" fmla="*/ 337 h 512"/>
              <a:gd name="T18" fmla="*/ 232 w 512"/>
              <a:gd name="T19" fmla="*/ 281 h 512"/>
              <a:gd name="T20" fmla="*/ 232 w 512"/>
              <a:gd name="T21" fmla="*/ 232 h 512"/>
              <a:gd name="T22" fmla="*/ 216 w 512"/>
              <a:gd name="T23" fmla="*/ 232 h 512"/>
              <a:gd name="T24" fmla="*/ 160 w 512"/>
              <a:gd name="T25" fmla="*/ 203 h 512"/>
              <a:gd name="T26" fmla="*/ 139 w 512"/>
              <a:gd name="T27" fmla="*/ 203 h 512"/>
              <a:gd name="T28" fmla="*/ 145 w 512"/>
              <a:gd name="T29" fmla="*/ 140 h 512"/>
              <a:gd name="T30" fmla="*/ 149 w 512"/>
              <a:gd name="T31" fmla="*/ 139 h 512"/>
              <a:gd name="T32" fmla="*/ 213 w 512"/>
              <a:gd name="T33" fmla="*/ 150 h 512"/>
              <a:gd name="T34" fmla="*/ 175 w 512"/>
              <a:gd name="T35" fmla="*/ 160 h 512"/>
              <a:gd name="T36" fmla="*/ 232 w 512"/>
              <a:gd name="T37" fmla="*/ 232 h 512"/>
              <a:gd name="T38" fmla="*/ 373 w 512"/>
              <a:gd name="T39" fmla="*/ 363 h 512"/>
              <a:gd name="T40" fmla="*/ 363 w 512"/>
              <a:gd name="T41" fmla="*/ 374 h 512"/>
              <a:gd name="T42" fmla="*/ 299 w 512"/>
              <a:gd name="T43" fmla="*/ 363 h 512"/>
              <a:gd name="T44" fmla="*/ 337 w 512"/>
              <a:gd name="T45" fmla="*/ 352 h 512"/>
              <a:gd name="T46" fmla="*/ 280 w 512"/>
              <a:gd name="T47" fmla="*/ 281 h 512"/>
              <a:gd name="T48" fmla="*/ 352 w 512"/>
              <a:gd name="T49" fmla="*/ 337 h 512"/>
              <a:gd name="T50" fmla="*/ 363 w 512"/>
              <a:gd name="T51" fmla="*/ 299 h 512"/>
              <a:gd name="T52" fmla="*/ 373 w 512"/>
              <a:gd name="T53" fmla="*/ 363 h 512"/>
              <a:gd name="T54" fmla="*/ 363 w 512"/>
              <a:gd name="T55" fmla="*/ 214 h 512"/>
              <a:gd name="T56" fmla="*/ 352 w 512"/>
              <a:gd name="T57" fmla="*/ 175 h 512"/>
              <a:gd name="T58" fmla="*/ 288 w 512"/>
              <a:gd name="T59" fmla="*/ 235 h 512"/>
              <a:gd name="T60" fmla="*/ 280 w 512"/>
              <a:gd name="T61" fmla="*/ 217 h 512"/>
              <a:gd name="T62" fmla="*/ 309 w 512"/>
              <a:gd name="T63" fmla="*/ 160 h 512"/>
              <a:gd name="T64" fmla="*/ 309 w 512"/>
              <a:gd name="T65" fmla="*/ 139 h 512"/>
              <a:gd name="T66" fmla="*/ 363 w 512"/>
              <a:gd name="T67" fmla="*/ 139 h 512"/>
              <a:gd name="T68" fmla="*/ 373 w 512"/>
              <a:gd name="T69" fmla="*/ 15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12" h="512">
                <a:moveTo>
                  <a:pt x="256" y="0"/>
                </a:moveTo>
                <a:cubicBezTo>
                  <a:pt x="115" y="0"/>
                  <a:pt x="0" y="115"/>
                  <a:pt x="0" y="256"/>
                </a:cubicBezTo>
                <a:cubicBezTo>
                  <a:pt x="0" y="398"/>
                  <a:pt x="115" y="512"/>
                  <a:pt x="256" y="512"/>
                </a:cubicBezTo>
                <a:cubicBezTo>
                  <a:pt x="397" y="512"/>
                  <a:pt x="512" y="398"/>
                  <a:pt x="512" y="256"/>
                </a:cubicBezTo>
                <a:cubicBezTo>
                  <a:pt x="512" y="115"/>
                  <a:pt x="397" y="0"/>
                  <a:pt x="256" y="0"/>
                </a:cubicBezTo>
                <a:close/>
                <a:moveTo>
                  <a:pt x="232" y="296"/>
                </a:moveTo>
                <a:cubicBezTo>
                  <a:pt x="175" y="352"/>
                  <a:pt x="175" y="352"/>
                  <a:pt x="175" y="352"/>
                </a:cubicBezTo>
                <a:cubicBezTo>
                  <a:pt x="203" y="352"/>
                  <a:pt x="203" y="352"/>
                  <a:pt x="203" y="352"/>
                </a:cubicBezTo>
                <a:cubicBezTo>
                  <a:pt x="209" y="352"/>
                  <a:pt x="213" y="357"/>
                  <a:pt x="213" y="363"/>
                </a:cubicBezTo>
                <a:cubicBezTo>
                  <a:pt x="213" y="369"/>
                  <a:pt x="209" y="374"/>
                  <a:pt x="203" y="374"/>
                </a:cubicBezTo>
                <a:cubicBezTo>
                  <a:pt x="149" y="374"/>
                  <a:pt x="149" y="374"/>
                  <a:pt x="149" y="374"/>
                </a:cubicBezTo>
                <a:cubicBezTo>
                  <a:pt x="145" y="374"/>
                  <a:pt x="141" y="371"/>
                  <a:pt x="139" y="367"/>
                </a:cubicBezTo>
                <a:cubicBezTo>
                  <a:pt x="139" y="366"/>
                  <a:pt x="139" y="365"/>
                  <a:pt x="139" y="363"/>
                </a:cubicBezTo>
                <a:cubicBezTo>
                  <a:pt x="139" y="363"/>
                  <a:pt x="139" y="363"/>
                  <a:pt x="139" y="363"/>
                </a:cubicBezTo>
                <a:cubicBezTo>
                  <a:pt x="139" y="310"/>
                  <a:pt x="139" y="310"/>
                  <a:pt x="139" y="310"/>
                </a:cubicBezTo>
                <a:cubicBezTo>
                  <a:pt x="139" y="304"/>
                  <a:pt x="143" y="299"/>
                  <a:pt x="149" y="299"/>
                </a:cubicBezTo>
                <a:cubicBezTo>
                  <a:pt x="155" y="299"/>
                  <a:pt x="160" y="304"/>
                  <a:pt x="160" y="310"/>
                </a:cubicBezTo>
                <a:cubicBezTo>
                  <a:pt x="160" y="337"/>
                  <a:pt x="160" y="337"/>
                  <a:pt x="160" y="337"/>
                </a:cubicBezTo>
                <a:cubicBezTo>
                  <a:pt x="216" y="281"/>
                  <a:pt x="216" y="281"/>
                  <a:pt x="216" y="281"/>
                </a:cubicBezTo>
                <a:cubicBezTo>
                  <a:pt x="221" y="277"/>
                  <a:pt x="227" y="277"/>
                  <a:pt x="232" y="281"/>
                </a:cubicBezTo>
                <a:cubicBezTo>
                  <a:pt x="236" y="285"/>
                  <a:pt x="236" y="292"/>
                  <a:pt x="232" y="296"/>
                </a:cubicBezTo>
                <a:close/>
                <a:moveTo>
                  <a:pt x="232" y="232"/>
                </a:moveTo>
                <a:cubicBezTo>
                  <a:pt x="229" y="234"/>
                  <a:pt x="227" y="235"/>
                  <a:pt x="224" y="235"/>
                </a:cubicBezTo>
                <a:cubicBezTo>
                  <a:pt x="221" y="235"/>
                  <a:pt x="219" y="234"/>
                  <a:pt x="216" y="232"/>
                </a:cubicBezTo>
                <a:cubicBezTo>
                  <a:pt x="160" y="175"/>
                  <a:pt x="160" y="175"/>
                  <a:pt x="160" y="175"/>
                </a:cubicBezTo>
                <a:cubicBezTo>
                  <a:pt x="160" y="203"/>
                  <a:pt x="160" y="203"/>
                  <a:pt x="160" y="203"/>
                </a:cubicBezTo>
                <a:cubicBezTo>
                  <a:pt x="160" y="209"/>
                  <a:pt x="155" y="214"/>
                  <a:pt x="149" y="214"/>
                </a:cubicBezTo>
                <a:cubicBezTo>
                  <a:pt x="143" y="214"/>
                  <a:pt x="139" y="209"/>
                  <a:pt x="139" y="203"/>
                </a:cubicBezTo>
                <a:cubicBezTo>
                  <a:pt x="139" y="150"/>
                  <a:pt x="139" y="150"/>
                  <a:pt x="139" y="150"/>
                </a:cubicBezTo>
                <a:cubicBezTo>
                  <a:pt x="139" y="145"/>
                  <a:pt x="141" y="141"/>
                  <a:pt x="145" y="140"/>
                </a:cubicBezTo>
                <a:cubicBezTo>
                  <a:pt x="147" y="139"/>
                  <a:pt x="148" y="139"/>
                  <a:pt x="149" y="139"/>
                </a:cubicBezTo>
                <a:cubicBezTo>
                  <a:pt x="149" y="139"/>
                  <a:pt x="149" y="139"/>
                  <a:pt x="149" y="139"/>
                </a:cubicBezTo>
                <a:cubicBezTo>
                  <a:pt x="203" y="139"/>
                  <a:pt x="203" y="139"/>
                  <a:pt x="203" y="139"/>
                </a:cubicBezTo>
                <a:cubicBezTo>
                  <a:pt x="209" y="139"/>
                  <a:pt x="213" y="144"/>
                  <a:pt x="213" y="150"/>
                </a:cubicBezTo>
                <a:cubicBezTo>
                  <a:pt x="213" y="156"/>
                  <a:pt x="209" y="160"/>
                  <a:pt x="203" y="160"/>
                </a:cubicBezTo>
                <a:cubicBezTo>
                  <a:pt x="175" y="160"/>
                  <a:pt x="175" y="160"/>
                  <a:pt x="175" y="160"/>
                </a:cubicBezTo>
                <a:cubicBezTo>
                  <a:pt x="232" y="217"/>
                  <a:pt x="232" y="217"/>
                  <a:pt x="232" y="217"/>
                </a:cubicBezTo>
                <a:cubicBezTo>
                  <a:pt x="236" y="221"/>
                  <a:pt x="236" y="228"/>
                  <a:pt x="232" y="232"/>
                </a:cubicBezTo>
                <a:close/>
                <a:moveTo>
                  <a:pt x="373" y="363"/>
                </a:moveTo>
                <a:cubicBezTo>
                  <a:pt x="373" y="363"/>
                  <a:pt x="373" y="363"/>
                  <a:pt x="373" y="363"/>
                </a:cubicBezTo>
                <a:cubicBezTo>
                  <a:pt x="373" y="365"/>
                  <a:pt x="373" y="366"/>
                  <a:pt x="373" y="367"/>
                </a:cubicBezTo>
                <a:cubicBezTo>
                  <a:pt x="371" y="371"/>
                  <a:pt x="367" y="374"/>
                  <a:pt x="363" y="374"/>
                </a:cubicBezTo>
                <a:cubicBezTo>
                  <a:pt x="309" y="374"/>
                  <a:pt x="309" y="374"/>
                  <a:pt x="309" y="374"/>
                </a:cubicBezTo>
                <a:cubicBezTo>
                  <a:pt x="303" y="374"/>
                  <a:pt x="299" y="369"/>
                  <a:pt x="299" y="363"/>
                </a:cubicBezTo>
                <a:cubicBezTo>
                  <a:pt x="299" y="357"/>
                  <a:pt x="303" y="352"/>
                  <a:pt x="309" y="352"/>
                </a:cubicBezTo>
                <a:cubicBezTo>
                  <a:pt x="337" y="352"/>
                  <a:pt x="337" y="352"/>
                  <a:pt x="337" y="352"/>
                </a:cubicBezTo>
                <a:cubicBezTo>
                  <a:pt x="280" y="296"/>
                  <a:pt x="280" y="296"/>
                  <a:pt x="280" y="296"/>
                </a:cubicBezTo>
                <a:cubicBezTo>
                  <a:pt x="276" y="292"/>
                  <a:pt x="276" y="285"/>
                  <a:pt x="280" y="281"/>
                </a:cubicBezTo>
                <a:cubicBezTo>
                  <a:pt x="285" y="277"/>
                  <a:pt x="291" y="277"/>
                  <a:pt x="296" y="281"/>
                </a:cubicBezTo>
                <a:cubicBezTo>
                  <a:pt x="352" y="337"/>
                  <a:pt x="352" y="337"/>
                  <a:pt x="352" y="337"/>
                </a:cubicBezTo>
                <a:cubicBezTo>
                  <a:pt x="352" y="310"/>
                  <a:pt x="352" y="310"/>
                  <a:pt x="352" y="310"/>
                </a:cubicBezTo>
                <a:cubicBezTo>
                  <a:pt x="352" y="304"/>
                  <a:pt x="357" y="299"/>
                  <a:pt x="363" y="299"/>
                </a:cubicBezTo>
                <a:cubicBezTo>
                  <a:pt x="369" y="299"/>
                  <a:pt x="373" y="304"/>
                  <a:pt x="373" y="310"/>
                </a:cubicBezTo>
                <a:lnTo>
                  <a:pt x="373" y="363"/>
                </a:lnTo>
                <a:close/>
                <a:moveTo>
                  <a:pt x="373" y="203"/>
                </a:moveTo>
                <a:cubicBezTo>
                  <a:pt x="373" y="209"/>
                  <a:pt x="369" y="214"/>
                  <a:pt x="363" y="214"/>
                </a:cubicBezTo>
                <a:cubicBezTo>
                  <a:pt x="357" y="214"/>
                  <a:pt x="352" y="209"/>
                  <a:pt x="352" y="203"/>
                </a:cubicBezTo>
                <a:cubicBezTo>
                  <a:pt x="352" y="175"/>
                  <a:pt x="352" y="175"/>
                  <a:pt x="352" y="175"/>
                </a:cubicBezTo>
                <a:cubicBezTo>
                  <a:pt x="296" y="232"/>
                  <a:pt x="296" y="232"/>
                  <a:pt x="296" y="232"/>
                </a:cubicBezTo>
                <a:cubicBezTo>
                  <a:pt x="293" y="234"/>
                  <a:pt x="291" y="235"/>
                  <a:pt x="288" y="235"/>
                </a:cubicBezTo>
                <a:cubicBezTo>
                  <a:pt x="285" y="235"/>
                  <a:pt x="283" y="234"/>
                  <a:pt x="280" y="232"/>
                </a:cubicBezTo>
                <a:cubicBezTo>
                  <a:pt x="276" y="228"/>
                  <a:pt x="276" y="221"/>
                  <a:pt x="280" y="217"/>
                </a:cubicBezTo>
                <a:cubicBezTo>
                  <a:pt x="337" y="160"/>
                  <a:pt x="337" y="160"/>
                  <a:pt x="337" y="160"/>
                </a:cubicBezTo>
                <a:cubicBezTo>
                  <a:pt x="309" y="160"/>
                  <a:pt x="309" y="160"/>
                  <a:pt x="309" y="160"/>
                </a:cubicBezTo>
                <a:cubicBezTo>
                  <a:pt x="303" y="160"/>
                  <a:pt x="299" y="156"/>
                  <a:pt x="299" y="150"/>
                </a:cubicBezTo>
                <a:cubicBezTo>
                  <a:pt x="299" y="144"/>
                  <a:pt x="303" y="139"/>
                  <a:pt x="309" y="139"/>
                </a:cubicBezTo>
                <a:cubicBezTo>
                  <a:pt x="363" y="139"/>
                  <a:pt x="363" y="139"/>
                  <a:pt x="363" y="139"/>
                </a:cubicBezTo>
                <a:cubicBezTo>
                  <a:pt x="363" y="139"/>
                  <a:pt x="363" y="139"/>
                  <a:pt x="363" y="139"/>
                </a:cubicBezTo>
                <a:cubicBezTo>
                  <a:pt x="364" y="139"/>
                  <a:pt x="365" y="139"/>
                  <a:pt x="367" y="140"/>
                </a:cubicBezTo>
                <a:cubicBezTo>
                  <a:pt x="371" y="141"/>
                  <a:pt x="373" y="145"/>
                  <a:pt x="373" y="150"/>
                </a:cubicBezTo>
                <a:lnTo>
                  <a:pt x="373" y="20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
        <p:nvSpPr>
          <p:cNvPr id="68" name="Freeform 393"/>
          <p:cNvSpPr>
            <a:spLocks noChangeAspect="1" noEditPoints="1"/>
          </p:cNvSpPr>
          <p:nvPr/>
        </p:nvSpPr>
        <p:spPr bwMode="auto">
          <a:xfrm>
            <a:off x="1034894" y="4864790"/>
            <a:ext cx="538415" cy="540000"/>
          </a:xfrm>
          <a:custGeom>
            <a:avLst/>
            <a:gdLst>
              <a:gd name="T0" fmla="*/ 117 w 512"/>
              <a:gd name="T1" fmla="*/ 170 h 512"/>
              <a:gd name="T2" fmla="*/ 149 w 512"/>
              <a:gd name="T3" fmla="*/ 170 h 512"/>
              <a:gd name="T4" fmla="*/ 149 w 512"/>
              <a:gd name="T5" fmla="*/ 202 h 512"/>
              <a:gd name="T6" fmla="*/ 117 w 512"/>
              <a:gd name="T7" fmla="*/ 202 h 512"/>
              <a:gd name="T8" fmla="*/ 117 w 512"/>
              <a:gd name="T9" fmla="*/ 170 h 512"/>
              <a:gd name="T10" fmla="*/ 117 w 512"/>
              <a:gd name="T11" fmla="*/ 341 h 512"/>
              <a:gd name="T12" fmla="*/ 149 w 512"/>
              <a:gd name="T13" fmla="*/ 341 h 512"/>
              <a:gd name="T14" fmla="*/ 149 w 512"/>
              <a:gd name="T15" fmla="*/ 309 h 512"/>
              <a:gd name="T16" fmla="*/ 117 w 512"/>
              <a:gd name="T17" fmla="*/ 309 h 512"/>
              <a:gd name="T18" fmla="*/ 117 w 512"/>
              <a:gd name="T19" fmla="*/ 341 h 512"/>
              <a:gd name="T20" fmla="*/ 512 w 512"/>
              <a:gd name="T21" fmla="*/ 256 h 512"/>
              <a:gd name="T22" fmla="*/ 256 w 512"/>
              <a:gd name="T23" fmla="*/ 512 h 512"/>
              <a:gd name="T24" fmla="*/ 0 w 512"/>
              <a:gd name="T25" fmla="*/ 256 h 512"/>
              <a:gd name="T26" fmla="*/ 256 w 512"/>
              <a:gd name="T27" fmla="*/ 0 h 512"/>
              <a:gd name="T28" fmla="*/ 512 w 512"/>
              <a:gd name="T29" fmla="*/ 256 h 512"/>
              <a:gd name="T30" fmla="*/ 170 w 512"/>
              <a:gd name="T31" fmla="*/ 298 h 512"/>
              <a:gd name="T32" fmla="*/ 160 w 512"/>
              <a:gd name="T33" fmla="*/ 288 h 512"/>
              <a:gd name="T34" fmla="*/ 106 w 512"/>
              <a:gd name="T35" fmla="*/ 288 h 512"/>
              <a:gd name="T36" fmla="*/ 96 w 512"/>
              <a:gd name="T37" fmla="*/ 298 h 512"/>
              <a:gd name="T38" fmla="*/ 96 w 512"/>
              <a:gd name="T39" fmla="*/ 352 h 512"/>
              <a:gd name="T40" fmla="*/ 106 w 512"/>
              <a:gd name="T41" fmla="*/ 362 h 512"/>
              <a:gd name="T42" fmla="*/ 160 w 512"/>
              <a:gd name="T43" fmla="*/ 362 h 512"/>
              <a:gd name="T44" fmla="*/ 170 w 512"/>
              <a:gd name="T45" fmla="*/ 352 h 512"/>
              <a:gd name="T46" fmla="*/ 170 w 512"/>
              <a:gd name="T47" fmla="*/ 298 h 512"/>
              <a:gd name="T48" fmla="*/ 170 w 512"/>
              <a:gd name="T49" fmla="*/ 160 h 512"/>
              <a:gd name="T50" fmla="*/ 160 w 512"/>
              <a:gd name="T51" fmla="*/ 149 h 512"/>
              <a:gd name="T52" fmla="*/ 106 w 512"/>
              <a:gd name="T53" fmla="*/ 149 h 512"/>
              <a:gd name="T54" fmla="*/ 96 w 512"/>
              <a:gd name="T55" fmla="*/ 160 h 512"/>
              <a:gd name="T56" fmla="*/ 96 w 512"/>
              <a:gd name="T57" fmla="*/ 213 h 512"/>
              <a:gd name="T58" fmla="*/ 106 w 512"/>
              <a:gd name="T59" fmla="*/ 224 h 512"/>
              <a:gd name="T60" fmla="*/ 160 w 512"/>
              <a:gd name="T61" fmla="*/ 224 h 512"/>
              <a:gd name="T62" fmla="*/ 170 w 512"/>
              <a:gd name="T63" fmla="*/ 213 h 512"/>
              <a:gd name="T64" fmla="*/ 170 w 512"/>
              <a:gd name="T65" fmla="*/ 160 h 512"/>
              <a:gd name="T66" fmla="*/ 416 w 512"/>
              <a:gd name="T67" fmla="*/ 352 h 512"/>
              <a:gd name="T68" fmla="*/ 405 w 512"/>
              <a:gd name="T69" fmla="*/ 341 h 512"/>
              <a:gd name="T70" fmla="*/ 224 w 512"/>
              <a:gd name="T71" fmla="*/ 341 h 512"/>
              <a:gd name="T72" fmla="*/ 213 w 512"/>
              <a:gd name="T73" fmla="*/ 352 h 512"/>
              <a:gd name="T74" fmla="*/ 224 w 512"/>
              <a:gd name="T75" fmla="*/ 362 h 512"/>
              <a:gd name="T76" fmla="*/ 405 w 512"/>
              <a:gd name="T77" fmla="*/ 362 h 512"/>
              <a:gd name="T78" fmla="*/ 416 w 512"/>
              <a:gd name="T79" fmla="*/ 352 h 512"/>
              <a:gd name="T80" fmla="*/ 416 w 512"/>
              <a:gd name="T81" fmla="*/ 298 h 512"/>
              <a:gd name="T82" fmla="*/ 405 w 512"/>
              <a:gd name="T83" fmla="*/ 288 h 512"/>
              <a:gd name="T84" fmla="*/ 224 w 512"/>
              <a:gd name="T85" fmla="*/ 288 h 512"/>
              <a:gd name="T86" fmla="*/ 213 w 512"/>
              <a:gd name="T87" fmla="*/ 298 h 512"/>
              <a:gd name="T88" fmla="*/ 224 w 512"/>
              <a:gd name="T89" fmla="*/ 309 h 512"/>
              <a:gd name="T90" fmla="*/ 405 w 512"/>
              <a:gd name="T91" fmla="*/ 309 h 512"/>
              <a:gd name="T92" fmla="*/ 416 w 512"/>
              <a:gd name="T93" fmla="*/ 298 h 512"/>
              <a:gd name="T94" fmla="*/ 416 w 512"/>
              <a:gd name="T95" fmla="*/ 213 h 512"/>
              <a:gd name="T96" fmla="*/ 405 w 512"/>
              <a:gd name="T97" fmla="*/ 202 h 512"/>
              <a:gd name="T98" fmla="*/ 224 w 512"/>
              <a:gd name="T99" fmla="*/ 202 h 512"/>
              <a:gd name="T100" fmla="*/ 213 w 512"/>
              <a:gd name="T101" fmla="*/ 213 h 512"/>
              <a:gd name="T102" fmla="*/ 224 w 512"/>
              <a:gd name="T103" fmla="*/ 224 h 512"/>
              <a:gd name="T104" fmla="*/ 405 w 512"/>
              <a:gd name="T105" fmla="*/ 224 h 512"/>
              <a:gd name="T106" fmla="*/ 416 w 512"/>
              <a:gd name="T107" fmla="*/ 213 h 512"/>
              <a:gd name="T108" fmla="*/ 416 w 512"/>
              <a:gd name="T109" fmla="*/ 160 h 512"/>
              <a:gd name="T110" fmla="*/ 405 w 512"/>
              <a:gd name="T111" fmla="*/ 149 h 512"/>
              <a:gd name="T112" fmla="*/ 224 w 512"/>
              <a:gd name="T113" fmla="*/ 149 h 512"/>
              <a:gd name="T114" fmla="*/ 213 w 512"/>
              <a:gd name="T115" fmla="*/ 160 h 512"/>
              <a:gd name="T116" fmla="*/ 224 w 512"/>
              <a:gd name="T117" fmla="*/ 170 h 512"/>
              <a:gd name="T118" fmla="*/ 405 w 512"/>
              <a:gd name="T119" fmla="*/ 170 h 512"/>
              <a:gd name="T120" fmla="*/ 416 w 512"/>
              <a:gd name="T121" fmla="*/ 16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12" h="512">
                <a:moveTo>
                  <a:pt x="117" y="170"/>
                </a:moveTo>
                <a:cubicBezTo>
                  <a:pt x="149" y="170"/>
                  <a:pt x="149" y="170"/>
                  <a:pt x="149" y="170"/>
                </a:cubicBezTo>
                <a:cubicBezTo>
                  <a:pt x="149" y="202"/>
                  <a:pt x="149" y="202"/>
                  <a:pt x="149" y="202"/>
                </a:cubicBezTo>
                <a:cubicBezTo>
                  <a:pt x="117" y="202"/>
                  <a:pt x="117" y="202"/>
                  <a:pt x="117" y="202"/>
                </a:cubicBezTo>
                <a:lnTo>
                  <a:pt x="117" y="170"/>
                </a:lnTo>
                <a:close/>
                <a:moveTo>
                  <a:pt x="117" y="341"/>
                </a:moveTo>
                <a:cubicBezTo>
                  <a:pt x="149" y="341"/>
                  <a:pt x="149" y="341"/>
                  <a:pt x="149" y="341"/>
                </a:cubicBezTo>
                <a:cubicBezTo>
                  <a:pt x="149" y="309"/>
                  <a:pt x="149" y="309"/>
                  <a:pt x="149" y="309"/>
                </a:cubicBezTo>
                <a:cubicBezTo>
                  <a:pt x="117" y="309"/>
                  <a:pt x="117" y="309"/>
                  <a:pt x="117" y="309"/>
                </a:cubicBezTo>
                <a:lnTo>
                  <a:pt x="117" y="341"/>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70" y="298"/>
                </a:moveTo>
                <a:cubicBezTo>
                  <a:pt x="170" y="292"/>
                  <a:pt x="166" y="288"/>
                  <a:pt x="160" y="288"/>
                </a:cubicBezTo>
                <a:cubicBezTo>
                  <a:pt x="106" y="288"/>
                  <a:pt x="106" y="288"/>
                  <a:pt x="106" y="288"/>
                </a:cubicBezTo>
                <a:cubicBezTo>
                  <a:pt x="100" y="288"/>
                  <a:pt x="96" y="292"/>
                  <a:pt x="96" y="298"/>
                </a:cubicBezTo>
                <a:cubicBezTo>
                  <a:pt x="96" y="352"/>
                  <a:pt x="96" y="352"/>
                  <a:pt x="96" y="352"/>
                </a:cubicBezTo>
                <a:cubicBezTo>
                  <a:pt x="96" y="358"/>
                  <a:pt x="100" y="362"/>
                  <a:pt x="106" y="362"/>
                </a:cubicBezTo>
                <a:cubicBezTo>
                  <a:pt x="160" y="362"/>
                  <a:pt x="160" y="362"/>
                  <a:pt x="160" y="362"/>
                </a:cubicBezTo>
                <a:cubicBezTo>
                  <a:pt x="166" y="362"/>
                  <a:pt x="170" y="358"/>
                  <a:pt x="170" y="352"/>
                </a:cubicBezTo>
                <a:lnTo>
                  <a:pt x="170" y="298"/>
                </a:lnTo>
                <a:close/>
                <a:moveTo>
                  <a:pt x="170" y="160"/>
                </a:moveTo>
                <a:cubicBezTo>
                  <a:pt x="170" y="154"/>
                  <a:pt x="166" y="149"/>
                  <a:pt x="160" y="149"/>
                </a:cubicBezTo>
                <a:cubicBezTo>
                  <a:pt x="106" y="149"/>
                  <a:pt x="106" y="149"/>
                  <a:pt x="106" y="149"/>
                </a:cubicBezTo>
                <a:cubicBezTo>
                  <a:pt x="100" y="149"/>
                  <a:pt x="96" y="154"/>
                  <a:pt x="96" y="160"/>
                </a:cubicBezTo>
                <a:cubicBezTo>
                  <a:pt x="96" y="213"/>
                  <a:pt x="96" y="213"/>
                  <a:pt x="96" y="213"/>
                </a:cubicBezTo>
                <a:cubicBezTo>
                  <a:pt x="96" y="219"/>
                  <a:pt x="100" y="224"/>
                  <a:pt x="106" y="224"/>
                </a:cubicBezTo>
                <a:cubicBezTo>
                  <a:pt x="160" y="224"/>
                  <a:pt x="160" y="224"/>
                  <a:pt x="160" y="224"/>
                </a:cubicBezTo>
                <a:cubicBezTo>
                  <a:pt x="166" y="224"/>
                  <a:pt x="170" y="219"/>
                  <a:pt x="170" y="213"/>
                </a:cubicBezTo>
                <a:lnTo>
                  <a:pt x="170" y="160"/>
                </a:lnTo>
                <a:close/>
                <a:moveTo>
                  <a:pt x="416" y="352"/>
                </a:moveTo>
                <a:cubicBezTo>
                  <a:pt x="416" y="346"/>
                  <a:pt x="411" y="341"/>
                  <a:pt x="405" y="341"/>
                </a:cubicBezTo>
                <a:cubicBezTo>
                  <a:pt x="224" y="341"/>
                  <a:pt x="224" y="341"/>
                  <a:pt x="224" y="341"/>
                </a:cubicBezTo>
                <a:cubicBezTo>
                  <a:pt x="218" y="341"/>
                  <a:pt x="213" y="346"/>
                  <a:pt x="213" y="352"/>
                </a:cubicBezTo>
                <a:cubicBezTo>
                  <a:pt x="213" y="358"/>
                  <a:pt x="218" y="362"/>
                  <a:pt x="224" y="362"/>
                </a:cubicBezTo>
                <a:cubicBezTo>
                  <a:pt x="405" y="362"/>
                  <a:pt x="405" y="362"/>
                  <a:pt x="405" y="362"/>
                </a:cubicBezTo>
                <a:cubicBezTo>
                  <a:pt x="411" y="362"/>
                  <a:pt x="416" y="358"/>
                  <a:pt x="416" y="352"/>
                </a:cubicBezTo>
                <a:close/>
                <a:moveTo>
                  <a:pt x="416" y="298"/>
                </a:moveTo>
                <a:cubicBezTo>
                  <a:pt x="416" y="292"/>
                  <a:pt x="411" y="288"/>
                  <a:pt x="405" y="288"/>
                </a:cubicBezTo>
                <a:cubicBezTo>
                  <a:pt x="224" y="288"/>
                  <a:pt x="224" y="288"/>
                  <a:pt x="224" y="288"/>
                </a:cubicBezTo>
                <a:cubicBezTo>
                  <a:pt x="218" y="288"/>
                  <a:pt x="213" y="292"/>
                  <a:pt x="213" y="298"/>
                </a:cubicBezTo>
                <a:cubicBezTo>
                  <a:pt x="213" y="304"/>
                  <a:pt x="218" y="309"/>
                  <a:pt x="224" y="309"/>
                </a:cubicBezTo>
                <a:cubicBezTo>
                  <a:pt x="405" y="309"/>
                  <a:pt x="405" y="309"/>
                  <a:pt x="405" y="309"/>
                </a:cubicBezTo>
                <a:cubicBezTo>
                  <a:pt x="411" y="309"/>
                  <a:pt x="416" y="304"/>
                  <a:pt x="416" y="298"/>
                </a:cubicBezTo>
                <a:close/>
                <a:moveTo>
                  <a:pt x="416" y="213"/>
                </a:moveTo>
                <a:cubicBezTo>
                  <a:pt x="416" y="207"/>
                  <a:pt x="411" y="202"/>
                  <a:pt x="405" y="202"/>
                </a:cubicBezTo>
                <a:cubicBezTo>
                  <a:pt x="224" y="202"/>
                  <a:pt x="224" y="202"/>
                  <a:pt x="224" y="202"/>
                </a:cubicBezTo>
                <a:cubicBezTo>
                  <a:pt x="218" y="202"/>
                  <a:pt x="213" y="207"/>
                  <a:pt x="213" y="213"/>
                </a:cubicBezTo>
                <a:cubicBezTo>
                  <a:pt x="213" y="219"/>
                  <a:pt x="218" y="224"/>
                  <a:pt x="224" y="224"/>
                </a:cubicBezTo>
                <a:cubicBezTo>
                  <a:pt x="405" y="224"/>
                  <a:pt x="405" y="224"/>
                  <a:pt x="405" y="224"/>
                </a:cubicBezTo>
                <a:cubicBezTo>
                  <a:pt x="411" y="224"/>
                  <a:pt x="416" y="219"/>
                  <a:pt x="416" y="213"/>
                </a:cubicBezTo>
                <a:close/>
                <a:moveTo>
                  <a:pt x="416" y="160"/>
                </a:moveTo>
                <a:cubicBezTo>
                  <a:pt x="416" y="154"/>
                  <a:pt x="411" y="149"/>
                  <a:pt x="405" y="149"/>
                </a:cubicBezTo>
                <a:cubicBezTo>
                  <a:pt x="224" y="149"/>
                  <a:pt x="224" y="149"/>
                  <a:pt x="224" y="149"/>
                </a:cubicBezTo>
                <a:cubicBezTo>
                  <a:pt x="218" y="149"/>
                  <a:pt x="213" y="154"/>
                  <a:pt x="213" y="160"/>
                </a:cubicBezTo>
                <a:cubicBezTo>
                  <a:pt x="213" y="166"/>
                  <a:pt x="218" y="170"/>
                  <a:pt x="224" y="170"/>
                </a:cubicBezTo>
                <a:cubicBezTo>
                  <a:pt x="405" y="170"/>
                  <a:pt x="405" y="170"/>
                  <a:pt x="405" y="170"/>
                </a:cubicBezTo>
                <a:cubicBezTo>
                  <a:pt x="411" y="170"/>
                  <a:pt x="416" y="166"/>
                  <a:pt x="416" y="16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3228639140"/>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42" imgH="442" progId="TCLayout.ActiveDocument.1">
                  <p:embed/>
                </p:oleObj>
              </mc:Choice>
              <mc:Fallback>
                <p:oleObj name="think-cell Slide" r:id="rId5" imgW="442" imgH="442" progId="TCLayout.ActiveDocument.1">
                  <p:embed/>
                  <p:pic>
                    <p:nvPicPr>
                      <p:cNvPr id="8" name="Object 7"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9" name="Rectangle 8" hidden="1"/>
          <p:cNvSpPr/>
          <p:nvPr>
            <p:custDataLst>
              <p:tags r:id="rId2"/>
            </p:custDataLst>
          </p:nvPr>
        </p:nvSpPr>
        <p:spPr bwMode="gray">
          <a:xfrm>
            <a:off x="0" y="0"/>
            <a:ext cx="158750" cy="158750"/>
          </a:xfrm>
          <a:prstGeom prst="rect">
            <a:avLst/>
          </a:prstGeom>
          <a:solidFill>
            <a:schemeClr val="accent3"/>
          </a:solidFill>
          <a:ln w="19050" algn="ctr">
            <a:noFill/>
            <a:miter lim="800000"/>
            <a:headEnd/>
            <a:tailEnd/>
          </a:ln>
        </p:spPr>
        <p:txBody>
          <a:bodyPr vert="horz" wrap="none" lIns="0" tIns="0" rIns="0" bIns="0" numCol="1" spcCol="0" rtlCol="0" anchor="ctr" anchorCtr="0">
            <a:noAutofit/>
          </a:bodyPr>
          <a:lstStyle/>
          <a:p>
            <a:pPr algn="ctr">
              <a:spcBef>
                <a:spcPct val="0"/>
              </a:spcBef>
              <a:spcAft>
                <a:spcPct val="0"/>
              </a:spcAft>
              <a:buFont typeface="Wingdings 2" pitchFamily="18" charset="2"/>
              <a:buNone/>
            </a:pPr>
            <a:endParaRPr lang="en-IN" sz="2000" b="1" dirty="0">
              <a:solidFill>
                <a:schemeClr val="bg1"/>
              </a:solidFill>
              <a:latin typeface="Verdana" panose="020B0604030504040204" pitchFamily="34" charset="0"/>
              <a:ea typeface="+mj-ea"/>
              <a:cs typeface="+mj-cs"/>
              <a:sym typeface="Verdana" panose="020B0604030504040204" pitchFamily="34" charset="0"/>
            </a:endParaRPr>
          </a:p>
        </p:txBody>
      </p:sp>
      <p:sp>
        <p:nvSpPr>
          <p:cNvPr id="58" name="Title 2"/>
          <p:cNvSpPr txBox="1">
            <a:spLocks/>
          </p:cNvSpPr>
          <p:nvPr/>
        </p:nvSpPr>
        <p:spPr bwMode="gray">
          <a:xfrm>
            <a:off x="469900" y="403915"/>
            <a:ext cx="11220452" cy="334100"/>
          </a:xfrm>
          <a:prstGeom prst="rect">
            <a:avLst/>
          </a:prstGeom>
        </p:spPr>
        <p:txBody>
          <a:bodyPr vert="horz" lIns="0" tIns="0" rIns="0" bIns="0" rtlCol="0" anchor="t" anchorCtr="0">
            <a:noAutofit/>
          </a:bodyPr>
          <a:lstStyle>
            <a:lvl1pPr algn="l" defTabSz="990570" rtl="0" eaLnBrk="1" latinLnBrk="0" hangingPunct="1">
              <a:spcBef>
                <a:spcPct val="0"/>
              </a:spcBef>
              <a:buNone/>
              <a:defRPr sz="2000" kern="1200">
                <a:solidFill>
                  <a:schemeClr val="tx1"/>
                </a:solidFill>
                <a:latin typeface="+mj-lt"/>
                <a:ea typeface="+mj-ea"/>
                <a:cs typeface="+mj-cs"/>
              </a:defRPr>
            </a:lvl1pPr>
          </a:lstStyle>
          <a:p>
            <a:r>
              <a:rPr lang="en-US" dirty="0">
                <a:solidFill>
                  <a:prstClr val="black"/>
                </a:solidFill>
              </a:rPr>
              <a:t>Team structure</a:t>
            </a:r>
            <a:endParaRPr lang="en-US" dirty="0"/>
          </a:p>
        </p:txBody>
      </p:sp>
      <p:sp>
        <p:nvSpPr>
          <p:cNvPr id="24" name="Rectangle 23"/>
          <p:cNvSpPr>
            <a:spLocks noChangeArrowheads="1"/>
          </p:cNvSpPr>
          <p:nvPr/>
        </p:nvSpPr>
        <p:spPr bwMode="auto">
          <a:xfrm>
            <a:off x="3793607" y="4674263"/>
            <a:ext cx="7599899" cy="196662"/>
          </a:xfrm>
          <a:prstGeom prst="rect">
            <a:avLst/>
          </a:prstGeom>
          <a:solidFill>
            <a:schemeClr val="accent1"/>
          </a:solidFill>
          <a:ln w="12700" algn="ctr">
            <a:solidFill>
              <a:schemeClr val="accent1"/>
            </a:solidFill>
            <a:miter lim="800000"/>
            <a:headEnd/>
            <a:tailEnd/>
          </a:ln>
        </p:spPr>
        <p:txBody>
          <a:bodyPr lIns="36000" tIns="36000" rIns="36000" bIns="36000" anchor="b" anchorCtr="1">
            <a:noAutofit/>
          </a:bodyPr>
          <a:lstStyle/>
          <a:p>
            <a:pPr algn="ctr" defTabSz="1106488">
              <a:spcBef>
                <a:spcPct val="50000"/>
              </a:spcBef>
              <a:buClr>
                <a:schemeClr val="tx1"/>
              </a:buClr>
              <a:tabLst>
                <a:tab pos="6911975" algn="l"/>
              </a:tabLst>
            </a:pPr>
            <a:r>
              <a:rPr lang="en-US" sz="900" b="1" dirty="0">
                <a:solidFill>
                  <a:schemeClr val="bg1"/>
                </a:solidFill>
              </a:rPr>
              <a:t>Project Management and operating team</a:t>
            </a:r>
          </a:p>
        </p:txBody>
      </p:sp>
      <p:sp>
        <p:nvSpPr>
          <p:cNvPr id="25" name="Rectangle 24"/>
          <p:cNvSpPr>
            <a:spLocks noChangeArrowheads="1"/>
          </p:cNvSpPr>
          <p:nvPr/>
        </p:nvSpPr>
        <p:spPr bwMode="auto">
          <a:xfrm>
            <a:off x="3801320" y="4874739"/>
            <a:ext cx="7590660" cy="1040400"/>
          </a:xfrm>
          <a:prstGeom prst="rect">
            <a:avLst/>
          </a:prstGeom>
          <a:noFill/>
          <a:ln w="12700" algn="ctr">
            <a:solidFill>
              <a:schemeClr val="accent1"/>
            </a:solidFill>
            <a:miter lim="800000"/>
            <a:headEnd/>
            <a:tailEnd/>
          </a:ln>
        </p:spPr>
        <p:txBody>
          <a:bodyPr lIns="36000" tIns="36000" rIns="36000" bIns="36000" anchor="t">
            <a:noAutofit/>
          </a:bodyPr>
          <a:lstStyle/>
          <a:p>
            <a:pPr marL="714375" indent="-177800">
              <a:defRPr/>
            </a:pPr>
            <a:endParaRPr lang="en-GB" sz="800" dirty="0">
              <a:cs typeface="Arial" charset="0"/>
            </a:endParaRPr>
          </a:p>
        </p:txBody>
      </p:sp>
      <p:sp>
        <p:nvSpPr>
          <p:cNvPr id="26" name="Rectangle 153"/>
          <p:cNvSpPr>
            <a:spLocks noChangeArrowheads="1"/>
          </p:cNvSpPr>
          <p:nvPr/>
        </p:nvSpPr>
        <p:spPr bwMode="auto">
          <a:xfrm>
            <a:off x="828201" y="929261"/>
            <a:ext cx="2289487" cy="219307"/>
          </a:xfrm>
          <a:prstGeom prst="rect">
            <a:avLst/>
          </a:prstGeom>
          <a:solidFill>
            <a:srgbClr val="18A1B1"/>
          </a:solidFill>
          <a:ln w="12700" algn="ctr">
            <a:solidFill>
              <a:srgbClr val="18A1B1"/>
            </a:solidFill>
            <a:miter lim="800000"/>
            <a:headEnd/>
            <a:tailEnd/>
          </a:ln>
        </p:spPr>
        <p:txBody>
          <a:bodyPr lIns="36000" tIns="36000" rIns="36000" bIns="36000" anchor="b" anchorCtr="1">
            <a:noAutofit/>
          </a:bodyPr>
          <a:lstStyle/>
          <a:p>
            <a:pPr algn="ctr" defTabSz="1106488">
              <a:spcBef>
                <a:spcPct val="50000"/>
              </a:spcBef>
              <a:buClr>
                <a:schemeClr val="tx1"/>
              </a:buClr>
              <a:tabLst>
                <a:tab pos="6911975" algn="l"/>
              </a:tabLst>
            </a:pPr>
            <a:r>
              <a:rPr lang="en-US" sz="900" b="1" dirty="0">
                <a:solidFill>
                  <a:schemeClr val="bg1"/>
                </a:solidFill>
              </a:rPr>
              <a:t>CIL management personnel</a:t>
            </a:r>
          </a:p>
        </p:txBody>
      </p:sp>
      <p:sp>
        <p:nvSpPr>
          <p:cNvPr id="27" name="Rectangle 154"/>
          <p:cNvSpPr>
            <a:spLocks noChangeArrowheads="1"/>
          </p:cNvSpPr>
          <p:nvPr/>
        </p:nvSpPr>
        <p:spPr bwMode="auto">
          <a:xfrm>
            <a:off x="828201" y="1152723"/>
            <a:ext cx="2289487" cy="1186820"/>
          </a:xfrm>
          <a:prstGeom prst="rect">
            <a:avLst/>
          </a:prstGeom>
          <a:noFill/>
          <a:ln w="12700" algn="ctr">
            <a:solidFill>
              <a:srgbClr val="18A1B1"/>
            </a:solidFill>
            <a:miter lim="800000"/>
            <a:headEnd/>
            <a:tailEnd/>
          </a:ln>
          <a:extLst>
            <a:ext uri="{909E8E84-426E-40DD-AFC4-6F175D3DCCD1}">
              <a14:hiddenFill xmlns:a14="http://schemas.microsoft.com/office/drawing/2010/main">
                <a:solidFill>
                  <a:srgbClr val="FFFFFF"/>
                </a:solidFill>
              </a14:hiddenFill>
            </a:ext>
          </a:extLst>
        </p:spPr>
        <p:txBody>
          <a:bodyPr lIns="36000" tIns="36000" rIns="36000" bIns="36000">
            <a:noAutofit/>
          </a:bodyPr>
          <a:lstStyle/>
          <a:p>
            <a:pPr marL="450850"/>
            <a:endParaRPr lang="en-GB" sz="800" dirty="0">
              <a:solidFill>
                <a:sysClr val="windowText" lastClr="000000"/>
              </a:solidFill>
            </a:endParaRPr>
          </a:p>
        </p:txBody>
      </p:sp>
      <p:sp>
        <p:nvSpPr>
          <p:cNvPr id="37" name="Rectangle 36"/>
          <p:cNvSpPr/>
          <p:nvPr/>
        </p:nvSpPr>
        <p:spPr>
          <a:xfrm>
            <a:off x="1330529" y="1850602"/>
            <a:ext cx="1413193" cy="338554"/>
          </a:xfrm>
          <a:prstGeom prst="rect">
            <a:avLst/>
          </a:prstGeom>
        </p:spPr>
        <p:txBody>
          <a:bodyPr wrap="square">
            <a:spAutoFit/>
          </a:bodyPr>
          <a:lstStyle/>
          <a:p>
            <a:pPr marL="1588" algn="ctr"/>
            <a:r>
              <a:rPr lang="en-US" sz="800" b="1" dirty="0">
                <a:solidFill>
                  <a:srgbClr val="0097A9"/>
                </a:solidFill>
              </a:rPr>
              <a:t>To be Defined</a:t>
            </a:r>
          </a:p>
          <a:p>
            <a:pPr marL="1588" algn="ctr"/>
            <a:r>
              <a:rPr lang="en-US" sz="800" dirty="0">
                <a:solidFill>
                  <a:srgbClr val="0097A9"/>
                </a:solidFill>
              </a:rPr>
              <a:t>CIL</a:t>
            </a:r>
            <a:endParaRPr lang="ru-RU" sz="800" dirty="0">
              <a:solidFill>
                <a:srgbClr val="0097A9"/>
              </a:solidFill>
            </a:endParaRPr>
          </a:p>
        </p:txBody>
      </p:sp>
      <p:grpSp>
        <p:nvGrpSpPr>
          <p:cNvPr id="38" name="Group 37"/>
          <p:cNvGrpSpPr/>
          <p:nvPr/>
        </p:nvGrpSpPr>
        <p:grpSpPr>
          <a:xfrm>
            <a:off x="1767184" y="1391934"/>
            <a:ext cx="421369" cy="450361"/>
            <a:chOff x="2578160" y="2096861"/>
            <a:chExt cx="395956" cy="519714"/>
          </a:xfrm>
        </p:grpSpPr>
        <p:sp>
          <p:nvSpPr>
            <p:cNvPr id="39" name="Rectangle 38"/>
            <p:cNvSpPr/>
            <p:nvPr/>
          </p:nvSpPr>
          <p:spPr>
            <a:xfrm>
              <a:off x="2578160" y="2096861"/>
              <a:ext cx="395956" cy="519714"/>
            </a:xfrm>
            <a:prstGeom prst="rect">
              <a:avLst/>
            </a:prstGeom>
            <a:solidFill>
              <a:schemeClr val="bg1"/>
            </a:solidFill>
            <a:ln w="12700" algn="ctr">
              <a:solidFill>
                <a:schemeClr val="bg1">
                  <a:lumMod val="50000"/>
                </a:schemeClr>
              </a:solidFill>
              <a:miter lim="800000"/>
              <a:headEnd/>
              <a:tailE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pic>
          <p:nvPicPr>
            <p:cNvPr id="40" name="Picture 39"/>
            <p:cNvPicPr>
              <a:picLocks noChangeAspect="1"/>
            </p:cNvPicPr>
            <p:nvPr/>
          </p:nvPicPr>
          <p:blipFill rotWithShape="1">
            <a:blip r:embed="rId7" cstate="print">
              <a:extLst>
                <a:ext uri="{28A0092B-C50C-407E-A947-70E740481C1C}">
                  <a14:useLocalDpi xmlns:a14="http://schemas.microsoft.com/office/drawing/2010/main"/>
                </a:ext>
              </a:extLst>
            </a:blip>
            <a:srcRect/>
            <a:stretch/>
          </p:blipFill>
          <p:spPr>
            <a:xfrm>
              <a:off x="2658527" y="2223109"/>
              <a:ext cx="253247" cy="248365"/>
            </a:xfrm>
            <a:prstGeom prst="rect">
              <a:avLst/>
            </a:prstGeom>
          </p:spPr>
        </p:pic>
      </p:grpSp>
      <p:sp>
        <p:nvSpPr>
          <p:cNvPr id="42" name="Rectangle 5"/>
          <p:cNvSpPr>
            <a:spLocks noChangeArrowheads="1"/>
          </p:cNvSpPr>
          <p:nvPr/>
        </p:nvSpPr>
        <p:spPr bwMode="auto">
          <a:xfrm>
            <a:off x="7341605" y="3681887"/>
            <a:ext cx="3880589" cy="490469"/>
          </a:xfrm>
          <a:prstGeom prst="rect">
            <a:avLst/>
          </a:prstGeom>
          <a:noFill/>
          <a:ln w="12700" algn="ctr">
            <a:noFill/>
            <a:miter lim="800000"/>
            <a:headEnd type="none" w="sm" len="sm"/>
            <a:tailEnd type="none" w="sm" len="sm"/>
          </a:ln>
          <a:effectLst/>
        </p:spPr>
        <p:txBody>
          <a:bodyPr lIns="64598" tIns="36000" rIns="64598" bIns="64598" anchor="ctr"/>
          <a:lstStyle/>
          <a:p>
            <a:pPr marL="173037" lvl="1" indent="-171450" defTabSz="925513">
              <a:spcAft>
                <a:spcPct val="10000"/>
              </a:spcAft>
              <a:buSzPct val="100000"/>
              <a:buFont typeface="Arial" panose="020B0604020202020204" pitchFamily="34" charset="0"/>
              <a:buChar char="•"/>
              <a:defRPr/>
            </a:pPr>
            <a:r>
              <a:rPr lang="en-US" sz="800" i="1" dirty="0"/>
              <a:t>Provide insight, coach and challenge project team on relevant matters and during workshop, critical interactions </a:t>
            </a:r>
          </a:p>
          <a:p>
            <a:pPr marL="173037" lvl="1" indent="-171450" defTabSz="925513">
              <a:spcAft>
                <a:spcPct val="10000"/>
              </a:spcAft>
              <a:buSzPct val="100000"/>
              <a:buFont typeface="Arial" panose="020B0604020202020204" pitchFamily="34" charset="0"/>
              <a:buChar char="•"/>
              <a:defRPr/>
            </a:pPr>
            <a:r>
              <a:rPr lang="en-US" sz="800" i="1" dirty="0"/>
              <a:t>Visit based on prior approval of CIL management as per agreed rate</a:t>
            </a:r>
            <a:endParaRPr lang="ru-RU" sz="800" i="1" dirty="0"/>
          </a:p>
        </p:txBody>
      </p:sp>
      <p:sp>
        <p:nvSpPr>
          <p:cNvPr id="43" name="Rectangle 153"/>
          <p:cNvSpPr>
            <a:spLocks noChangeArrowheads="1"/>
          </p:cNvSpPr>
          <p:nvPr/>
        </p:nvSpPr>
        <p:spPr bwMode="auto">
          <a:xfrm>
            <a:off x="828201" y="2807465"/>
            <a:ext cx="2289487" cy="207744"/>
          </a:xfrm>
          <a:prstGeom prst="rect">
            <a:avLst/>
          </a:prstGeom>
          <a:solidFill>
            <a:srgbClr val="18A1B1"/>
          </a:solidFill>
          <a:ln w="12700" algn="ctr">
            <a:solidFill>
              <a:srgbClr val="18A1B1"/>
            </a:solidFill>
            <a:miter lim="800000"/>
            <a:headEnd/>
            <a:tailEnd/>
          </a:ln>
        </p:spPr>
        <p:txBody>
          <a:bodyPr lIns="36000" tIns="36000" rIns="36000" bIns="36000" anchor="b" anchorCtr="1">
            <a:noAutofit/>
          </a:bodyPr>
          <a:lstStyle/>
          <a:p>
            <a:pPr algn="ctr" defTabSz="1106488">
              <a:spcBef>
                <a:spcPct val="50000"/>
              </a:spcBef>
              <a:buClr>
                <a:schemeClr val="tx1"/>
              </a:buClr>
              <a:tabLst>
                <a:tab pos="6911975" algn="l"/>
              </a:tabLst>
            </a:pPr>
            <a:r>
              <a:rPr lang="en-US" sz="900" b="1" dirty="0">
                <a:solidFill>
                  <a:schemeClr val="bg1"/>
                </a:solidFill>
              </a:rPr>
              <a:t>CIL professionals</a:t>
            </a:r>
          </a:p>
        </p:txBody>
      </p:sp>
      <p:sp>
        <p:nvSpPr>
          <p:cNvPr id="44" name="Rectangle 154"/>
          <p:cNvSpPr>
            <a:spLocks noChangeArrowheads="1"/>
          </p:cNvSpPr>
          <p:nvPr/>
        </p:nvSpPr>
        <p:spPr bwMode="auto">
          <a:xfrm>
            <a:off x="828201" y="3030928"/>
            <a:ext cx="2289487" cy="1162800"/>
          </a:xfrm>
          <a:prstGeom prst="rect">
            <a:avLst/>
          </a:prstGeom>
          <a:noFill/>
          <a:ln w="12700" algn="ctr">
            <a:solidFill>
              <a:srgbClr val="18A1B1"/>
            </a:solidFill>
            <a:miter lim="800000"/>
            <a:headEnd/>
            <a:tailEnd/>
          </a:ln>
          <a:extLst>
            <a:ext uri="{909E8E84-426E-40DD-AFC4-6F175D3DCCD1}">
              <a14:hiddenFill xmlns:a14="http://schemas.microsoft.com/office/drawing/2010/main">
                <a:solidFill>
                  <a:srgbClr val="FFFFFF"/>
                </a:solidFill>
              </a14:hiddenFill>
            </a:ext>
          </a:extLst>
        </p:spPr>
        <p:txBody>
          <a:bodyPr lIns="36000" tIns="36000" rIns="36000" bIns="36000">
            <a:noAutofit/>
          </a:bodyPr>
          <a:lstStyle/>
          <a:p>
            <a:pPr marL="450850"/>
            <a:endParaRPr lang="en-GB" sz="800" dirty="0">
              <a:solidFill>
                <a:sysClr val="windowText" lastClr="000000"/>
              </a:solidFill>
            </a:endParaRPr>
          </a:p>
        </p:txBody>
      </p:sp>
      <p:sp>
        <p:nvSpPr>
          <p:cNvPr id="45" name="Rectangle 44"/>
          <p:cNvSpPr/>
          <p:nvPr/>
        </p:nvSpPr>
        <p:spPr>
          <a:xfrm>
            <a:off x="824654" y="4870925"/>
            <a:ext cx="2304923" cy="215444"/>
          </a:xfrm>
          <a:prstGeom prst="rect">
            <a:avLst/>
          </a:prstGeom>
        </p:spPr>
        <p:txBody>
          <a:bodyPr wrap="square">
            <a:spAutoFit/>
          </a:bodyPr>
          <a:lstStyle/>
          <a:p>
            <a:pPr marL="1587" lvl="1" algn="ctr" defTabSz="925513">
              <a:spcAft>
                <a:spcPct val="10000"/>
              </a:spcAft>
              <a:buSzPct val="100000"/>
              <a:defRPr/>
            </a:pPr>
            <a:r>
              <a:rPr lang="en-US" sz="800" b="1" dirty="0">
                <a:solidFill>
                  <a:srgbClr val="0097A9"/>
                </a:solidFill>
              </a:rPr>
              <a:t>Representatives from CIL</a:t>
            </a:r>
          </a:p>
        </p:txBody>
      </p:sp>
      <p:sp>
        <p:nvSpPr>
          <p:cNvPr id="47" name="Rectangle 5"/>
          <p:cNvSpPr>
            <a:spLocks noChangeArrowheads="1"/>
          </p:cNvSpPr>
          <p:nvPr/>
        </p:nvSpPr>
        <p:spPr bwMode="auto">
          <a:xfrm>
            <a:off x="181155" y="5799020"/>
            <a:ext cx="3352505" cy="443067"/>
          </a:xfrm>
          <a:prstGeom prst="rect">
            <a:avLst/>
          </a:prstGeom>
          <a:noFill/>
          <a:ln w="12700" algn="ctr">
            <a:noFill/>
            <a:miter lim="800000"/>
            <a:headEnd type="none" w="sm" len="sm"/>
            <a:tailEnd type="none" w="sm" len="sm"/>
          </a:ln>
          <a:effectLst/>
        </p:spPr>
        <p:txBody>
          <a:bodyPr lIns="64598" tIns="36000" rIns="64598" bIns="64598" anchor="ctr"/>
          <a:lstStyle/>
          <a:p>
            <a:pPr marL="1587" lvl="1" defTabSz="925513">
              <a:spcAft>
                <a:spcPct val="10000"/>
              </a:spcAft>
              <a:buSzPct val="100000"/>
              <a:defRPr/>
            </a:pPr>
            <a:r>
              <a:rPr lang="en-US" sz="800" i="1" dirty="0"/>
              <a:t>Provide inputs as well as coordinates leadership interactions as needed to understand constraints, capabilities &amp; capacities</a:t>
            </a:r>
          </a:p>
        </p:txBody>
      </p:sp>
      <p:sp>
        <p:nvSpPr>
          <p:cNvPr id="52" name="Rectangle 51"/>
          <p:cNvSpPr/>
          <p:nvPr/>
        </p:nvSpPr>
        <p:spPr bwMode="gray">
          <a:xfrm>
            <a:off x="926790" y="5070105"/>
            <a:ext cx="990061" cy="311960"/>
          </a:xfrm>
          <a:prstGeom prst="rect">
            <a:avLst/>
          </a:prstGeom>
          <a:noFill/>
          <a:ln w="9525" algn="ctr">
            <a:solidFill>
              <a:schemeClr val="accent3"/>
            </a:solidFill>
            <a:miter lim="800000"/>
            <a:headEnd/>
            <a:tailEnd/>
          </a:ln>
        </p:spPr>
        <p:txBody>
          <a:bodyPr wrap="square" lIns="88900" tIns="88900" rIns="88900" bIns="88900" rtlCol="0" anchor="ctr"/>
          <a:lstStyle/>
          <a:p>
            <a:pPr algn="ctr">
              <a:lnSpc>
                <a:spcPct val="106000"/>
              </a:lnSpc>
            </a:pPr>
            <a:r>
              <a:rPr lang="en-IN" sz="900" dirty="0"/>
              <a:t>Coal </a:t>
            </a:r>
            <a:r>
              <a:rPr lang="en-IN" sz="900" dirty="0" err="1"/>
              <a:t>Videsh</a:t>
            </a:r>
            <a:r>
              <a:rPr lang="en-IN" sz="900" dirty="0"/>
              <a:t> 1</a:t>
            </a:r>
          </a:p>
        </p:txBody>
      </p:sp>
      <p:sp>
        <p:nvSpPr>
          <p:cNvPr id="53" name="Rectangle 52"/>
          <p:cNvSpPr/>
          <p:nvPr/>
        </p:nvSpPr>
        <p:spPr bwMode="gray">
          <a:xfrm>
            <a:off x="2015568" y="5070105"/>
            <a:ext cx="990061" cy="311960"/>
          </a:xfrm>
          <a:prstGeom prst="rect">
            <a:avLst/>
          </a:prstGeom>
          <a:noFill/>
          <a:ln w="9525" algn="ctr">
            <a:solidFill>
              <a:schemeClr val="accent3"/>
            </a:solidFill>
            <a:miter lim="800000"/>
            <a:headEnd/>
            <a:tailEnd/>
          </a:ln>
        </p:spPr>
        <p:txBody>
          <a:bodyPr wrap="square" lIns="88900" tIns="88900" rIns="88900" bIns="88900" rtlCol="0" anchor="ctr"/>
          <a:lstStyle/>
          <a:p>
            <a:pPr algn="ctr">
              <a:lnSpc>
                <a:spcPct val="106000"/>
              </a:lnSpc>
            </a:pPr>
            <a:r>
              <a:rPr lang="en-IN" sz="900" dirty="0"/>
              <a:t>Coal </a:t>
            </a:r>
            <a:r>
              <a:rPr lang="en-IN" sz="900" dirty="0" err="1"/>
              <a:t>Videsh</a:t>
            </a:r>
            <a:r>
              <a:rPr lang="en-IN" sz="900" dirty="0"/>
              <a:t> 2</a:t>
            </a:r>
          </a:p>
        </p:txBody>
      </p:sp>
      <p:sp>
        <p:nvSpPr>
          <p:cNvPr id="54" name="Rectangle 53"/>
          <p:cNvSpPr/>
          <p:nvPr/>
        </p:nvSpPr>
        <p:spPr bwMode="gray">
          <a:xfrm>
            <a:off x="925156" y="5451606"/>
            <a:ext cx="990061" cy="311960"/>
          </a:xfrm>
          <a:prstGeom prst="rect">
            <a:avLst/>
          </a:prstGeom>
          <a:noFill/>
          <a:ln w="9525" algn="ctr">
            <a:solidFill>
              <a:schemeClr val="accent3"/>
            </a:solidFill>
            <a:miter lim="800000"/>
            <a:headEnd/>
            <a:tailEnd/>
          </a:ln>
        </p:spPr>
        <p:txBody>
          <a:bodyPr wrap="square" lIns="88900" tIns="88900" rIns="88900" bIns="88900" rtlCol="0" anchor="ctr"/>
          <a:lstStyle/>
          <a:p>
            <a:pPr algn="ctr">
              <a:lnSpc>
                <a:spcPct val="106000"/>
              </a:lnSpc>
            </a:pPr>
            <a:r>
              <a:rPr lang="en-IN" sz="900" dirty="0"/>
              <a:t>Technical </a:t>
            </a:r>
          </a:p>
        </p:txBody>
      </p:sp>
      <p:sp>
        <p:nvSpPr>
          <p:cNvPr id="55" name="Rectangle 54"/>
          <p:cNvSpPr/>
          <p:nvPr/>
        </p:nvSpPr>
        <p:spPr bwMode="gray">
          <a:xfrm>
            <a:off x="2002690" y="5451606"/>
            <a:ext cx="990061" cy="311960"/>
          </a:xfrm>
          <a:prstGeom prst="rect">
            <a:avLst/>
          </a:prstGeom>
          <a:noFill/>
          <a:ln w="9525" algn="ctr">
            <a:solidFill>
              <a:schemeClr val="accent3"/>
            </a:solidFill>
            <a:miter lim="800000"/>
            <a:headEnd/>
            <a:tailEnd/>
          </a:ln>
        </p:spPr>
        <p:txBody>
          <a:bodyPr wrap="square" lIns="88900" tIns="88900" rIns="88900" bIns="88900" rtlCol="0" anchor="ctr"/>
          <a:lstStyle/>
          <a:p>
            <a:pPr algn="ctr">
              <a:lnSpc>
                <a:spcPct val="106000"/>
              </a:lnSpc>
              <a:buFont typeface="Wingdings 2" pitchFamily="18" charset="2"/>
              <a:buNone/>
            </a:pPr>
            <a:r>
              <a:rPr lang="en-IN" sz="900" dirty="0"/>
              <a:t>CMD office </a:t>
            </a:r>
          </a:p>
        </p:txBody>
      </p:sp>
      <p:sp>
        <p:nvSpPr>
          <p:cNvPr id="56" name="Rectangle 153"/>
          <p:cNvSpPr>
            <a:spLocks noChangeArrowheads="1"/>
          </p:cNvSpPr>
          <p:nvPr/>
        </p:nvSpPr>
        <p:spPr bwMode="auto">
          <a:xfrm>
            <a:off x="3778438" y="949650"/>
            <a:ext cx="2988000" cy="215155"/>
          </a:xfrm>
          <a:prstGeom prst="rect">
            <a:avLst/>
          </a:prstGeom>
          <a:solidFill>
            <a:schemeClr val="accent1"/>
          </a:solidFill>
          <a:ln w="12700" algn="ctr">
            <a:solidFill>
              <a:schemeClr val="accent1"/>
            </a:solidFill>
            <a:miter lim="800000"/>
            <a:headEnd/>
            <a:tailEnd/>
          </a:ln>
        </p:spPr>
        <p:txBody>
          <a:bodyPr lIns="36000" tIns="36000" rIns="36000" bIns="36000" anchor="b" anchorCtr="1">
            <a:noAutofit/>
          </a:bodyPr>
          <a:lstStyle/>
          <a:p>
            <a:pPr algn="ctr" defTabSz="1106488">
              <a:spcBef>
                <a:spcPct val="50000"/>
              </a:spcBef>
              <a:buClr>
                <a:schemeClr val="tx1"/>
              </a:buClr>
              <a:tabLst>
                <a:tab pos="6911975" algn="l"/>
              </a:tabLst>
            </a:pPr>
            <a:r>
              <a:rPr lang="en-US" sz="900" b="1" dirty="0">
                <a:solidFill>
                  <a:schemeClr val="bg1"/>
                </a:solidFill>
              </a:rPr>
              <a:t>Steering committee</a:t>
            </a:r>
          </a:p>
        </p:txBody>
      </p:sp>
      <p:sp>
        <p:nvSpPr>
          <p:cNvPr id="57" name="Rectangle 154"/>
          <p:cNvSpPr>
            <a:spLocks noChangeArrowheads="1"/>
          </p:cNvSpPr>
          <p:nvPr/>
        </p:nvSpPr>
        <p:spPr bwMode="auto">
          <a:xfrm>
            <a:off x="3778439" y="1173112"/>
            <a:ext cx="2982600" cy="1164019"/>
          </a:xfrm>
          <a:prstGeom prst="rect">
            <a:avLst/>
          </a:prstGeom>
          <a:noFill/>
          <a:ln w="12700" algn="ctr">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lIns="36000" tIns="36000" rIns="36000" bIns="36000">
            <a:noAutofit/>
          </a:bodyPr>
          <a:lstStyle/>
          <a:p>
            <a:pPr marL="450850"/>
            <a:endParaRPr lang="en-GB" sz="800" dirty="0"/>
          </a:p>
        </p:txBody>
      </p:sp>
      <p:sp>
        <p:nvSpPr>
          <p:cNvPr id="59" name="Rectangle 153"/>
          <p:cNvSpPr>
            <a:spLocks noChangeArrowheads="1"/>
          </p:cNvSpPr>
          <p:nvPr/>
        </p:nvSpPr>
        <p:spPr bwMode="auto">
          <a:xfrm>
            <a:off x="7091344" y="6433334"/>
            <a:ext cx="877089" cy="218372"/>
          </a:xfrm>
          <a:prstGeom prst="rect">
            <a:avLst/>
          </a:prstGeom>
          <a:solidFill>
            <a:schemeClr val="accent1"/>
          </a:solidFill>
          <a:ln w="12700" algn="ctr">
            <a:noFill/>
            <a:miter lim="800000"/>
            <a:headEnd/>
            <a:tailEnd/>
          </a:ln>
        </p:spPr>
        <p:txBody>
          <a:bodyPr lIns="36000" tIns="36000" rIns="36000" bIns="36000" anchor="ctr" anchorCtr="1">
            <a:noAutofit/>
          </a:bodyPr>
          <a:lstStyle/>
          <a:p>
            <a:pPr algn="ctr" defTabSz="1106488">
              <a:spcBef>
                <a:spcPct val="50000"/>
              </a:spcBef>
              <a:buClr>
                <a:schemeClr val="tx1"/>
              </a:buClr>
              <a:tabLst>
                <a:tab pos="6911975" algn="l"/>
              </a:tabLst>
            </a:pPr>
            <a:r>
              <a:rPr lang="en-US" sz="800" b="1" i="1" dirty="0">
                <a:solidFill>
                  <a:schemeClr val="bg1"/>
                </a:solidFill>
              </a:rPr>
              <a:t>Deloitte</a:t>
            </a:r>
          </a:p>
        </p:txBody>
      </p:sp>
      <p:sp>
        <p:nvSpPr>
          <p:cNvPr id="60" name="Rectangle 153"/>
          <p:cNvSpPr>
            <a:spLocks noChangeArrowheads="1"/>
          </p:cNvSpPr>
          <p:nvPr/>
        </p:nvSpPr>
        <p:spPr bwMode="auto">
          <a:xfrm>
            <a:off x="6057188" y="6433334"/>
            <a:ext cx="877089" cy="218372"/>
          </a:xfrm>
          <a:prstGeom prst="rect">
            <a:avLst/>
          </a:prstGeom>
          <a:solidFill>
            <a:srgbClr val="18A1B1"/>
          </a:solidFill>
          <a:ln w="12700" algn="ctr">
            <a:noFill/>
            <a:miter lim="800000"/>
            <a:headEnd/>
            <a:tailEnd/>
          </a:ln>
        </p:spPr>
        <p:txBody>
          <a:bodyPr lIns="36000" tIns="36000" rIns="36000" bIns="36000" anchor="ctr" anchorCtr="1">
            <a:noAutofit/>
          </a:bodyPr>
          <a:lstStyle/>
          <a:p>
            <a:pPr algn="ctr" defTabSz="1106488">
              <a:spcBef>
                <a:spcPct val="50000"/>
              </a:spcBef>
              <a:buClr>
                <a:schemeClr val="tx1"/>
              </a:buClr>
              <a:tabLst>
                <a:tab pos="6911975" algn="l"/>
              </a:tabLst>
            </a:pPr>
            <a:r>
              <a:rPr lang="en-US" sz="800" b="1" i="1" dirty="0">
                <a:solidFill>
                  <a:schemeClr val="bg1"/>
                </a:solidFill>
              </a:rPr>
              <a:t>CIL</a:t>
            </a:r>
          </a:p>
        </p:txBody>
      </p:sp>
      <p:grpSp>
        <p:nvGrpSpPr>
          <p:cNvPr id="61" name="Group 60"/>
          <p:cNvGrpSpPr/>
          <p:nvPr/>
        </p:nvGrpSpPr>
        <p:grpSpPr>
          <a:xfrm>
            <a:off x="1747829" y="3163723"/>
            <a:ext cx="421369" cy="450361"/>
            <a:chOff x="2578160" y="2096861"/>
            <a:chExt cx="395956" cy="519714"/>
          </a:xfrm>
        </p:grpSpPr>
        <p:sp>
          <p:nvSpPr>
            <p:cNvPr id="62" name="Rectangle 61"/>
            <p:cNvSpPr/>
            <p:nvPr/>
          </p:nvSpPr>
          <p:spPr>
            <a:xfrm>
              <a:off x="2578160" y="2096861"/>
              <a:ext cx="395956" cy="519714"/>
            </a:xfrm>
            <a:prstGeom prst="rect">
              <a:avLst/>
            </a:prstGeom>
            <a:solidFill>
              <a:schemeClr val="bg1"/>
            </a:solidFill>
            <a:ln w="12700" algn="ctr">
              <a:solidFill>
                <a:schemeClr val="bg1">
                  <a:lumMod val="50000"/>
                </a:schemeClr>
              </a:solidFill>
              <a:miter lim="800000"/>
              <a:headEnd/>
              <a:tailE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pic>
          <p:nvPicPr>
            <p:cNvPr id="63" name="Picture 62"/>
            <p:cNvPicPr>
              <a:picLocks noChangeAspect="1"/>
            </p:cNvPicPr>
            <p:nvPr/>
          </p:nvPicPr>
          <p:blipFill rotWithShape="1">
            <a:blip r:embed="rId7" cstate="print">
              <a:extLst>
                <a:ext uri="{28A0092B-C50C-407E-A947-70E740481C1C}">
                  <a14:useLocalDpi xmlns:a14="http://schemas.microsoft.com/office/drawing/2010/main"/>
                </a:ext>
              </a:extLst>
            </a:blip>
            <a:srcRect/>
            <a:stretch/>
          </p:blipFill>
          <p:spPr>
            <a:xfrm>
              <a:off x="2658527" y="2223109"/>
              <a:ext cx="253247" cy="248365"/>
            </a:xfrm>
            <a:prstGeom prst="rect">
              <a:avLst/>
            </a:prstGeom>
          </p:spPr>
        </p:pic>
      </p:grpSp>
      <p:sp>
        <p:nvSpPr>
          <p:cNvPr id="64" name="Rectangle 63"/>
          <p:cNvSpPr/>
          <p:nvPr/>
        </p:nvSpPr>
        <p:spPr>
          <a:xfrm>
            <a:off x="1296093" y="3704482"/>
            <a:ext cx="1413193" cy="338554"/>
          </a:xfrm>
          <a:prstGeom prst="rect">
            <a:avLst/>
          </a:prstGeom>
        </p:spPr>
        <p:txBody>
          <a:bodyPr wrap="square">
            <a:spAutoFit/>
          </a:bodyPr>
          <a:lstStyle/>
          <a:p>
            <a:pPr marL="1588" algn="ctr"/>
            <a:r>
              <a:rPr lang="en-US" sz="800" b="1" dirty="0">
                <a:solidFill>
                  <a:srgbClr val="0097A9"/>
                </a:solidFill>
              </a:rPr>
              <a:t>To be Defined</a:t>
            </a:r>
          </a:p>
          <a:p>
            <a:pPr marL="1588" algn="ctr"/>
            <a:r>
              <a:rPr lang="en-US" sz="800" dirty="0">
                <a:solidFill>
                  <a:srgbClr val="0097A9"/>
                </a:solidFill>
              </a:rPr>
              <a:t>CIL</a:t>
            </a:r>
          </a:p>
        </p:txBody>
      </p:sp>
      <p:sp>
        <p:nvSpPr>
          <p:cNvPr id="65" name="Rectangle 154"/>
          <p:cNvSpPr>
            <a:spLocks noChangeArrowheads="1"/>
          </p:cNvSpPr>
          <p:nvPr/>
        </p:nvSpPr>
        <p:spPr bwMode="auto">
          <a:xfrm>
            <a:off x="828201" y="4874740"/>
            <a:ext cx="2289487" cy="995758"/>
          </a:xfrm>
          <a:prstGeom prst="rect">
            <a:avLst/>
          </a:prstGeom>
          <a:noFill/>
          <a:ln w="12700" algn="ctr">
            <a:solidFill>
              <a:srgbClr val="18A1B1"/>
            </a:solidFill>
            <a:miter lim="800000"/>
            <a:headEnd/>
            <a:tailEnd/>
          </a:ln>
          <a:extLst>
            <a:ext uri="{909E8E84-426E-40DD-AFC4-6F175D3DCCD1}">
              <a14:hiddenFill xmlns:a14="http://schemas.microsoft.com/office/drawing/2010/main">
                <a:solidFill>
                  <a:srgbClr val="FFFFFF"/>
                </a:solidFill>
              </a14:hiddenFill>
            </a:ext>
          </a:extLst>
        </p:spPr>
        <p:txBody>
          <a:bodyPr lIns="36000" tIns="36000" rIns="36000" bIns="36000">
            <a:noAutofit/>
          </a:bodyPr>
          <a:lstStyle/>
          <a:p>
            <a:pPr marL="450850"/>
            <a:endParaRPr lang="en-GB" sz="800" dirty="0">
              <a:solidFill>
                <a:sysClr val="windowText" lastClr="000000"/>
              </a:solidFill>
            </a:endParaRPr>
          </a:p>
        </p:txBody>
      </p:sp>
      <p:sp>
        <p:nvSpPr>
          <p:cNvPr id="69" name="Rectangle 153"/>
          <p:cNvSpPr>
            <a:spLocks noChangeArrowheads="1"/>
          </p:cNvSpPr>
          <p:nvPr/>
        </p:nvSpPr>
        <p:spPr bwMode="auto">
          <a:xfrm>
            <a:off x="828201" y="4661803"/>
            <a:ext cx="2289487" cy="219307"/>
          </a:xfrm>
          <a:prstGeom prst="rect">
            <a:avLst/>
          </a:prstGeom>
          <a:solidFill>
            <a:srgbClr val="18A1B1"/>
          </a:solidFill>
          <a:ln w="12700" algn="ctr">
            <a:solidFill>
              <a:srgbClr val="18A1B1"/>
            </a:solidFill>
            <a:miter lim="800000"/>
            <a:headEnd/>
            <a:tailEnd/>
          </a:ln>
        </p:spPr>
        <p:txBody>
          <a:bodyPr lIns="36000" tIns="36000" rIns="36000" bIns="36000" anchor="b" anchorCtr="1">
            <a:noAutofit/>
          </a:bodyPr>
          <a:lstStyle/>
          <a:p>
            <a:pPr algn="ctr" defTabSz="1106488">
              <a:spcBef>
                <a:spcPct val="50000"/>
              </a:spcBef>
              <a:buClr>
                <a:schemeClr val="tx1"/>
              </a:buClr>
              <a:tabLst>
                <a:tab pos="6911975" algn="l"/>
              </a:tabLst>
            </a:pPr>
            <a:r>
              <a:rPr lang="en-US" sz="900" b="1" dirty="0">
                <a:solidFill>
                  <a:schemeClr val="bg1"/>
                </a:solidFill>
              </a:rPr>
              <a:t>CIL Project Manager</a:t>
            </a:r>
          </a:p>
        </p:txBody>
      </p:sp>
      <p:sp>
        <p:nvSpPr>
          <p:cNvPr id="70" name="Rectangle 69"/>
          <p:cNvSpPr/>
          <p:nvPr/>
        </p:nvSpPr>
        <p:spPr bwMode="gray">
          <a:xfrm>
            <a:off x="7137636" y="957889"/>
            <a:ext cx="4254344" cy="3313697"/>
          </a:xfrm>
          <a:prstGeom prst="rect">
            <a:avLst/>
          </a:prstGeom>
          <a:noFill/>
          <a:ln w="28575" algn="ctr">
            <a:solidFill>
              <a:srgbClr val="046A38"/>
            </a:solidFill>
            <a:prstDash val="dash"/>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71" name="Rectangle 70"/>
          <p:cNvSpPr/>
          <p:nvPr/>
        </p:nvSpPr>
        <p:spPr bwMode="gray">
          <a:xfrm>
            <a:off x="7252286" y="3468014"/>
            <a:ext cx="967657" cy="212105"/>
          </a:xfrm>
          <a:prstGeom prst="rect">
            <a:avLst/>
          </a:prstGeom>
          <a:no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900" b="1" dirty="0"/>
              <a:t>Specialists</a:t>
            </a:r>
            <a:endParaRPr lang="en-IN" sz="900" b="1" dirty="0"/>
          </a:p>
        </p:txBody>
      </p:sp>
      <p:cxnSp>
        <p:nvCxnSpPr>
          <p:cNvPr id="72" name="Elbow Connector 71"/>
          <p:cNvCxnSpPr>
            <a:stCxn id="78" idx="3"/>
          </p:cNvCxnSpPr>
          <p:nvPr/>
        </p:nvCxnSpPr>
        <p:spPr>
          <a:xfrm>
            <a:off x="6334921" y="3547011"/>
            <a:ext cx="241679" cy="1146936"/>
          </a:xfrm>
          <a:prstGeom prst="bentConnector2">
            <a:avLst/>
          </a:prstGeom>
          <a:ln>
            <a:solidFill>
              <a:srgbClr val="004F59"/>
            </a:solidFill>
          </a:ln>
        </p:spPr>
        <p:style>
          <a:lnRef idx="1">
            <a:schemeClr val="accent1"/>
          </a:lnRef>
          <a:fillRef idx="0">
            <a:schemeClr val="accent1"/>
          </a:fillRef>
          <a:effectRef idx="0">
            <a:schemeClr val="accent1"/>
          </a:effectRef>
          <a:fontRef idx="minor">
            <a:schemeClr val="tx1"/>
          </a:fontRef>
        </p:style>
      </p:cxnSp>
      <p:sp>
        <p:nvSpPr>
          <p:cNvPr id="76" name="Rectangle 75"/>
          <p:cNvSpPr/>
          <p:nvPr/>
        </p:nvSpPr>
        <p:spPr>
          <a:xfrm>
            <a:off x="7255974" y="1742060"/>
            <a:ext cx="1304147" cy="338554"/>
          </a:xfrm>
          <a:prstGeom prst="rect">
            <a:avLst/>
          </a:prstGeom>
        </p:spPr>
        <p:txBody>
          <a:bodyPr wrap="square">
            <a:spAutoFit/>
          </a:bodyPr>
          <a:lstStyle/>
          <a:p>
            <a:pPr marL="1588" algn="ctr"/>
            <a:r>
              <a:rPr lang="en-US" sz="800" b="1" dirty="0"/>
              <a:t>Rajib Maitra</a:t>
            </a:r>
          </a:p>
          <a:p>
            <a:pPr marL="1588" algn="ctr"/>
            <a:r>
              <a:rPr lang="en-US" sz="800" dirty="0"/>
              <a:t>Coal &amp; Major Mineral</a:t>
            </a:r>
            <a:endParaRPr lang="ru-RU" sz="800" dirty="0"/>
          </a:p>
        </p:txBody>
      </p:sp>
      <p:sp>
        <p:nvSpPr>
          <p:cNvPr id="77" name="Rectangle 153"/>
          <p:cNvSpPr>
            <a:spLocks noChangeArrowheads="1"/>
          </p:cNvSpPr>
          <p:nvPr/>
        </p:nvSpPr>
        <p:spPr bwMode="auto">
          <a:xfrm>
            <a:off x="3781555" y="2774808"/>
            <a:ext cx="2553368" cy="215155"/>
          </a:xfrm>
          <a:prstGeom prst="rect">
            <a:avLst/>
          </a:prstGeom>
          <a:solidFill>
            <a:schemeClr val="accent1"/>
          </a:solidFill>
          <a:ln w="12700" algn="ctr">
            <a:solidFill>
              <a:schemeClr val="accent1"/>
            </a:solidFill>
            <a:miter lim="800000"/>
            <a:headEnd/>
            <a:tailEnd/>
          </a:ln>
        </p:spPr>
        <p:txBody>
          <a:bodyPr lIns="36000" tIns="36000" rIns="36000" bIns="36000" anchor="b" anchorCtr="1">
            <a:noAutofit/>
          </a:bodyPr>
          <a:lstStyle/>
          <a:p>
            <a:pPr algn="ctr" defTabSz="1106488">
              <a:spcBef>
                <a:spcPct val="50000"/>
              </a:spcBef>
              <a:buClr>
                <a:schemeClr val="tx1"/>
              </a:buClr>
              <a:tabLst>
                <a:tab pos="6911975" algn="l"/>
              </a:tabLst>
            </a:pPr>
            <a:r>
              <a:rPr lang="en-US" sz="900" b="1" dirty="0">
                <a:solidFill>
                  <a:schemeClr val="bg1"/>
                </a:solidFill>
              </a:rPr>
              <a:t>Leadership Team</a:t>
            </a:r>
          </a:p>
        </p:txBody>
      </p:sp>
      <p:sp>
        <p:nvSpPr>
          <p:cNvPr id="78" name="Rectangle 154"/>
          <p:cNvSpPr>
            <a:spLocks noChangeArrowheads="1"/>
          </p:cNvSpPr>
          <p:nvPr/>
        </p:nvSpPr>
        <p:spPr bwMode="auto">
          <a:xfrm>
            <a:off x="3781553" y="2965611"/>
            <a:ext cx="2553368" cy="1162800"/>
          </a:xfrm>
          <a:prstGeom prst="rect">
            <a:avLst/>
          </a:prstGeom>
          <a:noFill/>
          <a:ln w="12700" algn="ctr">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lIns="36000" tIns="36000" rIns="36000" bIns="36000">
            <a:noAutofit/>
          </a:bodyPr>
          <a:lstStyle/>
          <a:p>
            <a:pPr marL="450850"/>
            <a:endParaRPr lang="en-GB" sz="800" dirty="0"/>
          </a:p>
        </p:txBody>
      </p:sp>
      <p:pic>
        <p:nvPicPr>
          <p:cNvPr id="79" name="Picture 78"/>
          <p:cNvPicPr>
            <a:picLocks/>
          </p:cNvPicPr>
          <p:nvPr/>
        </p:nvPicPr>
        <p:blipFill>
          <a:blip r:embed="rId8">
            <a:extLst>
              <a:ext uri="{28A0092B-C50C-407E-A947-70E740481C1C}">
                <a14:useLocalDpi xmlns:a14="http://schemas.microsoft.com/office/drawing/2010/main" val="0"/>
              </a:ext>
            </a:extLst>
          </a:blip>
          <a:stretch>
            <a:fillRect/>
          </a:stretch>
        </p:blipFill>
        <p:spPr>
          <a:xfrm>
            <a:off x="7598293" y="1090824"/>
            <a:ext cx="540000" cy="540000"/>
          </a:xfrm>
          <a:prstGeom prst="rect">
            <a:avLst/>
          </a:prstGeom>
          <a:ln>
            <a:solidFill>
              <a:schemeClr val="bg1">
                <a:lumMod val="75000"/>
              </a:schemeClr>
            </a:solidFill>
          </a:ln>
          <a:effectLst>
            <a:outerShdw blurRad="292100" dist="139700" dir="2700000" algn="tl" rotWithShape="0">
              <a:srgbClr val="333333">
                <a:alpha val="65000"/>
              </a:srgbClr>
            </a:outerShdw>
          </a:effectLst>
        </p:spPr>
      </p:pic>
      <p:pic>
        <p:nvPicPr>
          <p:cNvPr id="80" name="Picture 79"/>
          <p:cNvPicPr>
            <a:picLocks/>
          </p:cNvPicPr>
          <p:nvPr/>
        </p:nvPicPr>
        <p:blipFill>
          <a:blip r:embed="rId9" cstate="hqprint">
            <a:extLst>
              <a:ext uri="{28A0092B-C50C-407E-A947-70E740481C1C}">
                <a14:useLocalDpi xmlns:a14="http://schemas.microsoft.com/office/drawing/2010/main" val="0"/>
              </a:ext>
            </a:extLst>
          </a:blip>
          <a:stretch>
            <a:fillRect/>
          </a:stretch>
        </p:blipFill>
        <p:spPr>
          <a:xfrm>
            <a:off x="4788237" y="3101480"/>
            <a:ext cx="540000" cy="540000"/>
          </a:xfrm>
          <a:prstGeom prst="rect">
            <a:avLst/>
          </a:prstGeom>
          <a:ln>
            <a:noFill/>
          </a:ln>
          <a:effectLst>
            <a:outerShdw blurRad="292100" dist="139700" dir="2700000" algn="tl" rotWithShape="0">
              <a:srgbClr val="333333">
                <a:alpha val="65000"/>
              </a:srgbClr>
            </a:outerShdw>
          </a:effectLst>
        </p:spPr>
      </p:pic>
      <p:sp>
        <p:nvSpPr>
          <p:cNvPr id="81" name="Rectangle 80"/>
          <p:cNvSpPr/>
          <p:nvPr/>
        </p:nvSpPr>
        <p:spPr>
          <a:xfrm>
            <a:off x="4395803" y="3745129"/>
            <a:ext cx="1327965" cy="338554"/>
          </a:xfrm>
          <a:prstGeom prst="rect">
            <a:avLst/>
          </a:prstGeom>
        </p:spPr>
        <p:txBody>
          <a:bodyPr wrap="square">
            <a:spAutoFit/>
          </a:bodyPr>
          <a:lstStyle/>
          <a:p>
            <a:pPr marL="1588" algn="ctr"/>
            <a:r>
              <a:rPr lang="en-US" sz="800" b="1" dirty="0"/>
              <a:t>Tushar Chakraborty</a:t>
            </a:r>
          </a:p>
          <a:p>
            <a:pPr marL="1588" algn="ctr"/>
            <a:r>
              <a:rPr lang="en-US" sz="800" dirty="0"/>
              <a:t>Project Leader</a:t>
            </a:r>
          </a:p>
        </p:txBody>
      </p:sp>
      <p:sp>
        <p:nvSpPr>
          <p:cNvPr id="85" name="Rectangle 84"/>
          <p:cNvSpPr/>
          <p:nvPr/>
        </p:nvSpPr>
        <p:spPr>
          <a:xfrm>
            <a:off x="3869420" y="5618937"/>
            <a:ext cx="1723291" cy="338554"/>
          </a:xfrm>
          <a:prstGeom prst="rect">
            <a:avLst/>
          </a:prstGeom>
        </p:spPr>
        <p:txBody>
          <a:bodyPr wrap="square">
            <a:spAutoFit/>
          </a:bodyPr>
          <a:lstStyle/>
          <a:p>
            <a:pPr marL="1588" algn="ctr"/>
            <a:r>
              <a:rPr lang="en-US" sz="800" b="1" dirty="0"/>
              <a:t>Anirban </a:t>
            </a:r>
            <a:r>
              <a:rPr lang="en-US" sz="800" b="1" dirty="0" err="1"/>
              <a:t>Bandhopadhyay</a:t>
            </a:r>
            <a:endParaRPr lang="en-US" sz="800" dirty="0"/>
          </a:p>
          <a:p>
            <a:pPr marL="1588" algn="ctr"/>
            <a:r>
              <a:rPr lang="en-US" sz="800" dirty="0"/>
              <a:t>Project Manager</a:t>
            </a:r>
            <a:endParaRPr lang="ru-RU" sz="800" dirty="0"/>
          </a:p>
        </p:txBody>
      </p:sp>
      <p:cxnSp>
        <p:nvCxnSpPr>
          <p:cNvPr id="87" name="Elbow Connector 86"/>
          <p:cNvCxnSpPr>
            <a:stCxn id="78" idx="3"/>
            <a:endCxn id="70" idx="1"/>
          </p:cNvCxnSpPr>
          <p:nvPr/>
        </p:nvCxnSpPr>
        <p:spPr>
          <a:xfrm flipV="1">
            <a:off x="6334921" y="2614738"/>
            <a:ext cx="802715" cy="932273"/>
          </a:xfrm>
          <a:prstGeom prst="bentConnector3">
            <a:avLst>
              <a:gd name="adj1" fmla="val 50000"/>
            </a:avLst>
          </a:prstGeom>
          <a:ln>
            <a:solidFill>
              <a:srgbClr val="004F59"/>
            </a:solidFill>
          </a:ln>
        </p:spPr>
        <p:style>
          <a:lnRef idx="1">
            <a:schemeClr val="accent1"/>
          </a:lnRef>
          <a:fillRef idx="0">
            <a:schemeClr val="accent1"/>
          </a:fillRef>
          <a:effectRef idx="0">
            <a:schemeClr val="accent1"/>
          </a:effectRef>
          <a:fontRef idx="minor">
            <a:schemeClr val="tx1"/>
          </a:fontRef>
        </p:style>
      </p:cxnSp>
      <p:cxnSp>
        <p:nvCxnSpPr>
          <p:cNvPr id="88" name="Elbow Connector 87"/>
          <p:cNvCxnSpPr>
            <a:stCxn id="77" idx="0"/>
            <a:endCxn id="57" idx="2"/>
          </p:cNvCxnSpPr>
          <p:nvPr/>
        </p:nvCxnSpPr>
        <p:spPr>
          <a:xfrm rot="5400000" flipH="1" flipV="1">
            <a:off x="4945151" y="2450220"/>
            <a:ext cx="437677" cy="211500"/>
          </a:xfrm>
          <a:prstGeom prst="bentConnector3">
            <a:avLst>
              <a:gd name="adj1" fmla="val 50000"/>
            </a:avLst>
          </a:prstGeom>
          <a:ln>
            <a:solidFill>
              <a:srgbClr val="004F59"/>
            </a:solidFill>
          </a:ln>
        </p:spPr>
        <p:style>
          <a:lnRef idx="1">
            <a:schemeClr val="accent1"/>
          </a:lnRef>
          <a:fillRef idx="0">
            <a:schemeClr val="accent1"/>
          </a:fillRef>
          <a:effectRef idx="0">
            <a:schemeClr val="accent1"/>
          </a:effectRef>
          <a:fontRef idx="minor">
            <a:schemeClr val="tx1"/>
          </a:fontRef>
        </p:style>
      </p:cxnSp>
      <p:pic>
        <p:nvPicPr>
          <p:cNvPr id="93" name="Picture 92"/>
          <p:cNvPicPr>
            <a:picLocks noChangeAspect="1"/>
          </p:cNvPicPr>
          <p:nvPr/>
        </p:nvPicPr>
        <p:blipFill rotWithShape="1">
          <a:blip r:embed="rId10"/>
          <a:srcRect l="12526" t="-1053" r="17785" b="6081"/>
          <a:stretch/>
        </p:blipFill>
        <p:spPr>
          <a:xfrm>
            <a:off x="4044587" y="1227931"/>
            <a:ext cx="556591" cy="596349"/>
          </a:xfrm>
          <a:prstGeom prst="rect">
            <a:avLst/>
          </a:prstGeom>
          <a:ln>
            <a:noFill/>
          </a:ln>
          <a:effectLst>
            <a:outerShdw blurRad="292100" dist="139700" dir="2700000" algn="tl" rotWithShape="0">
              <a:srgbClr val="333333">
                <a:alpha val="65000"/>
              </a:srgbClr>
            </a:outerShdw>
          </a:effectLst>
        </p:spPr>
      </p:pic>
      <p:sp>
        <p:nvSpPr>
          <p:cNvPr id="94" name="Rectangle 93"/>
          <p:cNvSpPr/>
          <p:nvPr/>
        </p:nvSpPr>
        <p:spPr>
          <a:xfrm>
            <a:off x="3787064" y="1854094"/>
            <a:ext cx="1194479" cy="461665"/>
          </a:xfrm>
          <a:prstGeom prst="rect">
            <a:avLst/>
          </a:prstGeom>
        </p:spPr>
        <p:txBody>
          <a:bodyPr wrap="square">
            <a:spAutoFit/>
          </a:bodyPr>
          <a:lstStyle/>
          <a:p>
            <a:pPr marL="1588" algn="ctr"/>
            <a:r>
              <a:rPr lang="en-US" sz="800" b="1" dirty="0"/>
              <a:t>Rakesh Surana</a:t>
            </a:r>
          </a:p>
          <a:p>
            <a:pPr marL="1588" algn="ctr"/>
            <a:r>
              <a:rPr lang="en-US" sz="800" dirty="0"/>
              <a:t>Engagement Partner &amp; SME</a:t>
            </a:r>
          </a:p>
        </p:txBody>
      </p:sp>
      <p:pic>
        <p:nvPicPr>
          <p:cNvPr id="98" name="Picture 97"/>
          <p:cNvPicPr>
            <a:picLocks noChangeAspect="1"/>
          </p:cNvPicPr>
          <p:nvPr/>
        </p:nvPicPr>
        <p:blipFill>
          <a:blip r:embed="rId11"/>
          <a:stretch>
            <a:fillRect/>
          </a:stretch>
        </p:blipFill>
        <p:spPr>
          <a:xfrm>
            <a:off x="8071965" y="4985975"/>
            <a:ext cx="488362" cy="577779"/>
          </a:xfrm>
          <a:prstGeom prst="rect">
            <a:avLst/>
          </a:prstGeom>
          <a:ln>
            <a:solidFill>
              <a:schemeClr val="bg1">
                <a:lumMod val="75000"/>
              </a:schemeClr>
            </a:solidFill>
          </a:ln>
          <a:effectLst>
            <a:outerShdw blurRad="292100" dist="139700" dir="2700000" algn="tl" rotWithShape="0">
              <a:srgbClr val="333333">
                <a:alpha val="65000"/>
              </a:srgbClr>
            </a:outerShdw>
          </a:effectLst>
        </p:spPr>
      </p:pic>
      <p:pic>
        <p:nvPicPr>
          <p:cNvPr id="99" name="Picture 98"/>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258453" y="4988511"/>
            <a:ext cx="502586" cy="570181"/>
          </a:xfrm>
          <a:prstGeom prst="rect">
            <a:avLst/>
          </a:prstGeom>
          <a:ln>
            <a:solidFill>
              <a:schemeClr val="bg1">
                <a:lumMod val="75000"/>
              </a:schemeClr>
            </a:solidFill>
          </a:ln>
          <a:effectLst>
            <a:outerShdw blurRad="292100" dist="139700" dir="2700000" algn="tl" rotWithShape="0">
              <a:srgbClr val="333333">
                <a:alpha val="65000"/>
              </a:srgbClr>
            </a:outerShdw>
          </a:effectLst>
        </p:spPr>
      </p:pic>
      <p:pic>
        <p:nvPicPr>
          <p:cNvPr id="100" name="Picture 99"/>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4514605" y="4988916"/>
            <a:ext cx="432922" cy="598953"/>
          </a:xfrm>
          <a:prstGeom prst="rect">
            <a:avLst/>
          </a:prstGeom>
          <a:ln>
            <a:solidFill>
              <a:schemeClr val="bg1">
                <a:lumMod val="75000"/>
              </a:schemeClr>
            </a:solidFill>
          </a:ln>
          <a:effectLst>
            <a:outerShdw blurRad="292100" dist="139700" dir="2700000" algn="tl" rotWithShape="0">
              <a:srgbClr val="333333">
                <a:alpha val="65000"/>
              </a:srgbClr>
            </a:outerShdw>
          </a:effectLst>
        </p:spPr>
      </p:pic>
      <p:sp>
        <p:nvSpPr>
          <p:cNvPr id="101" name="Rectangle 100"/>
          <p:cNvSpPr/>
          <p:nvPr/>
        </p:nvSpPr>
        <p:spPr>
          <a:xfrm>
            <a:off x="5654636" y="5597761"/>
            <a:ext cx="1723291" cy="338554"/>
          </a:xfrm>
          <a:prstGeom prst="rect">
            <a:avLst/>
          </a:prstGeom>
        </p:spPr>
        <p:txBody>
          <a:bodyPr wrap="square">
            <a:spAutoFit/>
          </a:bodyPr>
          <a:lstStyle/>
          <a:p>
            <a:pPr marL="1588" algn="ctr"/>
            <a:r>
              <a:rPr lang="en-US" sz="800" b="1" dirty="0"/>
              <a:t>Surbhi Patni</a:t>
            </a:r>
            <a:endParaRPr lang="en-US" sz="800" dirty="0"/>
          </a:p>
          <a:p>
            <a:pPr marL="1588" algn="ctr"/>
            <a:r>
              <a:rPr lang="en-US" sz="800" dirty="0"/>
              <a:t>Project Associate - Finance</a:t>
            </a:r>
            <a:endParaRPr lang="ru-RU" sz="800" dirty="0"/>
          </a:p>
        </p:txBody>
      </p:sp>
      <p:sp>
        <p:nvSpPr>
          <p:cNvPr id="102" name="Rectangle 101"/>
          <p:cNvSpPr/>
          <p:nvPr/>
        </p:nvSpPr>
        <p:spPr>
          <a:xfrm>
            <a:off x="7439852" y="5592874"/>
            <a:ext cx="1723291" cy="338554"/>
          </a:xfrm>
          <a:prstGeom prst="rect">
            <a:avLst/>
          </a:prstGeom>
        </p:spPr>
        <p:txBody>
          <a:bodyPr wrap="square">
            <a:spAutoFit/>
          </a:bodyPr>
          <a:lstStyle/>
          <a:p>
            <a:pPr marL="1588" algn="ctr"/>
            <a:r>
              <a:rPr lang="en-US" sz="800" b="1" dirty="0"/>
              <a:t>Mainak Mukherjee</a:t>
            </a:r>
            <a:endParaRPr lang="en-US" sz="800" dirty="0"/>
          </a:p>
          <a:p>
            <a:pPr marL="1588" algn="ctr"/>
            <a:r>
              <a:rPr lang="en-US" sz="800" dirty="0"/>
              <a:t>Project Associate - Technical</a:t>
            </a:r>
            <a:endParaRPr lang="ru-RU" sz="800" dirty="0"/>
          </a:p>
        </p:txBody>
      </p:sp>
      <p:grpSp>
        <p:nvGrpSpPr>
          <p:cNvPr id="103" name="Group 102"/>
          <p:cNvGrpSpPr/>
          <p:nvPr/>
        </p:nvGrpSpPr>
        <p:grpSpPr>
          <a:xfrm>
            <a:off x="10120878" y="5032105"/>
            <a:ext cx="443441" cy="511726"/>
            <a:chOff x="2578160" y="2096861"/>
            <a:chExt cx="395956" cy="519714"/>
          </a:xfrm>
        </p:grpSpPr>
        <p:sp>
          <p:nvSpPr>
            <p:cNvPr id="104" name="Rectangle 103"/>
            <p:cNvSpPr/>
            <p:nvPr/>
          </p:nvSpPr>
          <p:spPr>
            <a:xfrm>
              <a:off x="2578160" y="2096861"/>
              <a:ext cx="395956" cy="519714"/>
            </a:xfrm>
            <a:prstGeom prst="rect">
              <a:avLst/>
            </a:prstGeom>
            <a:solidFill>
              <a:schemeClr val="bg1"/>
            </a:solidFill>
            <a:ln w="12700" algn="ctr">
              <a:solidFill>
                <a:schemeClr val="bg1">
                  <a:lumMod val="50000"/>
                </a:schemeClr>
              </a:solidFill>
              <a:miter lim="800000"/>
              <a:headEnd/>
              <a:tailE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pic>
          <p:nvPicPr>
            <p:cNvPr id="105" name="Picture 104"/>
            <p:cNvPicPr>
              <a:picLocks noChangeAspect="1"/>
            </p:cNvPicPr>
            <p:nvPr/>
          </p:nvPicPr>
          <p:blipFill rotWithShape="1">
            <a:blip r:embed="rId7" cstate="print">
              <a:extLst>
                <a:ext uri="{28A0092B-C50C-407E-A947-70E740481C1C}">
                  <a14:useLocalDpi xmlns:a14="http://schemas.microsoft.com/office/drawing/2010/main"/>
                </a:ext>
              </a:extLst>
            </a:blip>
            <a:srcRect/>
            <a:stretch/>
          </p:blipFill>
          <p:spPr>
            <a:xfrm>
              <a:off x="2658527" y="2223109"/>
              <a:ext cx="253247" cy="248365"/>
            </a:xfrm>
            <a:prstGeom prst="rect">
              <a:avLst/>
            </a:prstGeom>
          </p:spPr>
        </p:pic>
      </p:grpSp>
      <p:sp>
        <p:nvSpPr>
          <p:cNvPr id="106" name="Rectangle 105"/>
          <p:cNvSpPr/>
          <p:nvPr/>
        </p:nvSpPr>
        <p:spPr>
          <a:xfrm>
            <a:off x="9498903" y="5558692"/>
            <a:ext cx="1723291" cy="338554"/>
          </a:xfrm>
          <a:prstGeom prst="rect">
            <a:avLst/>
          </a:prstGeom>
        </p:spPr>
        <p:txBody>
          <a:bodyPr wrap="square">
            <a:spAutoFit/>
          </a:bodyPr>
          <a:lstStyle/>
          <a:p>
            <a:pPr marL="1588" algn="ctr"/>
            <a:r>
              <a:rPr lang="en-US" sz="800" b="1" dirty="0"/>
              <a:t>Access to pool of consultants (need basis)</a:t>
            </a:r>
            <a:endParaRPr lang="ru-RU" sz="800" dirty="0"/>
          </a:p>
        </p:txBody>
      </p:sp>
      <p:pic>
        <p:nvPicPr>
          <p:cNvPr id="108" name="Picture 107"/>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0510995" y="1086469"/>
            <a:ext cx="453745" cy="544355"/>
          </a:xfrm>
          <a:prstGeom prst="rect">
            <a:avLst/>
          </a:prstGeom>
          <a:ln>
            <a:solidFill>
              <a:schemeClr val="bg1">
                <a:lumMod val="75000"/>
              </a:schemeClr>
            </a:solidFill>
          </a:ln>
          <a:effectLst>
            <a:outerShdw blurRad="292100" dist="139700" dir="2700000" algn="tl" rotWithShape="0">
              <a:srgbClr val="333333">
                <a:alpha val="65000"/>
              </a:srgbClr>
            </a:outerShdw>
          </a:effectLst>
        </p:spPr>
      </p:pic>
      <p:pic>
        <p:nvPicPr>
          <p:cNvPr id="109" name="Picture 108"/>
          <p:cNvPicPr preferRelativeResize="0">
            <a:picLocks/>
          </p:cNvPicPr>
          <p:nvPr/>
        </p:nvPicPr>
        <p:blipFill rotWithShape="1">
          <a:blip r:embed="rId15" cstate="email">
            <a:extLst>
              <a:ext uri="{28A0092B-C50C-407E-A947-70E740481C1C}">
                <a14:useLocalDpi xmlns:a14="http://schemas.microsoft.com/office/drawing/2010/main"/>
              </a:ext>
            </a:extLst>
          </a:blip>
          <a:srcRect/>
          <a:stretch/>
        </p:blipFill>
        <p:spPr>
          <a:xfrm>
            <a:off x="5749806" y="1254920"/>
            <a:ext cx="508647" cy="574935"/>
          </a:xfrm>
          <a:prstGeom prst="rect">
            <a:avLst/>
          </a:prstGeom>
          <a:ln>
            <a:noFill/>
          </a:ln>
          <a:effectLst>
            <a:outerShdw blurRad="292100" dist="139700" dir="2700000" algn="tl" rotWithShape="0">
              <a:srgbClr val="333333">
                <a:alpha val="65000"/>
              </a:srgbClr>
            </a:outerShdw>
          </a:effectLst>
        </p:spPr>
      </p:pic>
      <p:pic>
        <p:nvPicPr>
          <p:cNvPr id="110" name="Picture 176" descr="C:\Work\EOI\EOI-DFCCIL-Track Access\Pics\Peeyush.jpg"/>
          <p:cNvPicPr>
            <a:picLocks noChangeAspect="1" noChangeArrowheads="1"/>
          </p:cNvPicPr>
          <p:nvPr/>
        </p:nvPicPr>
        <p:blipFill>
          <a:blip r:embed="rId16" cstate="hqprint">
            <a:extLst>
              <a:ext uri="{28A0092B-C50C-407E-A947-70E740481C1C}">
                <a14:useLocalDpi xmlns:a14="http://schemas.microsoft.com/office/drawing/2010/main" val="0"/>
              </a:ext>
            </a:extLst>
          </a:blip>
          <a:srcRect/>
          <a:stretch>
            <a:fillRect/>
          </a:stretch>
        </p:blipFill>
        <p:spPr bwMode="auto">
          <a:xfrm>
            <a:off x="8359004" y="2330688"/>
            <a:ext cx="529285" cy="568097"/>
          </a:xfrm>
          <a:prstGeom prst="rect">
            <a:avLst/>
          </a:prstGeom>
          <a:ln>
            <a:solidFill>
              <a:schemeClr val="bg1">
                <a:lumMod val="75000"/>
              </a:schemeClr>
            </a:solid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111" name="Picture 110"/>
          <p:cNvPicPr>
            <a:picLocks/>
          </p:cNvPicPr>
          <p:nvPr/>
        </p:nvPicPr>
        <p:blipFill rotWithShape="1">
          <a:blip r:embed="rId17" cstate="print">
            <a:extLst>
              <a:ext uri="{28A0092B-C50C-407E-A947-70E740481C1C}">
                <a14:useLocalDpi xmlns:a14="http://schemas.microsoft.com/office/drawing/2010/main"/>
              </a:ext>
            </a:extLst>
          </a:blip>
          <a:srcRect/>
          <a:stretch/>
        </p:blipFill>
        <p:spPr>
          <a:xfrm>
            <a:off x="8978111" y="1092250"/>
            <a:ext cx="520792" cy="538574"/>
          </a:xfrm>
          <a:prstGeom prst="rect">
            <a:avLst/>
          </a:prstGeom>
          <a:ln>
            <a:noFill/>
          </a:ln>
          <a:effectLst>
            <a:outerShdw blurRad="292100" dist="139700" dir="2700000" algn="tl" rotWithShape="0">
              <a:srgbClr val="333333">
                <a:alpha val="65000"/>
              </a:srgbClr>
            </a:outerShdw>
          </a:effectLst>
        </p:spPr>
      </p:pic>
      <p:pic>
        <p:nvPicPr>
          <p:cNvPr id="112" name="Picture 111"/>
          <p:cNvPicPr>
            <a:picLocks noChangeAspect="1"/>
          </p:cNvPicPr>
          <p:nvPr/>
        </p:nvPicPr>
        <p:blipFill rotWithShape="1">
          <a:blip r:embed="rId18"/>
          <a:srcRect l="18474" t="1325" r="16989" b="18876"/>
          <a:stretch/>
        </p:blipFill>
        <p:spPr>
          <a:xfrm>
            <a:off x="9888185" y="2310411"/>
            <a:ext cx="464507" cy="588374"/>
          </a:xfrm>
          <a:prstGeom prst="rect">
            <a:avLst/>
          </a:prstGeom>
          <a:ln>
            <a:solidFill>
              <a:schemeClr val="bg1">
                <a:lumMod val="75000"/>
              </a:schemeClr>
            </a:solidFill>
          </a:ln>
          <a:effectLst>
            <a:outerShdw blurRad="292100" dist="139700" dir="2700000" algn="tl" rotWithShape="0">
              <a:srgbClr val="333333">
                <a:alpha val="65000"/>
              </a:srgbClr>
            </a:outerShdw>
          </a:effectLst>
        </p:spPr>
      </p:pic>
      <p:sp>
        <p:nvSpPr>
          <p:cNvPr id="113" name="Rectangle 112"/>
          <p:cNvSpPr/>
          <p:nvPr/>
        </p:nvSpPr>
        <p:spPr>
          <a:xfrm>
            <a:off x="5368524" y="1803787"/>
            <a:ext cx="1355270" cy="461665"/>
          </a:xfrm>
          <a:prstGeom prst="rect">
            <a:avLst/>
          </a:prstGeom>
        </p:spPr>
        <p:txBody>
          <a:bodyPr wrap="square">
            <a:spAutoFit/>
          </a:bodyPr>
          <a:lstStyle/>
          <a:p>
            <a:pPr marL="1588" algn="ctr"/>
            <a:r>
              <a:rPr lang="en-US" sz="800" b="1" dirty="0"/>
              <a:t>Shridhar Kamath</a:t>
            </a:r>
          </a:p>
          <a:p>
            <a:pPr marL="1588" algn="ctr"/>
            <a:r>
              <a:rPr lang="en-US" sz="800" dirty="0"/>
              <a:t>Partner &amp; Specialist – EBITDA improvement </a:t>
            </a:r>
          </a:p>
        </p:txBody>
      </p:sp>
      <p:sp>
        <p:nvSpPr>
          <p:cNvPr id="114" name="Rectangle 113"/>
          <p:cNvSpPr/>
          <p:nvPr/>
        </p:nvSpPr>
        <p:spPr>
          <a:xfrm>
            <a:off x="8628935" y="1739753"/>
            <a:ext cx="1304147" cy="338554"/>
          </a:xfrm>
          <a:prstGeom prst="rect">
            <a:avLst/>
          </a:prstGeom>
        </p:spPr>
        <p:txBody>
          <a:bodyPr wrap="square">
            <a:spAutoFit/>
          </a:bodyPr>
          <a:lstStyle/>
          <a:p>
            <a:pPr marL="1588" algn="ctr"/>
            <a:r>
              <a:rPr lang="en-US" sz="800" b="1" dirty="0"/>
              <a:t>Sanjay Sah</a:t>
            </a:r>
          </a:p>
          <a:p>
            <a:pPr marL="1588" algn="ctr"/>
            <a:r>
              <a:rPr lang="en-US" sz="800" dirty="0"/>
              <a:t>Chemical</a:t>
            </a:r>
            <a:endParaRPr lang="ru-RU" sz="800" dirty="0"/>
          </a:p>
        </p:txBody>
      </p:sp>
      <p:sp>
        <p:nvSpPr>
          <p:cNvPr id="115" name="Rectangle 114"/>
          <p:cNvSpPr/>
          <p:nvPr/>
        </p:nvSpPr>
        <p:spPr>
          <a:xfrm>
            <a:off x="10120234" y="1745331"/>
            <a:ext cx="1304147" cy="338554"/>
          </a:xfrm>
          <a:prstGeom prst="rect">
            <a:avLst/>
          </a:prstGeom>
        </p:spPr>
        <p:txBody>
          <a:bodyPr wrap="square">
            <a:spAutoFit/>
          </a:bodyPr>
          <a:lstStyle/>
          <a:p>
            <a:pPr marL="1588" algn="ctr"/>
            <a:r>
              <a:rPr lang="en-US" sz="800" b="1" dirty="0"/>
              <a:t>Sayantan Banerjee</a:t>
            </a:r>
          </a:p>
          <a:p>
            <a:pPr marL="1588" algn="ctr"/>
            <a:r>
              <a:rPr lang="en-US" sz="800" dirty="0"/>
              <a:t>Thermal Power</a:t>
            </a:r>
            <a:endParaRPr lang="ru-RU" sz="800" dirty="0"/>
          </a:p>
        </p:txBody>
      </p:sp>
      <p:sp>
        <p:nvSpPr>
          <p:cNvPr id="116" name="Rectangle 115"/>
          <p:cNvSpPr/>
          <p:nvPr/>
        </p:nvSpPr>
        <p:spPr>
          <a:xfrm>
            <a:off x="8008590" y="2966468"/>
            <a:ext cx="1304147" cy="338554"/>
          </a:xfrm>
          <a:prstGeom prst="rect">
            <a:avLst/>
          </a:prstGeom>
        </p:spPr>
        <p:txBody>
          <a:bodyPr wrap="square">
            <a:spAutoFit/>
          </a:bodyPr>
          <a:lstStyle/>
          <a:p>
            <a:pPr marL="1588" algn="ctr"/>
            <a:r>
              <a:rPr lang="en-US" sz="800" b="1" dirty="0" err="1"/>
              <a:t>Peejush</a:t>
            </a:r>
            <a:r>
              <a:rPr lang="en-US" sz="800" b="1" dirty="0"/>
              <a:t> Naidu</a:t>
            </a:r>
          </a:p>
          <a:p>
            <a:pPr marL="1588" algn="ctr"/>
            <a:r>
              <a:rPr lang="en-US" sz="800" dirty="0"/>
              <a:t>Mineral Logistics</a:t>
            </a:r>
            <a:endParaRPr lang="ru-RU" sz="800" dirty="0"/>
          </a:p>
        </p:txBody>
      </p:sp>
      <p:sp>
        <p:nvSpPr>
          <p:cNvPr id="117" name="Rectangle 116"/>
          <p:cNvSpPr/>
          <p:nvPr/>
        </p:nvSpPr>
        <p:spPr>
          <a:xfrm>
            <a:off x="9463376" y="2963661"/>
            <a:ext cx="1304147" cy="338554"/>
          </a:xfrm>
          <a:prstGeom prst="rect">
            <a:avLst/>
          </a:prstGeom>
        </p:spPr>
        <p:txBody>
          <a:bodyPr wrap="square">
            <a:spAutoFit/>
          </a:bodyPr>
          <a:lstStyle/>
          <a:p>
            <a:pPr marL="1588" algn="ctr"/>
            <a:r>
              <a:rPr lang="en-US" sz="800" b="1" dirty="0"/>
              <a:t>Amitabh Saha</a:t>
            </a:r>
          </a:p>
          <a:p>
            <a:pPr marL="1588" algn="ctr"/>
            <a:r>
              <a:rPr lang="en-US" sz="800" dirty="0"/>
              <a:t>Solar Energy</a:t>
            </a:r>
            <a:endParaRPr lang="ru-RU" sz="800" dirty="0"/>
          </a:p>
        </p:txBody>
      </p:sp>
    </p:spTree>
    <p:extLst>
      <p:ext uri="{BB962C8B-B14F-4D97-AF65-F5344CB8AC3E}">
        <p14:creationId xmlns:p14="http://schemas.microsoft.com/office/powerpoint/2010/main" val="1730217198"/>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98" imgH="499" progId="TCLayout.ActiveDocument.1">
                  <p:embed/>
                </p:oleObj>
              </mc:Choice>
              <mc:Fallback>
                <p:oleObj name="think-cell Slide" r:id="rId4" imgW="498" imgH="499" progId="TCLayout.ActiveDocument.1">
                  <p:embed/>
                  <p:pic>
                    <p:nvPicPr>
                      <p:cNvPr id="3" name="Object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p:cNvSpPr/>
          <p:nvPr>
            <p:custDataLst>
              <p:tags r:id="rId2"/>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2000" b="0" i="0" u="none" strike="noStrike" kern="1200" cap="none" spc="0" normalizeH="0" baseline="0" noProof="0" dirty="0">
              <a:ln>
                <a:noFill/>
              </a:ln>
              <a:solidFill>
                <a:prstClr val="white"/>
              </a:solidFill>
              <a:effectLst/>
              <a:uLnTx/>
              <a:uFillTx/>
              <a:latin typeface="Verdana" panose="020B0604030504040204" pitchFamily="34" charset="0"/>
              <a:ea typeface="+mn-ea"/>
              <a:cs typeface="+mn-cs"/>
              <a:sym typeface="Verdana" panose="020B0604030504040204" pitchFamily="34" charset="0"/>
            </a:endParaRPr>
          </a:p>
        </p:txBody>
      </p:sp>
      <p:sp>
        <p:nvSpPr>
          <p:cNvPr id="178" name="Title 2">
            <a:extLst>
              <a:ext uri="{FF2B5EF4-FFF2-40B4-BE49-F238E27FC236}">
                <a16:creationId xmlns:a16="http://schemas.microsoft.com/office/drawing/2014/main" id="{8D973501-B48C-4171-AC47-67D51F631076}"/>
              </a:ext>
            </a:extLst>
          </p:cNvPr>
          <p:cNvSpPr>
            <a:spLocks noGrp="1"/>
          </p:cNvSpPr>
          <p:nvPr>
            <p:ph type="title"/>
          </p:nvPr>
        </p:nvSpPr>
        <p:spPr/>
        <p:txBody>
          <a:bodyPr vert="horz" lIns="0" tIns="0" rIns="0" bIns="0" rtlCol="0" anchor="t" anchorCtr="0">
            <a:noAutofit/>
          </a:bodyPr>
          <a:lstStyle/>
          <a:p>
            <a:r>
              <a:rPr lang="en-US" dirty="0">
                <a:solidFill>
                  <a:prstClr val="black"/>
                </a:solidFill>
              </a:rPr>
              <a:t>Our governance structure</a:t>
            </a:r>
            <a:endParaRPr lang="en-GB" dirty="0">
              <a:solidFill>
                <a:prstClr val="black"/>
              </a:solidFill>
            </a:endParaRPr>
          </a:p>
        </p:txBody>
      </p:sp>
      <p:graphicFrame>
        <p:nvGraphicFramePr>
          <p:cNvPr id="41" name="Table 40"/>
          <p:cNvGraphicFramePr>
            <a:graphicFrameLocks noGrp="1"/>
          </p:cNvGraphicFramePr>
          <p:nvPr>
            <p:extLst>
              <p:ext uri="{D42A27DB-BD31-4B8C-83A1-F6EECF244321}">
                <p14:modId xmlns:p14="http://schemas.microsoft.com/office/powerpoint/2010/main" val="4080390500"/>
              </p:ext>
            </p:extLst>
          </p:nvPr>
        </p:nvGraphicFramePr>
        <p:xfrm>
          <a:off x="469900" y="1106932"/>
          <a:ext cx="11164751" cy="4754253"/>
        </p:xfrm>
        <a:graphic>
          <a:graphicData uri="http://schemas.openxmlformats.org/drawingml/2006/table">
            <a:tbl>
              <a:tblPr firstRow="1" firstCol="1" bandRow="1"/>
              <a:tblGrid>
                <a:gridCol w="1199011">
                  <a:extLst>
                    <a:ext uri="{9D8B030D-6E8A-4147-A177-3AD203B41FA5}">
                      <a16:colId xmlns:a16="http://schemas.microsoft.com/office/drawing/2014/main" val="2108682405"/>
                    </a:ext>
                  </a:extLst>
                </a:gridCol>
                <a:gridCol w="1204529">
                  <a:extLst>
                    <a:ext uri="{9D8B030D-6E8A-4147-A177-3AD203B41FA5}">
                      <a16:colId xmlns:a16="http://schemas.microsoft.com/office/drawing/2014/main" val="1969020905"/>
                    </a:ext>
                  </a:extLst>
                </a:gridCol>
                <a:gridCol w="941233">
                  <a:extLst>
                    <a:ext uri="{9D8B030D-6E8A-4147-A177-3AD203B41FA5}">
                      <a16:colId xmlns:a16="http://schemas.microsoft.com/office/drawing/2014/main" val="885373230"/>
                    </a:ext>
                  </a:extLst>
                </a:gridCol>
                <a:gridCol w="924681">
                  <a:extLst>
                    <a:ext uri="{9D8B030D-6E8A-4147-A177-3AD203B41FA5}">
                      <a16:colId xmlns:a16="http://schemas.microsoft.com/office/drawing/2014/main" val="1620295766"/>
                    </a:ext>
                  </a:extLst>
                </a:gridCol>
                <a:gridCol w="904186">
                  <a:extLst>
                    <a:ext uri="{9D8B030D-6E8A-4147-A177-3AD203B41FA5}">
                      <a16:colId xmlns:a16="http://schemas.microsoft.com/office/drawing/2014/main" val="1950320630"/>
                    </a:ext>
                  </a:extLst>
                </a:gridCol>
                <a:gridCol w="2656583">
                  <a:extLst>
                    <a:ext uri="{9D8B030D-6E8A-4147-A177-3AD203B41FA5}">
                      <a16:colId xmlns:a16="http://schemas.microsoft.com/office/drawing/2014/main" val="1100408049"/>
                    </a:ext>
                  </a:extLst>
                </a:gridCol>
                <a:gridCol w="1206186">
                  <a:extLst>
                    <a:ext uri="{9D8B030D-6E8A-4147-A177-3AD203B41FA5}">
                      <a16:colId xmlns:a16="http://schemas.microsoft.com/office/drawing/2014/main" val="2321248488"/>
                    </a:ext>
                  </a:extLst>
                </a:gridCol>
                <a:gridCol w="2128342">
                  <a:extLst>
                    <a:ext uri="{9D8B030D-6E8A-4147-A177-3AD203B41FA5}">
                      <a16:colId xmlns:a16="http://schemas.microsoft.com/office/drawing/2014/main" val="4003679672"/>
                    </a:ext>
                  </a:extLst>
                </a:gridCol>
              </a:tblGrid>
              <a:tr h="560393">
                <a:tc>
                  <a:txBody>
                    <a:bodyPr/>
                    <a:lstStyle/>
                    <a:p>
                      <a:pPr>
                        <a:lnSpc>
                          <a:spcPct val="107000"/>
                        </a:lnSpc>
                        <a:spcAft>
                          <a:spcPts val="0"/>
                        </a:spcAft>
                      </a:pPr>
                      <a:r>
                        <a:rPr lang="en-US" sz="1200" b="1">
                          <a:solidFill>
                            <a:schemeClr val="bg1"/>
                          </a:solidFill>
                          <a:effectLst/>
                          <a:latin typeface="Verdana" panose="020B0604030504040204" pitchFamily="34" charset="0"/>
                          <a:ea typeface="Calibri" panose="020F0502020204030204" pitchFamily="34" charset="0"/>
                          <a:cs typeface="Calibri" panose="020F0502020204030204" pitchFamily="34" charset="0"/>
                        </a:rPr>
                        <a:t>Type of review</a:t>
                      </a:r>
                      <a:endParaRPr lang="en-IN" sz="120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26073" marR="26073" marT="26073" marB="26073">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accent2">
                        <a:lumMod val="50000"/>
                      </a:schemeClr>
                    </a:solidFill>
                  </a:tcPr>
                </a:tc>
                <a:tc>
                  <a:txBody>
                    <a:bodyPr/>
                    <a:lstStyle/>
                    <a:p>
                      <a:pPr>
                        <a:lnSpc>
                          <a:spcPct val="107000"/>
                        </a:lnSpc>
                        <a:spcAft>
                          <a:spcPts val="0"/>
                        </a:spcAft>
                      </a:pPr>
                      <a:r>
                        <a:rPr lang="en-US" sz="1200" b="1">
                          <a:solidFill>
                            <a:schemeClr val="bg1"/>
                          </a:solidFill>
                          <a:effectLst/>
                          <a:latin typeface="Verdana" panose="020B0604030504040204" pitchFamily="34" charset="0"/>
                          <a:ea typeface="Calibri" panose="020F0502020204030204" pitchFamily="34" charset="0"/>
                          <a:cs typeface="Calibri" panose="020F0502020204030204" pitchFamily="34" charset="0"/>
                        </a:rPr>
                        <a:t>Proposed date</a:t>
                      </a:r>
                      <a:endParaRPr lang="en-IN" sz="120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26073" marR="26073" marT="26073" marB="26073">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accent2">
                        <a:lumMod val="50000"/>
                      </a:schemeClr>
                    </a:solidFill>
                  </a:tcPr>
                </a:tc>
                <a:tc>
                  <a:txBody>
                    <a:bodyPr/>
                    <a:lstStyle/>
                    <a:p>
                      <a:pPr>
                        <a:lnSpc>
                          <a:spcPct val="107000"/>
                        </a:lnSpc>
                        <a:spcAft>
                          <a:spcPts val="0"/>
                        </a:spcAft>
                      </a:pPr>
                      <a:r>
                        <a:rPr lang="en-US" sz="1200" b="1">
                          <a:solidFill>
                            <a:schemeClr val="bg1"/>
                          </a:solidFill>
                          <a:effectLst/>
                          <a:latin typeface="Verdana" panose="020B0604030504040204" pitchFamily="34" charset="0"/>
                          <a:ea typeface="Calibri" panose="020F0502020204030204" pitchFamily="34" charset="0"/>
                          <a:cs typeface="Calibri" panose="020F0502020204030204" pitchFamily="34" charset="0"/>
                        </a:rPr>
                        <a:t>Duration</a:t>
                      </a:r>
                      <a:endParaRPr lang="en-IN" sz="120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26073" marR="26073" marT="26073" marB="26073">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accent2">
                        <a:lumMod val="50000"/>
                      </a:schemeClr>
                    </a:solidFill>
                  </a:tcPr>
                </a:tc>
                <a:tc>
                  <a:txBody>
                    <a:bodyPr/>
                    <a:lstStyle/>
                    <a:p>
                      <a:pPr>
                        <a:lnSpc>
                          <a:spcPct val="107000"/>
                        </a:lnSpc>
                        <a:spcAft>
                          <a:spcPts val="0"/>
                        </a:spcAft>
                      </a:pPr>
                      <a:r>
                        <a:rPr lang="en-US" sz="1200" b="1">
                          <a:solidFill>
                            <a:schemeClr val="bg1"/>
                          </a:solidFill>
                          <a:effectLst/>
                          <a:latin typeface="Verdana" panose="020B0604030504040204" pitchFamily="34" charset="0"/>
                          <a:ea typeface="Calibri" panose="020F0502020204030204" pitchFamily="34" charset="0"/>
                          <a:cs typeface="Calibri" panose="020F0502020204030204" pitchFamily="34" charset="0"/>
                        </a:rPr>
                        <a:t>Mode</a:t>
                      </a:r>
                      <a:endParaRPr lang="en-IN" sz="120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26073" marR="26073" marT="26073" marB="26073">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accent2">
                        <a:lumMod val="50000"/>
                      </a:schemeClr>
                    </a:solidFill>
                  </a:tcPr>
                </a:tc>
                <a:tc>
                  <a:txBody>
                    <a:bodyPr/>
                    <a:lstStyle/>
                    <a:p>
                      <a:pPr>
                        <a:lnSpc>
                          <a:spcPct val="107000"/>
                        </a:lnSpc>
                        <a:spcAft>
                          <a:spcPts val="0"/>
                        </a:spcAft>
                      </a:pPr>
                      <a:r>
                        <a:rPr lang="en-US" sz="1200" b="1">
                          <a:solidFill>
                            <a:schemeClr val="bg1"/>
                          </a:solidFill>
                          <a:effectLst/>
                          <a:latin typeface="Verdana" panose="020B0604030504040204" pitchFamily="34" charset="0"/>
                          <a:ea typeface="Calibri" panose="020F0502020204030204" pitchFamily="34" charset="0"/>
                          <a:cs typeface="Calibri" panose="020F0502020204030204" pitchFamily="34" charset="0"/>
                        </a:rPr>
                        <a:t>Location</a:t>
                      </a:r>
                      <a:endParaRPr lang="en-IN" sz="120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26073" marR="26073" marT="26073" marB="26073">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accent2">
                        <a:lumMod val="50000"/>
                      </a:schemeClr>
                    </a:solidFill>
                  </a:tcPr>
                </a:tc>
                <a:tc>
                  <a:txBody>
                    <a:bodyPr/>
                    <a:lstStyle/>
                    <a:p>
                      <a:pPr>
                        <a:lnSpc>
                          <a:spcPct val="107000"/>
                        </a:lnSpc>
                        <a:spcAft>
                          <a:spcPts val="0"/>
                        </a:spcAft>
                      </a:pPr>
                      <a:r>
                        <a:rPr lang="en-US" sz="1200" b="1">
                          <a:solidFill>
                            <a:schemeClr val="bg1"/>
                          </a:solidFill>
                          <a:effectLst/>
                          <a:latin typeface="Verdana" panose="020B0604030504040204" pitchFamily="34" charset="0"/>
                          <a:ea typeface="Calibri" panose="020F0502020204030204" pitchFamily="34" charset="0"/>
                          <a:cs typeface="Calibri" panose="020F0502020204030204" pitchFamily="34" charset="0"/>
                        </a:rPr>
                        <a:t>Agenda</a:t>
                      </a:r>
                      <a:endParaRPr lang="en-IN" sz="120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26073" marR="26073" marT="26073" marB="26073">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accent2">
                        <a:lumMod val="50000"/>
                      </a:schemeClr>
                    </a:solidFill>
                  </a:tcPr>
                </a:tc>
                <a:tc>
                  <a:txBody>
                    <a:bodyPr/>
                    <a:lstStyle/>
                    <a:p>
                      <a:pPr>
                        <a:lnSpc>
                          <a:spcPct val="107000"/>
                        </a:lnSpc>
                        <a:spcAft>
                          <a:spcPts val="0"/>
                        </a:spcAft>
                      </a:pPr>
                      <a:r>
                        <a:rPr lang="en-US" sz="1200" b="1" dirty="0">
                          <a:solidFill>
                            <a:schemeClr val="bg1"/>
                          </a:solidFill>
                          <a:effectLst/>
                          <a:latin typeface="Verdana" panose="020B0604030504040204" pitchFamily="34" charset="0"/>
                          <a:ea typeface="Calibri" panose="020F0502020204030204" pitchFamily="34" charset="0"/>
                          <a:cs typeface="Calibri" panose="020F0502020204030204" pitchFamily="34" charset="0"/>
                        </a:rPr>
                        <a:t>CIL participants</a:t>
                      </a:r>
                      <a:endParaRPr lang="en-IN" sz="1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26073" marR="26073" marT="26073" marB="26073">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accent2">
                        <a:lumMod val="50000"/>
                      </a:schemeClr>
                    </a:solidFill>
                  </a:tcPr>
                </a:tc>
                <a:tc>
                  <a:txBody>
                    <a:bodyPr/>
                    <a:lstStyle/>
                    <a:p>
                      <a:pPr>
                        <a:lnSpc>
                          <a:spcPct val="107000"/>
                        </a:lnSpc>
                        <a:spcAft>
                          <a:spcPts val="0"/>
                        </a:spcAft>
                      </a:pPr>
                      <a:r>
                        <a:rPr lang="en-US" sz="1200" b="1" dirty="0">
                          <a:solidFill>
                            <a:schemeClr val="bg1"/>
                          </a:solidFill>
                          <a:effectLst/>
                          <a:latin typeface="Verdana" panose="020B0604030504040204" pitchFamily="34" charset="0"/>
                          <a:ea typeface="Calibri" panose="020F0502020204030204" pitchFamily="34" charset="0"/>
                          <a:cs typeface="Calibri" panose="020F0502020204030204" pitchFamily="34" charset="0"/>
                        </a:rPr>
                        <a:t>DTTILLP Participants</a:t>
                      </a:r>
                      <a:endParaRPr lang="en-IN" sz="1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26073" marR="26073" marT="26073" marB="26073">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accent2">
                        <a:lumMod val="50000"/>
                      </a:schemeClr>
                    </a:solidFill>
                  </a:tcPr>
                </a:tc>
                <a:extLst>
                  <a:ext uri="{0D108BD9-81ED-4DB2-BD59-A6C34878D82A}">
                    <a16:rowId xmlns:a16="http://schemas.microsoft.com/office/drawing/2014/main" val="2392212352"/>
                  </a:ext>
                </a:extLst>
              </a:tr>
              <a:tr h="1418193">
                <a:tc>
                  <a:txBody>
                    <a:bodyPr/>
                    <a:lstStyle/>
                    <a:p>
                      <a:pPr>
                        <a:lnSpc>
                          <a:spcPct val="107000"/>
                        </a:lnSpc>
                        <a:spcAft>
                          <a:spcPts val="0"/>
                        </a:spcAft>
                      </a:pPr>
                      <a:r>
                        <a:rPr lang="en-US" sz="1200" b="1" dirty="0">
                          <a:solidFill>
                            <a:schemeClr val="accent2">
                              <a:lumMod val="75000"/>
                            </a:schemeClr>
                          </a:solidFill>
                          <a:effectLst/>
                          <a:latin typeface="Verdana" panose="020B0604030504040204" pitchFamily="34" charset="0"/>
                          <a:ea typeface="Calibri" panose="020F0502020204030204" pitchFamily="34" charset="0"/>
                          <a:cs typeface="Calibri" panose="020F0502020204030204" pitchFamily="34" charset="0"/>
                        </a:rPr>
                        <a:t>Fortnightly status update meetings</a:t>
                      </a:r>
                    </a:p>
                  </a:txBody>
                  <a:tcPr marL="26073" marR="26073" marT="26073" marB="26073"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tcPr>
                </a:tc>
                <a:tc>
                  <a:txBody>
                    <a:bodyPr/>
                    <a:lstStyle/>
                    <a:p>
                      <a:pPr>
                        <a:lnSpc>
                          <a:spcPct val="107000"/>
                        </a:lnSpc>
                        <a:spcAft>
                          <a:spcPts val="0"/>
                        </a:spcAft>
                      </a:pPr>
                      <a:r>
                        <a:rPr lang="en-US" sz="1200" dirty="0">
                          <a:solidFill>
                            <a:schemeClr val="tx1"/>
                          </a:solidFill>
                          <a:effectLst/>
                          <a:latin typeface="Verdana" panose="020B0604030504040204" pitchFamily="34" charset="0"/>
                          <a:ea typeface="Calibri" panose="020F0502020204030204" pitchFamily="34" charset="0"/>
                          <a:cs typeface="Calibri" panose="020F0502020204030204" pitchFamily="34" charset="0"/>
                        </a:rPr>
                        <a:t>Friday</a:t>
                      </a:r>
                      <a:endParaRPr lang="en-IN"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26073" marR="26073" marT="26073" marB="26073"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tcPr>
                </a:tc>
                <a:tc>
                  <a:txBody>
                    <a:bodyPr/>
                    <a:lstStyle/>
                    <a:p>
                      <a:pPr>
                        <a:lnSpc>
                          <a:spcPct val="107000"/>
                        </a:lnSpc>
                        <a:spcAft>
                          <a:spcPts val="0"/>
                        </a:spcAft>
                      </a:pPr>
                      <a:r>
                        <a:rPr lang="en-US" sz="1200" baseline="0" dirty="0">
                          <a:solidFill>
                            <a:schemeClr val="tx1"/>
                          </a:solidFill>
                          <a:effectLst/>
                          <a:latin typeface="Verdana" panose="020B0604030504040204" pitchFamily="34" charset="0"/>
                          <a:ea typeface="Calibri" panose="020F0502020204030204" pitchFamily="34" charset="0"/>
                          <a:cs typeface="Calibri" panose="020F0502020204030204" pitchFamily="34" charset="0"/>
                        </a:rPr>
                        <a:t>30 minutes</a:t>
                      </a:r>
                      <a:endParaRPr lang="en-IN"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26073" marR="26073" marT="26073" marB="26073"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tcPr>
                </a:tc>
                <a:tc>
                  <a:txBody>
                    <a:bodyPr/>
                    <a:lstStyle/>
                    <a:p>
                      <a:pPr>
                        <a:lnSpc>
                          <a:spcPct val="107000"/>
                        </a:lnSpc>
                        <a:spcAft>
                          <a:spcPts val="0"/>
                        </a:spcAft>
                      </a:pPr>
                      <a:r>
                        <a:rPr lang="en-US" sz="1200" dirty="0">
                          <a:solidFill>
                            <a:schemeClr val="tx1"/>
                          </a:solidFill>
                          <a:effectLst/>
                          <a:latin typeface="Verdana" panose="020B0604030504040204" pitchFamily="34" charset="0"/>
                          <a:ea typeface="Calibri" panose="020F0502020204030204" pitchFamily="34" charset="0"/>
                          <a:cs typeface="Calibri" panose="020F0502020204030204" pitchFamily="34" charset="0"/>
                        </a:rPr>
                        <a:t>Physical </a:t>
                      </a:r>
                      <a:endParaRPr lang="en-IN"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26073" marR="26073" marT="26073" marB="26073"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tcPr>
                </a:tc>
                <a:tc>
                  <a:txBody>
                    <a:bodyPr/>
                    <a:lstStyle/>
                    <a:p>
                      <a:pPr marL="0" algn="l" defTabSz="1219170" rtl="0" eaLnBrk="1" latinLnBrk="0" hangingPunct="1">
                        <a:lnSpc>
                          <a:spcPct val="107000"/>
                        </a:lnSpc>
                        <a:spcAft>
                          <a:spcPts val="0"/>
                        </a:spcAft>
                      </a:pPr>
                      <a:r>
                        <a:rPr lang="en-US" sz="1200" kern="1200" dirty="0">
                          <a:solidFill>
                            <a:schemeClr val="tx1"/>
                          </a:solidFill>
                          <a:effectLst/>
                          <a:latin typeface="Verdana" panose="020B0604030504040204" pitchFamily="34" charset="0"/>
                          <a:ea typeface="Calibri" panose="020F0502020204030204" pitchFamily="34" charset="0"/>
                          <a:cs typeface="Calibri" panose="020F0502020204030204" pitchFamily="34" charset="0"/>
                        </a:rPr>
                        <a:t>CIL HO, Kolkata</a:t>
                      </a:r>
                      <a:endParaRPr lang="en-IN" sz="1200" kern="1200" dirty="0">
                        <a:solidFill>
                          <a:schemeClr val="tx1"/>
                        </a:solidFill>
                        <a:effectLst/>
                        <a:latin typeface="Verdana" panose="020B0604030504040204" pitchFamily="34" charset="0"/>
                        <a:ea typeface="Calibri" panose="020F0502020204030204" pitchFamily="34" charset="0"/>
                        <a:cs typeface="Calibri" panose="020F0502020204030204" pitchFamily="34" charset="0"/>
                      </a:endParaRPr>
                    </a:p>
                  </a:txBody>
                  <a:tcPr marL="26073" marR="26073" marT="26073" marB="26073"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tcPr>
                </a:tc>
                <a:tc>
                  <a:txBody>
                    <a:bodyPr/>
                    <a:lstStyle/>
                    <a:p>
                      <a:pPr marL="171450" lvl="0" indent="-171450" fontAlgn="ctr">
                        <a:lnSpc>
                          <a:spcPct val="107000"/>
                        </a:lnSpc>
                        <a:spcAft>
                          <a:spcPts val="0"/>
                        </a:spcAft>
                        <a:buSzPts val="1000"/>
                        <a:buFont typeface="Arial" panose="020B0604020202020204" pitchFamily="34" charset="0"/>
                        <a:buChar char="•"/>
                        <a:tabLst>
                          <a:tab pos="914400" algn="l"/>
                        </a:tabLst>
                      </a:pPr>
                      <a:r>
                        <a:rPr lang="en-US" sz="1200" dirty="0">
                          <a:solidFill>
                            <a:schemeClr val="tx1"/>
                          </a:solidFill>
                          <a:effectLst/>
                          <a:latin typeface="Verdana" panose="020B0604030504040204" pitchFamily="34" charset="0"/>
                          <a:ea typeface="Calibri" panose="020F0502020204030204" pitchFamily="34" charset="0"/>
                          <a:cs typeface="Calibri" panose="020F0502020204030204" pitchFamily="34" charset="0"/>
                        </a:rPr>
                        <a:t>Discussion on progress</a:t>
                      </a:r>
                    </a:p>
                    <a:p>
                      <a:pPr marL="171450" lvl="0" indent="-171450" fontAlgn="ctr">
                        <a:lnSpc>
                          <a:spcPct val="107000"/>
                        </a:lnSpc>
                        <a:spcAft>
                          <a:spcPts val="0"/>
                        </a:spcAft>
                        <a:buSzPts val="1000"/>
                        <a:buFont typeface="Arial" panose="020B0604020202020204" pitchFamily="34" charset="0"/>
                        <a:buChar char="•"/>
                        <a:tabLst>
                          <a:tab pos="914400" algn="l"/>
                        </a:tabLst>
                      </a:pPr>
                      <a:r>
                        <a:rPr lang="en-US" sz="1200" dirty="0">
                          <a:solidFill>
                            <a:schemeClr val="tx1"/>
                          </a:solidFill>
                          <a:effectLst/>
                          <a:latin typeface="Verdana" panose="020B0604030504040204" pitchFamily="34" charset="0"/>
                          <a:ea typeface="Calibri" panose="020F0502020204030204" pitchFamily="34" charset="0"/>
                          <a:cs typeface="Calibri" panose="020F0502020204030204" pitchFamily="34" charset="0"/>
                        </a:rPr>
                        <a:t>Activities</a:t>
                      </a:r>
                      <a:r>
                        <a:rPr lang="en-US" sz="1200" baseline="0" dirty="0">
                          <a:solidFill>
                            <a:schemeClr val="tx1"/>
                          </a:solidFill>
                          <a:effectLst/>
                          <a:latin typeface="Verdana" panose="020B0604030504040204" pitchFamily="34" charset="0"/>
                          <a:ea typeface="Calibri" panose="020F0502020204030204" pitchFamily="34" charset="0"/>
                          <a:cs typeface="Calibri" panose="020F0502020204030204" pitchFamily="34" charset="0"/>
                        </a:rPr>
                        <a:t> and deliverables</a:t>
                      </a:r>
                      <a:r>
                        <a:rPr lang="en-US" sz="1200" dirty="0">
                          <a:solidFill>
                            <a:schemeClr val="tx1"/>
                          </a:solidFill>
                          <a:effectLst/>
                          <a:latin typeface="Verdana" panose="020B0604030504040204" pitchFamily="34" charset="0"/>
                          <a:ea typeface="Calibri" panose="020F0502020204030204" pitchFamily="34" charset="0"/>
                          <a:cs typeface="Calibri" panose="020F0502020204030204" pitchFamily="34" charset="0"/>
                        </a:rPr>
                        <a:t> </a:t>
                      </a:r>
                      <a:r>
                        <a:rPr lang="en-US" sz="1200" baseline="0" dirty="0">
                          <a:solidFill>
                            <a:schemeClr val="tx1"/>
                          </a:solidFill>
                          <a:effectLst/>
                          <a:latin typeface="Verdana" panose="020B0604030504040204" pitchFamily="34" charset="0"/>
                          <a:ea typeface="Calibri" panose="020F0502020204030204" pitchFamily="34" charset="0"/>
                          <a:cs typeface="Calibri" panose="020F0502020204030204" pitchFamily="34" charset="0"/>
                        </a:rPr>
                        <a:t>during last two weeks</a:t>
                      </a:r>
                    </a:p>
                    <a:p>
                      <a:pPr marL="171450" lvl="0" indent="-171450" fontAlgn="ctr">
                        <a:lnSpc>
                          <a:spcPct val="107000"/>
                        </a:lnSpc>
                        <a:spcAft>
                          <a:spcPts val="0"/>
                        </a:spcAft>
                        <a:buSzPts val="1000"/>
                        <a:buFont typeface="Arial" panose="020B0604020202020204" pitchFamily="34" charset="0"/>
                        <a:buChar char="•"/>
                        <a:tabLst>
                          <a:tab pos="914400" algn="l"/>
                        </a:tabLst>
                      </a:pPr>
                      <a:r>
                        <a:rPr lang="en-US" sz="1200" baseline="0" dirty="0">
                          <a:solidFill>
                            <a:schemeClr val="tx1"/>
                          </a:solidFill>
                          <a:effectLst/>
                          <a:latin typeface="Verdana" panose="020B0604030504040204" pitchFamily="34" charset="0"/>
                          <a:ea typeface="Calibri" panose="020F0502020204030204" pitchFamily="34" charset="0"/>
                          <a:cs typeface="Calibri" panose="020F0502020204030204" pitchFamily="34" charset="0"/>
                        </a:rPr>
                        <a:t>Activities and deliverables planned for the coming week</a:t>
                      </a:r>
                    </a:p>
                    <a:p>
                      <a:pPr marL="171450" lvl="0" indent="-171450" fontAlgn="ctr">
                        <a:lnSpc>
                          <a:spcPct val="107000"/>
                        </a:lnSpc>
                        <a:spcAft>
                          <a:spcPts val="0"/>
                        </a:spcAft>
                        <a:buSzPts val="1000"/>
                        <a:buFont typeface="Arial" panose="020B0604020202020204" pitchFamily="34" charset="0"/>
                        <a:buChar char="•"/>
                        <a:tabLst>
                          <a:tab pos="914400" algn="l"/>
                        </a:tabLst>
                      </a:pPr>
                      <a:r>
                        <a:rPr lang="en-US" sz="1200" dirty="0">
                          <a:solidFill>
                            <a:schemeClr val="tx1"/>
                          </a:solidFill>
                          <a:effectLst/>
                          <a:latin typeface="Verdana" panose="020B0604030504040204" pitchFamily="34" charset="0"/>
                          <a:ea typeface="Calibri" panose="020F0502020204030204" pitchFamily="34" charset="0"/>
                          <a:cs typeface="Calibri" panose="020F0502020204030204" pitchFamily="34" charset="0"/>
                        </a:rPr>
                        <a:t>Key decisions / support required to manage progress as per targets</a:t>
                      </a:r>
                      <a:endParaRPr lang="en-IN"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26073" marR="26073" marT="26073" marB="26073"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tcPr>
                </a:tc>
                <a:tc>
                  <a:txBody>
                    <a:bodyPr/>
                    <a:lstStyle/>
                    <a:p>
                      <a:pPr marL="171450" marR="0" lvl="0" indent="-171450" algn="l" defTabSz="1219170" rtl="0" eaLnBrk="1" fontAlgn="ctr" latinLnBrk="0" hangingPunct="1">
                        <a:lnSpc>
                          <a:spcPct val="107000"/>
                        </a:lnSpc>
                        <a:spcBef>
                          <a:spcPts val="0"/>
                        </a:spcBef>
                        <a:spcAft>
                          <a:spcPts val="0"/>
                        </a:spcAft>
                        <a:buClrTx/>
                        <a:buSzPts val="1000"/>
                        <a:buFont typeface="Arial" panose="020B0604020202020204" pitchFamily="34" charset="0"/>
                        <a:buChar char="•"/>
                        <a:tabLst>
                          <a:tab pos="914400" algn="l"/>
                        </a:tabLst>
                        <a:defRPr/>
                      </a:pPr>
                      <a:r>
                        <a:rPr kumimoji="0" lang="en-US" sz="1200" b="0" i="0" u="none" strike="noStrike" kern="1200" cap="none" spc="0" normalizeH="0" baseline="0" dirty="0">
                          <a:ln>
                            <a:noFill/>
                          </a:ln>
                          <a:solidFill>
                            <a:schemeClr val="tx1"/>
                          </a:solidFill>
                          <a:effectLst/>
                          <a:uLnTx/>
                          <a:uFillTx/>
                          <a:latin typeface="Verdana" panose="020B0604030504040204" pitchFamily="34" charset="0"/>
                          <a:ea typeface="Calibri" panose="020F0502020204030204" pitchFamily="34" charset="0"/>
                          <a:cs typeface="Calibri" panose="020F0502020204030204" pitchFamily="34" charset="0"/>
                        </a:rPr>
                        <a:t>CIL SPOC</a:t>
                      </a:r>
                      <a:r>
                        <a:rPr kumimoji="0" lang="en-IN" sz="1200" b="0" i="0" u="none" strike="noStrike" kern="1200" cap="none" spc="0" normalizeH="0" baseline="0" dirty="0">
                          <a:ln>
                            <a:noFill/>
                          </a:ln>
                          <a:solidFill>
                            <a:schemeClr val="tx1"/>
                          </a:solidFill>
                          <a:effectLst/>
                          <a:uLnTx/>
                          <a:uFillTx/>
                          <a:latin typeface="Verdana" panose="020B0604030504040204" pitchFamily="34" charset="0"/>
                          <a:ea typeface="Calibri" panose="020F0502020204030204" pitchFamily="34" charset="0"/>
                          <a:cs typeface="Calibri" panose="020F0502020204030204" pitchFamily="34" charset="0"/>
                        </a:rPr>
                        <a:t> from Coal </a:t>
                      </a:r>
                      <a:r>
                        <a:rPr kumimoji="0" lang="en-IN" sz="1200" b="0" i="0" u="none" strike="noStrike" kern="1200" cap="none" spc="0" normalizeH="0" baseline="0" dirty="0" err="1">
                          <a:ln>
                            <a:noFill/>
                          </a:ln>
                          <a:solidFill>
                            <a:schemeClr val="tx1"/>
                          </a:solidFill>
                          <a:effectLst/>
                          <a:uLnTx/>
                          <a:uFillTx/>
                          <a:latin typeface="Verdana" panose="020B0604030504040204" pitchFamily="34" charset="0"/>
                          <a:ea typeface="Calibri" panose="020F0502020204030204" pitchFamily="34" charset="0"/>
                          <a:cs typeface="Calibri" panose="020F0502020204030204" pitchFamily="34" charset="0"/>
                        </a:rPr>
                        <a:t>Videsh</a:t>
                      </a:r>
                      <a:r>
                        <a:rPr kumimoji="0" lang="en-IN" sz="1200" b="0" i="0" u="none" strike="noStrike" kern="1200" cap="none" spc="0" normalizeH="0" baseline="0" dirty="0">
                          <a:ln>
                            <a:noFill/>
                          </a:ln>
                          <a:solidFill>
                            <a:schemeClr val="tx1"/>
                          </a:solidFill>
                          <a:effectLst/>
                          <a:uLnTx/>
                          <a:uFillTx/>
                          <a:latin typeface="Verdana" panose="020B0604030504040204" pitchFamily="34" charset="0"/>
                          <a:ea typeface="Calibri" panose="020F0502020204030204" pitchFamily="34" charset="0"/>
                          <a:cs typeface="Calibri" panose="020F0502020204030204" pitchFamily="34" charset="0"/>
                        </a:rPr>
                        <a:t> team</a:t>
                      </a:r>
                      <a:endParaRPr kumimoji="0" lang="en-US" sz="1200" b="0" i="0" u="none" strike="noStrike" kern="1200" cap="none" spc="0" normalizeH="0" baseline="0" dirty="0">
                        <a:ln>
                          <a:noFill/>
                        </a:ln>
                        <a:solidFill>
                          <a:schemeClr val="tx1"/>
                        </a:solidFill>
                        <a:effectLst/>
                        <a:uLnTx/>
                        <a:uFillTx/>
                        <a:latin typeface="Verdana" panose="020B0604030504040204" pitchFamily="34" charset="0"/>
                        <a:ea typeface="Calibri" panose="020F0502020204030204" pitchFamily="34" charset="0"/>
                        <a:cs typeface="Calibri" panose="020F0502020204030204" pitchFamily="34" charset="0"/>
                      </a:endParaRPr>
                    </a:p>
                  </a:txBody>
                  <a:tcPr marL="26073" marR="26073" marT="26073" marB="26073"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tcPr>
                </a:tc>
                <a:tc>
                  <a:txBody>
                    <a:bodyPr/>
                    <a:lstStyle/>
                    <a:p>
                      <a:pPr marL="171450" indent="-171450">
                        <a:lnSpc>
                          <a:spcPct val="107000"/>
                        </a:lnSpc>
                        <a:spcAft>
                          <a:spcPts val="0"/>
                        </a:spcAft>
                        <a:buFont typeface="Arial" panose="020B0604020202020204" pitchFamily="34" charset="0"/>
                        <a:buChar char="•"/>
                      </a:pPr>
                      <a:r>
                        <a:rPr lang="en-US" sz="1200" dirty="0">
                          <a:solidFill>
                            <a:schemeClr val="tx1"/>
                          </a:solidFill>
                          <a:effectLst/>
                          <a:latin typeface="Verdana" panose="020B0604030504040204" pitchFamily="34" charset="0"/>
                          <a:ea typeface="Calibri" panose="020F0502020204030204" pitchFamily="34" charset="0"/>
                          <a:cs typeface="Calibri" panose="020F0502020204030204" pitchFamily="34" charset="0"/>
                        </a:rPr>
                        <a:t>Project Manager</a:t>
                      </a:r>
                    </a:p>
                    <a:p>
                      <a:pPr marL="171450" indent="-171450">
                        <a:lnSpc>
                          <a:spcPct val="107000"/>
                        </a:lnSpc>
                        <a:spcAft>
                          <a:spcPts val="0"/>
                        </a:spcAft>
                        <a:buFont typeface="Arial" panose="020B0604020202020204" pitchFamily="34" charset="0"/>
                        <a:buChar char="•"/>
                      </a:pPr>
                      <a:r>
                        <a:rPr lang="en-US" sz="1200" dirty="0">
                          <a:solidFill>
                            <a:schemeClr val="tx1"/>
                          </a:solidFill>
                          <a:effectLst/>
                          <a:latin typeface="Verdana" panose="020B0604030504040204" pitchFamily="34" charset="0"/>
                          <a:ea typeface="Calibri" panose="020F0502020204030204" pitchFamily="34" charset="0"/>
                          <a:cs typeface="Calibri" panose="020F0502020204030204" pitchFamily="34" charset="0"/>
                        </a:rPr>
                        <a:t>Associates (Technical &amp; Finance)</a:t>
                      </a:r>
                    </a:p>
                    <a:p>
                      <a:pPr>
                        <a:lnSpc>
                          <a:spcPct val="107000"/>
                        </a:lnSpc>
                        <a:spcAft>
                          <a:spcPts val="0"/>
                        </a:spcAft>
                      </a:pPr>
                      <a:endParaRPr lang="en-IN"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26073" marR="26073" marT="26073" marB="26073"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tcPr>
                </a:tc>
                <a:extLst>
                  <a:ext uri="{0D108BD9-81ED-4DB2-BD59-A6C34878D82A}">
                    <a16:rowId xmlns:a16="http://schemas.microsoft.com/office/drawing/2014/main" val="1038993889"/>
                  </a:ext>
                </a:extLst>
              </a:tr>
              <a:tr h="1288029">
                <a:tc>
                  <a:txBody>
                    <a:bodyPr/>
                    <a:lstStyle/>
                    <a:p>
                      <a:pPr>
                        <a:lnSpc>
                          <a:spcPct val="107000"/>
                        </a:lnSpc>
                        <a:spcAft>
                          <a:spcPts val="0"/>
                        </a:spcAft>
                      </a:pPr>
                      <a:r>
                        <a:rPr lang="en-US" sz="1200" b="1" dirty="0">
                          <a:solidFill>
                            <a:schemeClr val="accent1">
                              <a:lumMod val="75000"/>
                            </a:schemeClr>
                          </a:solidFill>
                          <a:effectLst/>
                          <a:latin typeface="Verdana" panose="020B0604030504040204" pitchFamily="34" charset="0"/>
                          <a:ea typeface="Calibri" panose="020F0502020204030204" pitchFamily="34" charset="0"/>
                          <a:cs typeface="Calibri" panose="020F0502020204030204" pitchFamily="34" charset="0"/>
                        </a:rPr>
                        <a:t>Monthly update meetings</a:t>
                      </a:r>
                      <a:endParaRPr lang="en-IN" sz="1200" b="1" dirty="0">
                        <a:solidFill>
                          <a:schemeClr val="accent1">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26073" marR="26073" marT="26073" marB="26073"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tcPr>
                </a:tc>
                <a:tc>
                  <a:txBody>
                    <a:bodyPr/>
                    <a:lstStyle/>
                    <a:p>
                      <a:pPr>
                        <a:lnSpc>
                          <a:spcPct val="107000"/>
                        </a:lnSpc>
                        <a:spcAft>
                          <a:spcPts val="0"/>
                        </a:spcAft>
                      </a:pPr>
                      <a:r>
                        <a:rPr lang="en-US" sz="1200" dirty="0">
                          <a:solidFill>
                            <a:schemeClr val="tx1"/>
                          </a:solidFill>
                          <a:effectLst/>
                          <a:latin typeface="Verdana" panose="020B0604030504040204" pitchFamily="34" charset="0"/>
                          <a:ea typeface="Calibri" panose="020F0502020204030204" pitchFamily="34" charset="0"/>
                          <a:cs typeface="Calibri" panose="020F0502020204030204" pitchFamily="34" charset="0"/>
                        </a:rPr>
                        <a:t>Friday</a:t>
                      </a:r>
                      <a:endParaRPr lang="en-IN"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26073" marR="26073" marT="26073" marB="26073"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tcPr>
                </a:tc>
                <a:tc>
                  <a:txBody>
                    <a:bodyPr/>
                    <a:lstStyle/>
                    <a:p>
                      <a:pPr>
                        <a:lnSpc>
                          <a:spcPct val="107000"/>
                        </a:lnSpc>
                        <a:spcAft>
                          <a:spcPts val="0"/>
                        </a:spcAft>
                      </a:pPr>
                      <a:r>
                        <a:rPr lang="en-US" sz="1200" dirty="0">
                          <a:solidFill>
                            <a:schemeClr val="tx1"/>
                          </a:solidFill>
                          <a:effectLst/>
                          <a:latin typeface="Verdana" panose="020B0604030504040204" pitchFamily="34" charset="0"/>
                          <a:ea typeface="Calibri" panose="020F0502020204030204" pitchFamily="34" charset="0"/>
                          <a:cs typeface="Calibri" panose="020F0502020204030204" pitchFamily="34" charset="0"/>
                        </a:rPr>
                        <a:t>1-2 Hours</a:t>
                      </a:r>
                      <a:endParaRPr lang="en-IN"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26073" marR="26073" marT="26073" marB="26073"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tcPr>
                </a:tc>
                <a:tc>
                  <a:txBody>
                    <a:bodyPr/>
                    <a:lstStyle/>
                    <a:p>
                      <a:pPr marL="0" marR="0" lvl="0" indent="0" algn="l" defTabSz="1219170" rtl="0" eaLnBrk="1" fontAlgn="auto" latinLnBrk="0" hangingPunct="1">
                        <a:lnSpc>
                          <a:spcPct val="107000"/>
                        </a:lnSpc>
                        <a:spcBef>
                          <a:spcPts val="0"/>
                        </a:spcBef>
                        <a:spcAft>
                          <a:spcPts val="0"/>
                        </a:spcAft>
                        <a:buClrTx/>
                        <a:buSzTx/>
                        <a:buFontTx/>
                        <a:buNone/>
                        <a:tabLst/>
                        <a:defRPr/>
                      </a:pPr>
                      <a:r>
                        <a:rPr lang="en-US" sz="1200" kern="1200" noProof="0" dirty="0">
                          <a:solidFill>
                            <a:schemeClr val="tx1"/>
                          </a:solidFill>
                          <a:effectLst/>
                          <a:latin typeface="Verdana" panose="020B0604030504040204" pitchFamily="34" charset="0"/>
                          <a:ea typeface="Calibri" panose="020F0502020204030204" pitchFamily="34" charset="0"/>
                          <a:cs typeface="Calibri" panose="020F0502020204030204" pitchFamily="34" charset="0"/>
                        </a:rPr>
                        <a:t>Physical</a:t>
                      </a:r>
                      <a:endParaRPr lang="en-IN" sz="1200" kern="1200" noProof="0" dirty="0">
                        <a:solidFill>
                          <a:schemeClr val="tx1"/>
                        </a:solidFill>
                        <a:effectLst/>
                        <a:latin typeface="Verdana" panose="020B0604030504040204" pitchFamily="34" charset="0"/>
                        <a:ea typeface="Calibri" panose="020F0502020204030204" pitchFamily="34" charset="0"/>
                        <a:cs typeface="Calibri" panose="020F0502020204030204" pitchFamily="34" charset="0"/>
                      </a:endParaRPr>
                    </a:p>
                  </a:txBody>
                  <a:tcPr marL="26073" marR="26073" marT="26073" marB="26073"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tcPr>
                </a:tc>
                <a:tc>
                  <a:txBody>
                    <a:bodyPr/>
                    <a:lstStyle/>
                    <a:p>
                      <a:pPr marL="0" marR="0" lvl="0" indent="0" algn="l" defTabSz="1219170" rtl="0" eaLnBrk="1" fontAlgn="auto" latinLnBrk="0" hangingPunct="1">
                        <a:lnSpc>
                          <a:spcPct val="107000"/>
                        </a:lnSpc>
                        <a:spcBef>
                          <a:spcPts val="0"/>
                        </a:spcBef>
                        <a:spcAft>
                          <a:spcPts val="0"/>
                        </a:spcAft>
                        <a:buClrTx/>
                        <a:buSzTx/>
                        <a:buFontTx/>
                        <a:buNone/>
                        <a:tabLst/>
                        <a:defRPr/>
                      </a:pPr>
                      <a:r>
                        <a:rPr lang="en-US" sz="1200" kern="1200" noProof="0" dirty="0">
                          <a:solidFill>
                            <a:schemeClr val="tx1"/>
                          </a:solidFill>
                          <a:effectLst/>
                          <a:latin typeface="Verdana" panose="020B0604030504040204" pitchFamily="34" charset="0"/>
                          <a:ea typeface="Calibri" panose="020F0502020204030204" pitchFamily="34" charset="0"/>
                          <a:cs typeface="Calibri" panose="020F0502020204030204" pitchFamily="34" charset="0"/>
                        </a:rPr>
                        <a:t>CIL HO, Kolkata</a:t>
                      </a:r>
                      <a:endParaRPr lang="en-IN" sz="1200" kern="1200" noProof="0" dirty="0">
                        <a:solidFill>
                          <a:schemeClr val="tx1"/>
                        </a:solidFill>
                        <a:effectLst/>
                        <a:latin typeface="Verdana" panose="020B0604030504040204" pitchFamily="34" charset="0"/>
                        <a:ea typeface="Calibri" panose="020F0502020204030204" pitchFamily="34" charset="0"/>
                        <a:cs typeface="Calibri" panose="020F0502020204030204" pitchFamily="34" charset="0"/>
                      </a:endParaRPr>
                    </a:p>
                  </a:txBody>
                  <a:tcPr marL="26073" marR="26073" marT="26073" marB="26073"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tcPr>
                </a:tc>
                <a:tc>
                  <a:txBody>
                    <a:bodyPr/>
                    <a:lstStyle/>
                    <a:p>
                      <a:pPr marL="171450" lvl="0" indent="-171450" fontAlgn="ctr">
                        <a:lnSpc>
                          <a:spcPct val="107000"/>
                        </a:lnSpc>
                        <a:spcAft>
                          <a:spcPts val="0"/>
                        </a:spcAft>
                        <a:buSzPts val="1000"/>
                        <a:buFont typeface="Arial" panose="020B0604020202020204" pitchFamily="34" charset="0"/>
                        <a:buChar char="•"/>
                        <a:tabLst>
                          <a:tab pos="914400" algn="l"/>
                        </a:tabLst>
                      </a:pPr>
                      <a:r>
                        <a:rPr lang="en-US" sz="1200" dirty="0">
                          <a:solidFill>
                            <a:schemeClr val="tx1"/>
                          </a:solidFill>
                          <a:effectLst/>
                          <a:latin typeface="Verdana" panose="020B0604030504040204" pitchFamily="34" charset="0"/>
                          <a:ea typeface="Calibri" panose="020F0502020204030204" pitchFamily="34" charset="0"/>
                          <a:cs typeface="Calibri" panose="020F0502020204030204" pitchFamily="34" charset="0"/>
                        </a:rPr>
                        <a:t>Provide guidance and advise on the deliverables</a:t>
                      </a:r>
                      <a:endParaRPr lang="en-US" sz="1200" baseline="0" dirty="0">
                        <a:solidFill>
                          <a:schemeClr val="tx1"/>
                        </a:solidFill>
                        <a:effectLst/>
                        <a:latin typeface="Verdana" panose="020B0604030504040204" pitchFamily="34" charset="0"/>
                        <a:ea typeface="Calibri" panose="020F0502020204030204" pitchFamily="34" charset="0"/>
                        <a:cs typeface="Calibri" panose="020F0502020204030204" pitchFamily="34" charset="0"/>
                      </a:endParaRPr>
                    </a:p>
                    <a:p>
                      <a:pPr marL="171450" marR="0" lvl="0" indent="-171450" algn="l" defTabSz="914400" rtl="0" eaLnBrk="1" fontAlgn="ctr" latinLnBrk="0" hangingPunct="1">
                        <a:lnSpc>
                          <a:spcPct val="107000"/>
                        </a:lnSpc>
                        <a:spcBef>
                          <a:spcPts val="0"/>
                        </a:spcBef>
                        <a:spcAft>
                          <a:spcPts val="0"/>
                        </a:spcAft>
                        <a:buClrTx/>
                        <a:buSzPts val="1000"/>
                        <a:buFont typeface="Arial" panose="020B0604020202020204" pitchFamily="34" charset="0"/>
                        <a:buChar char="•"/>
                        <a:tabLst>
                          <a:tab pos="914400" algn="l"/>
                        </a:tabLst>
                        <a:defRPr/>
                      </a:pPr>
                      <a:r>
                        <a:rPr lang="en-US" sz="1200" dirty="0">
                          <a:solidFill>
                            <a:schemeClr val="tx1"/>
                          </a:solidFill>
                          <a:effectLst/>
                          <a:latin typeface="Verdana" panose="020B0604030504040204" pitchFamily="34" charset="0"/>
                          <a:ea typeface="Calibri" panose="020F0502020204030204" pitchFamily="34" charset="0"/>
                          <a:cs typeface="Calibri" panose="020F0502020204030204" pitchFamily="34" charset="0"/>
                        </a:rPr>
                        <a:t>Provide</a:t>
                      </a:r>
                      <a:r>
                        <a:rPr lang="en-US" sz="1200" baseline="0" dirty="0">
                          <a:solidFill>
                            <a:schemeClr val="tx1"/>
                          </a:solidFill>
                          <a:effectLst/>
                          <a:latin typeface="Verdana" panose="020B0604030504040204" pitchFamily="34" charset="0"/>
                          <a:ea typeface="Calibri" panose="020F0502020204030204" pitchFamily="34" charset="0"/>
                          <a:cs typeface="Calibri" panose="020F0502020204030204" pitchFamily="34" charset="0"/>
                        </a:rPr>
                        <a:t> feedback / decisions on the key observations </a:t>
                      </a:r>
                    </a:p>
                    <a:p>
                      <a:pPr marL="171450" marR="0" lvl="0" indent="-171450" algn="l" defTabSz="914400" rtl="0" eaLnBrk="1" fontAlgn="ctr" latinLnBrk="0" hangingPunct="1">
                        <a:lnSpc>
                          <a:spcPct val="107000"/>
                        </a:lnSpc>
                        <a:spcBef>
                          <a:spcPts val="0"/>
                        </a:spcBef>
                        <a:spcAft>
                          <a:spcPts val="0"/>
                        </a:spcAft>
                        <a:buClrTx/>
                        <a:buSzPts val="1000"/>
                        <a:buFont typeface="Arial" panose="020B0604020202020204" pitchFamily="34" charset="0"/>
                        <a:buChar char="•"/>
                        <a:tabLst>
                          <a:tab pos="914400" algn="l"/>
                        </a:tabLst>
                        <a:defRPr/>
                      </a:pPr>
                      <a:r>
                        <a:rPr lang="en-US" sz="1200" kern="1200" noProof="0" dirty="0">
                          <a:solidFill>
                            <a:schemeClr val="tx1"/>
                          </a:solidFill>
                          <a:effectLst/>
                          <a:latin typeface="Verdana" panose="020B0604030504040204" pitchFamily="34" charset="0"/>
                          <a:ea typeface="Calibri" panose="020F0502020204030204" pitchFamily="34" charset="0"/>
                          <a:cs typeface="Calibri" panose="020F0502020204030204" pitchFamily="34" charset="0"/>
                        </a:rPr>
                        <a:t>Oversee the quality and progress of the engagement</a:t>
                      </a:r>
                      <a:endParaRPr lang="en-IN"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26073" marR="26073" marT="26073" marB="26073"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tcPr>
                </a:tc>
                <a:tc>
                  <a:txBody>
                    <a:bodyPr/>
                    <a:lstStyle/>
                    <a:p>
                      <a:pPr marL="171450" marR="0" lvl="0" indent="-171450" algn="l" defTabSz="1219170" rtl="0" eaLnBrk="1" fontAlgn="ctr" latinLnBrk="0" hangingPunct="1">
                        <a:lnSpc>
                          <a:spcPct val="107000"/>
                        </a:lnSpc>
                        <a:spcBef>
                          <a:spcPts val="0"/>
                        </a:spcBef>
                        <a:spcAft>
                          <a:spcPts val="0"/>
                        </a:spcAft>
                        <a:buClrTx/>
                        <a:buSzPts val="1000"/>
                        <a:buFont typeface="Arial" panose="020B0604020202020204" pitchFamily="34" charset="0"/>
                        <a:buChar char="•"/>
                        <a:tabLst>
                          <a:tab pos="914400" algn="l"/>
                        </a:tabLst>
                        <a:defRPr/>
                      </a:pPr>
                      <a:r>
                        <a:rPr kumimoji="0" lang="en-US" sz="1200" b="0" i="0" u="none" strike="noStrike" kern="1200" cap="none" spc="0" normalizeH="0" baseline="0" noProof="0" dirty="0">
                          <a:ln>
                            <a:noFill/>
                          </a:ln>
                          <a:solidFill>
                            <a:schemeClr val="tx1"/>
                          </a:solidFill>
                          <a:effectLst/>
                          <a:uLnTx/>
                          <a:uFillTx/>
                          <a:latin typeface="Verdana" panose="020B0604030504040204" pitchFamily="34" charset="0"/>
                          <a:ea typeface="Calibri" panose="020F0502020204030204" pitchFamily="34" charset="0"/>
                          <a:cs typeface="Calibri" panose="020F0502020204030204" pitchFamily="34" charset="0"/>
                        </a:rPr>
                        <a:t>Director(T)</a:t>
                      </a:r>
                    </a:p>
                    <a:p>
                      <a:pPr marL="171450" marR="0" lvl="0" indent="-171450" algn="l" defTabSz="1219170" rtl="0" eaLnBrk="1" fontAlgn="ctr" latinLnBrk="0" hangingPunct="1">
                        <a:lnSpc>
                          <a:spcPct val="107000"/>
                        </a:lnSpc>
                        <a:spcBef>
                          <a:spcPts val="0"/>
                        </a:spcBef>
                        <a:spcAft>
                          <a:spcPts val="0"/>
                        </a:spcAft>
                        <a:buClrTx/>
                        <a:buSzPts val="1000"/>
                        <a:buFont typeface="Arial" panose="020B0604020202020204" pitchFamily="34" charset="0"/>
                        <a:buChar char="•"/>
                        <a:tabLst>
                          <a:tab pos="914400" algn="l"/>
                        </a:tabLst>
                        <a:defRPr/>
                      </a:pPr>
                      <a:r>
                        <a:rPr kumimoji="0" lang="en-US" sz="1200" b="0" i="0" u="none" strike="noStrike" kern="1200" cap="none" spc="0" normalizeH="0" baseline="0" noProof="0" dirty="0">
                          <a:ln>
                            <a:noFill/>
                          </a:ln>
                          <a:solidFill>
                            <a:schemeClr val="tx1"/>
                          </a:solidFill>
                          <a:effectLst/>
                          <a:uLnTx/>
                          <a:uFillTx/>
                          <a:latin typeface="Verdana" panose="020B0604030504040204" pitchFamily="34" charset="0"/>
                          <a:ea typeface="Calibri" panose="020F0502020204030204" pitchFamily="34" charset="0"/>
                          <a:cs typeface="Calibri" panose="020F0502020204030204" pitchFamily="34" charset="0"/>
                        </a:rPr>
                        <a:t>GM (CV)</a:t>
                      </a:r>
                    </a:p>
                    <a:p>
                      <a:pPr marL="171450" marR="0" lvl="0" indent="-171450" algn="l" defTabSz="1219170" rtl="0" eaLnBrk="1" fontAlgn="ctr" latinLnBrk="0" hangingPunct="1">
                        <a:lnSpc>
                          <a:spcPct val="107000"/>
                        </a:lnSpc>
                        <a:spcBef>
                          <a:spcPts val="0"/>
                        </a:spcBef>
                        <a:spcAft>
                          <a:spcPts val="0"/>
                        </a:spcAft>
                        <a:buClrTx/>
                        <a:buSzPts val="1000"/>
                        <a:buFont typeface="Arial" panose="020B0604020202020204" pitchFamily="34" charset="0"/>
                        <a:buChar char="•"/>
                        <a:tabLst>
                          <a:tab pos="914400" algn="l"/>
                        </a:tabLst>
                        <a:defRPr/>
                      </a:pPr>
                      <a:r>
                        <a:rPr kumimoji="0" lang="en-US" sz="1200" b="0" i="0" u="none" strike="noStrike" kern="1200" cap="none" spc="0" normalizeH="0" baseline="0" noProof="0" dirty="0">
                          <a:ln>
                            <a:noFill/>
                          </a:ln>
                          <a:solidFill>
                            <a:schemeClr val="tx1"/>
                          </a:solidFill>
                          <a:effectLst/>
                          <a:uLnTx/>
                          <a:uFillTx/>
                          <a:latin typeface="Verdana" panose="020B0604030504040204" pitchFamily="34" charset="0"/>
                          <a:ea typeface="Calibri" panose="020F0502020204030204" pitchFamily="34" charset="0"/>
                          <a:cs typeface="Calibri" panose="020F0502020204030204" pitchFamily="34" charset="0"/>
                        </a:rPr>
                        <a:t>Other officials</a:t>
                      </a:r>
                      <a:endParaRPr kumimoji="0" lang="en-IN" sz="1200" b="0"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Times New Roman" panose="02020603050405020304" pitchFamily="18" charset="0"/>
                      </a:endParaRPr>
                    </a:p>
                  </a:txBody>
                  <a:tcPr marL="26073" marR="26073" marT="26073" marB="26073"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tcPr>
                </a:tc>
                <a:tc>
                  <a:txBody>
                    <a:bodyPr/>
                    <a:lstStyle/>
                    <a:p>
                      <a:pPr marL="171450" indent="-171450">
                        <a:lnSpc>
                          <a:spcPct val="107000"/>
                        </a:lnSpc>
                        <a:spcAft>
                          <a:spcPts val="0"/>
                        </a:spcAft>
                        <a:buFont typeface="Arial" panose="020B0604020202020204" pitchFamily="34" charset="0"/>
                        <a:buChar char="•"/>
                      </a:pPr>
                      <a:r>
                        <a:rPr lang="en-US" sz="1200" dirty="0">
                          <a:solidFill>
                            <a:schemeClr val="tx1"/>
                          </a:solidFill>
                          <a:effectLst/>
                          <a:latin typeface="Verdana" panose="020B0604030504040204" pitchFamily="34" charset="0"/>
                          <a:ea typeface="Calibri" panose="020F0502020204030204" pitchFamily="34" charset="0"/>
                          <a:cs typeface="Calibri" panose="020F0502020204030204" pitchFamily="34" charset="0"/>
                        </a:rPr>
                        <a:t>Project Leader</a:t>
                      </a:r>
                    </a:p>
                    <a:p>
                      <a:pPr marL="171450" indent="-171450">
                        <a:lnSpc>
                          <a:spcPct val="107000"/>
                        </a:lnSpc>
                        <a:spcAft>
                          <a:spcPts val="0"/>
                        </a:spcAft>
                        <a:buFont typeface="Arial" panose="020B0604020202020204" pitchFamily="34" charset="0"/>
                        <a:buChar char="•"/>
                      </a:pPr>
                      <a:r>
                        <a:rPr lang="en-US" sz="1200" dirty="0">
                          <a:solidFill>
                            <a:schemeClr val="tx1"/>
                          </a:solidFill>
                          <a:effectLst/>
                          <a:latin typeface="Verdana" panose="020B0604030504040204" pitchFamily="34" charset="0"/>
                          <a:ea typeface="Calibri" panose="020F0502020204030204" pitchFamily="34" charset="0"/>
                          <a:cs typeface="Calibri" panose="020F0502020204030204" pitchFamily="34" charset="0"/>
                        </a:rPr>
                        <a:t>Project Manager</a:t>
                      </a:r>
                    </a:p>
                    <a:p>
                      <a:pPr marL="171450" marR="0" lvl="0" indent="-171450" algn="l" defTabSz="1219170" rtl="0" eaLnBrk="1" fontAlgn="auto" latinLnBrk="0" hangingPunct="1">
                        <a:lnSpc>
                          <a:spcPct val="107000"/>
                        </a:lnSpc>
                        <a:spcBef>
                          <a:spcPts val="0"/>
                        </a:spcBef>
                        <a:spcAft>
                          <a:spcPts val="0"/>
                        </a:spcAft>
                        <a:buClrTx/>
                        <a:buSzTx/>
                        <a:buFont typeface="Arial" panose="020B0604020202020204" pitchFamily="34" charset="0"/>
                        <a:buChar char="•"/>
                        <a:tabLst/>
                        <a:defRPr/>
                      </a:pPr>
                      <a:r>
                        <a:rPr lang="en-US" sz="1200" dirty="0">
                          <a:solidFill>
                            <a:schemeClr val="tx1"/>
                          </a:solidFill>
                          <a:effectLst/>
                          <a:latin typeface="Verdana" panose="020B0604030504040204" pitchFamily="34" charset="0"/>
                          <a:ea typeface="Calibri" panose="020F0502020204030204" pitchFamily="34" charset="0"/>
                          <a:cs typeface="Calibri" panose="020F0502020204030204" pitchFamily="34" charset="0"/>
                        </a:rPr>
                        <a:t>Associates (Technical &amp; Finance)</a:t>
                      </a:r>
                    </a:p>
                  </a:txBody>
                  <a:tcPr marL="26073" marR="26073" marT="26073" marB="26073"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tcPr>
                </a:tc>
                <a:extLst>
                  <a:ext uri="{0D108BD9-81ED-4DB2-BD59-A6C34878D82A}">
                    <a16:rowId xmlns:a16="http://schemas.microsoft.com/office/drawing/2014/main" val="2236547873"/>
                  </a:ext>
                </a:extLst>
              </a:tr>
              <a:tr h="1288029">
                <a:tc>
                  <a:txBody>
                    <a:bodyPr/>
                    <a:lstStyle/>
                    <a:p>
                      <a:pPr algn="l">
                        <a:spcBef>
                          <a:spcPts val="300"/>
                        </a:spcBef>
                        <a:spcAft>
                          <a:spcPts val="300"/>
                        </a:spcAft>
                      </a:pPr>
                      <a:r>
                        <a:rPr lang="en-US" sz="1200" b="1" dirty="0">
                          <a:solidFill>
                            <a:srgbClr val="009A44"/>
                          </a:solidFill>
                        </a:rPr>
                        <a:t>Steering Committee meetings</a:t>
                      </a:r>
                    </a:p>
                  </a:txBody>
                  <a:tcPr marL="26073" marR="26073" marT="26073" marB="26073"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tcPr>
                </a:tc>
                <a:tc>
                  <a:txBody>
                    <a:bodyPr/>
                    <a:lstStyle/>
                    <a:p>
                      <a:pPr marL="0" marR="0" lvl="0" indent="0" algn="l" defTabSz="990570" rtl="0" eaLnBrk="1" fontAlgn="auto" latinLnBrk="0" hangingPunct="1">
                        <a:lnSpc>
                          <a:spcPct val="107000"/>
                        </a:lnSpc>
                        <a:spcBef>
                          <a:spcPts val="0"/>
                        </a:spcBef>
                        <a:spcAft>
                          <a:spcPts val="0"/>
                        </a:spcAft>
                        <a:buClrTx/>
                        <a:buSzTx/>
                        <a:buFontTx/>
                        <a:buNone/>
                        <a:tabLst/>
                        <a:defRPr/>
                      </a:pPr>
                      <a:r>
                        <a:rPr lang="en-US" sz="1200" dirty="0"/>
                        <a:t>Once in</a:t>
                      </a:r>
                      <a:r>
                        <a:rPr lang="en-US" sz="1200" baseline="0" dirty="0"/>
                        <a:t> 2 months</a:t>
                      </a:r>
                      <a:endParaRPr lang="en-IN"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26073" marR="26073" marT="26073" marB="26073"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tcPr>
                </a:tc>
                <a:tc>
                  <a:txBody>
                    <a:bodyPr/>
                    <a:lstStyle/>
                    <a:p>
                      <a:pPr marL="0" marR="0" lvl="0" indent="0" algn="l" defTabSz="990570" rtl="0" eaLnBrk="1" fontAlgn="auto" latinLnBrk="0" hangingPunct="1">
                        <a:lnSpc>
                          <a:spcPct val="107000"/>
                        </a:lnSpc>
                        <a:spcBef>
                          <a:spcPts val="0"/>
                        </a:spcBef>
                        <a:spcAft>
                          <a:spcPts val="0"/>
                        </a:spcAft>
                        <a:buClrTx/>
                        <a:buSzTx/>
                        <a:buFontTx/>
                        <a:buNone/>
                        <a:tabLst/>
                        <a:defRPr/>
                      </a:pPr>
                      <a:r>
                        <a:rPr lang="en-US" sz="1200" baseline="0" dirty="0">
                          <a:solidFill>
                            <a:schemeClr val="tx1"/>
                          </a:solidFill>
                          <a:effectLst/>
                          <a:latin typeface="Verdana" panose="020B0604030504040204" pitchFamily="34" charset="0"/>
                          <a:ea typeface="Calibri" panose="020F0502020204030204" pitchFamily="34" charset="0"/>
                          <a:cs typeface="Calibri" panose="020F0502020204030204" pitchFamily="34" charset="0"/>
                        </a:rPr>
                        <a:t>1 hour</a:t>
                      </a:r>
                      <a:endParaRPr lang="en-IN"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endParaRPr lang="en-IN"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26073" marR="26073" marT="26073" marB="26073"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Verdana" panose="020B0604030504040204" pitchFamily="34" charset="0"/>
                          <a:ea typeface="Calibri" panose="020F0502020204030204" pitchFamily="34" charset="0"/>
                          <a:cs typeface="Calibri" panose="020F0502020204030204" pitchFamily="34" charset="0"/>
                        </a:rPr>
                        <a:t>Physical/ Virtual</a:t>
                      </a:r>
                      <a:endParaRPr kumimoji="0" lang="en-IN" sz="1200" b="0"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Times New Roman" panose="02020603050405020304" pitchFamily="18" charset="0"/>
                      </a:endParaRPr>
                    </a:p>
                  </a:txBody>
                  <a:tcPr marL="26073" marR="26073" marT="26073" marB="26073"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tcPr>
                </a:tc>
                <a:tc>
                  <a:txBody>
                    <a:bodyPr/>
                    <a:lstStyle/>
                    <a:p>
                      <a:pPr marL="0" marR="0" lvl="0" indent="0" algn="l" defTabSz="1219170" rtl="0" eaLnBrk="1" fontAlgn="auto" latinLnBrk="0" hangingPunct="1">
                        <a:lnSpc>
                          <a:spcPct val="107000"/>
                        </a:lnSpc>
                        <a:spcBef>
                          <a:spcPts val="0"/>
                        </a:spcBef>
                        <a:spcAft>
                          <a:spcPts val="0"/>
                        </a:spcAft>
                        <a:buClrTx/>
                        <a:buSzTx/>
                        <a:buFontTx/>
                        <a:buNone/>
                        <a:tabLst/>
                        <a:defRPr/>
                      </a:pPr>
                      <a:r>
                        <a:rPr lang="en-US" sz="1200" kern="1200" noProof="0" dirty="0">
                          <a:solidFill>
                            <a:schemeClr val="tx1"/>
                          </a:solidFill>
                          <a:effectLst/>
                          <a:latin typeface="Verdana" panose="020B0604030504040204" pitchFamily="34" charset="0"/>
                          <a:ea typeface="Calibri" panose="020F0502020204030204" pitchFamily="34" charset="0"/>
                          <a:cs typeface="Calibri" panose="020F0502020204030204" pitchFamily="34" charset="0"/>
                        </a:rPr>
                        <a:t>CIL HO, Kolkata</a:t>
                      </a:r>
                      <a:endParaRPr lang="en-IN" sz="1200" kern="1200" noProof="0" dirty="0">
                        <a:solidFill>
                          <a:schemeClr val="tx1"/>
                        </a:solidFill>
                        <a:effectLst/>
                        <a:latin typeface="Verdana" panose="020B0604030504040204" pitchFamily="34" charset="0"/>
                        <a:ea typeface="Calibri" panose="020F0502020204030204" pitchFamily="34" charset="0"/>
                        <a:cs typeface="Calibri" panose="020F0502020204030204" pitchFamily="34" charset="0"/>
                      </a:endParaRPr>
                    </a:p>
                  </a:txBody>
                  <a:tcPr marL="26073" marR="26073" marT="26073" marB="26073"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tcPr>
                </a:tc>
                <a:tc>
                  <a:txBody>
                    <a:bodyPr/>
                    <a:lstStyle/>
                    <a:p>
                      <a:pPr marL="171450" marR="0" lvl="0" indent="-171450" algn="l" defTabSz="914400" rtl="0" eaLnBrk="1" fontAlgn="ctr" latinLnBrk="0" hangingPunct="1">
                        <a:lnSpc>
                          <a:spcPct val="107000"/>
                        </a:lnSpc>
                        <a:spcBef>
                          <a:spcPts val="0"/>
                        </a:spcBef>
                        <a:spcAft>
                          <a:spcPts val="0"/>
                        </a:spcAft>
                        <a:buClrTx/>
                        <a:buSzPts val="1000"/>
                        <a:buFont typeface="Arial" panose="020B0604020202020204" pitchFamily="34" charset="0"/>
                        <a:buChar char="•"/>
                        <a:tabLst>
                          <a:tab pos="914400" algn="l"/>
                        </a:tabLst>
                        <a:defRPr/>
                      </a:pPr>
                      <a:r>
                        <a:rPr lang="en-US" sz="1200" kern="1200" dirty="0">
                          <a:solidFill>
                            <a:schemeClr val="tx1"/>
                          </a:solidFill>
                          <a:effectLst/>
                          <a:latin typeface="Verdana" panose="020B0604030504040204" pitchFamily="34" charset="0"/>
                          <a:ea typeface="Calibri" panose="020F0502020204030204" pitchFamily="34" charset="0"/>
                          <a:cs typeface="Calibri" panose="020F0502020204030204" pitchFamily="34" charset="0"/>
                        </a:rPr>
                        <a:t>Escalate any critical issue / limitations observed during the course of assignment</a:t>
                      </a:r>
                      <a:endParaRPr lang="en-IN" sz="1200" kern="1200" dirty="0">
                        <a:solidFill>
                          <a:schemeClr val="tx1"/>
                        </a:solidFill>
                        <a:effectLst/>
                        <a:latin typeface="Verdana" panose="020B0604030504040204" pitchFamily="34" charset="0"/>
                        <a:ea typeface="Calibri" panose="020F0502020204030204" pitchFamily="34" charset="0"/>
                        <a:cs typeface="Calibri" panose="020F0502020204030204" pitchFamily="34" charset="0"/>
                      </a:endParaRPr>
                    </a:p>
                  </a:txBody>
                  <a:tcPr marL="26073" marR="26073" marT="26073" marB="26073"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tcPr>
                </a:tc>
                <a:tc>
                  <a:txBody>
                    <a:bodyPr/>
                    <a:lstStyle/>
                    <a:p>
                      <a:pPr marL="171450" marR="0" lvl="0" indent="-171450" algn="l" defTabSz="1219170" rtl="0" eaLnBrk="1" fontAlgn="ctr" latinLnBrk="0" hangingPunct="1">
                        <a:lnSpc>
                          <a:spcPct val="107000"/>
                        </a:lnSpc>
                        <a:spcBef>
                          <a:spcPts val="0"/>
                        </a:spcBef>
                        <a:spcAft>
                          <a:spcPts val="0"/>
                        </a:spcAft>
                        <a:buClrTx/>
                        <a:buSzPts val="1000"/>
                        <a:buFont typeface="Arial" panose="020B0604020202020204" pitchFamily="34" charset="0"/>
                        <a:buChar char="•"/>
                        <a:tabLst>
                          <a:tab pos="914400" algn="l"/>
                        </a:tabLst>
                        <a:defRPr/>
                      </a:pPr>
                      <a:r>
                        <a:rPr kumimoji="0" lang="en-US" sz="1200" b="0" i="0" u="none" strike="noStrike" kern="1200" cap="none" spc="0" normalizeH="0" baseline="0" noProof="0" dirty="0">
                          <a:ln>
                            <a:noFill/>
                          </a:ln>
                          <a:solidFill>
                            <a:schemeClr val="tx1"/>
                          </a:solidFill>
                          <a:effectLst/>
                          <a:uLnTx/>
                          <a:uFillTx/>
                          <a:latin typeface="Verdana" panose="020B0604030504040204" pitchFamily="34" charset="0"/>
                          <a:ea typeface="Calibri" panose="020F0502020204030204" pitchFamily="34" charset="0"/>
                          <a:cs typeface="Calibri" panose="020F0502020204030204" pitchFamily="34" charset="0"/>
                        </a:rPr>
                        <a:t>CMD</a:t>
                      </a:r>
                    </a:p>
                    <a:p>
                      <a:pPr marL="171450" marR="0" lvl="0" indent="-171450" algn="l" defTabSz="1219170" rtl="0" eaLnBrk="1" fontAlgn="ctr" latinLnBrk="0" hangingPunct="1">
                        <a:lnSpc>
                          <a:spcPct val="107000"/>
                        </a:lnSpc>
                        <a:spcBef>
                          <a:spcPts val="0"/>
                        </a:spcBef>
                        <a:spcAft>
                          <a:spcPts val="0"/>
                        </a:spcAft>
                        <a:buClrTx/>
                        <a:buSzPts val="1000"/>
                        <a:buFont typeface="Arial" panose="020B0604020202020204" pitchFamily="34" charset="0"/>
                        <a:buChar char="•"/>
                        <a:tabLst>
                          <a:tab pos="914400" algn="l"/>
                        </a:tabLst>
                        <a:defRPr/>
                      </a:pPr>
                      <a:r>
                        <a:rPr kumimoji="0" lang="en-US" sz="1200" b="0" i="0" u="none" strike="noStrike" kern="1200" cap="none" spc="0" normalizeH="0" baseline="0" noProof="0" dirty="0">
                          <a:ln>
                            <a:noFill/>
                          </a:ln>
                          <a:solidFill>
                            <a:schemeClr val="tx1"/>
                          </a:solidFill>
                          <a:effectLst/>
                          <a:uLnTx/>
                          <a:uFillTx/>
                          <a:latin typeface="Verdana" panose="020B0604030504040204" pitchFamily="34" charset="0"/>
                          <a:ea typeface="Calibri" panose="020F0502020204030204" pitchFamily="34" charset="0"/>
                          <a:cs typeface="Calibri" panose="020F0502020204030204" pitchFamily="34" charset="0"/>
                        </a:rPr>
                        <a:t>Directors</a:t>
                      </a:r>
                    </a:p>
                    <a:p>
                      <a:pPr marL="171450" marR="0" lvl="0" indent="-171450" algn="l" defTabSz="1219170" rtl="0" eaLnBrk="1" fontAlgn="ctr" latinLnBrk="0" hangingPunct="1">
                        <a:lnSpc>
                          <a:spcPct val="107000"/>
                        </a:lnSpc>
                        <a:spcBef>
                          <a:spcPts val="0"/>
                        </a:spcBef>
                        <a:spcAft>
                          <a:spcPts val="0"/>
                        </a:spcAft>
                        <a:buClrTx/>
                        <a:buSzPts val="1000"/>
                        <a:buFont typeface="Arial" panose="020B0604020202020204" pitchFamily="34" charset="0"/>
                        <a:buChar char="•"/>
                        <a:tabLst>
                          <a:tab pos="914400" algn="l"/>
                        </a:tabLst>
                        <a:defRPr/>
                      </a:pPr>
                      <a:r>
                        <a:rPr kumimoji="0" lang="en-US" sz="1200" b="0" i="0" u="none" strike="noStrike" kern="1200" cap="none" spc="0" normalizeH="0" baseline="0" noProof="0" dirty="0">
                          <a:ln>
                            <a:noFill/>
                          </a:ln>
                          <a:solidFill>
                            <a:schemeClr val="tx1"/>
                          </a:solidFill>
                          <a:effectLst/>
                          <a:uLnTx/>
                          <a:uFillTx/>
                          <a:latin typeface="Verdana" panose="020B0604030504040204" pitchFamily="34" charset="0"/>
                          <a:ea typeface="Calibri" panose="020F0502020204030204" pitchFamily="34" charset="0"/>
                          <a:cs typeface="Calibri" panose="020F0502020204030204" pitchFamily="34" charset="0"/>
                        </a:rPr>
                        <a:t>CIL senior officials</a:t>
                      </a:r>
                      <a:endParaRPr kumimoji="0" lang="en-IN" sz="1200" b="0"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171450" marR="0" lvl="0" indent="-171450" algn="l" defTabSz="1219170" rtl="0" eaLnBrk="1" fontAlgn="ctr" latinLnBrk="0" hangingPunct="1">
                        <a:lnSpc>
                          <a:spcPct val="107000"/>
                        </a:lnSpc>
                        <a:spcBef>
                          <a:spcPts val="0"/>
                        </a:spcBef>
                        <a:spcAft>
                          <a:spcPts val="0"/>
                        </a:spcAft>
                        <a:buClrTx/>
                        <a:buSzPts val="1000"/>
                        <a:buFont typeface="Arial" panose="020B0604020202020204" pitchFamily="34" charset="0"/>
                        <a:buChar char="•"/>
                        <a:tabLst>
                          <a:tab pos="914400" algn="l"/>
                        </a:tabLst>
                        <a:defRPr/>
                      </a:pPr>
                      <a:endParaRPr kumimoji="0" lang="en-IN" sz="1200" b="0"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Times New Roman" panose="02020603050405020304" pitchFamily="18" charset="0"/>
                      </a:endParaRPr>
                    </a:p>
                  </a:txBody>
                  <a:tcPr marL="26073" marR="26073" marT="26073" marB="26073"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tcPr>
                </a:tc>
                <a:tc>
                  <a:txBody>
                    <a:bodyPr/>
                    <a:lstStyle/>
                    <a:p>
                      <a:pPr marL="171450" indent="-171450">
                        <a:lnSpc>
                          <a:spcPct val="107000"/>
                        </a:lnSpc>
                        <a:spcAft>
                          <a:spcPts val="0"/>
                        </a:spcAft>
                        <a:buFont typeface="Arial" panose="020B0604020202020204" pitchFamily="34" charset="0"/>
                        <a:buChar char="•"/>
                      </a:pPr>
                      <a:r>
                        <a:rPr lang="en-US" sz="1200" dirty="0">
                          <a:solidFill>
                            <a:schemeClr val="tx1"/>
                          </a:solidFill>
                          <a:effectLst/>
                          <a:latin typeface="Verdana" panose="020B0604030504040204" pitchFamily="34" charset="0"/>
                          <a:ea typeface="Calibri" panose="020F0502020204030204" pitchFamily="34" charset="0"/>
                          <a:cs typeface="Calibri" panose="020F0502020204030204" pitchFamily="34" charset="0"/>
                        </a:rPr>
                        <a:t>Deloitte senior officials (need basis) </a:t>
                      </a:r>
                    </a:p>
                    <a:p>
                      <a:pPr marL="171450" indent="-171450">
                        <a:lnSpc>
                          <a:spcPct val="107000"/>
                        </a:lnSpc>
                        <a:spcAft>
                          <a:spcPts val="0"/>
                        </a:spcAft>
                        <a:buFont typeface="Arial" panose="020B0604020202020204" pitchFamily="34" charset="0"/>
                        <a:buChar char="•"/>
                      </a:pPr>
                      <a:r>
                        <a:rPr lang="en-US" sz="1200" dirty="0">
                          <a:solidFill>
                            <a:schemeClr val="tx1"/>
                          </a:solidFill>
                          <a:effectLst/>
                          <a:latin typeface="Verdana" panose="020B0604030504040204" pitchFamily="34" charset="0"/>
                          <a:ea typeface="Calibri" panose="020F0502020204030204" pitchFamily="34" charset="0"/>
                          <a:cs typeface="Calibri" panose="020F0502020204030204" pitchFamily="34" charset="0"/>
                        </a:rPr>
                        <a:t>Project Leader</a:t>
                      </a:r>
                    </a:p>
                    <a:p>
                      <a:pPr marL="171450" indent="-171450">
                        <a:lnSpc>
                          <a:spcPct val="107000"/>
                        </a:lnSpc>
                        <a:spcAft>
                          <a:spcPts val="0"/>
                        </a:spcAft>
                        <a:buFont typeface="Arial" panose="020B0604020202020204" pitchFamily="34" charset="0"/>
                        <a:buChar char="•"/>
                      </a:pPr>
                      <a:r>
                        <a:rPr lang="en-US" sz="1200" dirty="0">
                          <a:solidFill>
                            <a:schemeClr val="tx1"/>
                          </a:solidFill>
                          <a:effectLst/>
                          <a:latin typeface="Verdana" panose="020B0604030504040204" pitchFamily="34" charset="0"/>
                          <a:ea typeface="Calibri" panose="020F0502020204030204" pitchFamily="34" charset="0"/>
                          <a:cs typeface="Calibri" panose="020F0502020204030204" pitchFamily="34" charset="0"/>
                        </a:rPr>
                        <a:t>Project Manager</a:t>
                      </a:r>
                    </a:p>
                    <a:p>
                      <a:pPr>
                        <a:lnSpc>
                          <a:spcPct val="107000"/>
                        </a:lnSpc>
                        <a:spcAft>
                          <a:spcPts val="0"/>
                        </a:spcAft>
                      </a:pPr>
                      <a:endParaRPr lang="en-IN"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26073" marR="26073" marT="26073" marB="26073"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tcPr>
                </a:tc>
                <a:extLst>
                  <a:ext uri="{0D108BD9-81ED-4DB2-BD59-A6C34878D82A}">
                    <a16:rowId xmlns:a16="http://schemas.microsoft.com/office/drawing/2014/main" val="674815334"/>
                  </a:ext>
                </a:extLst>
              </a:tr>
            </a:tbl>
          </a:graphicData>
        </a:graphic>
      </p:graphicFrame>
    </p:spTree>
    <p:extLst>
      <p:ext uri="{BB962C8B-B14F-4D97-AF65-F5344CB8AC3E}">
        <p14:creationId xmlns:p14="http://schemas.microsoft.com/office/powerpoint/2010/main" val="2757811213"/>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6" imgH="416" progId="TCLayout.ActiveDocument.1">
                  <p:embed/>
                </p:oleObj>
              </mc:Choice>
              <mc:Fallback>
                <p:oleObj name="think-cell Slide" r:id="rId4" imgW="416" imgH="416" progId="TCLayout.ActiveDocument.1">
                  <p:embed/>
                  <p:pic>
                    <p:nvPicPr>
                      <p:cNvPr id="13" name="Object 1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9" name="Rectangle 8" hidden="1"/>
          <p:cNvSpPr/>
          <p:nvPr>
            <p:custDataLst>
              <p:tags r:id="rId2"/>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algn="ctr">
              <a:lnSpc>
                <a:spcPct val="106000"/>
              </a:lnSpc>
              <a:buFont typeface="Wingdings 2" pitchFamily="18" charset="2"/>
              <a:buNone/>
            </a:pPr>
            <a:endParaRPr lang="fr-FR" sz="2000" dirty="0">
              <a:solidFill>
                <a:schemeClr val="bg1"/>
              </a:solidFill>
              <a:latin typeface="Verdana" panose="020B0604030504040204" pitchFamily="34" charset="0"/>
              <a:ea typeface="+mj-ea"/>
              <a:cs typeface="+mj-cs"/>
              <a:sym typeface="Verdana" panose="020B0604030504040204" pitchFamily="34" charset="0"/>
            </a:endParaRPr>
          </a:p>
        </p:txBody>
      </p:sp>
      <p:sp>
        <p:nvSpPr>
          <p:cNvPr id="3" name="Title 2"/>
          <p:cNvSpPr>
            <a:spLocks noGrp="1"/>
          </p:cNvSpPr>
          <p:nvPr>
            <p:ph type="title"/>
          </p:nvPr>
        </p:nvSpPr>
        <p:spPr/>
        <p:txBody>
          <a:bodyPr/>
          <a:lstStyle/>
          <a:p>
            <a:r>
              <a:rPr lang="en-US" dirty="0"/>
              <a:t>Support needed from CIL</a:t>
            </a:r>
            <a:endParaRPr lang="en-IN" dirty="0"/>
          </a:p>
        </p:txBody>
      </p:sp>
      <p:sp>
        <p:nvSpPr>
          <p:cNvPr id="6" name="Rectangle 153"/>
          <p:cNvSpPr>
            <a:spLocks noChangeArrowheads="1"/>
          </p:cNvSpPr>
          <p:nvPr/>
        </p:nvSpPr>
        <p:spPr bwMode="auto">
          <a:xfrm>
            <a:off x="469900" y="1207697"/>
            <a:ext cx="3084183" cy="1621767"/>
          </a:xfrm>
          <a:prstGeom prst="rect">
            <a:avLst/>
          </a:prstGeom>
          <a:solidFill>
            <a:schemeClr val="accent1">
              <a:lumMod val="50000"/>
            </a:schemeClr>
          </a:solidFill>
          <a:ln w="12700" algn="ctr">
            <a:solidFill>
              <a:schemeClr val="tx1"/>
            </a:solidFill>
            <a:miter lim="800000"/>
            <a:headEnd/>
            <a:tailEnd/>
          </a:ln>
        </p:spPr>
        <p:txBody>
          <a:bodyPr lIns="36000" tIns="36000" rIns="36000" bIns="36000" anchor="ctr" anchorCtr="1">
            <a:noAutofit/>
          </a:bodyPr>
          <a:lstStyle/>
          <a:p>
            <a:pPr algn="ctr" defTabSz="1106488">
              <a:spcBef>
                <a:spcPct val="50000"/>
              </a:spcBef>
              <a:buClr>
                <a:schemeClr val="tx1"/>
              </a:buClr>
              <a:tabLst>
                <a:tab pos="6911975" algn="l"/>
              </a:tabLst>
            </a:pPr>
            <a:r>
              <a:rPr lang="en-US" sz="1600" b="1" dirty="0">
                <a:solidFill>
                  <a:schemeClr val="bg1"/>
                </a:solidFill>
              </a:rPr>
              <a:t>Infrastructure and Data Requirements</a:t>
            </a:r>
          </a:p>
        </p:txBody>
      </p:sp>
      <p:sp>
        <p:nvSpPr>
          <p:cNvPr id="7" name="Rectangle 154"/>
          <p:cNvSpPr>
            <a:spLocks noChangeArrowheads="1"/>
          </p:cNvSpPr>
          <p:nvPr/>
        </p:nvSpPr>
        <p:spPr bwMode="auto">
          <a:xfrm>
            <a:off x="3647286" y="1207697"/>
            <a:ext cx="7825845" cy="162176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36000" tIns="36000" rIns="36000" bIns="36000">
            <a:noAutofit/>
          </a:bodyPr>
          <a:lstStyle/>
          <a:p>
            <a:pPr marL="345600" indent="-171450">
              <a:spcBef>
                <a:spcPts val="200"/>
              </a:spcBef>
              <a:spcAft>
                <a:spcPts val="200"/>
              </a:spcAft>
              <a:buFont typeface="Arial" panose="020B0604020202020204" pitchFamily="34" charset="0"/>
              <a:buChar char="•"/>
            </a:pPr>
            <a:r>
              <a:rPr lang="en-GB" sz="1400" dirty="0"/>
              <a:t>Working space for 4 - 5 team members along with locker</a:t>
            </a:r>
          </a:p>
          <a:p>
            <a:pPr marL="345600" indent="-171450">
              <a:spcBef>
                <a:spcPts val="200"/>
              </a:spcBef>
              <a:spcAft>
                <a:spcPts val="200"/>
              </a:spcAft>
              <a:buFont typeface="Arial" panose="020B0604020202020204" pitchFamily="34" charset="0"/>
              <a:buChar char="•"/>
            </a:pPr>
            <a:r>
              <a:rPr lang="en-GB" sz="1400" dirty="0"/>
              <a:t>Telephone, internet (Wi-Fi) connectivity</a:t>
            </a:r>
          </a:p>
          <a:p>
            <a:pPr marL="345600" indent="-171450">
              <a:spcBef>
                <a:spcPts val="200"/>
              </a:spcBef>
              <a:spcAft>
                <a:spcPts val="200"/>
              </a:spcAft>
              <a:buFont typeface="Arial" panose="020B0604020202020204" pitchFamily="34" charset="0"/>
              <a:buChar char="•"/>
            </a:pPr>
            <a:r>
              <a:rPr lang="en-GB" sz="1400" dirty="0"/>
              <a:t>Printer availability and connectivity</a:t>
            </a:r>
          </a:p>
          <a:p>
            <a:pPr marL="345600" indent="-171450">
              <a:spcBef>
                <a:spcPts val="200"/>
              </a:spcBef>
              <a:spcAft>
                <a:spcPts val="200"/>
              </a:spcAft>
              <a:buFont typeface="Arial" panose="020B0604020202020204" pitchFamily="34" charset="0"/>
              <a:buChar char="•"/>
            </a:pPr>
            <a:r>
              <a:rPr lang="en-GB" sz="1400" dirty="0"/>
              <a:t>Projector availability</a:t>
            </a:r>
          </a:p>
          <a:p>
            <a:pPr marL="345600" indent="-171450">
              <a:spcBef>
                <a:spcPts val="200"/>
              </a:spcBef>
              <a:spcAft>
                <a:spcPts val="200"/>
              </a:spcAft>
              <a:buFont typeface="Arial" panose="020B0604020202020204" pitchFamily="34" charset="0"/>
              <a:buChar char="•"/>
            </a:pPr>
            <a:r>
              <a:rPr lang="en-US" sz="1400" dirty="0"/>
              <a:t>Sharing of relevant data requested as given in the Information Requirement List - reports, studies, organogram, plans, financials etc.</a:t>
            </a:r>
          </a:p>
        </p:txBody>
      </p:sp>
      <p:sp>
        <p:nvSpPr>
          <p:cNvPr id="8" name="Rectangle 153"/>
          <p:cNvSpPr>
            <a:spLocks noChangeArrowheads="1"/>
          </p:cNvSpPr>
          <p:nvPr/>
        </p:nvSpPr>
        <p:spPr bwMode="auto">
          <a:xfrm>
            <a:off x="469900" y="2989265"/>
            <a:ext cx="3084183" cy="1522350"/>
          </a:xfrm>
          <a:prstGeom prst="rect">
            <a:avLst/>
          </a:prstGeom>
          <a:solidFill>
            <a:schemeClr val="accent2">
              <a:lumMod val="50000"/>
            </a:schemeClr>
          </a:solidFill>
          <a:ln w="12700" algn="ctr">
            <a:solidFill>
              <a:schemeClr val="tx1"/>
            </a:solidFill>
            <a:miter lim="800000"/>
            <a:headEnd/>
            <a:tailEnd/>
          </a:ln>
        </p:spPr>
        <p:txBody>
          <a:bodyPr lIns="36000" tIns="36000" rIns="36000" bIns="36000" anchor="ctr" anchorCtr="1">
            <a:noAutofit/>
          </a:bodyPr>
          <a:lstStyle/>
          <a:p>
            <a:pPr algn="ctr" defTabSz="1106488">
              <a:spcBef>
                <a:spcPct val="50000"/>
              </a:spcBef>
              <a:buClr>
                <a:schemeClr val="tx1"/>
              </a:buClr>
              <a:tabLst>
                <a:tab pos="6911975" algn="l"/>
              </a:tabLst>
            </a:pPr>
            <a:r>
              <a:rPr lang="en-US" sz="1600" b="1" dirty="0">
                <a:solidFill>
                  <a:schemeClr val="bg1"/>
                </a:solidFill>
              </a:rPr>
              <a:t>Communication/ Feedback Requirements</a:t>
            </a:r>
          </a:p>
        </p:txBody>
      </p:sp>
      <p:sp>
        <p:nvSpPr>
          <p:cNvPr id="10" name="Rectangle 154"/>
          <p:cNvSpPr>
            <a:spLocks noChangeArrowheads="1"/>
          </p:cNvSpPr>
          <p:nvPr/>
        </p:nvSpPr>
        <p:spPr bwMode="auto">
          <a:xfrm>
            <a:off x="3647286" y="3002418"/>
            <a:ext cx="7825845" cy="1509198"/>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36000" tIns="36000" rIns="36000" bIns="36000" anchor="ctr">
            <a:noAutofit/>
          </a:bodyPr>
          <a:lstStyle/>
          <a:p>
            <a:pPr marL="345600" indent="-171450">
              <a:spcBef>
                <a:spcPts val="200"/>
              </a:spcBef>
              <a:spcAft>
                <a:spcPts val="200"/>
              </a:spcAft>
              <a:buFont typeface="Arial" panose="020B0604020202020204" pitchFamily="34" charset="0"/>
              <a:buChar char="•"/>
            </a:pPr>
            <a:r>
              <a:rPr lang="en-US" sz="1400" dirty="0"/>
              <a:t>Identification of CIL single point of contact (SPOC) to facilitate necessary communication with other stakeholders. </a:t>
            </a:r>
          </a:p>
          <a:p>
            <a:pPr marL="345600" indent="-171450">
              <a:spcBef>
                <a:spcPts val="200"/>
              </a:spcBef>
              <a:spcAft>
                <a:spcPts val="200"/>
              </a:spcAft>
              <a:buFont typeface="Arial" panose="020B0604020202020204" pitchFamily="34" charset="0"/>
              <a:buChar char="•"/>
            </a:pPr>
            <a:r>
              <a:rPr lang="en-US" sz="1400" dirty="0"/>
              <a:t>Timely coordination of meetings with different CIL internal stakeholders as needed</a:t>
            </a:r>
          </a:p>
          <a:p>
            <a:pPr marL="345600" indent="-171450">
              <a:spcBef>
                <a:spcPts val="200"/>
              </a:spcBef>
              <a:spcAft>
                <a:spcPts val="200"/>
              </a:spcAft>
              <a:buFont typeface="Arial" panose="020B0604020202020204" pitchFamily="34" charset="0"/>
              <a:buChar char="•"/>
            </a:pPr>
            <a:r>
              <a:rPr lang="en-US" sz="1400" dirty="0"/>
              <a:t>Participation and feedback from senior CIL stakeholders in </a:t>
            </a:r>
            <a:r>
              <a:rPr lang="en-US" sz="1400" dirty="0" err="1"/>
              <a:t>Steercom</a:t>
            </a:r>
            <a:r>
              <a:rPr lang="en-US" sz="1400" dirty="0"/>
              <a:t> and Workshop meetings</a:t>
            </a:r>
          </a:p>
        </p:txBody>
      </p:sp>
      <p:sp>
        <p:nvSpPr>
          <p:cNvPr id="11" name="Rectangle 153"/>
          <p:cNvSpPr>
            <a:spLocks noChangeArrowheads="1"/>
          </p:cNvSpPr>
          <p:nvPr/>
        </p:nvSpPr>
        <p:spPr bwMode="auto">
          <a:xfrm>
            <a:off x="469899" y="4671416"/>
            <a:ext cx="3084183" cy="1522350"/>
          </a:xfrm>
          <a:prstGeom prst="rect">
            <a:avLst/>
          </a:prstGeom>
          <a:solidFill>
            <a:schemeClr val="accent4">
              <a:lumMod val="50000"/>
            </a:schemeClr>
          </a:solidFill>
          <a:ln w="12700" algn="ctr">
            <a:solidFill>
              <a:schemeClr val="tx1"/>
            </a:solidFill>
            <a:miter lim="800000"/>
            <a:headEnd/>
            <a:tailEnd/>
          </a:ln>
        </p:spPr>
        <p:txBody>
          <a:bodyPr lIns="36000" tIns="36000" rIns="36000" bIns="36000" anchor="ctr" anchorCtr="1">
            <a:noAutofit/>
          </a:bodyPr>
          <a:lstStyle/>
          <a:p>
            <a:pPr algn="ctr" defTabSz="1106488">
              <a:spcBef>
                <a:spcPct val="50000"/>
              </a:spcBef>
              <a:buClr>
                <a:schemeClr val="tx1"/>
              </a:buClr>
              <a:tabLst>
                <a:tab pos="6911975" algn="l"/>
              </a:tabLst>
            </a:pPr>
            <a:r>
              <a:rPr lang="en-US" sz="1600" b="1" dirty="0">
                <a:solidFill>
                  <a:schemeClr val="bg1"/>
                </a:solidFill>
              </a:rPr>
              <a:t>Next steps </a:t>
            </a:r>
          </a:p>
        </p:txBody>
      </p:sp>
      <p:sp>
        <p:nvSpPr>
          <p:cNvPr id="12" name="Rectangle 154"/>
          <p:cNvSpPr>
            <a:spLocks noChangeArrowheads="1"/>
          </p:cNvSpPr>
          <p:nvPr/>
        </p:nvSpPr>
        <p:spPr bwMode="auto">
          <a:xfrm>
            <a:off x="3647286" y="4684568"/>
            <a:ext cx="7825845" cy="1509198"/>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36000" tIns="36000" rIns="36000" bIns="36000" anchor="ctr">
            <a:noAutofit/>
          </a:bodyPr>
          <a:lstStyle/>
          <a:p>
            <a:pPr marL="345600" indent="-171450">
              <a:spcBef>
                <a:spcPts val="200"/>
              </a:spcBef>
              <a:spcAft>
                <a:spcPts val="200"/>
              </a:spcAft>
              <a:buFont typeface="Arial" panose="020B0604020202020204" pitchFamily="34" charset="0"/>
              <a:buChar char="•"/>
            </a:pPr>
            <a:r>
              <a:rPr lang="en-US" sz="1400" dirty="0"/>
              <a:t>Completion of formalities related to Performance Bank Guarantee and Contract execution after requisite internal clearances</a:t>
            </a:r>
          </a:p>
          <a:p>
            <a:pPr marL="345600" indent="-171450">
              <a:spcBef>
                <a:spcPts val="200"/>
              </a:spcBef>
              <a:spcAft>
                <a:spcPts val="200"/>
              </a:spcAft>
              <a:buFont typeface="Arial" panose="020B0604020202020204" pitchFamily="34" charset="0"/>
              <a:buChar char="•"/>
            </a:pPr>
            <a:r>
              <a:rPr lang="en-US" sz="1400" dirty="0"/>
              <a:t>Mobilization of the site team members</a:t>
            </a:r>
          </a:p>
          <a:p>
            <a:pPr marL="345600" indent="-171450">
              <a:spcBef>
                <a:spcPts val="200"/>
              </a:spcBef>
              <a:spcAft>
                <a:spcPts val="200"/>
              </a:spcAft>
              <a:buFont typeface="Arial" panose="020B0604020202020204" pitchFamily="34" charset="0"/>
              <a:buChar char="•"/>
            </a:pPr>
            <a:r>
              <a:rPr lang="en-US" sz="1400" dirty="0"/>
              <a:t>Formal kick-off meeting after one week of mobilization</a:t>
            </a:r>
          </a:p>
        </p:txBody>
      </p:sp>
    </p:spTree>
    <p:extLst>
      <p:ext uri="{BB962C8B-B14F-4D97-AF65-F5344CB8AC3E}">
        <p14:creationId xmlns:p14="http://schemas.microsoft.com/office/powerpoint/2010/main" val="2993748467"/>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3" name="Text Placeholder 2"/>
          <p:cNvSpPr>
            <a:spLocks noGrp="1"/>
          </p:cNvSpPr>
          <p:nvPr>
            <p:ph type="body" sz="quarter" idx="13"/>
          </p:nvPr>
        </p:nvSpPr>
        <p:spPr>
          <a:xfrm>
            <a:off x="469898" y="4211955"/>
            <a:ext cx="11266489" cy="2087245"/>
          </a:xfrm>
        </p:spPr>
        <p:txBody>
          <a:bodyPr>
            <a:noAutofit/>
          </a:bodyPr>
          <a:lstStyle/>
          <a:p>
            <a:r>
              <a:rPr lang="en-US" sz="900" dirty="0"/>
              <a:t>Deloitte refers to one or more of Deloitte Touche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r>
              <a:rPr lang="en-US" sz="900" dirty="0"/>
              <a:t>This material has been prepared by Deloitte Touche Tohmatsu India LLP (“DTTILLP”), a member of Deloitte Touche Tohmatsu Limited, on a specific request from you and contains proprietary and confidential information. This material may contain information sourced from publicly available information or other third party sources. DTTILLP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r>
              <a:rPr lang="en-US" sz="900" dirty="0"/>
              <a:t>Nothing in this material creates any contractual relationship between DTTILLP and you. Any mutually binding legal obligations or rights may only be created between you and DTTILLP upon execution of a legally binding contract. By using this material and any information contained in it, the user accepts this entire notice and terms of use.</a:t>
            </a:r>
          </a:p>
          <a:p>
            <a:r>
              <a:rPr lang="en-US" sz="900" dirty="0"/>
              <a:t>©2020 Deloitte Touche Tohmatsu India LLP. Member of Deloitte Touche Tohmatsu Limited</a:t>
            </a:r>
          </a:p>
          <a:p>
            <a:r>
              <a:rPr lang="en-US" sz="900" dirty="0"/>
              <a:t>Deloitte Touche Tohmatsu India Private Limited (U74140MH199 5PTC093339), a private company limited by shares, was converted into Deloitte Touche Tohmatsu India LLP, a limited liability partnership (LLP Identification No. AAE-8458),with effect from October 1, 2015.</a:t>
            </a:r>
          </a:p>
        </p:txBody>
      </p:sp>
      <p:sp>
        <p:nvSpPr>
          <p:cNvPr id="4" name="TextBox 3"/>
          <p:cNvSpPr txBox="1"/>
          <p:nvPr/>
        </p:nvSpPr>
        <p:spPr bwMode="gray">
          <a:xfrm>
            <a:off x="450583" y="2097782"/>
            <a:ext cx="4981388" cy="331094"/>
          </a:xfrm>
          <a:prstGeom prst="rect">
            <a:avLst/>
          </a:prstGeom>
        </p:spPr>
        <p:txBody>
          <a:bodyPr wrap="square" lIns="0" rIns="0" rtlCol="0" anchor="b" anchorCtr="0">
            <a:normAutofit/>
          </a:bodyPr>
          <a:lstStyle/>
          <a:p>
            <a:pPr>
              <a:lnSpc>
                <a:spcPts val="900"/>
              </a:lnSpc>
            </a:pPr>
            <a:r>
              <a:rPr lang="en-IN" sz="2000" b="1" dirty="0">
                <a:solidFill>
                  <a:schemeClr val="tx1"/>
                </a:solidFill>
              </a:rPr>
              <a:t>End of Presentation.</a:t>
            </a:r>
          </a:p>
        </p:txBody>
      </p:sp>
    </p:spTree>
    <p:extLst>
      <p:ext uri="{BB962C8B-B14F-4D97-AF65-F5344CB8AC3E}">
        <p14:creationId xmlns:p14="http://schemas.microsoft.com/office/powerpoint/2010/main" val="730648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ANNEXURES</a:t>
            </a:r>
            <a:endParaRPr lang="en-IN" dirty="0"/>
          </a:p>
        </p:txBody>
      </p:sp>
    </p:spTree>
    <p:extLst>
      <p:ext uri="{BB962C8B-B14F-4D97-AF65-F5344CB8AC3E}">
        <p14:creationId xmlns:p14="http://schemas.microsoft.com/office/powerpoint/2010/main" val="3250690466"/>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4" name="Chart 113"/>
          <p:cNvGraphicFramePr/>
          <p:nvPr/>
        </p:nvGraphicFramePr>
        <p:xfrm>
          <a:off x="2290142" y="1506900"/>
          <a:ext cx="5275108" cy="3516736"/>
        </p:xfrm>
        <a:graphic>
          <a:graphicData uri="http://schemas.openxmlformats.org/drawingml/2006/chart">
            <c:chart xmlns:c="http://schemas.openxmlformats.org/drawingml/2006/chart" xmlns:r="http://schemas.openxmlformats.org/officeDocument/2006/relationships" r:id="rId26"/>
          </a:graphicData>
        </a:graphic>
      </p:graphicFrame>
      <p:graphicFrame>
        <p:nvGraphicFramePr>
          <p:cNvPr id="115" name="Chart 114"/>
          <p:cNvGraphicFramePr/>
          <p:nvPr/>
        </p:nvGraphicFramePr>
        <p:xfrm>
          <a:off x="1846222" y="1187627"/>
          <a:ext cx="6193486" cy="4128988"/>
        </p:xfrm>
        <a:graphic>
          <a:graphicData uri="http://schemas.openxmlformats.org/drawingml/2006/chart">
            <c:chart xmlns:c="http://schemas.openxmlformats.org/drawingml/2006/chart" xmlns:r="http://schemas.openxmlformats.org/officeDocument/2006/relationships" r:id="rId27"/>
          </a:graphicData>
        </a:graphic>
      </p:graphicFrame>
      <p:graphicFrame>
        <p:nvGraphicFramePr>
          <p:cNvPr id="116" name="Chart 115"/>
          <p:cNvGraphicFramePr/>
          <p:nvPr/>
        </p:nvGraphicFramePr>
        <p:xfrm>
          <a:off x="1390806" y="867129"/>
          <a:ext cx="7142140" cy="4761426"/>
        </p:xfrm>
        <a:graphic>
          <a:graphicData uri="http://schemas.openxmlformats.org/drawingml/2006/chart">
            <c:chart xmlns:c="http://schemas.openxmlformats.org/drawingml/2006/chart" xmlns:r="http://schemas.openxmlformats.org/officeDocument/2006/relationships" r:id="rId28"/>
          </a:graphicData>
        </a:graphic>
      </p:graphicFrame>
      <p:graphicFrame>
        <p:nvGraphicFramePr>
          <p:cNvPr id="113" name="Chart 112"/>
          <p:cNvGraphicFramePr/>
          <p:nvPr/>
        </p:nvGraphicFramePr>
        <p:xfrm>
          <a:off x="2697392" y="1816064"/>
          <a:ext cx="4430975" cy="2916714"/>
        </p:xfrm>
        <a:graphic>
          <a:graphicData uri="http://schemas.openxmlformats.org/drawingml/2006/chart">
            <c:chart xmlns:c="http://schemas.openxmlformats.org/drawingml/2006/chart" xmlns:r="http://schemas.openxmlformats.org/officeDocument/2006/relationships" r:id="rId29"/>
          </a:graphicData>
        </a:graphic>
      </p:graphicFrame>
      <p:graphicFrame>
        <p:nvGraphicFramePr>
          <p:cNvPr id="117" name="Chart 116"/>
          <p:cNvGraphicFramePr/>
          <p:nvPr/>
        </p:nvGraphicFramePr>
        <p:xfrm>
          <a:off x="853752" y="494384"/>
          <a:ext cx="8229600" cy="5486400"/>
        </p:xfrm>
        <a:graphic>
          <a:graphicData uri="http://schemas.openxmlformats.org/drawingml/2006/chart">
            <c:chart xmlns:c="http://schemas.openxmlformats.org/drawingml/2006/chart" xmlns:r="http://schemas.openxmlformats.org/officeDocument/2006/relationships" r:id="rId30"/>
          </a:graphicData>
        </a:graphic>
      </p:graphicFrame>
      <p:graphicFrame>
        <p:nvGraphicFramePr>
          <p:cNvPr id="6" name="Object 5"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1" imgW="501" imgH="502" progId="TCLayout.ActiveDocument.1">
                  <p:embed/>
                </p:oleObj>
              </mc:Choice>
              <mc:Fallback>
                <p:oleObj name="think-cell Slide" r:id="rId31" imgW="501" imgH="502" progId="TCLayout.ActiveDocument.1">
                  <p:embed/>
                  <p:pic>
                    <p:nvPicPr>
                      <p:cNvPr id="6" name="Object 5" hidden="1"/>
                      <p:cNvPicPr/>
                      <p:nvPr/>
                    </p:nvPicPr>
                    <p:blipFill>
                      <a:blip r:embed="rId32"/>
                      <a:stretch>
                        <a:fillRect/>
                      </a:stretch>
                    </p:blipFill>
                    <p:spPr>
                      <a:xfrm>
                        <a:off x="1588" y="1588"/>
                        <a:ext cx="1588" cy="1588"/>
                      </a:xfrm>
                      <a:prstGeom prst="rect">
                        <a:avLst/>
                      </a:prstGeom>
                    </p:spPr>
                  </p:pic>
                </p:oleObj>
              </mc:Fallback>
            </mc:AlternateContent>
          </a:graphicData>
        </a:graphic>
      </p:graphicFrame>
      <p:sp>
        <p:nvSpPr>
          <p:cNvPr id="5" name="Rectangle 4" hidden="1"/>
          <p:cNvSpPr/>
          <p:nvPr>
            <p:custDataLst>
              <p:tags r:id="rId2"/>
            </p:custDataLst>
          </p:nvPr>
        </p:nvSpPr>
        <p:spPr bwMode="gray">
          <a:xfrm>
            <a:off x="0" y="0"/>
            <a:ext cx="158750" cy="158750"/>
          </a:xfrm>
          <a:prstGeom prst="rect">
            <a:avLst/>
          </a:prstGeom>
          <a:solidFill>
            <a:schemeClr val="accent3"/>
          </a:solidFill>
          <a:ln w="19050" algn="ctr">
            <a:noFill/>
            <a:miter lim="800000"/>
            <a:headEnd/>
            <a:tailEnd/>
          </a:ln>
        </p:spPr>
        <p:txBody>
          <a:bodyPr vert="horz" wrap="none" lIns="0" tIns="0" rIns="0" bIns="0" numCol="1" spcCol="0" rtlCol="0" anchor="ctr" anchorCtr="0">
            <a:noAutofit/>
          </a:bodyPr>
          <a:lstStyle/>
          <a:p>
            <a:pPr marL="0" marR="0" lvl="0" indent="0" algn="ctr" defTabSz="914400" rtl="0" eaLnBrk="1" fontAlgn="auto" latinLnBrk="0" hangingPunct="1">
              <a:lnSpc>
                <a:spcPct val="100000"/>
              </a:lnSpc>
              <a:spcBef>
                <a:spcPct val="0"/>
              </a:spcBef>
              <a:spcAft>
                <a:spcPct val="0"/>
              </a:spcAft>
              <a:buClrTx/>
              <a:buSzTx/>
              <a:buFont typeface="Wingdings 2" pitchFamily="18" charset="2"/>
              <a:buNone/>
              <a:tabLst/>
              <a:defRPr/>
            </a:pPr>
            <a:endParaRPr kumimoji="0" lang="en-US" sz="2000" b="0" i="0" u="none" strike="noStrike" kern="1200" cap="none" spc="0" normalizeH="0" baseline="0" noProof="0" dirty="0">
              <a:ln>
                <a:noFill/>
              </a:ln>
              <a:solidFill>
                <a:prstClr val="white"/>
              </a:solidFill>
              <a:effectLst/>
              <a:uLnTx/>
              <a:uFillTx/>
              <a:latin typeface="Verdana" panose="020B0604030504040204" pitchFamily="34" charset="0"/>
              <a:ea typeface="+mn-ea"/>
              <a:cs typeface="+mn-cs"/>
              <a:sym typeface="Verdana" panose="020B0604030504040204" pitchFamily="34" charset="0"/>
            </a:endParaRPr>
          </a:p>
        </p:txBody>
      </p:sp>
      <p:sp>
        <p:nvSpPr>
          <p:cNvPr id="3" name="Title 2"/>
          <p:cNvSpPr>
            <a:spLocks noGrp="1"/>
          </p:cNvSpPr>
          <p:nvPr>
            <p:ph type="title"/>
          </p:nvPr>
        </p:nvSpPr>
        <p:spPr/>
        <p:txBody>
          <a:bodyPr/>
          <a:lstStyle/>
          <a:p>
            <a:r>
              <a:rPr lang="en-IN" dirty="0"/>
              <a:t>Our proposed team to execute this assignment</a:t>
            </a:r>
            <a:endParaRPr lang="en-GB" dirty="0"/>
          </a:p>
        </p:txBody>
      </p:sp>
      <p:sp>
        <p:nvSpPr>
          <p:cNvPr id="2" name="Rectangle 1"/>
          <p:cNvSpPr/>
          <p:nvPr/>
        </p:nvSpPr>
        <p:spPr bwMode="gray">
          <a:xfrm>
            <a:off x="5569807" y="6374683"/>
            <a:ext cx="5753100" cy="276225"/>
          </a:xfrm>
          <a:prstGeom prst="rect">
            <a:avLst/>
          </a:prstGeom>
          <a:solidFill>
            <a:schemeClr val="bg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1200" cap="none" spc="0" normalizeH="0" baseline="0" noProof="0" dirty="0">
              <a:ln>
                <a:noFill/>
              </a:ln>
              <a:solidFill>
                <a:prstClr val="white"/>
              </a:solidFill>
              <a:effectLst/>
              <a:uLnTx/>
              <a:uFillTx/>
              <a:latin typeface="Verdana"/>
              <a:ea typeface="+mn-ea"/>
              <a:cs typeface="+mn-cs"/>
            </a:endParaRPr>
          </a:p>
        </p:txBody>
      </p:sp>
      <p:sp>
        <p:nvSpPr>
          <p:cNvPr id="256" name="Rectangle 255"/>
          <p:cNvSpPr/>
          <p:nvPr/>
        </p:nvSpPr>
        <p:spPr bwMode="gray">
          <a:xfrm>
            <a:off x="9840686" y="0"/>
            <a:ext cx="2351314" cy="6858000"/>
          </a:xfrm>
          <a:prstGeom prst="rect">
            <a:avLst/>
          </a:prstGeom>
          <a:solidFill>
            <a:schemeClr val="tx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Verdana"/>
              <a:ea typeface="+mn-ea"/>
              <a:cs typeface="+mn-cs"/>
            </a:endParaRPr>
          </a:p>
        </p:txBody>
      </p:sp>
      <p:sp>
        <p:nvSpPr>
          <p:cNvPr id="257" name="Title 2"/>
          <p:cNvSpPr txBox="1">
            <a:spLocks/>
          </p:cNvSpPr>
          <p:nvPr/>
        </p:nvSpPr>
        <p:spPr bwMode="gray">
          <a:xfrm>
            <a:off x="10166042" y="1837773"/>
            <a:ext cx="1595533" cy="3334949"/>
          </a:xfrm>
          <a:prstGeom prst="rect">
            <a:avLst/>
          </a:prstGeom>
        </p:spPr>
        <p:txBody>
          <a:bodyPr vert="horz" lIns="0" tIns="0" rIns="0" bIns="0" rtlCol="0" anchor="t" anchorCtr="0">
            <a:noAutofit/>
          </a:bodyPr>
          <a:lstStyle>
            <a:lvl1pPr algn="l" defTabSz="1219170" rtl="0" eaLnBrk="1" latinLnBrk="0" hangingPunct="1">
              <a:spcBef>
                <a:spcPct val="0"/>
              </a:spcBef>
              <a:buNone/>
              <a:defRPr sz="2000" kern="1200">
                <a:solidFill>
                  <a:schemeClr val="tx1"/>
                </a:solidFill>
                <a:latin typeface="+mj-lt"/>
                <a:ea typeface="+mj-ea"/>
                <a:cs typeface="+mj-cs"/>
              </a:defRPr>
            </a:lvl1pPr>
          </a:lstStyle>
          <a:p>
            <a:pPr marL="0" marR="0" lvl="0" indent="0" algn="l" defTabSz="1219170" rtl="0" eaLnBrk="1" fontAlgn="auto" latinLnBrk="0" hangingPunct="1">
              <a:lnSpc>
                <a:spcPct val="150000"/>
              </a:lnSpc>
              <a:spcBef>
                <a:spcPts val="0"/>
              </a:spcBef>
              <a:spcAft>
                <a:spcPts val="0"/>
              </a:spcAft>
              <a:buClrTx/>
              <a:buSzTx/>
              <a:buFontTx/>
              <a:buNone/>
              <a:tabLst/>
              <a:defRPr/>
            </a:pPr>
            <a:r>
              <a:rPr kumimoji="0" lang="en-US" sz="2000" b="0" i="0" u="none" strike="noStrike" kern="1200" cap="small" spc="50" normalizeH="0" baseline="0" noProof="0" dirty="0">
                <a:ln>
                  <a:noFill/>
                </a:ln>
                <a:solidFill>
                  <a:prstClr val="white"/>
                </a:solidFill>
                <a:effectLst/>
                <a:uLnTx/>
                <a:uFillTx/>
                <a:latin typeface="Verdana"/>
                <a:ea typeface="+mj-ea"/>
                <a:cs typeface="+mj-cs"/>
              </a:rPr>
              <a:t>Bringing together the best of </a:t>
            </a:r>
            <a:r>
              <a:rPr kumimoji="0" lang="en-US" sz="2000" b="1" i="0" u="none" strike="noStrike" kern="1200" cap="small" spc="50" normalizeH="0" baseline="0" noProof="0" dirty="0">
                <a:ln>
                  <a:noFill/>
                </a:ln>
                <a:solidFill>
                  <a:srgbClr val="86BC25"/>
                </a:solidFill>
                <a:effectLst/>
                <a:uLnTx/>
                <a:uFillTx/>
                <a:latin typeface="Verdana"/>
                <a:ea typeface="+mj-ea"/>
                <a:cs typeface="+mj-cs"/>
              </a:rPr>
              <a:t>Deloitte</a:t>
            </a:r>
            <a:r>
              <a:rPr kumimoji="0" lang="en-US" sz="2000" b="0" i="0" u="none" strike="noStrike" kern="1200" cap="small" spc="50" normalizeH="0" baseline="0" noProof="0" dirty="0">
                <a:ln>
                  <a:noFill/>
                </a:ln>
                <a:solidFill>
                  <a:prstClr val="white"/>
                </a:solidFill>
                <a:effectLst/>
                <a:uLnTx/>
                <a:uFillTx/>
                <a:latin typeface="Verdana"/>
                <a:ea typeface="+mj-ea"/>
                <a:cs typeface="+mj-cs"/>
              </a:rPr>
              <a:t> Leadership and Teams</a:t>
            </a:r>
            <a:endParaRPr kumimoji="0" lang="en-IN" sz="2000" b="0" i="0" u="none" strike="noStrike" kern="1200" cap="small" spc="50" normalizeH="0" baseline="0" noProof="0" dirty="0">
              <a:ln>
                <a:noFill/>
              </a:ln>
              <a:solidFill>
                <a:prstClr val="white"/>
              </a:solidFill>
              <a:effectLst/>
              <a:uLnTx/>
              <a:uFillTx/>
              <a:latin typeface="Verdana"/>
              <a:ea typeface="+mj-ea"/>
              <a:cs typeface="+mj-cs"/>
            </a:endParaRPr>
          </a:p>
        </p:txBody>
      </p:sp>
      <p:sp>
        <p:nvSpPr>
          <p:cNvPr id="68" name="Rectangle 7"/>
          <p:cNvSpPr>
            <a:spLocks noChangeArrowheads="1"/>
          </p:cNvSpPr>
          <p:nvPr>
            <p:custDataLst>
              <p:tags r:id="rId3"/>
            </p:custDataLst>
          </p:nvPr>
        </p:nvSpPr>
        <p:spPr bwMode="auto">
          <a:xfrm>
            <a:off x="7441966" y="2186449"/>
            <a:ext cx="2346061" cy="541036"/>
          </a:xfrm>
          <a:prstGeom prst="rect">
            <a:avLst/>
          </a:prstGeom>
          <a:noFill/>
          <a:ln w="9525">
            <a:noFill/>
            <a:miter lim="800000"/>
            <a:headEnd/>
            <a:tailEnd/>
          </a:ln>
          <a:effectLst/>
        </p:spPr>
        <p:txBody>
          <a:bodyPr wrap="square" lIns="0" tIns="0" rIns="0" bIns="0" anchor="t" anchorCtr="0">
            <a:noAutofit/>
          </a:bodyPr>
          <a:lstStyle/>
          <a:p>
            <a:pPr marL="18288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000000"/>
                </a:solidFill>
                <a:effectLst/>
                <a:uLnTx/>
                <a:uFillTx/>
                <a:latin typeface="Verdana"/>
                <a:ea typeface="Knockout HTF29-JuniorLiteweight" charset="0"/>
                <a:cs typeface="Arial" panose="020B0604020202020204" pitchFamily="34" charset="0"/>
              </a:rPr>
              <a:t>DEBASISH MISHRA</a:t>
            </a:r>
          </a:p>
          <a:p>
            <a:pPr marL="18288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75787B">
                    <a:lumMod val="75000"/>
                  </a:srgbClr>
                </a:solidFill>
                <a:effectLst/>
                <a:uLnTx/>
                <a:uFillTx/>
                <a:latin typeface="Verdana"/>
                <a:ea typeface="Knockout HTF29-JuniorLiteweight" charset="0"/>
                <a:cs typeface="Arial" panose="020B0604020202020204" pitchFamily="34" charset="0"/>
              </a:rPr>
              <a:t>PARTNER,</a:t>
            </a:r>
          </a:p>
          <a:p>
            <a:pPr marL="18288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75787B">
                    <a:lumMod val="75000"/>
                  </a:srgbClr>
                </a:solidFill>
                <a:effectLst/>
                <a:uLnTx/>
                <a:uFillTx/>
                <a:latin typeface="Verdana"/>
                <a:ea typeface="Knockout HTF29-JuniorLiteweight" charset="0"/>
                <a:cs typeface="Arial" panose="020B0604020202020204" pitchFamily="34" charset="0"/>
              </a:rPr>
              <a:t>ENERGY &amp; RESOURCES LEADER</a:t>
            </a:r>
          </a:p>
        </p:txBody>
      </p:sp>
      <p:sp>
        <p:nvSpPr>
          <p:cNvPr id="71" name="Rectangle 7"/>
          <p:cNvSpPr>
            <a:spLocks noChangeArrowheads="1"/>
          </p:cNvSpPr>
          <p:nvPr>
            <p:custDataLst>
              <p:tags r:id="rId4"/>
            </p:custDataLst>
          </p:nvPr>
        </p:nvSpPr>
        <p:spPr bwMode="auto">
          <a:xfrm>
            <a:off x="6608810" y="773072"/>
            <a:ext cx="2049128" cy="561499"/>
          </a:xfrm>
          <a:prstGeom prst="rect">
            <a:avLst/>
          </a:prstGeom>
          <a:noFill/>
          <a:ln w="9525">
            <a:noFill/>
            <a:miter lim="800000"/>
            <a:headEnd/>
            <a:tailEnd/>
          </a:ln>
          <a:effectLst/>
        </p:spPr>
        <p:txBody>
          <a:bodyPr wrap="square" lIns="0" tIns="0" rIns="0" bIns="0" anchor="t" anchorCtr="0">
            <a:noAutofit/>
          </a:bodyPr>
          <a:lstStyle/>
          <a:p>
            <a:pPr marL="18288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000000"/>
                </a:solidFill>
                <a:effectLst/>
                <a:uLnTx/>
                <a:uFillTx/>
                <a:latin typeface="Verdana"/>
                <a:ea typeface="Knockout HTF29-JuniorLiteweight" charset="0"/>
                <a:cs typeface="Arial" panose="020B0604020202020204" pitchFamily="34" charset="0"/>
              </a:rPr>
              <a:t>ARINDAM GUHA</a:t>
            </a:r>
          </a:p>
          <a:p>
            <a:pPr marL="18288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75787B">
                    <a:lumMod val="75000"/>
                  </a:srgbClr>
                </a:solidFill>
                <a:effectLst/>
                <a:uLnTx/>
                <a:uFillTx/>
                <a:latin typeface="Verdana"/>
                <a:ea typeface="Knockout HTF29-JuniorLiteweight" charset="0"/>
                <a:cs typeface="Arial" panose="020B0604020202020204" pitchFamily="34" charset="0"/>
              </a:rPr>
              <a:t>PARTNER, GOVERNMENT &amp; PUBLIC</a:t>
            </a:r>
            <a:r>
              <a:rPr kumimoji="0" lang="en-US" sz="800" b="1" i="0" u="none" strike="noStrike" kern="1200" cap="none" spc="0" normalizeH="0" noProof="0" dirty="0">
                <a:ln>
                  <a:noFill/>
                </a:ln>
                <a:solidFill>
                  <a:srgbClr val="75787B">
                    <a:lumMod val="75000"/>
                  </a:srgbClr>
                </a:solidFill>
                <a:effectLst/>
                <a:uLnTx/>
                <a:uFillTx/>
                <a:latin typeface="Verdana"/>
                <a:ea typeface="Knockout HTF29-JuniorLiteweight" charset="0"/>
                <a:cs typeface="Arial" panose="020B0604020202020204" pitchFamily="34" charset="0"/>
              </a:rPr>
              <a:t> SECTOR LEAD</a:t>
            </a:r>
            <a:endParaRPr kumimoji="0" lang="en-US" sz="800" b="1" i="0" u="none" strike="noStrike" kern="1200" cap="none" spc="0" normalizeH="0" baseline="0" noProof="0" dirty="0">
              <a:ln>
                <a:noFill/>
              </a:ln>
              <a:solidFill>
                <a:srgbClr val="75787B">
                  <a:lumMod val="75000"/>
                </a:srgbClr>
              </a:solidFill>
              <a:effectLst/>
              <a:uLnTx/>
              <a:uFillTx/>
              <a:latin typeface="Verdana"/>
              <a:ea typeface="Knockout HTF29-JuniorLiteweight" charset="0"/>
              <a:cs typeface="Arial" panose="020B0604020202020204" pitchFamily="34" charset="0"/>
            </a:endParaRPr>
          </a:p>
          <a:p>
            <a:pPr marL="182880" marR="0" lvl="0" indent="0" algn="l" defTabSz="914400" rtl="0" eaLnBrk="1" fontAlgn="auto" latinLnBrk="0" hangingPunct="1">
              <a:lnSpc>
                <a:spcPct val="100000"/>
              </a:lnSpc>
              <a:spcBef>
                <a:spcPts val="0"/>
              </a:spcBef>
              <a:spcAft>
                <a:spcPts val="0"/>
              </a:spcAft>
              <a:buClrTx/>
              <a:buSzTx/>
              <a:buFontTx/>
              <a:buNone/>
              <a:tabLst/>
              <a:defRPr/>
            </a:pPr>
            <a:r>
              <a:rPr kumimoji="0" lang="en-US" sz="800" b="1" i="1" u="none" strike="noStrike" kern="1200" cap="none" spc="0" normalizeH="0" baseline="0" noProof="0" dirty="0">
                <a:ln>
                  <a:noFill/>
                </a:ln>
                <a:solidFill>
                  <a:srgbClr val="0097A9">
                    <a:lumMod val="75000"/>
                  </a:srgbClr>
                </a:solidFill>
                <a:effectLst/>
                <a:uLnTx/>
                <a:uFillTx/>
                <a:latin typeface="Verdana"/>
                <a:ea typeface="Knockout HTF29-JuniorLiteweight" charset="0"/>
                <a:cs typeface="Arial" panose="020B0604020202020204" pitchFamily="34" charset="0"/>
              </a:rPr>
              <a:t>EXCO member</a:t>
            </a:r>
            <a:endParaRPr kumimoji="0" lang="en-US" sz="800" b="1" i="0" u="none" strike="noStrike" kern="1200" cap="none" spc="0" normalizeH="0" baseline="0" noProof="0" dirty="0">
              <a:ln>
                <a:noFill/>
              </a:ln>
              <a:solidFill>
                <a:srgbClr val="75787B">
                  <a:lumMod val="75000"/>
                </a:srgbClr>
              </a:solidFill>
              <a:effectLst/>
              <a:uLnTx/>
              <a:uFillTx/>
              <a:latin typeface="Verdana"/>
              <a:ea typeface="Knockout HTF29-JuniorLiteweight" charset="0"/>
              <a:cs typeface="Arial" panose="020B0604020202020204" pitchFamily="34" charset="0"/>
            </a:endParaRPr>
          </a:p>
        </p:txBody>
      </p:sp>
      <p:sp>
        <p:nvSpPr>
          <p:cNvPr id="72" name="Rectangle 7"/>
          <p:cNvSpPr>
            <a:spLocks noChangeArrowheads="1"/>
          </p:cNvSpPr>
          <p:nvPr>
            <p:custDataLst>
              <p:tags r:id="rId5"/>
            </p:custDataLst>
          </p:nvPr>
        </p:nvSpPr>
        <p:spPr bwMode="auto">
          <a:xfrm>
            <a:off x="4355430" y="6309934"/>
            <a:ext cx="2346061" cy="286765"/>
          </a:xfrm>
          <a:prstGeom prst="rect">
            <a:avLst/>
          </a:prstGeom>
          <a:noFill/>
          <a:ln w="9525">
            <a:noFill/>
            <a:miter lim="800000"/>
            <a:headEnd/>
            <a:tailEnd/>
          </a:ln>
          <a:effectLst/>
        </p:spPr>
        <p:txBody>
          <a:bodyPr wrap="square" lIns="0" tIns="0" rIns="0" bIns="0" anchor="t" anchorCtr="0">
            <a:noAutofit/>
          </a:bodyPr>
          <a:lstStyle/>
          <a:p>
            <a:pPr marL="182880" marR="0" lvl="0" indent="0" defTabSz="914400" rtl="0" eaLnBrk="1" fontAlgn="auto" latinLnBrk="0" hangingPunct="1">
              <a:lnSpc>
                <a:spcPct val="100000"/>
              </a:lnSpc>
              <a:spcBef>
                <a:spcPts val="0"/>
              </a:spcBef>
              <a:spcAft>
                <a:spcPts val="0"/>
              </a:spcAft>
              <a:buClrTx/>
              <a:buSzTx/>
              <a:buFontTx/>
              <a:buNone/>
              <a:tabLst/>
              <a:defRPr/>
            </a:pPr>
            <a:r>
              <a:rPr lang="en-US" sz="800" b="1" dirty="0">
                <a:solidFill>
                  <a:srgbClr val="000000"/>
                </a:solidFill>
                <a:latin typeface="Verdana"/>
                <a:ea typeface="Knockout HTF29-JuniorLiteweight" charset="0"/>
                <a:cs typeface="Arial" panose="020B0604020202020204" pitchFamily="34" charset="0"/>
              </a:rPr>
              <a:t>PEEYUSH NAIDU</a:t>
            </a:r>
            <a:endParaRPr kumimoji="0" lang="en-US" sz="800" b="1" i="0" u="none" strike="noStrike" kern="1200" cap="none" spc="0" normalizeH="0" baseline="0" noProof="0" dirty="0">
              <a:ln>
                <a:noFill/>
              </a:ln>
              <a:solidFill>
                <a:srgbClr val="000000"/>
              </a:solidFill>
              <a:effectLst/>
              <a:uLnTx/>
              <a:uFillTx/>
              <a:latin typeface="Verdana"/>
              <a:ea typeface="Knockout HTF29-JuniorLiteweight" charset="0"/>
              <a:cs typeface="Arial" panose="020B0604020202020204" pitchFamily="34" charset="0"/>
            </a:endParaRPr>
          </a:p>
          <a:p>
            <a:pPr marL="182880" marR="0" lvl="0" indent="0"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75787B">
                    <a:lumMod val="75000"/>
                  </a:srgbClr>
                </a:solidFill>
                <a:effectLst/>
                <a:uLnTx/>
                <a:uFillTx/>
                <a:latin typeface="Verdana"/>
                <a:ea typeface="Knockout HTF29-JuniorLiteweight" charset="0"/>
                <a:cs typeface="Arial" panose="020B0604020202020204" pitchFamily="34" charset="0"/>
              </a:rPr>
              <a:t>PARTNER</a:t>
            </a:r>
          </a:p>
          <a:p>
            <a:pPr marL="182880" marR="0" lvl="0" indent="0" defTabSz="914400" rtl="0" eaLnBrk="1" fontAlgn="auto" latinLnBrk="0" hangingPunct="1">
              <a:lnSpc>
                <a:spcPct val="100000"/>
              </a:lnSpc>
              <a:spcBef>
                <a:spcPts val="0"/>
              </a:spcBef>
              <a:spcAft>
                <a:spcPts val="0"/>
              </a:spcAft>
              <a:buClrTx/>
              <a:buSzTx/>
              <a:buFontTx/>
              <a:buNone/>
              <a:tabLst/>
              <a:defRPr/>
            </a:pPr>
            <a:r>
              <a:rPr lang="en-US" sz="800" b="1" i="1" dirty="0">
                <a:solidFill>
                  <a:srgbClr val="0097A9">
                    <a:lumMod val="75000"/>
                  </a:srgbClr>
                </a:solidFill>
                <a:latin typeface="Verdana"/>
                <a:ea typeface="Knockout HTF29-JuniorLiteweight" charset="0"/>
                <a:cs typeface="Arial" panose="020B0604020202020204" pitchFamily="34" charset="0"/>
              </a:rPr>
              <a:t>Specialist- logistics</a:t>
            </a:r>
            <a:endParaRPr kumimoji="0" lang="en-US" sz="800" b="1" i="1" u="none" strike="noStrike" kern="1200" cap="none" spc="0" normalizeH="0" baseline="0" noProof="0" dirty="0">
              <a:ln>
                <a:noFill/>
              </a:ln>
              <a:solidFill>
                <a:srgbClr val="0097A9">
                  <a:lumMod val="75000"/>
                </a:srgbClr>
              </a:solidFill>
              <a:effectLst/>
              <a:uLnTx/>
              <a:uFillTx/>
              <a:latin typeface="Verdana"/>
              <a:ea typeface="Knockout HTF29-JuniorLiteweight" charset="0"/>
              <a:cs typeface="Arial" panose="020B0604020202020204" pitchFamily="34" charset="0"/>
            </a:endParaRPr>
          </a:p>
        </p:txBody>
      </p:sp>
      <p:sp>
        <p:nvSpPr>
          <p:cNvPr id="73" name="Rectangle 7"/>
          <p:cNvSpPr>
            <a:spLocks noChangeArrowheads="1"/>
          </p:cNvSpPr>
          <p:nvPr>
            <p:custDataLst>
              <p:tags r:id="rId6"/>
            </p:custDataLst>
          </p:nvPr>
        </p:nvSpPr>
        <p:spPr bwMode="auto">
          <a:xfrm>
            <a:off x="7258799" y="4475323"/>
            <a:ext cx="2346061" cy="286765"/>
          </a:xfrm>
          <a:prstGeom prst="rect">
            <a:avLst/>
          </a:prstGeom>
          <a:noFill/>
          <a:ln w="9525">
            <a:noFill/>
            <a:miter lim="800000"/>
            <a:headEnd/>
            <a:tailEnd/>
          </a:ln>
          <a:effectLst/>
        </p:spPr>
        <p:txBody>
          <a:bodyPr wrap="square" lIns="0" tIns="0" rIns="0" bIns="0" anchor="t" anchorCtr="0">
            <a:noAutofit/>
          </a:bodyPr>
          <a:lstStyle/>
          <a:p>
            <a:pPr marL="18288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000000"/>
                </a:solidFill>
                <a:effectLst/>
                <a:uLnTx/>
                <a:uFillTx/>
                <a:latin typeface="Verdana"/>
                <a:ea typeface="Knockout HTF29-JuniorLiteweight" charset="0"/>
                <a:cs typeface="Arial" panose="020B0604020202020204" pitchFamily="34" charset="0"/>
              </a:rPr>
              <a:t>SHRIDHAR KAMATH</a:t>
            </a:r>
          </a:p>
          <a:p>
            <a:pPr marL="182880" marR="0" lvl="0" indent="0" algn="l" defTabSz="914400" rtl="0" eaLnBrk="1" fontAlgn="auto" latinLnBrk="0" hangingPunct="1">
              <a:lnSpc>
                <a:spcPct val="100000"/>
              </a:lnSpc>
              <a:spcBef>
                <a:spcPts val="0"/>
              </a:spcBef>
              <a:spcAft>
                <a:spcPts val="0"/>
              </a:spcAft>
              <a:buClrTx/>
              <a:buSzTx/>
              <a:buFontTx/>
              <a:buNone/>
              <a:tabLst/>
              <a:defRPr/>
            </a:pPr>
            <a:r>
              <a:rPr lang="en-US" sz="800" b="1" dirty="0">
                <a:solidFill>
                  <a:srgbClr val="75787B">
                    <a:lumMod val="75000"/>
                  </a:srgbClr>
                </a:solidFill>
                <a:latin typeface="Verdana"/>
                <a:ea typeface="Knockout HTF29-JuniorLiteweight" charset="0"/>
                <a:cs typeface="Arial" panose="020B0604020202020204" pitchFamily="34" charset="0"/>
              </a:rPr>
              <a:t>PARTNER</a:t>
            </a:r>
            <a:endParaRPr kumimoji="0" lang="en-US" sz="800" b="1" i="0" u="none" strike="noStrike" kern="1200" cap="none" spc="0" normalizeH="0" baseline="0" noProof="0" dirty="0">
              <a:ln>
                <a:noFill/>
              </a:ln>
              <a:solidFill>
                <a:srgbClr val="75787B">
                  <a:lumMod val="75000"/>
                </a:srgbClr>
              </a:solidFill>
              <a:effectLst/>
              <a:uLnTx/>
              <a:uFillTx/>
              <a:latin typeface="Verdana"/>
              <a:ea typeface="Knockout HTF29-JuniorLiteweight" charset="0"/>
              <a:cs typeface="Arial" panose="020B0604020202020204" pitchFamily="34" charset="0"/>
            </a:endParaRPr>
          </a:p>
          <a:p>
            <a:pPr marL="182880" marR="0" lvl="0" indent="0" algn="l" defTabSz="914400" rtl="0" eaLnBrk="1" fontAlgn="auto" latinLnBrk="0" hangingPunct="1">
              <a:lnSpc>
                <a:spcPct val="100000"/>
              </a:lnSpc>
              <a:spcBef>
                <a:spcPts val="0"/>
              </a:spcBef>
              <a:spcAft>
                <a:spcPts val="0"/>
              </a:spcAft>
              <a:buClrTx/>
              <a:buSzTx/>
              <a:buFontTx/>
              <a:buNone/>
              <a:tabLst/>
              <a:defRPr/>
            </a:pPr>
            <a:r>
              <a:rPr kumimoji="0" lang="en-US" sz="800" b="1" i="1" u="none" strike="noStrike" kern="1200" cap="none" spc="0" normalizeH="0" baseline="0" noProof="0" dirty="0">
                <a:ln>
                  <a:noFill/>
                </a:ln>
                <a:solidFill>
                  <a:srgbClr val="0097A9">
                    <a:lumMod val="75000"/>
                  </a:srgbClr>
                </a:solidFill>
                <a:effectLst/>
                <a:uLnTx/>
                <a:uFillTx/>
                <a:latin typeface="Verdana"/>
                <a:ea typeface="Knockout HTF29-JuniorLiteweight" charset="0"/>
                <a:cs typeface="Arial" panose="020B0604020202020204" pitchFamily="34" charset="0"/>
              </a:rPr>
              <a:t>Specialist- EBITDA improvement</a:t>
            </a:r>
          </a:p>
        </p:txBody>
      </p:sp>
      <p:sp>
        <p:nvSpPr>
          <p:cNvPr id="74" name="Rectangle 7"/>
          <p:cNvSpPr>
            <a:spLocks noChangeArrowheads="1"/>
          </p:cNvSpPr>
          <p:nvPr>
            <p:custDataLst>
              <p:tags r:id="rId7"/>
            </p:custDataLst>
          </p:nvPr>
        </p:nvSpPr>
        <p:spPr bwMode="auto">
          <a:xfrm>
            <a:off x="7232583" y="1479192"/>
            <a:ext cx="2946039" cy="350385"/>
          </a:xfrm>
          <a:prstGeom prst="rect">
            <a:avLst/>
          </a:prstGeom>
          <a:noFill/>
          <a:ln w="9525">
            <a:noFill/>
            <a:miter lim="800000"/>
            <a:headEnd/>
            <a:tailEnd/>
          </a:ln>
          <a:effectLst/>
        </p:spPr>
        <p:txBody>
          <a:bodyPr wrap="square" lIns="0" tIns="0" rIns="0" bIns="0" anchor="t" anchorCtr="0">
            <a:noAutofit/>
          </a:bodyPr>
          <a:lstStyle/>
          <a:p>
            <a:pPr marL="18288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000000"/>
                </a:solidFill>
                <a:effectLst/>
                <a:uLnTx/>
                <a:uFillTx/>
                <a:latin typeface="Verdana"/>
                <a:ea typeface="Knockout HTF29-JuniorLiteweight" charset="0"/>
                <a:cs typeface="Arial" panose="020B0604020202020204" pitchFamily="34" charset="0"/>
              </a:rPr>
              <a:t>RAKESH SURANA</a:t>
            </a:r>
          </a:p>
          <a:p>
            <a:pPr marL="18288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75787B">
                    <a:lumMod val="75000"/>
                  </a:srgbClr>
                </a:solidFill>
                <a:effectLst/>
                <a:uLnTx/>
                <a:uFillTx/>
                <a:latin typeface="Verdana"/>
                <a:ea typeface="Knockout HTF29-JuniorLiteweight" charset="0"/>
                <a:cs typeface="Arial" panose="020B0604020202020204" pitchFamily="34" charset="0"/>
              </a:rPr>
              <a:t>PARTNER,</a:t>
            </a:r>
          </a:p>
          <a:p>
            <a:pPr marL="182880" marR="0" lvl="0" indent="0" algn="l" defTabSz="914400" rtl="0" eaLnBrk="1" fontAlgn="auto" latinLnBrk="0" hangingPunct="1">
              <a:lnSpc>
                <a:spcPct val="100000"/>
              </a:lnSpc>
              <a:spcBef>
                <a:spcPts val="0"/>
              </a:spcBef>
              <a:spcAft>
                <a:spcPts val="0"/>
              </a:spcAft>
              <a:buClrTx/>
              <a:buSzTx/>
              <a:buFontTx/>
              <a:buNone/>
              <a:tabLst/>
              <a:defRPr/>
            </a:pPr>
            <a:r>
              <a:rPr lang="en-US" sz="800" b="1" dirty="0">
                <a:solidFill>
                  <a:srgbClr val="75787B">
                    <a:lumMod val="75000"/>
                  </a:srgbClr>
                </a:solidFill>
                <a:latin typeface="Verdana"/>
                <a:ea typeface="Knockout HTF29-JuniorLiteweight" charset="0"/>
                <a:cs typeface="Arial" panose="020B0604020202020204" pitchFamily="34" charset="0"/>
              </a:rPr>
              <a:t>MINING &amp; METALS LEADER</a:t>
            </a:r>
            <a:endParaRPr kumimoji="0" lang="en-US" sz="800" b="1" i="0" u="none" strike="noStrike" kern="1200" cap="none" spc="0" normalizeH="0" baseline="0" noProof="0" dirty="0">
              <a:ln>
                <a:noFill/>
              </a:ln>
              <a:solidFill>
                <a:srgbClr val="75787B">
                  <a:lumMod val="75000"/>
                </a:srgbClr>
              </a:solidFill>
              <a:effectLst/>
              <a:uLnTx/>
              <a:uFillTx/>
              <a:latin typeface="Verdana"/>
              <a:ea typeface="Knockout HTF29-JuniorLiteweight" charset="0"/>
              <a:cs typeface="Arial" panose="020B0604020202020204" pitchFamily="34" charset="0"/>
            </a:endParaRPr>
          </a:p>
        </p:txBody>
      </p:sp>
      <p:sp>
        <p:nvSpPr>
          <p:cNvPr id="75" name="Rectangle 7"/>
          <p:cNvSpPr>
            <a:spLocks noChangeArrowheads="1"/>
          </p:cNvSpPr>
          <p:nvPr>
            <p:custDataLst>
              <p:tags r:id="rId8"/>
            </p:custDataLst>
          </p:nvPr>
        </p:nvSpPr>
        <p:spPr bwMode="auto">
          <a:xfrm>
            <a:off x="7580873" y="3634836"/>
            <a:ext cx="2346061" cy="286765"/>
          </a:xfrm>
          <a:prstGeom prst="rect">
            <a:avLst/>
          </a:prstGeom>
          <a:noFill/>
          <a:ln w="9525">
            <a:noFill/>
            <a:miter lim="800000"/>
            <a:headEnd/>
            <a:tailEnd/>
          </a:ln>
          <a:effectLst/>
        </p:spPr>
        <p:txBody>
          <a:bodyPr wrap="square" lIns="0" tIns="0" rIns="0" bIns="0" anchor="t" anchorCtr="0">
            <a:noAutofit/>
          </a:bodyPr>
          <a:lstStyle/>
          <a:p>
            <a:pPr marL="18288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000000"/>
                </a:solidFill>
                <a:effectLst/>
                <a:uLnTx/>
                <a:uFillTx/>
                <a:latin typeface="Verdana"/>
                <a:ea typeface="Knockout HTF29-JuniorLiteweight" charset="0"/>
                <a:cs typeface="Arial" panose="020B0604020202020204" pitchFamily="34" charset="0"/>
              </a:rPr>
              <a:t>TOM ALDRED</a:t>
            </a:r>
          </a:p>
          <a:p>
            <a:pPr marL="18288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75787B">
                    <a:lumMod val="75000"/>
                  </a:srgbClr>
                </a:solidFill>
                <a:effectLst/>
                <a:uLnTx/>
                <a:uFillTx/>
                <a:latin typeface="Verdana"/>
                <a:ea typeface="Knockout HTF29-JuniorLiteweight" charset="0"/>
                <a:cs typeface="Arial" panose="020B0604020202020204" pitchFamily="34" charset="0"/>
              </a:rPr>
              <a:t>PARTNER</a:t>
            </a:r>
          </a:p>
          <a:p>
            <a:pPr marL="182880" lvl="0">
              <a:defRPr/>
            </a:pPr>
            <a:r>
              <a:rPr lang="en-US" sz="800" b="1" i="1" dirty="0">
                <a:solidFill>
                  <a:srgbClr val="0097A9">
                    <a:lumMod val="75000"/>
                  </a:srgbClr>
                </a:solidFill>
                <a:ea typeface="Knockout HTF29-JuniorLiteweight" charset="0"/>
                <a:cs typeface="Arial" panose="020B0604020202020204" pitchFamily="34" charset="0"/>
              </a:rPr>
              <a:t>Global SME - Chemical/ Process Industry</a:t>
            </a:r>
            <a:endParaRPr kumimoji="0" lang="en-US" sz="800" b="1" i="1" u="none" strike="noStrike" kern="1200" cap="none" spc="0" normalizeH="0" baseline="0" noProof="0" dirty="0">
              <a:ln>
                <a:noFill/>
              </a:ln>
              <a:solidFill>
                <a:srgbClr val="0097A9">
                  <a:lumMod val="75000"/>
                </a:srgbClr>
              </a:solidFill>
              <a:effectLst/>
              <a:uLnTx/>
              <a:uFillTx/>
              <a:latin typeface="Verdana"/>
              <a:ea typeface="Knockout HTF29-JuniorLiteweight" charset="0"/>
              <a:cs typeface="Arial" panose="020B0604020202020204" pitchFamily="34" charset="0"/>
            </a:endParaRPr>
          </a:p>
        </p:txBody>
      </p:sp>
      <p:sp>
        <p:nvSpPr>
          <p:cNvPr id="76" name="Rectangle 7"/>
          <p:cNvSpPr>
            <a:spLocks noChangeArrowheads="1"/>
          </p:cNvSpPr>
          <p:nvPr>
            <p:custDataLst>
              <p:tags r:id="rId9"/>
            </p:custDataLst>
          </p:nvPr>
        </p:nvSpPr>
        <p:spPr bwMode="auto">
          <a:xfrm>
            <a:off x="1790491" y="6298924"/>
            <a:ext cx="2346061" cy="286765"/>
          </a:xfrm>
          <a:prstGeom prst="rect">
            <a:avLst/>
          </a:prstGeom>
          <a:noFill/>
          <a:ln w="9525">
            <a:noFill/>
            <a:miter lim="800000"/>
            <a:headEnd/>
            <a:tailEnd/>
          </a:ln>
          <a:effectLst/>
        </p:spPr>
        <p:txBody>
          <a:bodyPr wrap="square" lIns="0" tIns="0" rIns="0" bIns="0" anchor="t" anchorCtr="0">
            <a:noAutofit/>
          </a:bodyPr>
          <a:lstStyle/>
          <a:p>
            <a:pPr marL="182880" marR="0" lvl="0" indent="0" algn="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000000"/>
                </a:solidFill>
                <a:effectLst/>
                <a:uLnTx/>
                <a:uFillTx/>
                <a:latin typeface="Verdana"/>
                <a:ea typeface="Knockout HTF29-JuniorLiteweight" charset="0"/>
                <a:cs typeface="Arial" panose="020B0604020202020204" pitchFamily="34" charset="0"/>
              </a:rPr>
              <a:t>SAYANTAN BANERJEE</a:t>
            </a:r>
          </a:p>
          <a:p>
            <a:pPr marL="182880" marR="0" lvl="0" indent="0" algn="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75787B">
                    <a:lumMod val="75000"/>
                  </a:srgbClr>
                </a:solidFill>
                <a:effectLst/>
                <a:uLnTx/>
                <a:uFillTx/>
                <a:latin typeface="Verdana"/>
                <a:ea typeface="Knockout HTF29-JuniorLiteweight" charset="0"/>
                <a:cs typeface="Arial" panose="020B0604020202020204" pitchFamily="34" charset="0"/>
              </a:rPr>
              <a:t>DIRECTOR</a:t>
            </a:r>
          </a:p>
          <a:p>
            <a:pPr marL="182880" marR="0" lvl="0" indent="0" algn="r" defTabSz="914400" rtl="0" eaLnBrk="1" fontAlgn="auto" latinLnBrk="0" hangingPunct="1">
              <a:lnSpc>
                <a:spcPct val="100000"/>
              </a:lnSpc>
              <a:spcBef>
                <a:spcPts val="0"/>
              </a:spcBef>
              <a:spcAft>
                <a:spcPts val="0"/>
              </a:spcAft>
              <a:buClrTx/>
              <a:buSzTx/>
              <a:buFontTx/>
              <a:buNone/>
              <a:tabLst/>
              <a:defRPr/>
            </a:pPr>
            <a:r>
              <a:rPr lang="en-US" sz="800" b="1" i="1" dirty="0">
                <a:solidFill>
                  <a:srgbClr val="0097A9">
                    <a:lumMod val="75000"/>
                  </a:srgbClr>
                </a:solidFill>
                <a:latin typeface="Verdana"/>
                <a:ea typeface="Knockout HTF29-JuniorLiteweight" charset="0"/>
                <a:cs typeface="Arial" panose="020B0604020202020204" pitchFamily="34" charset="0"/>
              </a:rPr>
              <a:t>Specialist- Thermal Power</a:t>
            </a:r>
            <a:endParaRPr kumimoji="0" lang="en-US" sz="800" b="1" i="1" u="none" strike="noStrike" kern="1200" cap="none" spc="0" normalizeH="0" baseline="0" noProof="0" dirty="0">
              <a:ln>
                <a:noFill/>
              </a:ln>
              <a:solidFill>
                <a:srgbClr val="0097A9">
                  <a:lumMod val="75000"/>
                </a:srgbClr>
              </a:solidFill>
              <a:effectLst/>
              <a:uLnTx/>
              <a:uFillTx/>
              <a:latin typeface="Verdana"/>
              <a:ea typeface="Knockout HTF29-JuniorLiteweight" charset="0"/>
              <a:cs typeface="Arial" panose="020B0604020202020204" pitchFamily="34" charset="0"/>
            </a:endParaRPr>
          </a:p>
        </p:txBody>
      </p:sp>
      <p:sp>
        <p:nvSpPr>
          <p:cNvPr id="77" name="Rectangle 7"/>
          <p:cNvSpPr>
            <a:spLocks noChangeArrowheads="1"/>
          </p:cNvSpPr>
          <p:nvPr>
            <p:custDataLst>
              <p:tags r:id="rId10"/>
            </p:custDataLst>
          </p:nvPr>
        </p:nvSpPr>
        <p:spPr bwMode="auto">
          <a:xfrm>
            <a:off x="79171" y="2902647"/>
            <a:ext cx="1499645" cy="368539"/>
          </a:xfrm>
          <a:prstGeom prst="rect">
            <a:avLst/>
          </a:prstGeom>
          <a:noFill/>
          <a:ln w="9525">
            <a:noFill/>
            <a:miter lim="800000"/>
            <a:headEnd/>
            <a:tailEnd/>
          </a:ln>
          <a:effectLst/>
        </p:spPr>
        <p:txBody>
          <a:bodyPr wrap="square" lIns="0" tIns="0" rIns="0" bIns="0" anchor="t" anchorCtr="0">
            <a:noAutofit/>
          </a:bodyPr>
          <a:lstStyle/>
          <a:p>
            <a:pPr marL="182880" marR="0" lvl="0" indent="0" algn="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000000"/>
                </a:solidFill>
                <a:effectLst/>
                <a:uLnTx/>
                <a:uFillTx/>
                <a:latin typeface="Verdana"/>
                <a:ea typeface="Knockout HTF29-JuniorLiteweight" charset="0"/>
                <a:cs typeface="Arial" panose="020B0604020202020204" pitchFamily="34" charset="0"/>
              </a:rPr>
              <a:t>SURBHI PATNI</a:t>
            </a:r>
          </a:p>
          <a:p>
            <a:pPr marL="182880" marR="0" lvl="0" indent="0" algn="r" defTabSz="914400" rtl="0" eaLnBrk="1" fontAlgn="auto" latinLnBrk="0" hangingPunct="1">
              <a:lnSpc>
                <a:spcPct val="100000"/>
              </a:lnSpc>
              <a:spcBef>
                <a:spcPts val="0"/>
              </a:spcBef>
              <a:spcAft>
                <a:spcPts val="0"/>
              </a:spcAft>
              <a:buClrTx/>
              <a:buSzTx/>
              <a:buFontTx/>
              <a:buNone/>
              <a:tabLst/>
              <a:defRPr/>
            </a:pPr>
            <a:r>
              <a:rPr lang="en-US" sz="800" b="1" dirty="0">
                <a:solidFill>
                  <a:srgbClr val="75787B">
                    <a:lumMod val="75000"/>
                  </a:srgbClr>
                </a:solidFill>
                <a:latin typeface="Verdana"/>
                <a:ea typeface="Knockout HTF29-JuniorLiteweight" charset="0"/>
                <a:cs typeface="Arial" panose="020B0604020202020204" pitchFamily="34" charset="0"/>
              </a:rPr>
              <a:t>SENIOR CONSULTANT</a:t>
            </a:r>
            <a:endParaRPr kumimoji="0" lang="en-US" sz="800" b="1" i="0" u="none" strike="noStrike" kern="1200" cap="none" spc="0" normalizeH="0" baseline="0" noProof="0" dirty="0">
              <a:ln>
                <a:noFill/>
              </a:ln>
              <a:solidFill>
                <a:srgbClr val="75787B">
                  <a:lumMod val="75000"/>
                </a:srgbClr>
              </a:solidFill>
              <a:effectLst/>
              <a:uLnTx/>
              <a:uFillTx/>
              <a:latin typeface="Verdana"/>
              <a:ea typeface="Knockout HTF29-JuniorLiteweight" charset="0"/>
              <a:cs typeface="Arial" panose="020B0604020202020204" pitchFamily="34" charset="0"/>
            </a:endParaRPr>
          </a:p>
          <a:p>
            <a:pPr marL="182880" marR="0" lvl="0" indent="0" algn="r" defTabSz="914400" rtl="0" eaLnBrk="1" fontAlgn="auto" latinLnBrk="0" hangingPunct="1">
              <a:lnSpc>
                <a:spcPct val="100000"/>
              </a:lnSpc>
              <a:spcBef>
                <a:spcPts val="0"/>
              </a:spcBef>
              <a:spcAft>
                <a:spcPts val="0"/>
              </a:spcAft>
              <a:buClrTx/>
              <a:buSzTx/>
              <a:buFontTx/>
              <a:buNone/>
              <a:tabLst/>
              <a:defRPr/>
            </a:pPr>
            <a:r>
              <a:rPr lang="en-US" sz="800" b="1" i="1" dirty="0">
                <a:solidFill>
                  <a:srgbClr val="0097A9">
                    <a:lumMod val="75000"/>
                  </a:srgbClr>
                </a:solidFill>
                <a:latin typeface="Verdana"/>
                <a:ea typeface="Knockout HTF29-JuniorLiteweight" charset="0"/>
                <a:cs typeface="Arial" panose="020B0604020202020204" pitchFamily="34" charset="0"/>
              </a:rPr>
              <a:t>Project Associate- Finance</a:t>
            </a:r>
            <a:endParaRPr kumimoji="0" lang="en-US" sz="800" b="1" i="1" u="none" strike="noStrike" kern="1200" cap="none" spc="0" normalizeH="0" baseline="0" noProof="0" dirty="0">
              <a:ln>
                <a:noFill/>
              </a:ln>
              <a:solidFill>
                <a:srgbClr val="0097A9">
                  <a:lumMod val="75000"/>
                </a:srgbClr>
              </a:solidFill>
              <a:effectLst/>
              <a:uLnTx/>
              <a:uFillTx/>
              <a:latin typeface="Verdana"/>
              <a:ea typeface="Knockout HTF29-JuniorLiteweight" charset="0"/>
              <a:cs typeface="Arial" panose="020B0604020202020204" pitchFamily="34" charset="0"/>
            </a:endParaRPr>
          </a:p>
        </p:txBody>
      </p:sp>
      <p:sp>
        <p:nvSpPr>
          <p:cNvPr id="78" name="Rectangle 7"/>
          <p:cNvSpPr>
            <a:spLocks noChangeArrowheads="1"/>
          </p:cNvSpPr>
          <p:nvPr>
            <p:custDataLst>
              <p:tags r:id="rId11"/>
            </p:custDataLst>
          </p:nvPr>
        </p:nvSpPr>
        <p:spPr bwMode="auto">
          <a:xfrm>
            <a:off x="85351" y="5264174"/>
            <a:ext cx="2346061" cy="286765"/>
          </a:xfrm>
          <a:prstGeom prst="rect">
            <a:avLst/>
          </a:prstGeom>
          <a:noFill/>
          <a:ln w="9525">
            <a:noFill/>
            <a:miter lim="800000"/>
            <a:headEnd/>
            <a:tailEnd/>
          </a:ln>
          <a:effectLst/>
        </p:spPr>
        <p:txBody>
          <a:bodyPr wrap="square" lIns="0" tIns="0" rIns="0" bIns="0" anchor="t" anchorCtr="0">
            <a:noAutofit/>
          </a:bodyPr>
          <a:lstStyle/>
          <a:p>
            <a:pPr marL="182880" marR="0" lvl="0" indent="0" algn="r" defTabSz="914400" rtl="0" eaLnBrk="1" fontAlgn="auto" latinLnBrk="0" hangingPunct="1">
              <a:lnSpc>
                <a:spcPct val="100000"/>
              </a:lnSpc>
              <a:spcBef>
                <a:spcPts val="0"/>
              </a:spcBef>
              <a:spcAft>
                <a:spcPts val="0"/>
              </a:spcAft>
              <a:buClrTx/>
              <a:buSzTx/>
              <a:buFontTx/>
              <a:buNone/>
              <a:tabLst/>
              <a:defRPr/>
            </a:pPr>
            <a:endParaRPr kumimoji="0" lang="en-US" sz="800" b="1" i="1" u="none" strike="noStrike" kern="1200" cap="none" spc="0" normalizeH="0" baseline="0" noProof="0" dirty="0">
              <a:ln>
                <a:noFill/>
              </a:ln>
              <a:solidFill>
                <a:srgbClr val="0097A9">
                  <a:lumMod val="75000"/>
                </a:srgbClr>
              </a:solidFill>
              <a:effectLst/>
              <a:uLnTx/>
              <a:uFillTx/>
              <a:latin typeface="Verdana"/>
              <a:ea typeface="Knockout HTF29-JuniorLiteweight" charset="0"/>
              <a:cs typeface="Arial" panose="020B0604020202020204" pitchFamily="34" charset="0"/>
            </a:endParaRPr>
          </a:p>
        </p:txBody>
      </p:sp>
      <p:sp>
        <p:nvSpPr>
          <p:cNvPr id="79" name="Rectangle 7"/>
          <p:cNvSpPr>
            <a:spLocks noChangeArrowheads="1"/>
          </p:cNvSpPr>
          <p:nvPr>
            <p:custDataLst>
              <p:tags r:id="rId12"/>
            </p:custDataLst>
          </p:nvPr>
        </p:nvSpPr>
        <p:spPr bwMode="auto">
          <a:xfrm>
            <a:off x="303098" y="4543431"/>
            <a:ext cx="1728319" cy="286765"/>
          </a:xfrm>
          <a:prstGeom prst="rect">
            <a:avLst/>
          </a:prstGeom>
          <a:noFill/>
          <a:ln w="9525">
            <a:noFill/>
            <a:miter lim="800000"/>
            <a:headEnd/>
            <a:tailEnd/>
          </a:ln>
          <a:effectLst/>
        </p:spPr>
        <p:txBody>
          <a:bodyPr wrap="square" lIns="0" tIns="0" rIns="0" bIns="0" anchor="t" anchorCtr="0">
            <a:noAutofit/>
          </a:bodyPr>
          <a:lstStyle/>
          <a:p>
            <a:pPr marL="182880" marR="0" lvl="0" indent="0" algn="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000000"/>
                </a:solidFill>
                <a:effectLst/>
                <a:uLnTx/>
                <a:uFillTx/>
                <a:latin typeface="Verdana"/>
                <a:ea typeface="Knockout HTF29-JuniorLiteweight" charset="0"/>
                <a:cs typeface="Arial" panose="020B0604020202020204" pitchFamily="34" charset="0"/>
              </a:rPr>
              <a:t>TUSHAR CHAKRABORTY</a:t>
            </a:r>
          </a:p>
          <a:p>
            <a:pPr marL="182880" marR="0" lvl="0" indent="0" algn="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75787B">
                    <a:lumMod val="75000"/>
                  </a:srgbClr>
                </a:solidFill>
                <a:effectLst/>
                <a:uLnTx/>
                <a:uFillTx/>
                <a:latin typeface="Verdana"/>
                <a:ea typeface="Knockout HTF29-JuniorLiteweight" charset="0"/>
                <a:cs typeface="Arial" panose="020B0604020202020204" pitchFamily="34" charset="0"/>
              </a:rPr>
              <a:t>ASSOCIATE DIRECTOR</a:t>
            </a:r>
          </a:p>
          <a:p>
            <a:pPr marL="182880" marR="0" lvl="0" indent="0" algn="r" defTabSz="914400" rtl="0" eaLnBrk="1" fontAlgn="auto" latinLnBrk="0" hangingPunct="1">
              <a:lnSpc>
                <a:spcPct val="100000"/>
              </a:lnSpc>
              <a:spcBef>
                <a:spcPts val="0"/>
              </a:spcBef>
              <a:spcAft>
                <a:spcPts val="0"/>
              </a:spcAft>
              <a:buClrTx/>
              <a:buSzTx/>
              <a:buFontTx/>
              <a:buNone/>
              <a:tabLst/>
              <a:defRPr/>
            </a:pPr>
            <a:r>
              <a:rPr kumimoji="0" lang="en-US" sz="800" b="1" i="1" u="none" strike="noStrike" kern="1200" cap="none" spc="0" normalizeH="0" baseline="0" noProof="0" dirty="0">
                <a:ln>
                  <a:noFill/>
                </a:ln>
                <a:solidFill>
                  <a:srgbClr val="0097A9">
                    <a:lumMod val="75000"/>
                  </a:srgbClr>
                </a:solidFill>
                <a:effectLst/>
                <a:uLnTx/>
                <a:uFillTx/>
                <a:latin typeface="Verdana"/>
                <a:ea typeface="Knockout HTF29-JuniorLiteweight" charset="0"/>
                <a:cs typeface="Arial" panose="020B0604020202020204" pitchFamily="34" charset="0"/>
              </a:rPr>
              <a:t>Project </a:t>
            </a:r>
            <a:r>
              <a:rPr lang="en-US" sz="800" b="1" i="1" dirty="0">
                <a:solidFill>
                  <a:srgbClr val="0097A9">
                    <a:lumMod val="75000"/>
                  </a:srgbClr>
                </a:solidFill>
                <a:latin typeface="Verdana"/>
                <a:ea typeface="Knockout HTF29-JuniorLiteweight" charset="0"/>
                <a:cs typeface="Arial" panose="020B0604020202020204" pitchFamily="34" charset="0"/>
              </a:rPr>
              <a:t>Leader</a:t>
            </a:r>
            <a:endParaRPr kumimoji="0" lang="en-US" sz="800" b="1" i="1" u="none" strike="noStrike" kern="1200" cap="none" spc="0" normalizeH="0" baseline="0" noProof="0" dirty="0">
              <a:ln>
                <a:noFill/>
              </a:ln>
              <a:solidFill>
                <a:srgbClr val="0097A9">
                  <a:lumMod val="75000"/>
                </a:srgbClr>
              </a:solidFill>
              <a:effectLst/>
              <a:uLnTx/>
              <a:uFillTx/>
              <a:latin typeface="Verdana"/>
              <a:ea typeface="Knockout HTF29-JuniorLiteweight" charset="0"/>
              <a:cs typeface="Arial" panose="020B0604020202020204" pitchFamily="34" charset="0"/>
            </a:endParaRPr>
          </a:p>
        </p:txBody>
      </p:sp>
      <p:sp>
        <p:nvSpPr>
          <p:cNvPr id="80" name="Rectangle 7"/>
          <p:cNvSpPr>
            <a:spLocks noChangeArrowheads="1"/>
          </p:cNvSpPr>
          <p:nvPr>
            <p:custDataLst>
              <p:tags r:id="rId13"/>
            </p:custDataLst>
          </p:nvPr>
        </p:nvSpPr>
        <p:spPr bwMode="auto">
          <a:xfrm>
            <a:off x="-534489" y="3717513"/>
            <a:ext cx="2346061" cy="286765"/>
          </a:xfrm>
          <a:prstGeom prst="rect">
            <a:avLst/>
          </a:prstGeom>
          <a:noFill/>
          <a:ln w="9525">
            <a:noFill/>
            <a:miter lim="800000"/>
            <a:headEnd/>
            <a:tailEnd/>
          </a:ln>
          <a:effectLst/>
        </p:spPr>
        <p:txBody>
          <a:bodyPr wrap="square" lIns="0" tIns="0" rIns="0" bIns="0" anchor="t" anchorCtr="0">
            <a:noAutofit/>
          </a:bodyPr>
          <a:lstStyle/>
          <a:p>
            <a:pPr marL="182880" marR="0" lvl="0" indent="0" algn="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000000"/>
                </a:solidFill>
                <a:effectLst/>
                <a:uLnTx/>
                <a:uFillTx/>
                <a:latin typeface="Verdana"/>
                <a:ea typeface="Knockout HTF29-JuniorLiteweight" charset="0"/>
                <a:cs typeface="Arial" panose="020B0604020202020204" pitchFamily="34" charset="0"/>
              </a:rPr>
              <a:t>ANIRBAN BANDYOPADHYAY</a:t>
            </a:r>
          </a:p>
          <a:p>
            <a:pPr marL="182880" marR="0" lvl="0" indent="0" algn="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75787B">
                    <a:lumMod val="75000"/>
                  </a:srgbClr>
                </a:solidFill>
                <a:effectLst/>
                <a:uLnTx/>
                <a:uFillTx/>
                <a:latin typeface="Verdana"/>
                <a:ea typeface="Knockout HTF29-JuniorLiteweight" charset="0"/>
                <a:cs typeface="Arial" panose="020B0604020202020204" pitchFamily="34" charset="0"/>
              </a:rPr>
              <a:t>MANAGER</a:t>
            </a:r>
          </a:p>
          <a:p>
            <a:pPr marL="182880" marR="0" lvl="0" indent="0" algn="r" defTabSz="914400" rtl="0" eaLnBrk="1" fontAlgn="auto" latinLnBrk="0" hangingPunct="1">
              <a:lnSpc>
                <a:spcPct val="100000"/>
              </a:lnSpc>
              <a:spcBef>
                <a:spcPts val="0"/>
              </a:spcBef>
              <a:spcAft>
                <a:spcPts val="0"/>
              </a:spcAft>
              <a:buClrTx/>
              <a:buSzTx/>
              <a:buFontTx/>
              <a:buNone/>
              <a:tabLst/>
              <a:defRPr/>
            </a:pPr>
            <a:r>
              <a:rPr lang="en-US" sz="800" b="1" i="1" dirty="0">
                <a:solidFill>
                  <a:srgbClr val="0097A9">
                    <a:lumMod val="75000"/>
                  </a:srgbClr>
                </a:solidFill>
                <a:latin typeface="Verdana"/>
                <a:ea typeface="Knockout HTF29-JuniorLiteweight" charset="0"/>
                <a:cs typeface="Arial" panose="020B0604020202020204" pitchFamily="34" charset="0"/>
              </a:rPr>
              <a:t>Project Manager</a:t>
            </a:r>
            <a:endParaRPr kumimoji="0" lang="en-US" sz="800" b="1" i="1" u="none" strike="noStrike" kern="1200" cap="none" spc="0" normalizeH="0" baseline="0" noProof="0" dirty="0">
              <a:ln>
                <a:noFill/>
              </a:ln>
              <a:solidFill>
                <a:srgbClr val="0097A9">
                  <a:lumMod val="75000"/>
                </a:srgbClr>
              </a:solidFill>
              <a:effectLst/>
              <a:uLnTx/>
              <a:uFillTx/>
              <a:latin typeface="Verdana"/>
              <a:ea typeface="Knockout HTF29-JuniorLiteweight" charset="0"/>
              <a:cs typeface="Arial" panose="020B0604020202020204" pitchFamily="34" charset="0"/>
            </a:endParaRPr>
          </a:p>
        </p:txBody>
      </p:sp>
      <p:sp>
        <p:nvSpPr>
          <p:cNvPr id="82" name="Rectangle 7"/>
          <p:cNvSpPr>
            <a:spLocks noChangeArrowheads="1"/>
          </p:cNvSpPr>
          <p:nvPr>
            <p:custDataLst>
              <p:tags r:id="rId14"/>
            </p:custDataLst>
          </p:nvPr>
        </p:nvSpPr>
        <p:spPr bwMode="auto">
          <a:xfrm>
            <a:off x="149077" y="2100786"/>
            <a:ext cx="1517809" cy="344482"/>
          </a:xfrm>
          <a:prstGeom prst="rect">
            <a:avLst/>
          </a:prstGeom>
          <a:noFill/>
          <a:ln w="9525">
            <a:noFill/>
            <a:miter lim="800000"/>
            <a:headEnd/>
            <a:tailEnd/>
          </a:ln>
          <a:effectLst/>
        </p:spPr>
        <p:txBody>
          <a:bodyPr wrap="square" lIns="0" tIns="0" rIns="0" bIns="0" anchor="t" anchorCtr="0">
            <a:noAutofit/>
          </a:bodyPr>
          <a:lstStyle/>
          <a:p>
            <a:pPr marL="182880" marR="0" lvl="0" indent="0" algn="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000000"/>
                </a:solidFill>
                <a:effectLst/>
                <a:uLnTx/>
                <a:uFillTx/>
                <a:latin typeface="Verdana"/>
                <a:ea typeface="Knockout HTF29-JuniorLiteweight" charset="0"/>
                <a:cs typeface="Arial" panose="020B0604020202020204" pitchFamily="34" charset="0"/>
              </a:rPr>
              <a:t>MAINAK MUKHERJEE</a:t>
            </a:r>
          </a:p>
          <a:p>
            <a:pPr marL="182880" marR="0" lvl="0" indent="0" algn="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75787B">
                    <a:lumMod val="75000"/>
                  </a:srgbClr>
                </a:solidFill>
                <a:effectLst/>
                <a:uLnTx/>
                <a:uFillTx/>
                <a:latin typeface="Verdana"/>
                <a:ea typeface="Knockout HTF29-JuniorLiteweight" charset="0"/>
                <a:cs typeface="Arial" panose="020B0604020202020204" pitchFamily="34" charset="0"/>
              </a:rPr>
              <a:t>SENIOR CONSULTANT</a:t>
            </a:r>
          </a:p>
          <a:p>
            <a:pPr marL="182880" marR="0" lvl="0" indent="0" algn="r" defTabSz="914400" rtl="0" eaLnBrk="1" fontAlgn="auto" latinLnBrk="0" hangingPunct="1">
              <a:lnSpc>
                <a:spcPct val="100000"/>
              </a:lnSpc>
              <a:spcBef>
                <a:spcPts val="0"/>
              </a:spcBef>
              <a:spcAft>
                <a:spcPts val="0"/>
              </a:spcAft>
              <a:buClrTx/>
              <a:buSzTx/>
              <a:buFontTx/>
              <a:buNone/>
              <a:tabLst/>
              <a:defRPr/>
            </a:pPr>
            <a:r>
              <a:rPr lang="en-US" sz="800" b="1" i="1" noProof="0" dirty="0">
                <a:solidFill>
                  <a:srgbClr val="0097A9">
                    <a:lumMod val="75000"/>
                  </a:srgbClr>
                </a:solidFill>
                <a:latin typeface="Verdana"/>
                <a:ea typeface="Knockout HTF29-JuniorLiteweight" charset="0"/>
                <a:cs typeface="Arial" panose="020B0604020202020204" pitchFamily="34" charset="0"/>
              </a:rPr>
              <a:t>Project Associate-Technical</a:t>
            </a:r>
            <a:endParaRPr kumimoji="0" lang="en-US" sz="800" b="1" i="1" u="none" strike="noStrike" kern="1200" cap="none" spc="0" normalizeH="0" baseline="0" noProof="0" dirty="0">
              <a:ln>
                <a:noFill/>
              </a:ln>
              <a:solidFill>
                <a:srgbClr val="0097A9">
                  <a:lumMod val="75000"/>
                </a:srgbClr>
              </a:solidFill>
              <a:effectLst/>
              <a:uLnTx/>
              <a:uFillTx/>
              <a:latin typeface="Verdana"/>
              <a:ea typeface="Knockout HTF29-JuniorLiteweight" charset="0"/>
              <a:cs typeface="Arial" panose="020B0604020202020204" pitchFamily="34" charset="0"/>
            </a:endParaRPr>
          </a:p>
        </p:txBody>
      </p:sp>
      <p:sp>
        <p:nvSpPr>
          <p:cNvPr id="83" name="Rectangle 7"/>
          <p:cNvSpPr>
            <a:spLocks noChangeArrowheads="1"/>
          </p:cNvSpPr>
          <p:nvPr>
            <p:custDataLst>
              <p:tags r:id="rId15"/>
            </p:custDataLst>
          </p:nvPr>
        </p:nvSpPr>
        <p:spPr bwMode="auto">
          <a:xfrm>
            <a:off x="5885593" y="5812189"/>
            <a:ext cx="2346061" cy="286765"/>
          </a:xfrm>
          <a:prstGeom prst="rect">
            <a:avLst/>
          </a:prstGeom>
          <a:noFill/>
          <a:ln w="9525">
            <a:noFill/>
            <a:miter lim="800000"/>
            <a:headEnd/>
            <a:tailEnd/>
          </a:ln>
          <a:effectLst/>
        </p:spPr>
        <p:txBody>
          <a:bodyPr wrap="square" lIns="0" tIns="0" rIns="0" bIns="0" anchor="t" anchorCtr="0">
            <a:noAutofit/>
          </a:bodyPr>
          <a:lstStyle/>
          <a:p>
            <a:pPr marL="182880" marR="0" lvl="0" indent="0"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000000"/>
                </a:solidFill>
                <a:effectLst/>
                <a:uLnTx/>
                <a:uFillTx/>
                <a:latin typeface="Verdana"/>
                <a:ea typeface="Knockout HTF29-JuniorLiteweight" charset="0"/>
                <a:cs typeface="Arial" panose="020B0604020202020204" pitchFamily="34" charset="0"/>
              </a:rPr>
              <a:t>RAJIB MAITRA</a:t>
            </a:r>
          </a:p>
          <a:p>
            <a:pPr marL="182880" marR="0" lvl="0" indent="0"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75787B">
                    <a:lumMod val="75000"/>
                  </a:srgbClr>
                </a:solidFill>
                <a:effectLst/>
                <a:uLnTx/>
                <a:uFillTx/>
                <a:latin typeface="Verdana"/>
                <a:ea typeface="Knockout HTF29-JuniorLiteweight" charset="0"/>
                <a:cs typeface="Arial" panose="020B0604020202020204" pitchFamily="34" charset="0"/>
              </a:rPr>
              <a:t>DIRECTOR</a:t>
            </a:r>
          </a:p>
          <a:p>
            <a:pPr marL="182880" marR="0" lvl="0" indent="0" defTabSz="914400" rtl="0" eaLnBrk="1" fontAlgn="auto" latinLnBrk="0" hangingPunct="1">
              <a:lnSpc>
                <a:spcPct val="100000"/>
              </a:lnSpc>
              <a:spcBef>
                <a:spcPts val="0"/>
              </a:spcBef>
              <a:spcAft>
                <a:spcPts val="0"/>
              </a:spcAft>
              <a:buClrTx/>
              <a:buSzTx/>
              <a:buFontTx/>
              <a:buNone/>
              <a:tabLst/>
              <a:defRPr/>
            </a:pPr>
            <a:r>
              <a:rPr lang="en-US" sz="800" b="1" i="1" dirty="0">
                <a:solidFill>
                  <a:srgbClr val="0097A9">
                    <a:lumMod val="75000"/>
                  </a:srgbClr>
                </a:solidFill>
                <a:latin typeface="Verdana"/>
                <a:ea typeface="Knockout HTF29-JuniorLiteweight" charset="0"/>
                <a:cs typeface="Arial" panose="020B0604020202020204" pitchFamily="34" charset="0"/>
              </a:rPr>
              <a:t>Specialist-Coal &amp; Major Mineral</a:t>
            </a:r>
            <a:endParaRPr kumimoji="0" lang="en-US" sz="800" b="1" i="1" u="none" strike="noStrike" kern="1200" cap="none" spc="0" normalizeH="0" baseline="0" noProof="0" dirty="0">
              <a:ln>
                <a:noFill/>
              </a:ln>
              <a:solidFill>
                <a:srgbClr val="0097A9">
                  <a:lumMod val="75000"/>
                </a:srgbClr>
              </a:solidFill>
              <a:effectLst/>
              <a:uLnTx/>
              <a:uFillTx/>
              <a:latin typeface="Verdana"/>
              <a:ea typeface="Knockout HTF29-JuniorLiteweight" charset="0"/>
              <a:cs typeface="Arial" panose="020B0604020202020204" pitchFamily="34" charset="0"/>
            </a:endParaRPr>
          </a:p>
        </p:txBody>
      </p:sp>
      <p:sp>
        <p:nvSpPr>
          <p:cNvPr id="97" name="Oval 96"/>
          <p:cNvSpPr/>
          <p:nvPr/>
        </p:nvSpPr>
        <p:spPr bwMode="gray">
          <a:xfrm>
            <a:off x="5160933" y="2228062"/>
            <a:ext cx="263938" cy="263936"/>
          </a:xfrm>
          <a:prstGeom prst="ellipse">
            <a:avLst/>
          </a:prstGeom>
          <a:solidFill>
            <a:schemeClr val="accent6">
              <a:lumMod val="40000"/>
              <a:lumOff val="60000"/>
            </a:schemeClr>
          </a:solidFill>
          <a:ln w="9525" algn="ctr">
            <a:solidFill>
              <a:schemeClr val="bg1"/>
            </a:solid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600" b="1" i="0" u="none" strike="noStrike" kern="1200" cap="none" spc="0" normalizeH="0" baseline="0" noProof="0" dirty="0">
                <a:ln>
                  <a:noFill/>
                </a:ln>
                <a:solidFill>
                  <a:prstClr val="black"/>
                </a:solidFill>
                <a:effectLst/>
                <a:uLnTx/>
                <a:uFillTx/>
                <a:latin typeface="Verdana"/>
                <a:ea typeface="+mn-ea"/>
                <a:cs typeface="+mn-cs"/>
              </a:rPr>
              <a:t>24+</a:t>
            </a:r>
            <a:endParaRPr kumimoji="0" lang="en-IN" sz="600" b="1" i="0" u="none" strike="noStrike" kern="1200" cap="none" spc="0" normalizeH="0" baseline="0" noProof="0" dirty="0">
              <a:ln>
                <a:noFill/>
              </a:ln>
              <a:solidFill>
                <a:prstClr val="black"/>
              </a:solidFill>
              <a:effectLst/>
              <a:uLnTx/>
              <a:uFillTx/>
              <a:latin typeface="Verdana"/>
              <a:ea typeface="+mn-ea"/>
              <a:cs typeface="+mn-cs"/>
            </a:endParaRPr>
          </a:p>
        </p:txBody>
      </p:sp>
      <p:sp>
        <p:nvSpPr>
          <p:cNvPr id="98" name="Oval 97"/>
          <p:cNvSpPr/>
          <p:nvPr/>
        </p:nvSpPr>
        <p:spPr bwMode="gray">
          <a:xfrm>
            <a:off x="5416895" y="2468105"/>
            <a:ext cx="263938" cy="263936"/>
          </a:xfrm>
          <a:prstGeom prst="ellipse">
            <a:avLst/>
          </a:prstGeom>
          <a:solidFill>
            <a:schemeClr val="accent6">
              <a:lumMod val="40000"/>
              <a:lumOff val="60000"/>
            </a:schemeClr>
          </a:solidFill>
          <a:ln w="9525" algn="ctr">
            <a:solidFill>
              <a:schemeClr val="bg1"/>
            </a:solid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lang="en-US" sz="600" b="1" dirty="0">
                <a:solidFill>
                  <a:prstClr val="black"/>
                </a:solidFill>
                <a:latin typeface="Verdana"/>
              </a:rPr>
              <a:t>22</a:t>
            </a:r>
            <a:r>
              <a:rPr kumimoji="0" lang="en-US" sz="600" b="1" i="0" u="none" strike="noStrike" kern="1200" cap="none" spc="0" normalizeH="0" baseline="0" noProof="0" dirty="0">
                <a:ln>
                  <a:noFill/>
                </a:ln>
                <a:solidFill>
                  <a:prstClr val="black"/>
                </a:solidFill>
                <a:effectLst/>
                <a:uLnTx/>
                <a:uFillTx/>
                <a:latin typeface="Verdana"/>
                <a:ea typeface="+mn-ea"/>
                <a:cs typeface="+mn-cs"/>
              </a:rPr>
              <a:t>+</a:t>
            </a:r>
            <a:endParaRPr kumimoji="0" lang="en-IN" sz="600" b="1" i="0" u="none" strike="noStrike" kern="1200" cap="none" spc="0" normalizeH="0" baseline="0" noProof="0" dirty="0">
              <a:ln>
                <a:noFill/>
              </a:ln>
              <a:solidFill>
                <a:prstClr val="black"/>
              </a:solidFill>
              <a:effectLst/>
              <a:uLnTx/>
              <a:uFillTx/>
              <a:latin typeface="Verdana"/>
              <a:ea typeface="+mn-ea"/>
              <a:cs typeface="+mn-cs"/>
            </a:endParaRPr>
          </a:p>
        </p:txBody>
      </p:sp>
      <p:sp>
        <p:nvSpPr>
          <p:cNvPr id="99" name="Oval 98"/>
          <p:cNvSpPr/>
          <p:nvPr/>
        </p:nvSpPr>
        <p:spPr bwMode="gray">
          <a:xfrm>
            <a:off x="5621655" y="2753974"/>
            <a:ext cx="263938" cy="263936"/>
          </a:xfrm>
          <a:prstGeom prst="ellipse">
            <a:avLst/>
          </a:prstGeom>
          <a:solidFill>
            <a:schemeClr val="accent6">
              <a:lumMod val="40000"/>
              <a:lumOff val="60000"/>
            </a:schemeClr>
          </a:solidFill>
          <a:ln w="9525" algn="ctr">
            <a:solidFill>
              <a:schemeClr val="bg1"/>
            </a:solid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600" b="1" i="0" u="none" strike="noStrike" kern="1200" cap="none" spc="0" normalizeH="0" baseline="0" noProof="0" dirty="0">
                <a:ln>
                  <a:noFill/>
                </a:ln>
                <a:solidFill>
                  <a:prstClr val="black"/>
                </a:solidFill>
                <a:effectLst/>
                <a:uLnTx/>
                <a:uFillTx/>
                <a:latin typeface="Verdana"/>
                <a:ea typeface="+mn-ea"/>
                <a:cs typeface="+mn-cs"/>
              </a:rPr>
              <a:t>23+</a:t>
            </a:r>
            <a:endParaRPr kumimoji="0" lang="en-IN" sz="600" b="1" i="0" u="none" strike="noStrike" kern="1200" cap="none" spc="0" normalizeH="0" baseline="0" noProof="0" dirty="0">
              <a:ln>
                <a:noFill/>
              </a:ln>
              <a:solidFill>
                <a:prstClr val="black"/>
              </a:solidFill>
              <a:effectLst/>
              <a:uLnTx/>
              <a:uFillTx/>
              <a:latin typeface="Verdana"/>
              <a:ea typeface="+mn-ea"/>
              <a:cs typeface="+mn-cs"/>
            </a:endParaRPr>
          </a:p>
        </p:txBody>
      </p:sp>
      <p:sp>
        <p:nvSpPr>
          <p:cNvPr id="100" name="Oval 99"/>
          <p:cNvSpPr/>
          <p:nvPr/>
        </p:nvSpPr>
        <p:spPr bwMode="gray">
          <a:xfrm>
            <a:off x="5719558" y="3105616"/>
            <a:ext cx="263938" cy="263936"/>
          </a:xfrm>
          <a:prstGeom prst="ellipse">
            <a:avLst/>
          </a:prstGeom>
          <a:solidFill>
            <a:schemeClr val="accent6">
              <a:lumMod val="40000"/>
              <a:lumOff val="60000"/>
            </a:schemeClr>
          </a:solidFill>
          <a:ln w="9525" algn="ctr">
            <a:solidFill>
              <a:schemeClr val="bg1"/>
            </a:solid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lang="en-US" sz="600" b="1" dirty="0">
                <a:solidFill>
                  <a:prstClr val="black"/>
                </a:solidFill>
                <a:latin typeface="Verdana"/>
              </a:rPr>
              <a:t>25</a:t>
            </a:r>
            <a:r>
              <a:rPr kumimoji="0" lang="en-US" sz="600" b="1" i="0" u="none" strike="noStrike" kern="1200" cap="none" spc="0" normalizeH="0" baseline="0" noProof="0" dirty="0">
                <a:ln>
                  <a:noFill/>
                </a:ln>
                <a:solidFill>
                  <a:prstClr val="black"/>
                </a:solidFill>
                <a:effectLst/>
                <a:uLnTx/>
                <a:uFillTx/>
                <a:latin typeface="Verdana"/>
                <a:ea typeface="+mn-ea"/>
                <a:cs typeface="+mn-cs"/>
              </a:rPr>
              <a:t>+</a:t>
            </a:r>
            <a:endParaRPr kumimoji="0" lang="en-IN" sz="600" b="1" i="0" u="none" strike="noStrike" kern="1200" cap="none" spc="0" normalizeH="0" baseline="0" noProof="0" dirty="0">
              <a:ln>
                <a:noFill/>
              </a:ln>
              <a:solidFill>
                <a:prstClr val="black"/>
              </a:solidFill>
              <a:effectLst/>
              <a:uLnTx/>
              <a:uFillTx/>
              <a:latin typeface="Verdana"/>
              <a:ea typeface="+mn-ea"/>
              <a:cs typeface="+mn-cs"/>
            </a:endParaRPr>
          </a:p>
        </p:txBody>
      </p:sp>
      <p:sp>
        <p:nvSpPr>
          <p:cNvPr id="101" name="Oval 100"/>
          <p:cNvSpPr/>
          <p:nvPr/>
        </p:nvSpPr>
        <p:spPr bwMode="gray">
          <a:xfrm>
            <a:off x="5672294" y="3441573"/>
            <a:ext cx="263938" cy="263936"/>
          </a:xfrm>
          <a:prstGeom prst="ellipse">
            <a:avLst/>
          </a:prstGeom>
          <a:solidFill>
            <a:schemeClr val="accent6">
              <a:lumMod val="40000"/>
              <a:lumOff val="60000"/>
            </a:schemeClr>
          </a:solidFill>
          <a:ln w="9525" algn="ctr">
            <a:solidFill>
              <a:schemeClr val="bg1"/>
            </a:solid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600" b="1" i="0" u="none" strike="noStrike" kern="1200" cap="none" spc="0" normalizeH="0" baseline="0" noProof="0" dirty="0">
                <a:ln>
                  <a:noFill/>
                </a:ln>
                <a:solidFill>
                  <a:prstClr val="black"/>
                </a:solidFill>
                <a:effectLst/>
                <a:uLnTx/>
                <a:uFillTx/>
                <a:latin typeface="Verdana"/>
                <a:ea typeface="+mn-ea"/>
                <a:cs typeface="+mn-cs"/>
              </a:rPr>
              <a:t>27+</a:t>
            </a:r>
            <a:endParaRPr kumimoji="0" lang="en-IN" sz="600" b="1" i="0" u="none" strike="noStrike" kern="1200" cap="none" spc="0" normalizeH="0" baseline="0" noProof="0" dirty="0">
              <a:ln>
                <a:noFill/>
              </a:ln>
              <a:solidFill>
                <a:prstClr val="black"/>
              </a:solidFill>
              <a:effectLst/>
              <a:uLnTx/>
              <a:uFillTx/>
              <a:latin typeface="Verdana"/>
              <a:ea typeface="+mn-ea"/>
              <a:cs typeface="+mn-cs"/>
            </a:endParaRPr>
          </a:p>
        </p:txBody>
      </p:sp>
      <p:sp>
        <p:nvSpPr>
          <p:cNvPr id="102" name="Oval 101"/>
          <p:cNvSpPr/>
          <p:nvPr/>
        </p:nvSpPr>
        <p:spPr bwMode="gray">
          <a:xfrm>
            <a:off x="5543422" y="3746243"/>
            <a:ext cx="263938" cy="263936"/>
          </a:xfrm>
          <a:prstGeom prst="ellipse">
            <a:avLst/>
          </a:prstGeom>
          <a:solidFill>
            <a:schemeClr val="accent6">
              <a:lumMod val="40000"/>
              <a:lumOff val="60000"/>
            </a:schemeClr>
          </a:solidFill>
          <a:ln w="9525" algn="ctr">
            <a:solidFill>
              <a:schemeClr val="bg1"/>
            </a:solid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lang="en-US" sz="600" b="1" dirty="0">
                <a:solidFill>
                  <a:prstClr val="black"/>
                </a:solidFill>
                <a:latin typeface="Verdana"/>
              </a:rPr>
              <a:t>22</a:t>
            </a:r>
            <a:r>
              <a:rPr kumimoji="0" lang="en-US" sz="600" b="1" i="0" u="none" strike="noStrike" kern="1200" cap="none" spc="0" normalizeH="0" baseline="0" noProof="0" dirty="0">
                <a:ln>
                  <a:noFill/>
                </a:ln>
                <a:solidFill>
                  <a:prstClr val="black"/>
                </a:solidFill>
                <a:effectLst/>
                <a:uLnTx/>
                <a:uFillTx/>
                <a:latin typeface="Verdana"/>
                <a:ea typeface="+mn-ea"/>
                <a:cs typeface="+mn-cs"/>
              </a:rPr>
              <a:t>+</a:t>
            </a:r>
            <a:endParaRPr kumimoji="0" lang="en-IN" sz="600" b="1" i="0" u="none" strike="noStrike" kern="1200" cap="none" spc="0" normalizeH="0" baseline="0" noProof="0" dirty="0">
              <a:ln>
                <a:noFill/>
              </a:ln>
              <a:solidFill>
                <a:prstClr val="black"/>
              </a:solidFill>
              <a:effectLst/>
              <a:uLnTx/>
              <a:uFillTx/>
              <a:latin typeface="Verdana"/>
              <a:ea typeface="+mn-ea"/>
              <a:cs typeface="+mn-cs"/>
            </a:endParaRPr>
          </a:p>
        </p:txBody>
      </p:sp>
      <p:sp>
        <p:nvSpPr>
          <p:cNvPr id="103" name="Oval 102"/>
          <p:cNvSpPr/>
          <p:nvPr/>
        </p:nvSpPr>
        <p:spPr bwMode="gray">
          <a:xfrm>
            <a:off x="5301410" y="3980559"/>
            <a:ext cx="263938" cy="263936"/>
          </a:xfrm>
          <a:prstGeom prst="ellipse">
            <a:avLst/>
          </a:prstGeom>
          <a:solidFill>
            <a:schemeClr val="accent6">
              <a:lumMod val="40000"/>
              <a:lumOff val="60000"/>
            </a:schemeClr>
          </a:solidFill>
          <a:ln w="9525" algn="ctr">
            <a:solidFill>
              <a:schemeClr val="bg1"/>
            </a:solid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lang="en-US" sz="600" b="1" dirty="0">
                <a:solidFill>
                  <a:prstClr val="black"/>
                </a:solidFill>
                <a:latin typeface="Verdana"/>
              </a:rPr>
              <a:t>22</a:t>
            </a:r>
            <a:r>
              <a:rPr kumimoji="0" lang="en-US" sz="600" b="1" i="0" u="none" strike="noStrike" kern="1200" cap="none" spc="0" normalizeH="0" baseline="0" noProof="0" dirty="0">
                <a:ln>
                  <a:noFill/>
                </a:ln>
                <a:solidFill>
                  <a:prstClr val="black"/>
                </a:solidFill>
                <a:effectLst/>
                <a:uLnTx/>
                <a:uFillTx/>
                <a:latin typeface="Verdana"/>
                <a:ea typeface="+mn-ea"/>
                <a:cs typeface="+mn-cs"/>
              </a:rPr>
              <a:t>+</a:t>
            </a:r>
            <a:endParaRPr kumimoji="0" lang="en-IN" sz="600" b="1" i="0" u="none" strike="noStrike" kern="1200" cap="none" spc="0" normalizeH="0" baseline="0" noProof="0" dirty="0">
              <a:ln>
                <a:noFill/>
              </a:ln>
              <a:solidFill>
                <a:prstClr val="black"/>
              </a:solidFill>
              <a:effectLst/>
              <a:uLnTx/>
              <a:uFillTx/>
              <a:latin typeface="Verdana"/>
              <a:ea typeface="+mn-ea"/>
              <a:cs typeface="+mn-cs"/>
            </a:endParaRPr>
          </a:p>
        </p:txBody>
      </p:sp>
      <p:sp>
        <p:nvSpPr>
          <p:cNvPr id="104" name="Oval 103"/>
          <p:cNvSpPr/>
          <p:nvPr/>
        </p:nvSpPr>
        <p:spPr bwMode="gray">
          <a:xfrm>
            <a:off x="5004871" y="4145993"/>
            <a:ext cx="263938" cy="263936"/>
          </a:xfrm>
          <a:prstGeom prst="ellipse">
            <a:avLst/>
          </a:prstGeom>
          <a:solidFill>
            <a:schemeClr val="accent6">
              <a:lumMod val="40000"/>
              <a:lumOff val="60000"/>
            </a:schemeClr>
          </a:solidFill>
          <a:ln w="9525" algn="ctr">
            <a:solidFill>
              <a:schemeClr val="bg1"/>
            </a:solid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lang="en-US" sz="600" b="1" noProof="0" dirty="0">
                <a:solidFill>
                  <a:prstClr val="black"/>
                </a:solidFill>
                <a:latin typeface="Verdana"/>
              </a:rPr>
              <a:t>18</a:t>
            </a:r>
            <a:r>
              <a:rPr kumimoji="0" lang="en-US" sz="600" b="1" i="0" u="none" strike="noStrike" kern="1200" cap="none" spc="0" normalizeH="0" baseline="0" noProof="0" dirty="0">
                <a:ln>
                  <a:noFill/>
                </a:ln>
                <a:solidFill>
                  <a:prstClr val="black"/>
                </a:solidFill>
                <a:effectLst/>
                <a:uLnTx/>
                <a:uFillTx/>
                <a:latin typeface="Verdana"/>
                <a:ea typeface="+mn-ea"/>
                <a:cs typeface="+mn-cs"/>
              </a:rPr>
              <a:t>+</a:t>
            </a:r>
            <a:endParaRPr kumimoji="0" lang="en-IN" sz="600" b="1" i="0" u="none" strike="noStrike" kern="1200" cap="none" spc="0" normalizeH="0" baseline="0" noProof="0" dirty="0">
              <a:ln>
                <a:noFill/>
              </a:ln>
              <a:solidFill>
                <a:prstClr val="black"/>
              </a:solidFill>
              <a:effectLst/>
              <a:uLnTx/>
              <a:uFillTx/>
              <a:latin typeface="Verdana"/>
              <a:ea typeface="+mn-ea"/>
              <a:cs typeface="+mn-cs"/>
            </a:endParaRPr>
          </a:p>
        </p:txBody>
      </p:sp>
      <p:sp>
        <p:nvSpPr>
          <p:cNvPr id="105" name="Oval 104"/>
          <p:cNvSpPr/>
          <p:nvPr/>
        </p:nvSpPr>
        <p:spPr bwMode="gray">
          <a:xfrm>
            <a:off x="4674363" y="4222121"/>
            <a:ext cx="263938" cy="263936"/>
          </a:xfrm>
          <a:prstGeom prst="ellipse">
            <a:avLst/>
          </a:prstGeom>
          <a:solidFill>
            <a:schemeClr val="accent6">
              <a:lumMod val="40000"/>
              <a:lumOff val="60000"/>
            </a:schemeClr>
          </a:solidFill>
          <a:ln w="9525" algn="ctr">
            <a:solidFill>
              <a:schemeClr val="bg1"/>
            </a:solid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600" b="1" i="0" u="none" strike="noStrike" kern="1200" cap="none" spc="0" normalizeH="0" baseline="0" noProof="0" dirty="0">
                <a:ln>
                  <a:noFill/>
                </a:ln>
                <a:solidFill>
                  <a:prstClr val="black"/>
                </a:solidFill>
                <a:effectLst/>
                <a:uLnTx/>
                <a:uFillTx/>
                <a:latin typeface="Verdana"/>
                <a:ea typeface="+mn-ea"/>
                <a:cs typeface="+mn-cs"/>
              </a:rPr>
              <a:t>20+</a:t>
            </a:r>
            <a:endParaRPr kumimoji="0" lang="en-IN" sz="600" b="1" i="0" u="none" strike="noStrike" kern="1200" cap="none" spc="0" normalizeH="0" baseline="0" noProof="0" dirty="0">
              <a:ln>
                <a:noFill/>
              </a:ln>
              <a:solidFill>
                <a:prstClr val="black"/>
              </a:solidFill>
              <a:effectLst/>
              <a:uLnTx/>
              <a:uFillTx/>
              <a:latin typeface="Verdana"/>
              <a:ea typeface="+mn-ea"/>
              <a:cs typeface="+mn-cs"/>
            </a:endParaRPr>
          </a:p>
        </p:txBody>
      </p:sp>
      <p:sp>
        <p:nvSpPr>
          <p:cNvPr id="106" name="Oval 105"/>
          <p:cNvSpPr/>
          <p:nvPr/>
        </p:nvSpPr>
        <p:spPr bwMode="gray">
          <a:xfrm>
            <a:off x="4321576" y="4159074"/>
            <a:ext cx="263938" cy="263936"/>
          </a:xfrm>
          <a:prstGeom prst="ellipse">
            <a:avLst/>
          </a:prstGeom>
          <a:solidFill>
            <a:schemeClr val="accent6">
              <a:lumMod val="40000"/>
              <a:lumOff val="60000"/>
            </a:schemeClr>
          </a:solidFill>
          <a:ln w="9525" algn="ctr">
            <a:solidFill>
              <a:schemeClr val="bg1"/>
            </a:solid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600" b="1" i="0" u="none" strike="noStrike" kern="1200" cap="none" spc="0" normalizeH="0" baseline="0" noProof="0" dirty="0">
                <a:ln>
                  <a:noFill/>
                </a:ln>
                <a:solidFill>
                  <a:prstClr val="black"/>
                </a:solidFill>
                <a:effectLst/>
                <a:uLnTx/>
                <a:uFillTx/>
                <a:latin typeface="Verdana"/>
                <a:ea typeface="+mn-ea"/>
                <a:cs typeface="+mn-cs"/>
              </a:rPr>
              <a:t>22+</a:t>
            </a:r>
            <a:endParaRPr kumimoji="0" lang="en-IN" sz="600" b="1" i="0" u="none" strike="noStrike" kern="1200" cap="none" spc="0" normalizeH="0" baseline="0" noProof="0" dirty="0">
              <a:ln>
                <a:noFill/>
              </a:ln>
              <a:solidFill>
                <a:prstClr val="black"/>
              </a:solidFill>
              <a:effectLst/>
              <a:uLnTx/>
              <a:uFillTx/>
              <a:latin typeface="Verdana"/>
              <a:ea typeface="+mn-ea"/>
              <a:cs typeface="+mn-cs"/>
            </a:endParaRPr>
          </a:p>
        </p:txBody>
      </p:sp>
      <p:sp>
        <p:nvSpPr>
          <p:cNvPr id="107" name="Oval 106"/>
          <p:cNvSpPr/>
          <p:nvPr/>
        </p:nvSpPr>
        <p:spPr bwMode="gray">
          <a:xfrm>
            <a:off x="4015806" y="3961657"/>
            <a:ext cx="263938" cy="263936"/>
          </a:xfrm>
          <a:prstGeom prst="ellipse">
            <a:avLst/>
          </a:prstGeom>
          <a:solidFill>
            <a:schemeClr val="accent6">
              <a:lumMod val="40000"/>
              <a:lumOff val="60000"/>
            </a:schemeClr>
          </a:solidFill>
          <a:ln w="9525" algn="ctr">
            <a:solidFill>
              <a:schemeClr val="bg1"/>
            </a:solid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600" b="1" i="0" u="none" strike="noStrike" kern="1200" cap="none" spc="0" normalizeH="0" baseline="0" noProof="0" dirty="0">
                <a:ln>
                  <a:noFill/>
                </a:ln>
                <a:solidFill>
                  <a:prstClr val="black"/>
                </a:solidFill>
                <a:effectLst/>
                <a:uLnTx/>
                <a:uFillTx/>
                <a:latin typeface="Verdana"/>
                <a:ea typeface="+mn-ea"/>
                <a:cs typeface="+mn-cs"/>
              </a:rPr>
              <a:t>17+</a:t>
            </a:r>
            <a:endParaRPr kumimoji="0" lang="en-IN" sz="600" b="1" i="0" u="none" strike="noStrike" kern="1200" cap="none" spc="0" normalizeH="0" baseline="0" noProof="0" dirty="0">
              <a:ln>
                <a:noFill/>
              </a:ln>
              <a:solidFill>
                <a:prstClr val="black"/>
              </a:solidFill>
              <a:effectLst/>
              <a:uLnTx/>
              <a:uFillTx/>
              <a:latin typeface="Verdana"/>
              <a:ea typeface="+mn-ea"/>
              <a:cs typeface="+mn-cs"/>
            </a:endParaRPr>
          </a:p>
        </p:txBody>
      </p:sp>
      <p:sp>
        <p:nvSpPr>
          <p:cNvPr id="108" name="Oval 107"/>
          <p:cNvSpPr/>
          <p:nvPr/>
        </p:nvSpPr>
        <p:spPr bwMode="gray">
          <a:xfrm>
            <a:off x="3780636" y="3716623"/>
            <a:ext cx="263938" cy="263936"/>
          </a:xfrm>
          <a:prstGeom prst="ellipse">
            <a:avLst/>
          </a:prstGeom>
          <a:solidFill>
            <a:schemeClr val="accent6">
              <a:lumMod val="40000"/>
              <a:lumOff val="60000"/>
            </a:schemeClr>
          </a:solidFill>
          <a:ln w="9525" algn="ctr">
            <a:solidFill>
              <a:schemeClr val="bg1"/>
            </a:solid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600" b="1" i="0" u="none" strike="noStrike" kern="1200" cap="none" spc="0" normalizeH="0" baseline="0" noProof="0" dirty="0">
                <a:ln>
                  <a:noFill/>
                </a:ln>
                <a:solidFill>
                  <a:prstClr val="black"/>
                </a:solidFill>
                <a:effectLst/>
                <a:uLnTx/>
                <a:uFillTx/>
                <a:latin typeface="Verdana"/>
                <a:ea typeface="+mn-ea"/>
                <a:cs typeface="+mn-cs"/>
              </a:rPr>
              <a:t>14+</a:t>
            </a:r>
            <a:endParaRPr kumimoji="0" lang="en-IN" sz="600" b="1" i="0" u="none" strike="noStrike" kern="1200" cap="none" spc="0" normalizeH="0" baseline="0" noProof="0" dirty="0">
              <a:ln>
                <a:noFill/>
              </a:ln>
              <a:solidFill>
                <a:prstClr val="black"/>
              </a:solidFill>
              <a:effectLst/>
              <a:uLnTx/>
              <a:uFillTx/>
              <a:latin typeface="Verdana"/>
              <a:ea typeface="+mn-ea"/>
              <a:cs typeface="+mn-cs"/>
            </a:endParaRPr>
          </a:p>
        </p:txBody>
      </p:sp>
      <p:sp>
        <p:nvSpPr>
          <p:cNvPr id="109" name="Oval 108"/>
          <p:cNvSpPr/>
          <p:nvPr/>
        </p:nvSpPr>
        <p:spPr bwMode="gray">
          <a:xfrm>
            <a:off x="3648667" y="3409484"/>
            <a:ext cx="263938" cy="263936"/>
          </a:xfrm>
          <a:prstGeom prst="ellipse">
            <a:avLst/>
          </a:prstGeom>
          <a:solidFill>
            <a:schemeClr val="accent6">
              <a:lumMod val="40000"/>
              <a:lumOff val="60000"/>
            </a:schemeClr>
          </a:solidFill>
          <a:ln w="9525" algn="ctr">
            <a:solidFill>
              <a:schemeClr val="bg1"/>
            </a:solid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600" b="1" i="0" u="none" strike="noStrike" kern="1200" cap="none" spc="0" normalizeH="0" baseline="0" noProof="0" dirty="0">
                <a:ln>
                  <a:noFill/>
                </a:ln>
                <a:solidFill>
                  <a:prstClr val="black"/>
                </a:solidFill>
                <a:effectLst/>
                <a:uLnTx/>
                <a:uFillTx/>
                <a:latin typeface="Verdana"/>
                <a:ea typeface="+mn-ea"/>
                <a:cs typeface="+mn-cs"/>
              </a:rPr>
              <a:t>12+</a:t>
            </a:r>
            <a:endParaRPr kumimoji="0" lang="en-IN" sz="600" b="1" i="0" u="none" strike="noStrike" kern="1200" cap="none" spc="0" normalizeH="0" baseline="0" noProof="0" dirty="0">
              <a:ln>
                <a:noFill/>
              </a:ln>
              <a:solidFill>
                <a:prstClr val="black"/>
              </a:solidFill>
              <a:effectLst/>
              <a:uLnTx/>
              <a:uFillTx/>
              <a:latin typeface="Verdana"/>
              <a:ea typeface="+mn-ea"/>
              <a:cs typeface="+mn-cs"/>
            </a:endParaRPr>
          </a:p>
        </p:txBody>
      </p:sp>
      <p:sp>
        <p:nvSpPr>
          <p:cNvPr id="110" name="Oval 109"/>
          <p:cNvSpPr/>
          <p:nvPr/>
        </p:nvSpPr>
        <p:spPr bwMode="gray">
          <a:xfrm>
            <a:off x="3647625" y="3078199"/>
            <a:ext cx="263938" cy="263936"/>
          </a:xfrm>
          <a:prstGeom prst="ellipse">
            <a:avLst/>
          </a:prstGeom>
          <a:solidFill>
            <a:schemeClr val="accent6">
              <a:lumMod val="40000"/>
              <a:lumOff val="60000"/>
            </a:schemeClr>
          </a:solidFill>
          <a:ln w="9525" algn="ctr">
            <a:solidFill>
              <a:schemeClr val="bg1"/>
            </a:solid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600" b="1" i="0" u="none" strike="noStrike" kern="1200" cap="none" spc="0" normalizeH="0" baseline="0" noProof="0" dirty="0">
                <a:ln>
                  <a:noFill/>
                </a:ln>
                <a:solidFill>
                  <a:prstClr val="black"/>
                </a:solidFill>
                <a:effectLst/>
                <a:uLnTx/>
                <a:uFillTx/>
                <a:latin typeface="Verdana"/>
                <a:ea typeface="+mn-ea"/>
                <a:cs typeface="+mn-cs"/>
              </a:rPr>
              <a:t>6+</a:t>
            </a:r>
            <a:endParaRPr kumimoji="0" lang="en-IN" sz="600" b="1" i="0" u="none" strike="noStrike" kern="1200" cap="none" spc="0" normalizeH="0" baseline="0" noProof="0" dirty="0">
              <a:ln>
                <a:noFill/>
              </a:ln>
              <a:solidFill>
                <a:prstClr val="black"/>
              </a:solidFill>
              <a:effectLst/>
              <a:uLnTx/>
              <a:uFillTx/>
              <a:latin typeface="Verdana"/>
              <a:ea typeface="+mn-ea"/>
              <a:cs typeface="+mn-cs"/>
            </a:endParaRPr>
          </a:p>
        </p:txBody>
      </p:sp>
      <p:sp>
        <p:nvSpPr>
          <p:cNvPr id="111" name="Oval 110"/>
          <p:cNvSpPr/>
          <p:nvPr/>
        </p:nvSpPr>
        <p:spPr bwMode="gray">
          <a:xfrm>
            <a:off x="3715929" y="2760511"/>
            <a:ext cx="263938" cy="263936"/>
          </a:xfrm>
          <a:prstGeom prst="ellipse">
            <a:avLst/>
          </a:prstGeom>
          <a:solidFill>
            <a:schemeClr val="accent6">
              <a:lumMod val="40000"/>
              <a:lumOff val="60000"/>
            </a:schemeClr>
          </a:solidFill>
          <a:ln w="9525" algn="ctr">
            <a:solidFill>
              <a:schemeClr val="bg1"/>
            </a:solidFill>
            <a:miter lim="800000"/>
            <a:headEnd/>
            <a:tailEnd/>
          </a:ln>
        </p:spPr>
        <p:txBody>
          <a:bodyPr wrap="square" lIns="0" tIns="88900" rIns="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600" b="1" i="0" u="none" strike="noStrike" kern="1200" cap="none" spc="0" normalizeH="0" baseline="0" noProof="0" dirty="0">
                <a:ln>
                  <a:noFill/>
                </a:ln>
                <a:solidFill>
                  <a:prstClr val="black"/>
                </a:solidFill>
                <a:effectLst/>
                <a:uLnTx/>
                <a:uFillTx/>
                <a:latin typeface="Verdana"/>
                <a:ea typeface="+mn-ea"/>
                <a:cs typeface="+mn-cs"/>
              </a:rPr>
              <a:t>9+</a:t>
            </a:r>
            <a:endParaRPr kumimoji="0" lang="en-IN" sz="600" b="1" i="0" u="none" strike="noStrike" kern="1200" cap="none" spc="0" normalizeH="0" baseline="0" noProof="0" dirty="0">
              <a:ln>
                <a:noFill/>
              </a:ln>
              <a:solidFill>
                <a:prstClr val="black"/>
              </a:solidFill>
              <a:effectLst/>
              <a:uLnTx/>
              <a:uFillTx/>
              <a:latin typeface="Verdana"/>
              <a:ea typeface="+mn-ea"/>
              <a:cs typeface="+mn-cs"/>
            </a:endParaRPr>
          </a:p>
        </p:txBody>
      </p:sp>
      <p:cxnSp>
        <p:nvCxnSpPr>
          <p:cNvPr id="90" name="Straight Connector 89"/>
          <p:cNvCxnSpPr/>
          <p:nvPr/>
        </p:nvCxnSpPr>
        <p:spPr>
          <a:xfrm flipH="1">
            <a:off x="5128738" y="1117634"/>
            <a:ext cx="399723" cy="1235093"/>
          </a:xfrm>
          <a:prstGeom prst="line">
            <a:avLst/>
          </a:prstGeom>
          <a:ln w="28575">
            <a:solidFill>
              <a:srgbClr val="D9D9D9"/>
            </a:solidFill>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2862043" y="2014073"/>
            <a:ext cx="1100982" cy="736630"/>
          </a:xfrm>
          <a:prstGeom prst="line">
            <a:avLst/>
          </a:prstGeom>
          <a:ln w="28575">
            <a:solidFill>
              <a:srgbClr val="D9D9D9"/>
            </a:solidFill>
          </a:ln>
        </p:spPr>
        <p:style>
          <a:lnRef idx="1">
            <a:schemeClr val="accent1"/>
          </a:lnRef>
          <a:fillRef idx="0">
            <a:schemeClr val="accent1"/>
          </a:fillRef>
          <a:effectRef idx="0">
            <a:schemeClr val="accent1"/>
          </a:effectRef>
          <a:fontRef idx="minor">
            <a:schemeClr val="tx1"/>
          </a:fontRef>
        </p:style>
      </p:cxnSp>
      <p:sp>
        <p:nvSpPr>
          <p:cNvPr id="92" name="Rectangle 7"/>
          <p:cNvSpPr>
            <a:spLocks noChangeArrowheads="1"/>
          </p:cNvSpPr>
          <p:nvPr>
            <p:custDataLst>
              <p:tags r:id="rId16"/>
            </p:custDataLst>
          </p:nvPr>
        </p:nvSpPr>
        <p:spPr bwMode="auto">
          <a:xfrm>
            <a:off x="3382068" y="1464730"/>
            <a:ext cx="1679227" cy="189971"/>
          </a:xfrm>
          <a:prstGeom prst="rect">
            <a:avLst/>
          </a:prstGeom>
          <a:noFill/>
          <a:ln w="9525">
            <a:noFill/>
            <a:miter lim="800000"/>
            <a:headEnd/>
            <a:tailEnd/>
          </a:ln>
          <a:effectLst/>
        </p:spPr>
        <p:txBody>
          <a:bodyPr wrap="square" lIns="0" tIns="0" rIns="0" bIns="0" anchor="t" anchorCtr="0">
            <a:noAutofit/>
          </a:bodyPr>
          <a:lstStyle/>
          <a:p>
            <a:pPr marL="0" marR="0" lvl="0" indent="0" algn="r" defTabSz="914400" rtl="0" eaLnBrk="1" fontAlgn="auto" latinLnBrk="0" hangingPunct="1">
              <a:lnSpc>
                <a:spcPct val="100000"/>
              </a:lnSpc>
              <a:spcBef>
                <a:spcPts val="600"/>
              </a:spcBef>
              <a:spcAft>
                <a:spcPts val="0"/>
              </a:spcAft>
              <a:buClrTx/>
              <a:buSzTx/>
              <a:buFontTx/>
              <a:buNone/>
              <a:tabLst/>
              <a:defRPr/>
            </a:pPr>
            <a:r>
              <a:rPr kumimoji="0" lang="en-US" sz="900" b="1" i="0" u="none" strike="noStrike" kern="1200" cap="none" spc="0" normalizeH="0" baseline="0" noProof="0" dirty="0">
                <a:ln>
                  <a:noFill/>
                </a:ln>
                <a:solidFill>
                  <a:srgbClr val="8B3085"/>
                </a:solidFill>
                <a:effectLst/>
                <a:uLnTx/>
                <a:uFillTx/>
                <a:latin typeface="Verdana"/>
                <a:ea typeface="+mn-ea"/>
                <a:cs typeface="Arial" panose="020B0604020202020204" pitchFamily="34" charset="0"/>
              </a:rPr>
              <a:t>GLOBAL</a:t>
            </a:r>
            <a:r>
              <a:rPr kumimoji="0" lang="en-US" sz="900" b="1" i="0" u="none" strike="noStrike" kern="1200" cap="none" spc="0" normalizeH="0" noProof="0" dirty="0">
                <a:ln>
                  <a:noFill/>
                </a:ln>
                <a:solidFill>
                  <a:srgbClr val="8B3085"/>
                </a:solidFill>
                <a:effectLst/>
                <a:uLnTx/>
                <a:uFillTx/>
                <a:latin typeface="Verdana"/>
                <a:ea typeface="+mn-ea"/>
                <a:cs typeface="Arial" panose="020B0604020202020204" pitchFamily="34" charset="0"/>
              </a:rPr>
              <a:t> EXPERTS</a:t>
            </a:r>
            <a:endParaRPr kumimoji="0" lang="en-US" sz="900" b="1" i="0" u="none" strike="noStrike" kern="1200" cap="none" spc="0" normalizeH="0" baseline="0" noProof="0" dirty="0">
              <a:ln>
                <a:noFill/>
              </a:ln>
              <a:solidFill>
                <a:srgbClr val="8B3085"/>
              </a:solidFill>
              <a:effectLst/>
              <a:uLnTx/>
              <a:uFillTx/>
              <a:latin typeface="Verdana"/>
              <a:ea typeface="+mn-ea"/>
              <a:cs typeface="Arial" panose="020B0604020202020204" pitchFamily="34" charset="0"/>
            </a:endParaRPr>
          </a:p>
        </p:txBody>
      </p:sp>
      <p:sp>
        <p:nvSpPr>
          <p:cNvPr id="93" name="Rectangle 7"/>
          <p:cNvSpPr>
            <a:spLocks noChangeArrowheads="1"/>
          </p:cNvSpPr>
          <p:nvPr>
            <p:custDataLst>
              <p:tags r:id="rId17"/>
            </p:custDataLst>
          </p:nvPr>
        </p:nvSpPr>
        <p:spPr bwMode="auto">
          <a:xfrm>
            <a:off x="2516636" y="1197854"/>
            <a:ext cx="2544360" cy="232366"/>
          </a:xfrm>
          <a:prstGeom prst="rect">
            <a:avLst/>
          </a:prstGeom>
          <a:noFill/>
          <a:ln w="9525">
            <a:noFill/>
            <a:miter lim="800000"/>
            <a:headEnd/>
            <a:tailEnd/>
          </a:ln>
          <a:effectLst/>
        </p:spPr>
        <p:txBody>
          <a:bodyPr wrap="square" lIns="0" tIns="0" rIns="0" bIns="0" anchor="t" anchorCtr="0">
            <a:noAutofit/>
          </a:bodyPr>
          <a:lstStyle/>
          <a:p>
            <a:pPr marL="0" marR="0" lvl="0" indent="0" algn="r" defTabSz="914400" rtl="0" eaLnBrk="1" fontAlgn="auto" latinLnBrk="0" hangingPunct="1">
              <a:lnSpc>
                <a:spcPct val="100000"/>
              </a:lnSpc>
              <a:spcBef>
                <a:spcPts val="600"/>
              </a:spcBef>
              <a:spcAft>
                <a:spcPts val="0"/>
              </a:spcAft>
              <a:buClrTx/>
              <a:buSzTx/>
              <a:buFontTx/>
              <a:buNone/>
              <a:tabLst/>
              <a:defRPr/>
            </a:pPr>
            <a:r>
              <a:rPr kumimoji="0" lang="en-US" sz="900" b="1" i="0" u="none" strike="noStrike" kern="1200" cap="none" spc="0" normalizeH="0" baseline="0" noProof="0" dirty="0">
                <a:ln>
                  <a:noFill/>
                </a:ln>
                <a:solidFill>
                  <a:srgbClr val="0097A9"/>
                </a:solidFill>
                <a:effectLst/>
                <a:uLnTx/>
                <a:uFillTx/>
                <a:latin typeface="Verdana"/>
                <a:ea typeface="+mn-ea"/>
                <a:cs typeface="Arial" panose="020B0604020202020204" pitchFamily="34" charset="0"/>
              </a:rPr>
              <a:t>PROGRAM LEADERSHIP</a:t>
            </a:r>
          </a:p>
        </p:txBody>
      </p:sp>
      <p:sp>
        <p:nvSpPr>
          <p:cNvPr id="94" name="Rectangle 7"/>
          <p:cNvSpPr>
            <a:spLocks noChangeArrowheads="1"/>
          </p:cNvSpPr>
          <p:nvPr>
            <p:custDataLst>
              <p:tags r:id="rId18"/>
            </p:custDataLst>
          </p:nvPr>
        </p:nvSpPr>
        <p:spPr bwMode="auto">
          <a:xfrm>
            <a:off x="3844290" y="1723206"/>
            <a:ext cx="1241927" cy="181993"/>
          </a:xfrm>
          <a:prstGeom prst="rect">
            <a:avLst/>
          </a:prstGeom>
          <a:noFill/>
          <a:ln w="9525">
            <a:noFill/>
            <a:miter lim="800000"/>
            <a:headEnd/>
            <a:tailEnd/>
          </a:ln>
          <a:effectLst/>
        </p:spPr>
        <p:txBody>
          <a:bodyPr wrap="square" lIns="0" tIns="0" rIns="0" bIns="0" anchor="t" anchorCtr="0">
            <a:noAutofit/>
          </a:bodyPr>
          <a:lstStyle/>
          <a:p>
            <a:pPr marL="0" marR="0" lvl="0" indent="0" algn="r" defTabSz="914400" rtl="0" eaLnBrk="1" fontAlgn="auto" latinLnBrk="0" hangingPunct="1">
              <a:lnSpc>
                <a:spcPct val="100000"/>
              </a:lnSpc>
              <a:spcBef>
                <a:spcPts val="600"/>
              </a:spcBef>
              <a:spcAft>
                <a:spcPts val="0"/>
              </a:spcAft>
              <a:buClrTx/>
              <a:buSzTx/>
              <a:buFontTx/>
              <a:buNone/>
              <a:tabLst/>
              <a:defRPr/>
            </a:pPr>
            <a:r>
              <a:rPr kumimoji="0" lang="en-US" sz="900" b="1" i="0" u="none" strike="noStrike" kern="1200" cap="none" spc="0" normalizeH="0" baseline="0" noProof="0" dirty="0">
                <a:ln>
                  <a:noFill/>
                </a:ln>
                <a:solidFill>
                  <a:srgbClr val="E37528"/>
                </a:solidFill>
                <a:effectLst/>
                <a:uLnTx/>
                <a:uFillTx/>
                <a:latin typeface="Verdana"/>
                <a:ea typeface="+mn-ea"/>
                <a:cs typeface="Arial" panose="020B0604020202020204" pitchFamily="34" charset="0"/>
              </a:rPr>
              <a:t>SPECIALISTS</a:t>
            </a:r>
          </a:p>
        </p:txBody>
      </p:sp>
      <p:sp>
        <p:nvSpPr>
          <p:cNvPr id="95" name="Rectangle 7"/>
          <p:cNvSpPr>
            <a:spLocks noChangeArrowheads="1"/>
          </p:cNvSpPr>
          <p:nvPr>
            <p:custDataLst>
              <p:tags r:id="rId19"/>
            </p:custDataLst>
          </p:nvPr>
        </p:nvSpPr>
        <p:spPr bwMode="auto">
          <a:xfrm>
            <a:off x="3605772" y="1949926"/>
            <a:ext cx="1474841" cy="124901"/>
          </a:xfrm>
          <a:prstGeom prst="rect">
            <a:avLst/>
          </a:prstGeom>
          <a:noFill/>
          <a:ln w="9525">
            <a:noFill/>
            <a:miter lim="800000"/>
            <a:headEnd/>
            <a:tailEnd/>
          </a:ln>
          <a:effectLst/>
        </p:spPr>
        <p:txBody>
          <a:bodyPr wrap="square" lIns="0" tIns="0" rIns="0" bIns="0" anchor="t" anchorCtr="0">
            <a:noAutofit/>
          </a:bodyPr>
          <a:lstStyle/>
          <a:p>
            <a:pPr marL="0" marR="0" lvl="0" indent="0" algn="r" defTabSz="914400" rtl="0" eaLnBrk="1" fontAlgn="auto" latinLnBrk="0" hangingPunct="1">
              <a:lnSpc>
                <a:spcPct val="100000"/>
              </a:lnSpc>
              <a:spcBef>
                <a:spcPts val="600"/>
              </a:spcBef>
              <a:spcAft>
                <a:spcPts val="0"/>
              </a:spcAft>
              <a:buClrTx/>
              <a:buSzTx/>
              <a:buFontTx/>
              <a:buNone/>
              <a:tabLst/>
              <a:defRPr/>
            </a:pPr>
            <a:r>
              <a:rPr kumimoji="0" lang="en-US" sz="900" b="1" i="0" u="none" strike="noStrike" kern="1200" cap="none" spc="0" normalizeH="0" baseline="0" noProof="0" dirty="0">
                <a:ln>
                  <a:noFill/>
                </a:ln>
                <a:solidFill>
                  <a:srgbClr val="86BC25"/>
                </a:solidFill>
                <a:effectLst/>
                <a:uLnTx/>
                <a:uFillTx/>
                <a:latin typeface="Verdana"/>
                <a:ea typeface="+mn-ea"/>
                <a:cs typeface="Arial" panose="020B0604020202020204" pitchFamily="34" charset="0"/>
              </a:rPr>
              <a:t>SITE TEAM</a:t>
            </a:r>
          </a:p>
        </p:txBody>
      </p:sp>
      <p:sp>
        <p:nvSpPr>
          <p:cNvPr id="84" name="Rectangle 83"/>
          <p:cNvSpPr/>
          <p:nvPr/>
        </p:nvSpPr>
        <p:spPr bwMode="gray">
          <a:xfrm>
            <a:off x="8418435" y="6204657"/>
            <a:ext cx="2102070" cy="235504"/>
          </a:xfrm>
          <a:prstGeom prst="rect">
            <a:avLst/>
          </a:prstGeom>
          <a:noFill/>
          <a:ln w="19050" algn="ctr">
            <a:noFill/>
            <a:miter lim="800000"/>
            <a:headEnd/>
            <a:tailEnd/>
          </a:ln>
        </p:spPr>
        <p:txBody>
          <a:bodyPr wrap="square" lIns="88899" tIns="88899" rIns="88899" bIns="88899" rtlCol="0" anchor="ctr"/>
          <a:lstStyle/>
          <a:p>
            <a:pPr defTabSz="1018853">
              <a:spcAft>
                <a:spcPts val="300"/>
              </a:spcAft>
              <a:buSzPct val="100000"/>
              <a:defRPr/>
            </a:pPr>
            <a:r>
              <a:rPr lang="en-US" sz="1050" dirty="0">
                <a:latin typeface="Verdana" panose="020B0604030504040204" pitchFamily="34" charset="0"/>
                <a:ea typeface="Verdana" panose="020B0604030504040204" pitchFamily="34" charset="0"/>
                <a:cs typeface="Verdana" panose="020B0604030504040204" pitchFamily="34" charset="0"/>
              </a:rPr>
              <a:t>Available today</a:t>
            </a:r>
          </a:p>
        </p:txBody>
      </p:sp>
      <p:grpSp>
        <p:nvGrpSpPr>
          <p:cNvPr id="85" name="Group 84"/>
          <p:cNvGrpSpPr>
            <a:grpSpLocks noChangeAspect="1"/>
          </p:cNvGrpSpPr>
          <p:nvPr/>
        </p:nvGrpSpPr>
        <p:grpSpPr>
          <a:xfrm>
            <a:off x="8272474" y="6225525"/>
            <a:ext cx="186923" cy="180000"/>
            <a:chOff x="9499601" y="1792923"/>
            <a:chExt cx="257175" cy="247650"/>
          </a:xfrm>
        </p:grpSpPr>
        <p:sp>
          <p:nvSpPr>
            <p:cNvPr id="86" name="Freeform 334"/>
            <p:cNvSpPr>
              <a:spLocks/>
            </p:cNvSpPr>
            <p:nvPr/>
          </p:nvSpPr>
          <p:spPr bwMode="auto">
            <a:xfrm>
              <a:off x="9532938" y="1792923"/>
              <a:ext cx="128588" cy="144463"/>
            </a:xfrm>
            <a:custGeom>
              <a:avLst/>
              <a:gdLst>
                <a:gd name="T0" fmla="*/ 0 w 163"/>
                <a:gd name="T1" fmla="*/ 80 h 183"/>
                <a:gd name="T2" fmla="*/ 0 w 163"/>
                <a:gd name="T3" fmla="*/ 102 h 183"/>
                <a:gd name="T4" fmla="*/ 0 w 163"/>
                <a:gd name="T5" fmla="*/ 102 h 183"/>
                <a:gd name="T6" fmla="*/ 2 w 163"/>
                <a:gd name="T7" fmla="*/ 110 h 183"/>
                <a:gd name="T8" fmla="*/ 3 w 163"/>
                <a:gd name="T9" fmla="*/ 118 h 183"/>
                <a:gd name="T10" fmla="*/ 7 w 163"/>
                <a:gd name="T11" fmla="*/ 133 h 183"/>
                <a:gd name="T12" fmla="*/ 15 w 163"/>
                <a:gd name="T13" fmla="*/ 148 h 183"/>
                <a:gd name="T14" fmla="*/ 25 w 163"/>
                <a:gd name="T15" fmla="*/ 158 h 183"/>
                <a:gd name="T16" fmla="*/ 37 w 163"/>
                <a:gd name="T17" fmla="*/ 169 h 183"/>
                <a:gd name="T18" fmla="*/ 50 w 163"/>
                <a:gd name="T19" fmla="*/ 176 h 183"/>
                <a:gd name="T20" fmla="*/ 65 w 163"/>
                <a:gd name="T21" fmla="*/ 181 h 183"/>
                <a:gd name="T22" fmla="*/ 73 w 163"/>
                <a:gd name="T23" fmla="*/ 183 h 183"/>
                <a:gd name="T24" fmla="*/ 81 w 163"/>
                <a:gd name="T25" fmla="*/ 183 h 183"/>
                <a:gd name="T26" fmla="*/ 81 w 163"/>
                <a:gd name="T27" fmla="*/ 183 h 183"/>
                <a:gd name="T28" fmla="*/ 90 w 163"/>
                <a:gd name="T29" fmla="*/ 183 h 183"/>
                <a:gd name="T30" fmla="*/ 98 w 163"/>
                <a:gd name="T31" fmla="*/ 181 h 183"/>
                <a:gd name="T32" fmla="*/ 113 w 163"/>
                <a:gd name="T33" fmla="*/ 176 h 183"/>
                <a:gd name="T34" fmla="*/ 127 w 163"/>
                <a:gd name="T35" fmla="*/ 169 h 183"/>
                <a:gd name="T36" fmla="*/ 139 w 163"/>
                <a:gd name="T37" fmla="*/ 158 h 183"/>
                <a:gd name="T38" fmla="*/ 148 w 163"/>
                <a:gd name="T39" fmla="*/ 148 h 183"/>
                <a:gd name="T40" fmla="*/ 156 w 163"/>
                <a:gd name="T41" fmla="*/ 133 h 183"/>
                <a:gd name="T42" fmla="*/ 160 w 163"/>
                <a:gd name="T43" fmla="*/ 118 h 183"/>
                <a:gd name="T44" fmla="*/ 162 w 163"/>
                <a:gd name="T45" fmla="*/ 110 h 183"/>
                <a:gd name="T46" fmla="*/ 163 w 163"/>
                <a:gd name="T47" fmla="*/ 102 h 183"/>
                <a:gd name="T48" fmla="*/ 163 w 163"/>
                <a:gd name="T49" fmla="*/ 80 h 183"/>
                <a:gd name="T50" fmla="*/ 163 w 163"/>
                <a:gd name="T51" fmla="*/ 80 h 183"/>
                <a:gd name="T52" fmla="*/ 162 w 163"/>
                <a:gd name="T53" fmla="*/ 72 h 183"/>
                <a:gd name="T54" fmla="*/ 160 w 163"/>
                <a:gd name="T55" fmla="*/ 64 h 183"/>
                <a:gd name="T56" fmla="*/ 156 w 163"/>
                <a:gd name="T57" fmla="*/ 49 h 183"/>
                <a:gd name="T58" fmla="*/ 148 w 163"/>
                <a:gd name="T59" fmla="*/ 35 h 183"/>
                <a:gd name="T60" fmla="*/ 139 w 163"/>
                <a:gd name="T61" fmla="*/ 24 h 183"/>
                <a:gd name="T62" fmla="*/ 127 w 163"/>
                <a:gd name="T63" fmla="*/ 13 h 183"/>
                <a:gd name="T64" fmla="*/ 113 w 163"/>
                <a:gd name="T65" fmla="*/ 6 h 183"/>
                <a:gd name="T66" fmla="*/ 98 w 163"/>
                <a:gd name="T67" fmla="*/ 1 h 183"/>
                <a:gd name="T68" fmla="*/ 90 w 163"/>
                <a:gd name="T69" fmla="*/ 0 h 183"/>
                <a:gd name="T70" fmla="*/ 81 w 163"/>
                <a:gd name="T71" fmla="*/ 0 h 183"/>
                <a:gd name="T72" fmla="*/ 81 w 163"/>
                <a:gd name="T73" fmla="*/ 0 h 183"/>
                <a:gd name="T74" fmla="*/ 73 w 163"/>
                <a:gd name="T75" fmla="*/ 0 h 183"/>
                <a:gd name="T76" fmla="*/ 65 w 163"/>
                <a:gd name="T77" fmla="*/ 1 h 183"/>
                <a:gd name="T78" fmla="*/ 50 w 163"/>
                <a:gd name="T79" fmla="*/ 6 h 183"/>
                <a:gd name="T80" fmla="*/ 37 w 163"/>
                <a:gd name="T81" fmla="*/ 13 h 183"/>
                <a:gd name="T82" fmla="*/ 25 w 163"/>
                <a:gd name="T83" fmla="*/ 24 h 183"/>
                <a:gd name="T84" fmla="*/ 15 w 163"/>
                <a:gd name="T85" fmla="*/ 35 h 183"/>
                <a:gd name="T86" fmla="*/ 7 w 163"/>
                <a:gd name="T87" fmla="*/ 49 h 183"/>
                <a:gd name="T88" fmla="*/ 3 w 163"/>
                <a:gd name="T89" fmla="*/ 64 h 183"/>
                <a:gd name="T90" fmla="*/ 2 w 163"/>
                <a:gd name="T91" fmla="*/ 72 h 183"/>
                <a:gd name="T92" fmla="*/ 0 w 163"/>
                <a:gd name="T93" fmla="*/ 80 h 183"/>
                <a:gd name="T94" fmla="*/ 0 w 163"/>
                <a:gd name="T95" fmla="*/ 80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63" h="183">
                  <a:moveTo>
                    <a:pt x="0" y="80"/>
                  </a:moveTo>
                  <a:lnTo>
                    <a:pt x="0" y="102"/>
                  </a:lnTo>
                  <a:lnTo>
                    <a:pt x="0" y="102"/>
                  </a:lnTo>
                  <a:lnTo>
                    <a:pt x="2" y="110"/>
                  </a:lnTo>
                  <a:lnTo>
                    <a:pt x="3" y="118"/>
                  </a:lnTo>
                  <a:lnTo>
                    <a:pt x="7" y="133"/>
                  </a:lnTo>
                  <a:lnTo>
                    <a:pt x="15" y="148"/>
                  </a:lnTo>
                  <a:lnTo>
                    <a:pt x="25" y="158"/>
                  </a:lnTo>
                  <a:lnTo>
                    <a:pt x="37" y="169"/>
                  </a:lnTo>
                  <a:lnTo>
                    <a:pt x="50" y="176"/>
                  </a:lnTo>
                  <a:lnTo>
                    <a:pt x="65" y="181"/>
                  </a:lnTo>
                  <a:lnTo>
                    <a:pt x="73" y="183"/>
                  </a:lnTo>
                  <a:lnTo>
                    <a:pt x="81" y="183"/>
                  </a:lnTo>
                  <a:lnTo>
                    <a:pt x="81" y="183"/>
                  </a:lnTo>
                  <a:lnTo>
                    <a:pt x="90" y="183"/>
                  </a:lnTo>
                  <a:lnTo>
                    <a:pt x="98" y="181"/>
                  </a:lnTo>
                  <a:lnTo>
                    <a:pt x="113" y="176"/>
                  </a:lnTo>
                  <a:lnTo>
                    <a:pt x="127" y="169"/>
                  </a:lnTo>
                  <a:lnTo>
                    <a:pt x="139" y="158"/>
                  </a:lnTo>
                  <a:lnTo>
                    <a:pt x="148" y="148"/>
                  </a:lnTo>
                  <a:lnTo>
                    <a:pt x="156" y="133"/>
                  </a:lnTo>
                  <a:lnTo>
                    <a:pt x="160" y="118"/>
                  </a:lnTo>
                  <a:lnTo>
                    <a:pt x="162" y="110"/>
                  </a:lnTo>
                  <a:lnTo>
                    <a:pt x="163" y="102"/>
                  </a:lnTo>
                  <a:lnTo>
                    <a:pt x="163" y="80"/>
                  </a:lnTo>
                  <a:lnTo>
                    <a:pt x="163" y="80"/>
                  </a:lnTo>
                  <a:lnTo>
                    <a:pt x="162" y="72"/>
                  </a:lnTo>
                  <a:lnTo>
                    <a:pt x="160" y="64"/>
                  </a:lnTo>
                  <a:lnTo>
                    <a:pt x="156" y="49"/>
                  </a:lnTo>
                  <a:lnTo>
                    <a:pt x="148" y="35"/>
                  </a:lnTo>
                  <a:lnTo>
                    <a:pt x="139" y="24"/>
                  </a:lnTo>
                  <a:lnTo>
                    <a:pt x="127" y="13"/>
                  </a:lnTo>
                  <a:lnTo>
                    <a:pt x="113" y="6"/>
                  </a:lnTo>
                  <a:lnTo>
                    <a:pt x="98" y="1"/>
                  </a:lnTo>
                  <a:lnTo>
                    <a:pt x="90" y="0"/>
                  </a:lnTo>
                  <a:lnTo>
                    <a:pt x="81" y="0"/>
                  </a:lnTo>
                  <a:lnTo>
                    <a:pt x="81" y="0"/>
                  </a:lnTo>
                  <a:lnTo>
                    <a:pt x="73" y="0"/>
                  </a:lnTo>
                  <a:lnTo>
                    <a:pt x="65" y="1"/>
                  </a:lnTo>
                  <a:lnTo>
                    <a:pt x="50" y="6"/>
                  </a:lnTo>
                  <a:lnTo>
                    <a:pt x="37" y="13"/>
                  </a:lnTo>
                  <a:lnTo>
                    <a:pt x="25" y="24"/>
                  </a:lnTo>
                  <a:lnTo>
                    <a:pt x="15" y="35"/>
                  </a:lnTo>
                  <a:lnTo>
                    <a:pt x="7" y="49"/>
                  </a:lnTo>
                  <a:lnTo>
                    <a:pt x="3" y="64"/>
                  </a:lnTo>
                  <a:lnTo>
                    <a:pt x="2" y="72"/>
                  </a:lnTo>
                  <a:lnTo>
                    <a:pt x="0" y="80"/>
                  </a:lnTo>
                  <a:lnTo>
                    <a:pt x="0" y="8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7" name="Freeform 335"/>
            <p:cNvSpPr>
              <a:spLocks noEditPoints="1"/>
            </p:cNvSpPr>
            <p:nvPr/>
          </p:nvSpPr>
          <p:spPr bwMode="auto">
            <a:xfrm>
              <a:off x="9499601" y="1929448"/>
              <a:ext cx="257175" cy="111125"/>
            </a:xfrm>
            <a:custGeom>
              <a:avLst/>
              <a:gdLst>
                <a:gd name="T0" fmla="*/ 254 w 324"/>
                <a:gd name="T1" fmla="*/ 0 h 140"/>
                <a:gd name="T2" fmla="*/ 233 w 324"/>
                <a:gd name="T3" fmla="*/ 2 h 140"/>
                <a:gd name="T4" fmla="*/ 214 w 324"/>
                <a:gd name="T5" fmla="*/ 12 h 140"/>
                <a:gd name="T6" fmla="*/ 199 w 324"/>
                <a:gd name="T7" fmla="*/ 27 h 140"/>
                <a:gd name="T8" fmla="*/ 188 w 324"/>
                <a:gd name="T9" fmla="*/ 44 h 140"/>
                <a:gd name="T10" fmla="*/ 179 w 324"/>
                <a:gd name="T11" fmla="*/ 43 h 140"/>
                <a:gd name="T12" fmla="*/ 70 w 324"/>
                <a:gd name="T13" fmla="*/ 43 h 140"/>
                <a:gd name="T14" fmla="*/ 43 w 324"/>
                <a:gd name="T15" fmla="*/ 48 h 140"/>
                <a:gd name="T16" fmla="*/ 22 w 324"/>
                <a:gd name="T17" fmla="*/ 63 h 140"/>
                <a:gd name="T18" fmla="*/ 6 w 324"/>
                <a:gd name="T19" fmla="*/ 86 h 140"/>
                <a:gd name="T20" fmla="*/ 0 w 324"/>
                <a:gd name="T21" fmla="*/ 113 h 140"/>
                <a:gd name="T22" fmla="*/ 0 w 324"/>
                <a:gd name="T23" fmla="*/ 134 h 140"/>
                <a:gd name="T24" fmla="*/ 3 w 324"/>
                <a:gd name="T25" fmla="*/ 138 h 140"/>
                <a:gd name="T26" fmla="*/ 6 w 324"/>
                <a:gd name="T27" fmla="*/ 140 h 140"/>
                <a:gd name="T28" fmla="*/ 254 w 324"/>
                <a:gd name="T29" fmla="*/ 140 h 140"/>
                <a:gd name="T30" fmla="*/ 281 w 324"/>
                <a:gd name="T31" fmla="*/ 134 h 140"/>
                <a:gd name="T32" fmla="*/ 303 w 324"/>
                <a:gd name="T33" fmla="*/ 119 h 140"/>
                <a:gd name="T34" fmla="*/ 319 w 324"/>
                <a:gd name="T35" fmla="*/ 97 h 140"/>
                <a:gd name="T36" fmla="*/ 324 w 324"/>
                <a:gd name="T37" fmla="*/ 70 h 140"/>
                <a:gd name="T38" fmla="*/ 323 w 324"/>
                <a:gd name="T39" fmla="*/ 56 h 140"/>
                <a:gd name="T40" fmla="*/ 312 w 324"/>
                <a:gd name="T41" fmla="*/ 31 h 140"/>
                <a:gd name="T42" fmla="*/ 293 w 324"/>
                <a:gd name="T43" fmla="*/ 12 h 140"/>
                <a:gd name="T44" fmla="*/ 268 w 324"/>
                <a:gd name="T45" fmla="*/ 1 h 140"/>
                <a:gd name="T46" fmla="*/ 254 w 324"/>
                <a:gd name="T47" fmla="*/ 0 h 140"/>
                <a:gd name="T48" fmla="*/ 254 w 324"/>
                <a:gd name="T49" fmla="*/ 129 h 140"/>
                <a:gd name="T50" fmla="*/ 230 w 324"/>
                <a:gd name="T51" fmla="*/ 125 h 140"/>
                <a:gd name="T52" fmla="*/ 211 w 324"/>
                <a:gd name="T53" fmla="*/ 111 h 140"/>
                <a:gd name="T54" fmla="*/ 199 w 324"/>
                <a:gd name="T55" fmla="*/ 93 h 140"/>
                <a:gd name="T56" fmla="*/ 195 w 324"/>
                <a:gd name="T57" fmla="*/ 70 h 140"/>
                <a:gd name="T58" fmla="*/ 195 w 324"/>
                <a:gd name="T59" fmla="*/ 58 h 140"/>
                <a:gd name="T60" fmla="*/ 205 w 324"/>
                <a:gd name="T61" fmla="*/ 36 h 140"/>
                <a:gd name="T62" fmla="*/ 221 w 324"/>
                <a:gd name="T63" fmla="*/ 21 h 140"/>
                <a:gd name="T64" fmla="*/ 242 w 324"/>
                <a:gd name="T65" fmla="*/ 12 h 140"/>
                <a:gd name="T66" fmla="*/ 254 w 324"/>
                <a:gd name="T67" fmla="*/ 11 h 140"/>
                <a:gd name="T68" fmla="*/ 277 w 324"/>
                <a:gd name="T69" fmla="*/ 16 h 140"/>
                <a:gd name="T70" fmla="*/ 296 w 324"/>
                <a:gd name="T71" fmla="*/ 28 h 140"/>
                <a:gd name="T72" fmla="*/ 308 w 324"/>
                <a:gd name="T73" fmla="*/ 47 h 140"/>
                <a:gd name="T74" fmla="*/ 313 w 324"/>
                <a:gd name="T75" fmla="*/ 70 h 140"/>
                <a:gd name="T76" fmla="*/ 312 w 324"/>
                <a:gd name="T77" fmla="*/ 82 h 140"/>
                <a:gd name="T78" fmla="*/ 303 w 324"/>
                <a:gd name="T79" fmla="*/ 103 h 140"/>
                <a:gd name="T80" fmla="*/ 287 w 324"/>
                <a:gd name="T81" fmla="*/ 119 h 140"/>
                <a:gd name="T82" fmla="*/ 265 w 324"/>
                <a:gd name="T83" fmla="*/ 127 h 140"/>
                <a:gd name="T84" fmla="*/ 254 w 324"/>
                <a:gd name="T85" fmla="*/ 129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24" h="140">
                  <a:moveTo>
                    <a:pt x="254" y="0"/>
                  </a:moveTo>
                  <a:lnTo>
                    <a:pt x="254" y="0"/>
                  </a:lnTo>
                  <a:lnTo>
                    <a:pt x="244" y="1"/>
                  </a:lnTo>
                  <a:lnTo>
                    <a:pt x="233" y="2"/>
                  </a:lnTo>
                  <a:lnTo>
                    <a:pt x="223" y="7"/>
                  </a:lnTo>
                  <a:lnTo>
                    <a:pt x="214" y="12"/>
                  </a:lnTo>
                  <a:lnTo>
                    <a:pt x="206" y="19"/>
                  </a:lnTo>
                  <a:lnTo>
                    <a:pt x="199" y="27"/>
                  </a:lnTo>
                  <a:lnTo>
                    <a:pt x="194" y="35"/>
                  </a:lnTo>
                  <a:lnTo>
                    <a:pt x="188" y="44"/>
                  </a:lnTo>
                  <a:lnTo>
                    <a:pt x="188" y="44"/>
                  </a:lnTo>
                  <a:lnTo>
                    <a:pt x="179" y="43"/>
                  </a:lnTo>
                  <a:lnTo>
                    <a:pt x="70" y="43"/>
                  </a:lnTo>
                  <a:lnTo>
                    <a:pt x="70" y="43"/>
                  </a:lnTo>
                  <a:lnTo>
                    <a:pt x="57" y="44"/>
                  </a:lnTo>
                  <a:lnTo>
                    <a:pt x="43" y="48"/>
                  </a:lnTo>
                  <a:lnTo>
                    <a:pt x="31" y="55"/>
                  </a:lnTo>
                  <a:lnTo>
                    <a:pt x="22" y="63"/>
                  </a:lnTo>
                  <a:lnTo>
                    <a:pt x="12" y="74"/>
                  </a:lnTo>
                  <a:lnTo>
                    <a:pt x="6" y="86"/>
                  </a:lnTo>
                  <a:lnTo>
                    <a:pt x="2" y="99"/>
                  </a:lnTo>
                  <a:lnTo>
                    <a:pt x="0" y="113"/>
                  </a:lnTo>
                  <a:lnTo>
                    <a:pt x="0" y="134"/>
                  </a:lnTo>
                  <a:lnTo>
                    <a:pt x="0" y="134"/>
                  </a:lnTo>
                  <a:lnTo>
                    <a:pt x="2" y="137"/>
                  </a:lnTo>
                  <a:lnTo>
                    <a:pt x="3" y="138"/>
                  </a:lnTo>
                  <a:lnTo>
                    <a:pt x="4" y="140"/>
                  </a:lnTo>
                  <a:lnTo>
                    <a:pt x="6" y="140"/>
                  </a:lnTo>
                  <a:lnTo>
                    <a:pt x="254" y="140"/>
                  </a:lnTo>
                  <a:lnTo>
                    <a:pt x="254" y="140"/>
                  </a:lnTo>
                  <a:lnTo>
                    <a:pt x="268" y="138"/>
                  </a:lnTo>
                  <a:lnTo>
                    <a:pt x="281" y="134"/>
                  </a:lnTo>
                  <a:lnTo>
                    <a:pt x="293" y="127"/>
                  </a:lnTo>
                  <a:lnTo>
                    <a:pt x="303" y="119"/>
                  </a:lnTo>
                  <a:lnTo>
                    <a:pt x="312" y="109"/>
                  </a:lnTo>
                  <a:lnTo>
                    <a:pt x="319" y="97"/>
                  </a:lnTo>
                  <a:lnTo>
                    <a:pt x="323" y="84"/>
                  </a:lnTo>
                  <a:lnTo>
                    <a:pt x="324" y="70"/>
                  </a:lnTo>
                  <a:lnTo>
                    <a:pt x="324" y="70"/>
                  </a:lnTo>
                  <a:lnTo>
                    <a:pt x="323" y="56"/>
                  </a:lnTo>
                  <a:lnTo>
                    <a:pt x="319" y="43"/>
                  </a:lnTo>
                  <a:lnTo>
                    <a:pt x="312" y="31"/>
                  </a:lnTo>
                  <a:lnTo>
                    <a:pt x="303" y="20"/>
                  </a:lnTo>
                  <a:lnTo>
                    <a:pt x="293" y="12"/>
                  </a:lnTo>
                  <a:lnTo>
                    <a:pt x="281" y="5"/>
                  </a:lnTo>
                  <a:lnTo>
                    <a:pt x="268" y="1"/>
                  </a:lnTo>
                  <a:lnTo>
                    <a:pt x="254" y="0"/>
                  </a:lnTo>
                  <a:lnTo>
                    <a:pt x="254" y="0"/>
                  </a:lnTo>
                  <a:close/>
                  <a:moveTo>
                    <a:pt x="254" y="129"/>
                  </a:moveTo>
                  <a:lnTo>
                    <a:pt x="254" y="129"/>
                  </a:lnTo>
                  <a:lnTo>
                    <a:pt x="242" y="127"/>
                  </a:lnTo>
                  <a:lnTo>
                    <a:pt x="230" y="125"/>
                  </a:lnTo>
                  <a:lnTo>
                    <a:pt x="221" y="119"/>
                  </a:lnTo>
                  <a:lnTo>
                    <a:pt x="211" y="111"/>
                  </a:lnTo>
                  <a:lnTo>
                    <a:pt x="205" y="103"/>
                  </a:lnTo>
                  <a:lnTo>
                    <a:pt x="199" y="93"/>
                  </a:lnTo>
                  <a:lnTo>
                    <a:pt x="195" y="82"/>
                  </a:lnTo>
                  <a:lnTo>
                    <a:pt x="195" y="70"/>
                  </a:lnTo>
                  <a:lnTo>
                    <a:pt x="195" y="70"/>
                  </a:lnTo>
                  <a:lnTo>
                    <a:pt x="195" y="58"/>
                  </a:lnTo>
                  <a:lnTo>
                    <a:pt x="199" y="47"/>
                  </a:lnTo>
                  <a:lnTo>
                    <a:pt x="205" y="36"/>
                  </a:lnTo>
                  <a:lnTo>
                    <a:pt x="211" y="28"/>
                  </a:lnTo>
                  <a:lnTo>
                    <a:pt x="221" y="21"/>
                  </a:lnTo>
                  <a:lnTo>
                    <a:pt x="230" y="16"/>
                  </a:lnTo>
                  <a:lnTo>
                    <a:pt x="242" y="12"/>
                  </a:lnTo>
                  <a:lnTo>
                    <a:pt x="254" y="11"/>
                  </a:lnTo>
                  <a:lnTo>
                    <a:pt x="254" y="11"/>
                  </a:lnTo>
                  <a:lnTo>
                    <a:pt x="265" y="12"/>
                  </a:lnTo>
                  <a:lnTo>
                    <a:pt x="277" y="16"/>
                  </a:lnTo>
                  <a:lnTo>
                    <a:pt x="287" y="21"/>
                  </a:lnTo>
                  <a:lnTo>
                    <a:pt x="296" y="28"/>
                  </a:lnTo>
                  <a:lnTo>
                    <a:pt x="303" y="36"/>
                  </a:lnTo>
                  <a:lnTo>
                    <a:pt x="308" y="47"/>
                  </a:lnTo>
                  <a:lnTo>
                    <a:pt x="312" y="58"/>
                  </a:lnTo>
                  <a:lnTo>
                    <a:pt x="313" y="70"/>
                  </a:lnTo>
                  <a:lnTo>
                    <a:pt x="313" y="70"/>
                  </a:lnTo>
                  <a:lnTo>
                    <a:pt x="312" y="82"/>
                  </a:lnTo>
                  <a:lnTo>
                    <a:pt x="308" y="93"/>
                  </a:lnTo>
                  <a:lnTo>
                    <a:pt x="303" y="103"/>
                  </a:lnTo>
                  <a:lnTo>
                    <a:pt x="296" y="111"/>
                  </a:lnTo>
                  <a:lnTo>
                    <a:pt x="287" y="119"/>
                  </a:lnTo>
                  <a:lnTo>
                    <a:pt x="277" y="125"/>
                  </a:lnTo>
                  <a:lnTo>
                    <a:pt x="265" y="127"/>
                  </a:lnTo>
                  <a:lnTo>
                    <a:pt x="254" y="129"/>
                  </a:lnTo>
                  <a:lnTo>
                    <a:pt x="254" y="1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8" name="Freeform 336"/>
            <p:cNvSpPr>
              <a:spLocks/>
            </p:cNvSpPr>
            <p:nvPr/>
          </p:nvSpPr>
          <p:spPr bwMode="auto">
            <a:xfrm>
              <a:off x="9678988" y="1962785"/>
              <a:ext cx="42863" cy="42863"/>
            </a:xfrm>
            <a:custGeom>
              <a:avLst/>
              <a:gdLst>
                <a:gd name="T0" fmla="*/ 49 w 54"/>
                <a:gd name="T1" fmla="*/ 21 h 54"/>
                <a:gd name="T2" fmla="*/ 33 w 54"/>
                <a:gd name="T3" fmla="*/ 21 h 54"/>
                <a:gd name="T4" fmla="*/ 33 w 54"/>
                <a:gd name="T5" fmla="*/ 5 h 54"/>
                <a:gd name="T6" fmla="*/ 33 w 54"/>
                <a:gd name="T7" fmla="*/ 5 h 54"/>
                <a:gd name="T8" fmla="*/ 31 w 54"/>
                <a:gd name="T9" fmla="*/ 4 h 54"/>
                <a:gd name="T10" fmla="*/ 30 w 54"/>
                <a:gd name="T11" fmla="*/ 1 h 54"/>
                <a:gd name="T12" fmla="*/ 29 w 54"/>
                <a:gd name="T13" fmla="*/ 0 h 54"/>
                <a:gd name="T14" fmla="*/ 27 w 54"/>
                <a:gd name="T15" fmla="*/ 0 h 54"/>
                <a:gd name="T16" fmla="*/ 27 w 54"/>
                <a:gd name="T17" fmla="*/ 0 h 54"/>
                <a:gd name="T18" fmla="*/ 25 w 54"/>
                <a:gd name="T19" fmla="*/ 0 h 54"/>
                <a:gd name="T20" fmla="*/ 23 w 54"/>
                <a:gd name="T21" fmla="*/ 1 h 54"/>
                <a:gd name="T22" fmla="*/ 22 w 54"/>
                <a:gd name="T23" fmla="*/ 4 h 54"/>
                <a:gd name="T24" fmla="*/ 22 w 54"/>
                <a:gd name="T25" fmla="*/ 5 h 54"/>
                <a:gd name="T26" fmla="*/ 22 w 54"/>
                <a:gd name="T27" fmla="*/ 21 h 54"/>
                <a:gd name="T28" fmla="*/ 6 w 54"/>
                <a:gd name="T29" fmla="*/ 21 h 54"/>
                <a:gd name="T30" fmla="*/ 6 w 54"/>
                <a:gd name="T31" fmla="*/ 21 h 54"/>
                <a:gd name="T32" fmla="*/ 3 w 54"/>
                <a:gd name="T33" fmla="*/ 21 h 54"/>
                <a:gd name="T34" fmla="*/ 2 w 54"/>
                <a:gd name="T35" fmla="*/ 23 h 54"/>
                <a:gd name="T36" fmla="*/ 0 w 54"/>
                <a:gd name="T37" fmla="*/ 25 h 54"/>
                <a:gd name="T38" fmla="*/ 0 w 54"/>
                <a:gd name="T39" fmla="*/ 27 h 54"/>
                <a:gd name="T40" fmla="*/ 0 w 54"/>
                <a:gd name="T41" fmla="*/ 27 h 54"/>
                <a:gd name="T42" fmla="*/ 0 w 54"/>
                <a:gd name="T43" fmla="*/ 29 h 54"/>
                <a:gd name="T44" fmla="*/ 2 w 54"/>
                <a:gd name="T45" fmla="*/ 31 h 54"/>
                <a:gd name="T46" fmla="*/ 3 w 54"/>
                <a:gd name="T47" fmla="*/ 32 h 54"/>
                <a:gd name="T48" fmla="*/ 6 w 54"/>
                <a:gd name="T49" fmla="*/ 32 h 54"/>
                <a:gd name="T50" fmla="*/ 22 w 54"/>
                <a:gd name="T51" fmla="*/ 32 h 54"/>
                <a:gd name="T52" fmla="*/ 22 w 54"/>
                <a:gd name="T53" fmla="*/ 48 h 54"/>
                <a:gd name="T54" fmla="*/ 22 w 54"/>
                <a:gd name="T55" fmla="*/ 48 h 54"/>
                <a:gd name="T56" fmla="*/ 22 w 54"/>
                <a:gd name="T57" fmla="*/ 51 h 54"/>
                <a:gd name="T58" fmla="*/ 23 w 54"/>
                <a:gd name="T59" fmla="*/ 52 h 54"/>
                <a:gd name="T60" fmla="*/ 25 w 54"/>
                <a:gd name="T61" fmla="*/ 54 h 54"/>
                <a:gd name="T62" fmla="*/ 27 w 54"/>
                <a:gd name="T63" fmla="*/ 54 h 54"/>
                <a:gd name="T64" fmla="*/ 27 w 54"/>
                <a:gd name="T65" fmla="*/ 54 h 54"/>
                <a:gd name="T66" fmla="*/ 29 w 54"/>
                <a:gd name="T67" fmla="*/ 54 h 54"/>
                <a:gd name="T68" fmla="*/ 30 w 54"/>
                <a:gd name="T69" fmla="*/ 52 h 54"/>
                <a:gd name="T70" fmla="*/ 31 w 54"/>
                <a:gd name="T71" fmla="*/ 51 h 54"/>
                <a:gd name="T72" fmla="*/ 33 w 54"/>
                <a:gd name="T73" fmla="*/ 48 h 54"/>
                <a:gd name="T74" fmla="*/ 33 w 54"/>
                <a:gd name="T75" fmla="*/ 32 h 54"/>
                <a:gd name="T76" fmla="*/ 49 w 54"/>
                <a:gd name="T77" fmla="*/ 32 h 54"/>
                <a:gd name="T78" fmla="*/ 49 w 54"/>
                <a:gd name="T79" fmla="*/ 32 h 54"/>
                <a:gd name="T80" fmla="*/ 50 w 54"/>
                <a:gd name="T81" fmla="*/ 32 h 54"/>
                <a:gd name="T82" fmla="*/ 52 w 54"/>
                <a:gd name="T83" fmla="*/ 31 h 54"/>
                <a:gd name="T84" fmla="*/ 53 w 54"/>
                <a:gd name="T85" fmla="*/ 29 h 54"/>
                <a:gd name="T86" fmla="*/ 54 w 54"/>
                <a:gd name="T87" fmla="*/ 27 h 54"/>
                <a:gd name="T88" fmla="*/ 54 w 54"/>
                <a:gd name="T89" fmla="*/ 27 h 54"/>
                <a:gd name="T90" fmla="*/ 53 w 54"/>
                <a:gd name="T91" fmla="*/ 25 h 54"/>
                <a:gd name="T92" fmla="*/ 52 w 54"/>
                <a:gd name="T93" fmla="*/ 23 h 54"/>
                <a:gd name="T94" fmla="*/ 50 w 54"/>
                <a:gd name="T95" fmla="*/ 21 h 54"/>
                <a:gd name="T96" fmla="*/ 49 w 54"/>
                <a:gd name="T97" fmla="*/ 21 h 54"/>
                <a:gd name="T98" fmla="*/ 49 w 54"/>
                <a:gd name="T99" fmla="*/ 21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4" h="54">
                  <a:moveTo>
                    <a:pt x="49" y="21"/>
                  </a:moveTo>
                  <a:lnTo>
                    <a:pt x="33" y="21"/>
                  </a:lnTo>
                  <a:lnTo>
                    <a:pt x="33" y="5"/>
                  </a:lnTo>
                  <a:lnTo>
                    <a:pt x="33" y="5"/>
                  </a:lnTo>
                  <a:lnTo>
                    <a:pt x="31" y="4"/>
                  </a:lnTo>
                  <a:lnTo>
                    <a:pt x="30" y="1"/>
                  </a:lnTo>
                  <a:lnTo>
                    <a:pt x="29" y="0"/>
                  </a:lnTo>
                  <a:lnTo>
                    <a:pt x="27" y="0"/>
                  </a:lnTo>
                  <a:lnTo>
                    <a:pt x="27" y="0"/>
                  </a:lnTo>
                  <a:lnTo>
                    <a:pt x="25" y="0"/>
                  </a:lnTo>
                  <a:lnTo>
                    <a:pt x="23" y="1"/>
                  </a:lnTo>
                  <a:lnTo>
                    <a:pt x="22" y="4"/>
                  </a:lnTo>
                  <a:lnTo>
                    <a:pt x="22" y="5"/>
                  </a:lnTo>
                  <a:lnTo>
                    <a:pt x="22" y="21"/>
                  </a:lnTo>
                  <a:lnTo>
                    <a:pt x="6" y="21"/>
                  </a:lnTo>
                  <a:lnTo>
                    <a:pt x="6" y="21"/>
                  </a:lnTo>
                  <a:lnTo>
                    <a:pt x="3" y="21"/>
                  </a:lnTo>
                  <a:lnTo>
                    <a:pt x="2" y="23"/>
                  </a:lnTo>
                  <a:lnTo>
                    <a:pt x="0" y="25"/>
                  </a:lnTo>
                  <a:lnTo>
                    <a:pt x="0" y="27"/>
                  </a:lnTo>
                  <a:lnTo>
                    <a:pt x="0" y="27"/>
                  </a:lnTo>
                  <a:lnTo>
                    <a:pt x="0" y="29"/>
                  </a:lnTo>
                  <a:lnTo>
                    <a:pt x="2" y="31"/>
                  </a:lnTo>
                  <a:lnTo>
                    <a:pt x="3" y="32"/>
                  </a:lnTo>
                  <a:lnTo>
                    <a:pt x="6" y="32"/>
                  </a:lnTo>
                  <a:lnTo>
                    <a:pt x="22" y="32"/>
                  </a:lnTo>
                  <a:lnTo>
                    <a:pt x="22" y="48"/>
                  </a:lnTo>
                  <a:lnTo>
                    <a:pt x="22" y="48"/>
                  </a:lnTo>
                  <a:lnTo>
                    <a:pt x="22" y="51"/>
                  </a:lnTo>
                  <a:lnTo>
                    <a:pt x="23" y="52"/>
                  </a:lnTo>
                  <a:lnTo>
                    <a:pt x="25" y="54"/>
                  </a:lnTo>
                  <a:lnTo>
                    <a:pt x="27" y="54"/>
                  </a:lnTo>
                  <a:lnTo>
                    <a:pt x="27" y="54"/>
                  </a:lnTo>
                  <a:lnTo>
                    <a:pt x="29" y="54"/>
                  </a:lnTo>
                  <a:lnTo>
                    <a:pt x="30" y="52"/>
                  </a:lnTo>
                  <a:lnTo>
                    <a:pt x="31" y="51"/>
                  </a:lnTo>
                  <a:lnTo>
                    <a:pt x="33" y="48"/>
                  </a:lnTo>
                  <a:lnTo>
                    <a:pt x="33" y="32"/>
                  </a:lnTo>
                  <a:lnTo>
                    <a:pt x="49" y="32"/>
                  </a:lnTo>
                  <a:lnTo>
                    <a:pt x="49" y="32"/>
                  </a:lnTo>
                  <a:lnTo>
                    <a:pt x="50" y="32"/>
                  </a:lnTo>
                  <a:lnTo>
                    <a:pt x="52" y="31"/>
                  </a:lnTo>
                  <a:lnTo>
                    <a:pt x="53" y="29"/>
                  </a:lnTo>
                  <a:lnTo>
                    <a:pt x="54" y="27"/>
                  </a:lnTo>
                  <a:lnTo>
                    <a:pt x="54" y="27"/>
                  </a:lnTo>
                  <a:lnTo>
                    <a:pt x="53" y="25"/>
                  </a:lnTo>
                  <a:lnTo>
                    <a:pt x="52" y="23"/>
                  </a:lnTo>
                  <a:lnTo>
                    <a:pt x="50" y="21"/>
                  </a:lnTo>
                  <a:lnTo>
                    <a:pt x="49" y="21"/>
                  </a:lnTo>
                  <a:lnTo>
                    <a:pt x="49"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89" name="Group 88"/>
          <p:cNvGrpSpPr>
            <a:grpSpLocks noChangeAspect="1"/>
          </p:cNvGrpSpPr>
          <p:nvPr/>
        </p:nvGrpSpPr>
        <p:grpSpPr>
          <a:xfrm>
            <a:off x="2438488" y="4010117"/>
            <a:ext cx="186923" cy="180000"/>
            <a:chOff x="9499601" y="1792923"/>
            <a:chExt cx="257175" cy="247650"/>
          </a:xfrm>
        </p:grpSpPr>
        <p:sp>
          <p:nvSpPr>
            <p:cNvPr id="118" name="Freeform 334"/>
            <p:cNvSpPr>
              <a:spLocks/>
            </p:cNvSpPr>
            <p:nvPr/>
          </p:nvSpPr>
          <p:spPr bwMode="auto">
            <a:xfrm>
              <a:off x="9532938" y="1792923"/>
              <a:ext cx="128588" cy="144463"/>
            </a:xfrm>
            <a:custGeom>
              <a:avLst/>
              <a:gdLst>
                <a:gd name="T0" fmla="*/ 0 w 163"/>
                <a:gd name="T1" fmla="*/ 80 h 183"/>
                <a:gd name="T2" fmla="*/ 0 w 163"/>
                <a:gd name="T3" fmla="*/ 102 h 183"/>
                <a:gd name="T4" fmla="*/ 0 w 163"/>
                <a:gd name="T5" fmla="*/ 102 h 183"/>
                <a:gd name="T6" fmla="*/ 2 w 163"/>
                <a:gd name="T7" fmla="*/ 110 h 183"/>
                <a:gd name="T8" fmla="*/ 3 w 163"/>
                <a:gd name="T9" fmla="*/ 118 h 183"/>
                <a:gd name="T10" fmla="*/ 7 w 163"/>
                <a:gd name="T11" fmla="*/ 133 h 183"/>
                <a:gd name="T12" fmla="*/ 15 w 163"/>
                <a:gd name="T13" fmla="*/ 148 h 183"/>
                <a:gd name="T14" fmla="*/ 25 w 163"/>
                <a:gd name="T15" fmla="*/ 158 h 183"/>
                <a:gd name="T16" fmla="*/ 37 w 163"/>
                <a:gd name="T17" fmla="*/ 169 h 183"/>
                <a:gd name="T18" fmla="*/ 50 w 163"/>
                <a:gd name="T19" fmla="*/ 176 h 183"/>
                <a:gd name="T20" fmla="*/ 65 w 163"/>
                <a:gd name="T21" fmla="*/ 181 h 183"/>
                <a:gd name="T22" fmla="*/ 73 w 163"/>
                <a:gd name="T23" fmla="*/ 183 h 183"/>
                <a:gd name="T24" fmla="*/ 81 w 163"/>
                <a:gd name="T25" fmla="*/ 183 h 183"/>
                <a:gd name="T26" fmla="*/ 81 w 163"/>
                <a:gd name="T27" fmla="*/ 183 h 183"/>
                <a:gd name="T28" fmla="*/ 90 w 163"/>
                <a:gd name="T29" fmla="*/ 183 h 183"/>
                <a:gd name="T30" fmla="*/ 98 w 163"/>
                <a:gd name="T31" fmla="*/ 181 h 183"/>
                <a:gd name="T32" fmla="*/ 113 w 163"/>
                <a:gd name="T33" fmla="*/ 176 h 183"/>
                <a:gd name="T34" fmla="*/ 127 w 163"/>
                <a:gd name="T35" fmla="*/ 169 h 183"/>
                <a:gd name="T36" fmla="*/ 139 w 163"/>
                <a:gd name="T37" fmla="*/ 158 h 183"/>
                <a:gd name="T38" fmla="*/ 148 w 163"/>
                <a:gd name="T39" fmla="*/ 148 h 183"/>
                <a:gd name="T40" fmla="*/ 156 w 163"/>
                <a:gd name="T41" fmla="*/ 133 h 183"/>
                <a:gd name="T42" fmla="*/ 160 w 163"/>
                <a:gd name="T43" fmla="*/ 118 h 183"/>
                <a:gd name="T44" fmla="*/ 162 w 163"/>
                <a:gd name="T45" fmla="*/ 110 h 183"/>
                <a:gd name="T46" fmla="*/ 163 w 163"/>
                <a:gd name="T47" fmla="*/ 102 h 183"/>
                <a:gd name="T48" fmla="*/ 163 w 163"/>
                <a:gd name="T49" fmla="*/ 80 h 183"/>
                <a:gd name="T50" fmla="*/ 163 w 163"/>
                <a:gd name="T51" fmla="*/ 80 h 183"/>
                <a:gd name="T52" fmla="*/ 162 w 163"/>
                <a:gd name="T53" fmla="*/ 72 h 183"/>
                <a:gd name="T54" fmla="*/ 160 w 163"/>
                <a:gd name="T55" fmla="*/ 64 h 183"/>
                <a:gd name="T56" fmla="*/ 156 w 163"/>
                <a:gd name="T57" fmla="*/ 49 h 183"/>
                <a:gd name="T58" fmla="*/ 148 w 163"/>
                <a:gd name="T59" fmla="*/ 35 h 183"/>
                <a:gd name="T60" fmla="*/ 139 w 163"/>
                <a:gd name="T61" fmla="*/ 24 h 183"/>
                <a:gd name="T62" fmla="*/ 127 w 163"/>
                <a:gd name="T63" fmla="*/ 13 h 183"/>
                <a:gd name="T64" fmla="*/ 113 w 163"/>
                <a:gd name="T65" fmla="*/ 6 h 183"/>
                <a:gd name="T66" fmla="*/ 98 w 163"/>
                <a:gd name="T67" fmla="*/ 1 h 183"/>
                <a:gd name="T68" fmla="*/ 90 w 163"/>
                <a:gd name="T69" fmla="*/ 0 h 183"/>
                <a:gd name="T70" fmla="*/ 81 w 163"/>
                <a:gd name="T71" fmla="*/ 0 h 183"/>
                <a:gd name="T72" fmla="*/ 81 w 163"/>
                <a:gd name="T73" fmla="*/ 0 h 183"/>
                <a:gd name="T74" fmla="*/ 73 w 163"/>
                <a:gd name="T75" fmla="*/ 0 h 183"/>
                <a:gd name="T76" fmla="*/ 65 w 163"/>
                <a:gd name="T77" fmla="*/ 1 h 183"/>
                <a:gd name="T78" fmla="*/ 50 w 163"/>
                <a:gd name="T79" fmla="*/ 6 h 183"/>
                <a:gd name="T80" fmla="*/ 37 w 163"/>
                <a:gd name="T81" fmla="*/ 13 h 183"/>
                <a:gd name="T82" fmla="*/ 25 w 163"/>
                <a:gd name="T83" fmla="*/ 24 h 183"/>
                <a:gd name="T84" fmla="*/ 15 w 163"/>
                <a:gd name="T85" fmla="*/ 35 h 183"/>
                <a:gd name="T86" fmla="*/ 7 w 163"/>
                <a:gd name="T87" fmla="*/ 49 h 183"/>
                <a:gd name="T88" fmla="*/ 3 w 163"/>
                <a:gd name="T89" fmla="*/ 64 h 183"/>
                <a:gd name="T90" fmla="*/ 2 w 163"/>
                <a:gd name="T91" fmla="*/ 72 h 183"/>
                <a:gd name="T92" fmla="*/ 0 w 163"/>
                <a:gd name="T93" fmla="*/ 80 h 183"/>
                <a:gd name="T94" fmla="*/ 0 w 163"/>
                <a:gd name="T95" fmla="*/ 80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63" h="183">
                  <a:moveTo>
                    <a:pt x="0" y="80"/>
                  </a:moveTo>
                  <a:lnTo>
                    <a:pt x="0" y="102"/>
                  </a:lnTo>
                  <a:lnTo>
                    <a:pt x="0" y="102"/>
                  </a:lnTo>
                  <a:lnTo>
                    <a:pt x="2" y="110"/>
                  </a:lnTo>
                  <a:lnTo>
                    <a:pt x="3" y="118"/>
                  </a:lnTo>
                  <a:lnTo>
                    <a:pt x="7" y="133"/>
                  </a:lnTo>
                  <a:lnTo>
                    <a:pt x="15" y="148"/>
                  </a:lnTo>
                  <a:lnTo>
                    <a:pt x="25" y="158"/>
                  </a:lnTo>
                  <a:lnTo>
                    <a:pt x="37" y="169"/>
                  </a:lnTo>
                  <a:lnTo>
                    <a:pt x="50" y="176"/>
                  </a:lnTo>
                  <a:lnTo>
                    <a:pt x="65" y="181"/>
                  </a:lnTo>
                  <a:lnTo>
                    <a:pt x="73" y="183"/>
                  </a:lnTo>
                  <a:lnTo>
                    <a:pt x="81" y="183"/>
                  </a:lnTo>
                  <a:lnTo>
                    <a:pt x="81" y="183"/>
                  </a:lnTo>
                  <a:lnTo>
                    <a:pt x="90" y="183"/>
                  </a:lnTo>
                  <a:lnTo>
                    <a:pt x="98" y="181"/>
                  </a:lnTo>
                  <a:lnTo>
                    <a:pt x="113" y="176"/>
                  </a:lnTo>
                  <a:lnTo>
                    <a:pt x="127" y="169"/>
                  </a:lnTo>
                  <a:lnTo>
                    <a:pt x="139" y="158"/>
                  </a:lnTo>
                  <a:lnTo>
                    <a:pt x="148" y="148"/>
                  </a:lnTo>
                  <a:lnTo>
                    <a:pt x="156" y="133"/>
                  </a:lnTo>
                  <a:lnTo>
                    <a:pt x="160" y="118"/>
                  </a:lnTo>
                  <a:lnTo>
                    <a:pt x="162" y="110"/>
                  </a:lnTo>
                  <a:lnTo>
                    <a:pt x="163" y="102"/>
                  </a:lnTo>
                  <a:lnTo>
                    <a:pt x="163" y="80"/>
                  </a:lnTo>
                  <a:lnTo>
                    <a:pt x="163" y="80"/>
                  </a:lnTo>
                  <a:lnTo>
                    <a:pt x="162" y="72"/>
                  </a:lnTo>
                  <a:lnTo>
                    <a:pt x="160" y="64"/>
                  </a:lnTo>
                  <a:lnTo>
                    <a:pt x="156" y="49"/>
                  </a:lnTo>
                  <a:lnTo>
                    <a:pt x="148" y="35"/>
                  </a:lnTo>
                  <a:lnTo>
                    <a:pt x="139" y="24"/>
                  </a:lnTo>
                  <a:lnTo>
                    <a:pt x="127" y="13"/>
                  </a:lnTo>
                  <a:lnTo>
                    <a:pt x="113" y="6"/>
                  </a:lnTo>
                  <a:lnTo>
                    <a:pt x="98" y="1"/>
                  </a:lnTo>
                  <a:lnTo>
                    <a:pt x="90" y="0"/>
                  </a:lnTo>
                  <a:lnTo>
                    <a:pt x="81" y="0"/>
                  </a:lnTo>
                  <a:lnTo>
                    <a:pt x="81" y="0"/>
                  </a:lnTo>
                  <a:lnTo>
                    <a:pt x="73" y="0"/>
                  </a:lnTo>
                  <a:lnTo>
                    <a:pt x="65" y="1"/>
                  </a:lnTo>
                  <a:lnTo>
                    <a:pt x="50" y="6"/>
                  </a:lnTo>
                  <a:lnTo>
                    <a:pt x="37" y="13"/>
                  </a:lnTo>
                  <a:lnTo>
                    <a:pt x="25" y="24"/>
                  </a:lnTo>
                  <a:lnTo>
                    <a:pt x="15" y="35"/>
                  </a:lnTo>
                  <a:lnTo>
                    <a:pt x="7" y="49"/>
                  </a:lnTo>
                  <a:lnTo>
                    <a:pt x="3" y="64"/>
                  </a:lnTo>
                  <a:lnTo>
                    <a:pt x="2" y="72"/>
                  </a:lnTo>
                  <a:lnTo>
                    <a:pt x="0" y="80"/>
                  </a:lnTo>
                  <a:lnTo>
                    <a:pt x="0" y="8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9" name="Freeform 335"/>
            <p:cNvSpPr>
              <a:spLocks noEditPoints="1"/>
            </p:cNvSpPr>
            <p:nvPr/>
          </p:nvSpPr>
          <p:spPr bwMode="auto">
            <a:xfrm>
              <a:off x="9499601" y="1929448"/>
              <a:ext cx="257175" cy="111125"/>
            </a:xfrm>
            <a:custGeom>
              <a:avLst/>
              <a:gdLst>
                <a:gd name="T0" fmla="*/ 254 w 324"/>
                <a:gd name="T1" fmla="*/ 0 h 140"/>
                <a:gd name="T2" fmla="*/ 233 w 324"/>
                <a:gd name="T3" fmla="*/ 2 h 140"/>
                <a:gd name="T4" fmla="*/ 214 w 324"/>
                <a:gd name="T5" fmla="*/ 12 h 140"/>
                <a:gd name="T6" fmla="*/ 199 w 324"/>
                <a:gd name="T7" fmla="*/ 27 h 140"/>
                <a:gd name="T8" fmla="*/ 188 w 324"/>
                <a:gd name="T9" fmla="*/ 44 h 140"/>
                <a:gd name="T10" fmla="*/ 179 w 324"/>
                <a:gd name="T11" fmla="*/ 43 h 140"/>
                <a:gd name="T12" fmla="*/ 70 w 324"/>
                <a:gd name="T13" fmla="*/ 43 h 140"/>
                <a:gd name="T14" fmla="*/ 43 w 324"/>
                <a:gd name="T15" fmla="*/ 48 h 140"/>
                <a:gd name="T16" fmla="*/ 22 w 324"/>
                <a:gd name="T17" fmla="*/ 63 h 140"/>
                <a:gd name="T18" fmla="*/ 6 w 324"/>
                <a:gd name="T19" fmla="*/ 86 h 140"/>
                <a:gd name="T20" fmla="*/ 0 w 324"/>
                <a:gd name="T21" fmla="*/ 113 h 140"/>
                <a:gd name="T22" fmla="*/ 0 w 324"/>
                <a:gd name="T23" fmla="*/ 134 h 140"/>
                <a:gd name="T24" fmla="*/ 3 w 324"/>
                <a:gd name="T25" fmla="*/ 138 h 140"/>
                <a:gd name="T26" fmla="*/ 6 w 324"/>
                <a:gd name="T27" fmla="*/ 140 h 140"/>
                <a:gd name="T28" fmla="*/ 254 w 324"/>
                <a:gd name="T29" fmla="*/ 140 h 140"/>
                <a:gd name="T30" fmla="*/ 281 w 324"/>
                <a:gd name="T31" fmla="*/ 134 h 140"/>
                <a:gd name="T32" fmla="*/ 303 w 324"/>
                <a:gd name="T33" fmla="*/ 119 h 140"/>
                <a:gd name="T34" fmla="*/ 319 w 324"/>
                <a:gd name="T35" fmla="*/ 97 h 140"/>
                <a:gd name="T36" fmla="*/ 324 w 324"/>
                <a:gd name="T37" fmla="*/ 70 h 140"/>
                <a:gd name="T38" fmla="*/ 323 w 324"/>
                <a:gd name="T39" fmla="*/ 56 h 140"/>
                <a:gd name="T40" fmla="*/ 312 w 324"/>
                <a:gd name="T41" fmla="*/ 31 h 140"/>
                <a:gd name="T42" fmla="*/ 293 w 324"/>
                <a:gd name="T43" fmla="*/ 12 h 140"/>
                <a:gd name="T44" fmla="*/ 268 w 324"/>
                <a:gd name="T45" fmla="*/ 1 h 140"/>
                <a:gd name="T46" fmla="*/ 254 w 324"/>
                <a:gd name="T47" fmla="*/ 0 h 140"/>
                <a:gd name="T48" fmla="*/ 254 w 324"/>
                <a:gd name="T49" fmla="*/ 129 h 140"/>
                <a:gd name="T50" fmla="*/ 230 w 324"/>
                <a:gd name="T51" fmla="*/ 125 h 140"/>
                <a:gd name="T52" fmla="*/ 211 w 324"/>
                <a:gd name="T53" fmla="*/ 111 h 140"/>
                <a:gd name="T54" fmla="*/ 199 w 324"/>
                <a:gd name="T55" fmla="*/ 93 h 140"/>
                <a:gd name="T56" fmla="*/ 195 w 324"/>
                <a:gd name="T57" fmla="*/ 70 h 140"/>
                <a:gd name="T58" fmla="*/ 195 w 324"/>
                <a:gd name="T59" fmla="*/ 58 h 140"/>
                <a:gd name="T60" fmla="*/ 205 w 324"/>
                <a:gd name="T61" fmla="*/ 36 h 140"/>
                <a:gd name="T62" fmla="*/ 221 w 324"/>
                <a:gd name="T63" fmla="*/ 21 h 140"/>
                <a:gd name="T64" fmla="*/ 242 w 324"/>
                <a:gd name="T65" fmla="*/ 12 h 140"/>
                <a:gd name="T66" fmla="*/ 254 w 324"/>
                <a:gd name="T67" fmla="*/ 11 h 140"/>
                <a:gd name="T68" fmla="*/ 277 w 324"/>
                <a:gd name="T69" fmla="*/ 16 h 140"/>
                <a:gd name="T70" fmla="*/ 296 w 324"/>
                <a:gd name="T71" fmla="*/ 28 h 140"/>
                <a:gd name="T72" fmla="*/ 308 w 324"/>
                <a:gd name="T73" fmla="*/ 47 h 140"/>
                <a:gd name="T74" fmla="*/ 313 w 324"/>
                <a:gd name="T75" fmla="*/ 70 h 140"/>
                <a:gd name="T76" fmla="*/ 312 w 324"/>
                <a:gd name="T77" fmla="*/ 82 h 140"/>
                <a:gd name="T78" fmla="*/ 303 w 324"/>
                <a:gd name="T79" fmla="*/ 103 h 140"/>
                <a:gd name="T80" fmla="*/ 287 w 324"/>
                <a:gd name="T81" fmla="*/ 119 h 140"/>
                <a:gd name="T82" fmla="*/ 265 w 324"/>
                <a:gd name="T83" fmla="*/ 127 h 140"/>
                <a:gd name="T84" fmla="*/ 254 w 324"/>
                <a:gd name="T85" fmla="*/ 129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24" h="140">
                  <a:moveTo>
                    <a:pt x="254" y="0"/>
                  </a:moveTo>
                  <a:lnTo>
                    <a:pt x="254" y="0"/>
                  </a:lnTo>
                  <a:lnTo>
                    <a:pt x="244" y="1"/>
                  </a:lnTo>
                  <a:lnTo>
                    <a:pt x="233" y="2"/>
                  </a:lnTo>
                  <a:lnTo>
                    <a:pt x="223" y="7"/>
                  </a:lnTo>
                  <a:lnTo>
                    <a:pt x="214" y="12"/>
                  </a:lnTo>
                  <a:lnTo>
                    <a:pt x="206" y="19"/>
                  </a:lnTo>
                  <a:lnTo>
                    <a:pt x="199" y="27"/>
                  </a:lnTo>
                  <a:lnTo>
                    <a:pt x="194" y="35"/>
                  </a:lnTo>
                  <a:lnTo>
                    <a:pt x="188" y="44"/>
                  </a:lnTo>
                  <a:lnTo>
                    <a:pt x="188" y="44"/>
                  </a:lnTo>
                  <a:lnTo>
                    <a:pt x="179" y="43"/>
                  </a:lnTo>
                  <a:lnTo>
                    <a:pt x="70" y="43"/>
                  </a:lnTo>
                  <a:lnTo>
                    <a:pt x="70" y="43"/>
                  </a:lnTo>
                  <a:lnTo>
                    <a:pt x="57" y="44"/>
                  </a:lnTo>
                  <a:lnTo>
                    <a:pt x="43" y="48"/>
                  </a:lnTo>
                  <a:lnTo>
                    <a:pt x="31" y="55"/>
                  </a:lnTo>
                  <a:lnTo>
                    <a:pt x="22" y="63"/>
                  </a:lnTo>
                  <a:lnTo>
                    <a:pt x="12" y="74"/>
                  </a:lnTo>
                  <a:lnTo>
                    <a:pt x="6" y="86"/>
                  </a:lnTo>
                  <a:lnTo>
                    <a:pt x="2" y="99"/>
                  </a:lnTo>
                  <a:lnTo>
                    <a:pt x="0" y="113"/>
                  </a:lnTo>
                  <a:lnTo>
                    <a:pt x="0" y="134"/>
                  </a:lnTo>
                  <a:lnTo>
                    <a:pt x="0" y="134"/>
                  </a:lnTo>
                  <a:lnTo>
                    <a:pt x="2" y="137"/>
                  </a:lnTo>
                  <a:lnTo>
                    <a:pt x="3" y="138"/>
                  </a:lnTo>
                  <a:lnTo>
                    <a:pt x="4" y="140"/>
                  </a:lnTo>
                  <a:lnTo>
                    <a:pt x="6" y="140"/>
                  </a:lnTo>
                  <a:lnTo>
                    <a:pt x="254" y="140"/>
                  </a:lnTo>
                  <a:lnTo>
                    <a:pt x="254" y="140"/>
                  </a:lnTo>
                  <a:lnTo>
                    <a:pt x="268" y="138"/>
                  </a:lnTo>
                  <a:lnTo>
                    <a:pt x="281" y="134"/>
                  </a:lnTo>
                  <a:lnTo>
                    <a:pt x="293" y="127"/>
                  </a:lnTo>
                  <a:lnTo>
                    <a:pt x="303" y="119"/>
                  </a:lnTo>
                  <a:lnTo>
                    <a:pt x="312" y="109"/>
                  </a:lnTo>
                  <a:lnTo>
                    <a:pt x="319" y="97"/>
                  </a:lnTo>
                  <a:lnTo>
                    <a:pt x="323" y="84"/>
                  </a:lnTo>
                  <a:lnTo>
                    <a:pt x="324" y="70"/>
                  </a:lnTo>
                  <a:lnTo>
                    <a:pt x="324" y="70"/>
                  </a:lnTo>
                  <a:lnTo>
                    <a:pt x="323" y="56"/>
                  </a:lnTo>
                  <a:lnTo>
                    <a:pt x="319" y="43"/>
                  </a:lnTo>
                  <a:lnTo>
                    <a:pt x="312" y="31"/>
                  </a:lnTo>
                  <a:lnTo>
                    <a:pt x="303" y="20"/>
                  </a:lnTo>
                  <a:lnTo>
                    <a:pt x="293" y="12"/>
                  </a:lnTo>
                  <a:lnTo>
                    <a:pt x="281" y="5"/>
                  </a:lnTo>
                  <a:lnTo>
                    <a:pt x="268" y="1"/>
                  </a:lnTo>
                  <a:lnTo>
                    <a:pt x="254" y="0"/>
                  </a:lnTo>
                  <a:lnTo>
                    <a:pt x="254" y="0"/>
                  </a:lnTo>
                  <a:close/>
                  <a:moveTo>
                    <a:pt x="254" y="129"/>
                  </a:moveTo>
                  <a:lnTo>
                    <a:pt x="254" y="129"/>
                  </a:lnTo>
                  <a:lnTo>
                    <a:pt x="242" y="127"/>
                  </a:lnTo>
                  <a:lnTo>
                    <a:pt x="230" y="125"/>
                  </a:lnTo>
                  <a:lnTo>
                    <a:pt x="221" y="119"/>
                  </a:lnTo>
                  <a:lnTo>
                    <a:pt x="211" y="111"/>
                  </a:lnTo>
                  <a:lnTo>
                    <a:pt x="205" y="103"/>
                  </a:lnTo>
                  <a:lnTo>
                    <a:pt x="199" y="93"/>
                  </a:lnTo>
                  <a:lnTo>
                    <a:pt x="195" y="82"/>
                  </a:lnTo>
                  <a:lnTo>
                    <a:pt x="195" y="70"/>
                  </a:lnTo>
                  <a:lnTo>
                    <a:pt x="195" y="70"/>
                  </a:lnTo>
                  <a:lnTo>
                    <a:pt x="195" y="58"/>
                  </a:lnTo>
                  <a:lnTo>
                    <a:pt x="199" y="47"/>
                  </a:lnTo>
                  <a:lnTo>
                    <a:pt x="205" y="36"/>
                  </a:lnTo>
                  <a:lnTo>
                    <a:pt x="211" y="28"/>
                  </a:lnTo>
                  <a:lnTo>
                    <a:pt x="221" y="21"/>
                  </a:lnTo>
                  <a:lnTo>
                    <a:pt x="230" y="16"/>
                  </a:lnTo>
                  <a:lnTo>
                    <a:pt x="242" y="12"/>
                  </a:lnTo>
                  <a:lnTo>
                    <a:pt x="254" y="11"/>
                  </a:lnTo>
                  <a:lnTo>
                    <a:pt x="254" y="11"/>
                  </a:lnTo>
                  <a:lnTo>
                    <a:pt x="265" y="12"/>
                  </a:lnTo>
                  <a:lnTo>
                    <a:pt x="277" y="16"/>
                  </a:lnTo>
                  <a:lnTo>
                    <a:pt x="287" y="21"/>
                  </a:lnTo>
                  <a:lnTo>
                    <a:pt x="296" y="28"/>
                  </a:lnTo>
                  <a:lnTo>
                    <a:pt x="303" y="36"/>
                  </a:lnTo>
                  <a:lnTo>
                    <a:pt x="308" y="47"/>
                  </a:lnTo>
                  <a:lnTo>
                    <a:pt x="312" y="58"/>
                  </a:lnTo>
                  <a:lnTo>
                    <a:pt x="313" y="70"/>
                  </a:lnTo>
                  <a:lnTo>
                    <a:pt x="313" y="70"/>
                  </a:lnTo>
                  <a:lnTo>
                    <a:pt x="312" y="82"/>
                  </a:lnTo>
                  <a:lnTo>
                    <a:pt x="308" y="93"/>
                  </a:lnTo>
                  <a:lnTo>
                    <a:pt x="303" y="103"/>
                  </a:lnTo>
                  <a:lnTo>
                    <a:pt x="296" y="111"/>
                  </a:lnTo>
                  <a:lnTo>
                    <a:pt x="287" y="119"/>
                  </a:lnTo>
                  <a:lnTo>
                    <a:pt x="277" y="125"/>
                  </a:lnTo>
                  <a:lnTo>
                    <a:pt x="265" y="127"/>
                  </a:lnTo>
                  <a:lnTo>
                    <a:pt x="254" y="129"/>
                  </a:lnTo>
                  <a:lnTo>
                    <a:pt x="254" y="1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0" name="Freeform 336"/>
            <p:cNvSpPr>
              <a:spLocks/>
            </p:cNvSpPr>
            <p:nvPr/>
          </p:nvSpPr>
          <p:spPr bwMode="auto">
            <a:xfrm>
              <a:off x="9678988" y="1962785"/>
              <a:ext cx="42863" cy="42863"/>
            </a:xfrm>
            <a:custGeom>
              <a:avLst/>
              <a:gdLst>
                <a:gd name="T0" fmla="*/ 49 w 54"/>
                <a:gd name="T1" fmla="*/ 21 h 54"/>
                <a:gd name="T2" fmla="*/ 33 w 54"/>
                <a:gd name="T3" fmla="*/ 21 h 54"/>
                <a:gd name="T4" fmla="*/ 33 w 54"/>
                <a:gd name="T5" fmla="*/ 5 h 54"/>
                <a:gd name="T6" fmla="*/ 33 w 54"/>
                <a:gd name="T7" fmla="*/ 5 h 54"/>
                <a:gd name="T8" fmla="*/ 31 w 54"/>
                <a:gd name="T9" fmla="*/ 4 h 54"/>
                <a:gd name="T10" fmla="*/ 30 w 54"/>
                <a:gd name="T11" fmla="*/ 1 h 54"/>
                <a:gd name="T12" fmla="*/ 29 w 54"/>
                <a:gd name="T13" fmla="*/ 0 h 54"/>
                <a:gd name="T14" fmla="*/ 27 w 54"/>
                <a:gd name="T15" fmla="*/ 0 h 54"/>
                <a:gd name="T16" fmla="*/ 27 w 54"/>
                <a:gd name="T17" fmla="*/ 0 h 54"/>
                <a:gd name="T18" fmla="*/ 25 w 54"/>
                <a:gd name="T19" fmla="*/ 0 h 54"/>
                <a:gd name="T20" fmla="*/ 23 w 54"/>
                <a:gd name="T21" fmla="*/ 1 h 54"/>
                <a:gd name="T22" fmla="*/ 22 w 54"/>
                <a:gd name="T23" fmla="*/ 4 h 54"/>
                <a:gd name="T24" fmla="*/ 22 w 54"/>
                <a:gd name="T25" fmla="*/ 5 h 54"/>
                <a:gd name="T26" fmla="*/ 22 w 54"/>
                <a:gd name="T27" fmla="*/ 21 h 54"/>
                <a:gd name="T28" fmla="*/ 6 w 54"/>
                <a:gd name="T29" fmla="*/ 21 h 54"/>
                <a:gd name="T30" fmla="*/ 6 w 54"/>
                <a:gd name="T31" fmla="*/ 21 h 54"/>
                <a:gd name="T32" fmla="*/ 3 w 54"/>
                <a:gd name="T33" fmla="*/ 21 h 54"/>
                <a:gd name="T34" fmla="*/ 2 w 54"/>
                <a:gd name="T35" fmla="*/ 23 h 54"/>
                <a:gd name="T36" fmla="*/ 0 w 54"/>
                <a:gd name="T37" fmla="*/ 25 h 54"/>
                <a:gd name="T38" fmla="*/ 0 w 54"/>
                <a:gd name="T39" fmla="*/ 27 h 54"/>
                <a:gd name="T40" fmla="*/ 0 w 54"/>
                <a:gd name="T41" fmla="*/ 27 h 54"/>
                <a:gd name="T42" fmla="*/ 0 w 54"/>
                <a:gd name="T43" fmla="*/ 29 h 54"/>
                <a:gd name="T44" fmla="*/ 2 w 54"/>
                <a:gd name="T45" fmla="*/ 31 h 54"/>
                <a:gd name="T46" fmla="*/ 3 w 54"/>
                <a:gd name="T47" fmla="*/ 32 h 54"/>
                <a:gd name="T48" fmla="*/ 6 w 54"/>
                <a:gd name="T49" fmla="*/ 32 h 54"/>
                <a:gd name="T50" fmla="*/ 22 w 54"/>
                <a:gd name="T51" fmla="*/ 32 h 54"/>
                <a:gd name="T52" fmla="*/ 22 w 54"/>
                <a:gd name="T53" fmla="*/ 48 h 54"/>
                <a:gd name="T54" fmla="*/ 22 w 54"/>
                <a:gd name="T55" fmla="*/ 48 h 54"/>
                <a:gd name="T56" fmla="*/ 22 w 54"/>
                <a:gd name="T57" fmla="*/ 51 h 54"/>
                <a:gd name="T58" fmla="*/ 23 w 54"/>
                <a:gd name="T59" fmla="*/ 52 h 54"/>
                <a:gd name="T60" fmla="*/ 25 w 54"/>
                <a:gd name="T61" fmla="*/ 54 h 54"/>
                <a:gd name="T62" fmla="*/ 27 w 54"/>
                <a:gd name="T63" fmla="*/ 54 h 54"/>
                <a:gd name="T64" fmla="*/ 27 w 54"/>
                <a:gd name="T65" fmla="*/ 54 h 54"/>
                <a:gd name="T66" fmla="*/ 29 w 54"/>
                <a:gd name="T67" fmla="*/ 54 h 54"/>
                <a:gd name="T68" fmla="*/ 30 w 54"/>
                <a:gd name="T69" fmla="*/ 52 h 54"/>
                <a:gd name="T70" fmla="*/ 31 w 54"/>
                <a:gd name="T71" fmla="*/ 51 h 54"/>
                <a:gd name="T72" fmla="*/ 33 w 54"/>
                <a:gd name="T73" fmla="*/ 48 h 54"/>
                <a:gd name="T74" fmla="*/ 33 w 54"/>
                <a:gd name="T75" fmla="*/ 32 h 54"/>
                <a:gd name="T76" fmla="*/ 49 w 54"/>
                <a:gd name="T77" fmla="*/ 32 h 54"/>
                <a:gd name="T78" fmla="*/ 49 w 54"/>
                <a:gd name="T79" fmla="*/ 32 h 54"/>
                <a:gd name="T80" fmla="*/ 50 w 54"/>
                <a:gd name="T81" fmla="*/ 32 h 54"/>
                <a:gd name="T82" fmla="*/ 52 w 54"/>
                <a:gd name="T83" fmla="*/ 31 h 54"/>
                <a:gd name="T84" fmla="*/ 53 w 54"/>
                <a:gd name="T85" fmla="*/ 29 h 54"/>
                <a:gd name="T86" fmla="*/ 54 w 54"/>
                <a:gd name="T87" fmla="*/ 27 h 54"/>
                <a:gd name="T88" fmla="*/ 54 w 54"/>
                <a:gd name="T89" fmla="*/ 27 h 54"/>
                <a:gd name="T90" fmla="*/ 53 w 54"/>
                <a:gd name="T91" fmla="*/ 25 h 54"/>
                <a:gd name="T92" fmla="*/ 52 w 54"/>
                <a:gd name="T93" fmla="*/ 23 h 54"/>
                <a:gd name="T94" fmla="*/ 50 w 54"/>
                <a:gd name="T95" fmla="*/ 21 h 54"/>
                <a:gd name="T96" fmla="*/ 49 w 54"/>
                <a:gd name="T97" fmla="*/ 21 h 54"/>
                <a:gd name="T98" fmla="*/ 49 w 54"/>
                <a:gd name="T99" fmla="*/ 21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4" h="54">
                  <a:moveTo>
                    <a:pt x="49" y="21"/>
                  </a:moveTo>
                  <a:lnTo>
                    <a:pt x="33" y="21"/>
                  </a:lnTo>
                  <a:lnTo>
                    <a:pt x="33" y="5"/>
                  </a:lnTo>
                  <a:lnTo>
                    <a:pt x="33" y="5"/>
                  </a:lnTo>
                  <a:lnTo>
                    <a:pt x="31" y="4"/>
                  </a:lnTo>
                  <a:lnTo>
                    <a:pt x="30" y="1"/>
                  </a:lnTo>
                  <a:lnTo>
                    <a:pt x="29" y="0"/>
                  </a:lnTo>
                  <a:lnTo>
                    <a:pt x="27" y="0"/>
                  </a:lnTo>
                  <a:lnTo>
                    <a:pt x="27" y="0"/>
                  </a:lnTo>
                  <a:lnTo>
                    <a:pt x="25" y="0"/>
                  </a:lnTo>
                  <a:lnTo>
                    <a:pt x="23" y="1"/>
                  </a:lnTo>
                  <a:lnTo>
                    <a:pt x="22" y="4"/>
                  </a:lnTo>
                  <a:lnTo>
                    <a:pt x="22" y="5"/>
                  </a:lnTo>
                  <a:lnTo>
                    <a:pt x="22" y="21"/>
                  </a:lnTo>
                  <a:lnTo>
                    <a:pt x="6" y="21"/>
                  </a:lnTo>
                  <a:lnTo>
                    <a:pt x="6" y="21"/>
                  </a:lnTo>
                  <a:lnTo>
                    <a:pt x="3" y="21"/>
                  </a:lnTo>
                  <a:lnTo>
                    <a:pt x="2" y="23"/>
                  </a:lnTo>
                  <a:lnTo>
                    <a:pt x="0" y="25"/>
                  </a:lnTo>
                  <a:lnTo>
                    <a:pt x="0" y="27"/>
                  </a:lnTo>
                  <a:lnTo>
                    <a:pt x="0" y="27"/>
                  </a:lnTo>
                  <a:lnTo>
                    <a:pt x="0" y="29"/>
                  </a:lnTo>
                  <a:lnTo>
                    <a:pt x="2" y="31"/>
                  </a:lnTo>
                  <a:lnTo>
                    <a:pt x="3" y="32"/>
                  </a:lnTo>
                  <a:lnTo>
                    <a:pt x="6" y="32"/>
                  </a:lnTo>
                  <a:lnTo>
                    <a:pt x="22" y="32"/>
                  </a:lnTo>
                  <a:lnTo>
                    <a:pt x="22" y="48"/>
                  </a:lnTo>
                  <a:lnTo>
                    <a:pt x="22" y="48"/>
                  </a:lnTo>
                  <a:lnTo>
                    <a:pt x="22" y="51"/>
                  </a:lnTo>
                  <a:lnTo>
                    <a:pt x="23" y="52"/>
                  </a:lnTo>
                  <a:lnTo>
                    <a:pt x="25" y="54"/>
                  </a:lnTo>
                  <a:lnTo>
                    <a:pt x="27" y="54"/>
                  </a:lnTo>
                  <a:lnTo>
                    <a:pt x="27" y="54"/>
                  </a:lnTo>
                  <a:lnTo>
                    <a:pt x="29" y="54"/>
                  </a:lnTo>
                  <a:lnTo>
                    <a:pt x="30" y="52"/>
                  </a:lnTo>
                  <a:lnTo>
                    <a:pt x="31" y="51"/>
                  </a:lnTo>
                  <a:lnTo>
                    <a:pt x="33" y="48"/>
                  </a:lnTo>
                  <a:lnTo>
                    <a:pt x="33" y="32"/>
                  </a:lnTo>
                  <a:lnTo>
                    <a:pt x="49" y="32"/>
                  </a:lnTo>
                  <a:lnTo>
                    <a:pt x="49" y="32"/>
                  </a:lnTo>
                  <a:lnTo>
                    <a:pt x="50" y="32"/>
                  </a:lnTo>
                  <a:lnTo>
                    <a:pt x="52" y="31"/>
                  </a:lnTo>
                  <a:lnTo>
                    <a:pt x="53" y="29"/>
                  </a:lnTo>
                  <a:lnTo>
                    <a:pt x="54" y="27"/>
                  </a:lnTo>
                  <a:lnTo>
                    <a:pt x="54" y="27"/>
                  </a:lnTo>
                  <a:lnTo>
                    <a:pt x="53" y="25"/>
                  </a:lnTo>
                  <a:lnTo>
                    <a:pt x="52" y="23"/>
                  </a:lnTo>
                  <a:lnTo>
                    <a:pt x="50" y="21"/>
                  </a:lnTo>
                  <a:lnTo>
                    <a:pt x="49" y="21"/>
                  </a:lnTo>
                  <a:lnTo>
                    <a:pt x="49"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21" name="Group 120"/>
          <p:cNvGrpSpPr>
            <a:grpSpLocks noChangeAspect="1"/>
          </p:cNvGrpSpPr>
          <p:nvPr/>
        </p:nvGrpSpPr>
        <p:grpSpPr>
          <a:xfrm>
            <a:off x="2368805" y="2382388"/>
            <a:ext cx="186923" cy="180000"/>
            <a:chOff x="9499601" y="1792923"/>
            <a:chExt cx="257175" cy="247650"/>
          </a:xfrm>
        </p:grpSpPr>
        <p:sp>
          <p:nvSpPr>
            <p:cNvPr id="122" name="Freeform 334"/>
            <p:cNvSpPr>
              <a:spLocks/>
            </p:cNvSpPr>
            <p:nvPr/>
          </p:nvSpPr>
          <p:spPr bwMode="auto">
            <a:xfrm>
              <a:off x="9532938" y="1792923"/>
              <a:ext cx="128588" cy="144463"/>
            </a:xfrm>
            <a:custGeom>
              <a:avLst/>
              <a:gdLst>
                <a:gd name="T0" fmla="*/ 0 w 163"/>
                <a:gd name="T1" fmla="*/ 80 h 183"/>
                <a:gd name="T2" fmla="*/ 0 w 163"/>
                <a:gd name="T3" fmla="*/ 102 h 183"/>
                <a:gd name="T4" fmla="*/ 0 w 163"/>
                <a:gd name="T5" fmla="*/ 102 h 183"/>
                <a:gd name="T6" fmla="*/ 2 w 163"/>
                <a:gd name="T7" fmla="*/ 110 h 183"/>
                <a:gd name="T8" fmla="*/ 3 w 163"/>
                <a:gd name="T9" fmla="*/ 118 h 183"/>
                <a:gd name="T10" fmla="*/ 7 w 163"/>
                <a:gd name="T11" fmla="*/ 133 h 183"/>
                <a:gd name="T12" fmla="*/ 15 w 163"/>
                <a:gd name="T13" fmla="*/ 148 h 183"/>
                <a:gd name="T14" fmla="*/ 25 w 163"/>
                <a:gd name="T15" fmla="*/ 158 h 183"/>
                <a:gd name="T16" fmla="*/ 37 w 163"/>
                <a:gd name="T17" fmla="*/ 169 h 183"/>
                <a:gd name="T18" fmla="*/ 50 w 163"/>
                <a:gd name="T19" fmla="*/ 176 h 183"/>
                <a:gd name="T20" fmla="*/ 65 w 163"/>
                <a:gd name="T21" fmla="*/ 181 h 183"/>
                <a:gd name="T22" fmla="*/ 73 w 163"/>
                <a:gd name="T23" fmla="*/ 183 h 183"/>
                <a:gd name="T24" fmla="*/ 81 w 163"/>
                <a:gd name="T25" fmla="*/ 183 h 183"/>
                <a:gd name="T26" fmla="*/ 81 w 163"/>
                <a:gd name="T27" fmla="*/ 183 h 183"/>
                <a:gd name="T28" fmla="*/ 90 w 163"/>
                <a:gd name="T29" fmla="*/ 183 h 183"/>
                <a:gd name="T30" fmla="*/ 98 w 163"/>
                <a:gd name="T31" fmla="*/ 181 h 183"/>
                <a:gd name="T32" fmla="*/ 113 w 163"/>
                <a:gd name="T33" fmla="*/ 176 h 183"/>
                <a:gd name="T34" fmla="*/ 127 w 163"/>
                <a:gd name="T35" fmla="*/ 169 h 183"/>
                <a:gd name="T36" fmla="*/ 139 w 163"/>
                <a:gd name="T37" fmla="*/ 158 h 183"/>
                <a:gd name="T38" fmla="*/ 148 w 163"/>
                <a:gd name="T39" fmla="*/ 148 h 183"/>
                <a:gd name="T40" fmla="*/ 156 w 163"/>
                <a:gd name="T41" fmla="*/ 133 h 183"/>
                <a:gd name="T42" fmla="*/ 160 w 163"/>
                <a:gd name="T43" fmla="*/ 118 h 183"/>
                <a:gd name="T44" fmla="*/ 162 w 163"/>
                <a:gd name="T45" fmla="*/ 110 h 183"/>
                <a:gd name="T46" fmla="*/ 163 w 163"/>
                <a:gd name="T47" fmla="*/ 102 h 183"/>
                <a:gd name="T48" fmla="*/ 163 w 163"/>
                <a:gd name="T49" fmla="*/ 80 h 183"/>
                <a:gd name="T50" fmla="*/ 163 w 163"/>
                <a:gd name="T51" fmla="*/ 80 h 183"/>
                <a:gd name="T52" fmla="*/ 162 w 163"/>
                <a:gd name="T53" fmla="*/ 72 h 183"/>
                <a:gd name="T54" fmla="*/ 160 w 163"/>
                <a:gd name="T55" fmla="*/ 64 h 183"/>
                <a:gd name="T56" fmla="*/ 156 w 163"/>
                <a:gd name="T57" fmla="*/ 49 h 183"/>
                <a:gd name="T58" fmla="*/ 148 w 163"/>
                <a:gd name="T59" fmla="*/ 35 h 183"/>
                <a:gd name="T60" fmla="*/ 139 w 163"/>
                <a:gd name="T61" fmla="*/ 24 h 183"/>
                <a:gd name="T62" fmla="*/ 127 w 163"/>
                <a:gd name="T63" fmla="*/ 13 h 183"/>
                <a:gd name="T64" fmla="*/ 113 w 163"/>
                <a:gd name="T65" fmla="*/ 6 h 183"/>
                <a:gd name="T66" fmla="*/ 98 w 163"/>
                <a:gd name="T67" fmla="*/ 1 h 183"/>
                <a:gd name="T68" fmla="*/ 90 w 163"/>
                <a:gd name="T69" fmla="*/ 0 h 183"/>
                <a:gd name="T70" fmla="*/ 81 w 163"/>
                <a:gd name="T71" fmla="*/ 0 h 183"/>
                <a:gd name="T72" fmla="*/ 81 w 163"/>
                <a:gd name="T73" fmla="*/ 0 h 183"/>
                <a:gd name="T74" fmla="*/ 73 w 163"/>
                <a:gd name="T75" fmla="*/ 0 h 183"/>
                <a:gd name="T76" fmla="*/ 65 w 163"/>
                <a:gd name="T77" fmla="*/ 1 h 183"/>
                <a:gd name="T78" fmla="*/ 50 w 163"/>
                <a:gd name="T79" fmla="*/ 6 h 183"/>
                <a:gd name="T80" fmla="*/ 37 w 163"/>
                <a:gd name="T81" fmla="*/ 13 h 183"/>
                <a:gd name="T82" fmla="*/ 25 w 163"/>
                <a:gd name="T83" fmla="*/ 24 h 183"/>
                <a:gd name="T84" fmla="*/ 15 w 163"/>
                <a:gd name="T85" fmla="*/ 35 h 183"/>
                <a:gd name="T86" fmla="*/ 7 w 163"/>
                <a:gd name="T87" fmla="*/ 49 h 183"/>
                <a:gd name="T88" fmla="*/ 3 w 163"/>
                <a:gd name="T89" fmla="*/ 64 h 183"/>
                <a:gd name="T90" fmla="*/ 2 w 163"/>
                <a:gd name="T91" fmla="*/ 72 h 183"/>
                <a:gd name="T92" fmla="*/ 0 w 163"/>
                <a:gd name="T93" fmla="*/ 80 h 183"/>
                <a:gd name="T94" fmla="*/ 0 w 163"/>
                <a:gd name="T95" fmla="*/ 80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63" h="183">
                  <a:moveTo>
                    <a:pt x="0" y="80"/>
                  </a:moveTo>
                  <a:lnTo>
                    <a:pt x="0" y="102"/>
                  </a:lnTo>
                  <a:lnTo>
                    <a:pt x="0" y="102"/>
                  </a:lnTo>
                  <a:lnTo>
                    <a:pt x="2" y="110"/>
                  </a:lnTo>
                  <a:lnTo>
                    <a:pt x="3" y="118"/>
                  </a:lnTo>
                  <a:lnTo>
                    <a:pt x="7" y="133"/>
                  </a:lnTo>
                  <a:lnTo>
                    <a:pt x="15" y="148"/>
                  </a:lnTo>
                  <a:lnTo>
                    <a:pt x="25" y="158"/>
                  </a:lnTo>
                  <a:lnTo>
                    <a:pt x="37" y="169"/>
                  </a:lnTo>
                  <a:lnTo>
                    <a:pt x="50" y="176"/>
                  </a:lnTo>
                  <a:lnTo>
                    <a:pt x="65" y="181"/>
                  </a:lnTo>
                  <a:lnTo>
                    <a:pt x="73" y="183"/>
                  </a:lnTo>
                  <a:lnTo>
                    <a:pt x="81" y="183"/>
                  </a:lnTo>
                  <a:lnTo>
                    <a:pt x="81" y="183"/>
                  </a:lnTo>
                  <a:lnTo>
                    <a:pt x="90" y="183"/>
                  </a:lnTo>
                  <a:lnTo>
                    <a:pt x="98" y="181"/>
                  </a:lnTo>
                  <a:lnTo>
                    <a:pt x="113" y="176"/>
                  </a:lnTo>
                  <a:lnTo>
                    <a:pt x="127" y="169"/>
                  </a:lnTo>
                  <a:lnTo>
                    <a:pt x="139" y="158"/>
                  </a:lnTo>
                  <a:lnTo>
                    <a:pt x="148" y="148"/>
                  </a:lnTo>
                  <a:lnTo>
                    <a:pt x="156" y="133"/>
                  </a:lnTo>
                  <a:lnTo>
                    <a:pt x="160" y="118"/>
                  </a:lnTo>
                  <a:lnTo>
                    <a:pt x="162" y="110"/>
                  </a:lnTo>
                  <a:lnTo>
                    <a:pt x="163" y="102"/>
                  </a:lnTo>
                  <a:lnTo>
                    <a:pt x="163" y="80"/>
                  </a:lnTo>
                  <a:lnTo>
                    <a:pt x="163" y="80"/>
                  </a:lnTo>
                  <a:lnTo>
                    <a:pt x="162" y="72"/>
                  </a:lnTo>
                  <a:lnTo>
                    <a:pt x="160" y="64"/>
                  </a:lnTo>
                  <a:lnTo>
                    <a:pt x="156" y="49"/>
                  </a:lnTo>
                  <a:lnTo>
                    <a:pt x="148" y="35"/>
                  </a:lnTo>
                  <a:lnTo>
                    <a:pt x="139" y="24"/>
                  </a:lnTo>
                  <a:lnTo>
                    <a:pt x="127" y="13"/>
                  </a:lnTo>
                  <a:lnTo>
                    <a:pt x="113" y="6"/>
                  </a:lnTo>
                  <a:lnTo>
                    <a:pt x="98" y="1"/>
                  </a:lnTo>
                  <a:lnTo>
                    <a:pt x="90" y="0"/>
                  </a:lnTo>
                  <a:lnTo>
                    <a:pt x="81" y="0"/>
                  </a:lnTo>
                  <a:lnTo>
                    <a:pt x="81" y="0"/>
                  </a:lnTo>
                  <a:lnTo>
                    <a:pt x="73" y="0"/>
                  </a:lnTo>
                  <a:lnTo>
                    <a:pt x="65" y="1"/>
                  </a:lnTo>
                  <a:lnTo>
                    <a:pt x="50" y="6"/>
                  </a:lnTo>
                  <a:lnTo>
                    <a:pt x="37" y="13"/>
                  </a:lnTo>
                  <a:lnTo>
                    <a:pt x="25" y="24"/>
                  </a:lnTo>
                  <a:lnTo>
                    <a:pt x="15" y="35"/>
                  </a:lnTo>
                  <a:lnTo>
                    <a:pt x="7" y="49"/>
                  </a:lnTo>
                  <a:lnTo>
                    <a:pt x="3" y="64"/>
                  </a:lnTo>
                  <a:lnTo>
                    <a:pt x="2" y="72"/>
                  </a:lnTo>
                  <a:lnTo>
                    <a:pt x="0" y="80"/>
                  </a:lnTo>
                  <a:lnTo>
                    <a:pt x="0" y="8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3" name="Freeform 335"/>
            <p:cNvSpPr>
              <a:spLocks noEditPoints="1"/>
            </p:cNvSpPr>
            <p:nvPr/>
          </p:nvSpPr>
          <p:spPr bwMode="auto">
            <a:xfrm>
              <a:off x="9499601" y="1929448"/>
              <a:ext cx="257175" cy="111125"/>
            </a:xfrm>
            <a:custGeom>
              <a:avLst/>
              <a:gdLst>
                <a:gd name="T0" fmla="*/ 254 w 324"/>
                <a:gd name="T1" fmla="*/ 0 h 140"/>
                <a:gd name="T2" fmla="*/ 233 w 324"/>
                <a:gd name="T3" fmla="*/ 2 h 140"/>
                <a:gd name="T4" fmla="*/ 214 w 324"/>
                <a:gd name="T5" fmla="*/ 12 h 140"/>
                <a:gd name="T6" fmla="*/ 199 w 324"/>
                <a:gd name="T7" fmla="*/ 27 h 140"/>
                <a:gd name="T8" fmla="*/ 188 w 324"/>
                <a:gd name="T9" fmla="*/ 44 h 140"/>
                <a:gd name="T10" fmla="*/ 179 w 324"/>
                <a:gd name="T11" fmla="*/ 43 h 140"/>
                <a:gd name="T12" fmla="*/ 70 w 324"/>
                <a:gd name="T13" fmla="*/ 43 h 140"/>
                <a:gd name="T14" fmla="*/ 43 w 324"/>
                <a:gd name="T15" fmla="*/ 48 h 140"/>
                <a:gd name="T16" fmla="*/ 22 w 324"/>
                <a:gd name="T17" fmla="*/ 63 h 140"/>
                <a:gd name="T18" fmla="*/ 6 w 324"/>
                <a:gd name="T19" fmla="*/ 86 h 140"/>
                <a:gd name="T20" fmla="*/ 0 w 324"/>
                <a:gd name="T21" fmla="*/ 113 h 140"/>
                <a:gd name="T22" fmla="*/ 0 w 324"/>
                <a:gd name="T23" fmla="*/ 134 h 140"/>
                <a:gd name="T24" fmla="*/ 3 w 324"/>
                <a:gd name="T25" fmla="*/ 138 h 140"/>
                <a:gd name="T26" fmla="*/ 6 w 324"/>
                <a:gd name="T27" fmla="*/ 140 h 140"/>
                <a:gd name="T28" fmla="*/ 254 w 324"/>
                <a:gd name="T29" fmla="*/ 140 h 140"/>
                <a:gd name="T30" fmla="*/ 281 w 324"/>
                <a:gd name="T31" fmla="*/ 134 h 140"/>
                <a:gd name="T32" fmla="*/ 303 w 324"/>
                <a:gd name="T33" fmla="*/ 119 h 140"/>
                <a:gd name="T34" fmla="*/ 319 w 324"/>
                <a:gd name="T35" fmla="*/ 97 h 140"/>
                <a:gd name="T36" fmla="*/ 324 w 324"/>
                <a:gd name="T37" fmla="*/ 70 h 140"/>
                <a:gd name="T38" fmla="*/ 323 w 324"/>
                <a:gd name="T39" fmla="*/ 56 h 140"/>
                <a:gd name="T40" fmla="*/ 312 w 324"/>
                <a:gd name="T41" fmla="*/ 31 h 140"/>
                <a:gd name="T42" fmla="*/ 293 w 324"/>
                <a:gd name="T43" fmla="*/ 12 h 140"/>
                <a:gd name="T44" fmla="*/ 268 w 324"/>
                <a:gd name="T45" fmla="*/ 1 h 140"/>
                <a:gd name="T46" fmla="*/ 254 w 324"/>
                <a:gd name="T47" fmla="*/ 0 h 140"/>
                <a:gd name="T48" fmla="*/ 254 w 324"/>
                <a:gd name="T49" fmla="*/ 129 h 140"/>
                <a:gd name="T50" fmla="*/ 230 w 324"/>
                <a:gd name="T51" fmla="*/ 125 h 140"/>
                <a:gd name="T52" fmla="*/ 211 w 324"/>
                <a:gd name="T53" fmla="*/ 111 h 140"/>
                <a:gd name="T54" fmla="*/ 199 w 324"/>
                <a:gd name="T55" fmla="*/ 93 h 140"/>
                <a:gd name="T56" fmla="*/ 195 w 324"/>
                <a:gd name="T57" fmla="*/ 70 h 140"/>
                <a:gd name="T58" fmla="*/ 195 w 324"/>
                <a:gd name="T59" fmla="*/ 58 h 140"/>
                <a:gd name="T60" fmla="*/ 205 w 324"/>
                <a:gd name="T61" fmla="*/ 36 h 140"/>
                <a:gd name="T62" fmla="*/ 221 w 324"/>
                <a:gd name="T63" fmla="*/ 21 h 140"/>
                <a:gd name="T64" fmla="*/ 242 w 324"/>
                <a:gd name="T65" fmla="*/ 12 h 140"/>
                <a:gd name="T66" fmla="*/ 254 w 324"/>
                <a:gd name="T67" fmla="*/ 11 h 140"/>
                <a:gd name="T68" fmla="*/ 277 w 324"/>
                <a:gd name="T69" fmla="*/ 16 h 140"/>
                <a:gd name="T70" fmla="*/ 296 w 324"/>
                <a:gd name="T71" fmla="*/ 28 h 140"/>
                <a:gd name="T72" fmla="*/ 308 w 324"/>
                <a:gd name="T73" fmla="*/ 47 h 140"/>
                <a:gd name="T74" fmla="*/ 313 w 324"/>
                <a:gd name="T75" fmla="*/ 70 h 140"/>
                <a:gd name="T76" fmla="*/ 312 w 324"/>
                <a:gd name="T77" fmla="*/ 82 h 140"/>
                <a:gd name="T78" fmla="*/ 303 w 324"/>
                <a:gd name="T79" fmla="*/ 103 h 140"/>
                <a:gd name="T80" fmla="*/ 287 w 324"/>
                <a:gd name="T81" fmla="*/ 119 h 140"/>
                <a:gd name="T82" fmla="*/ 265 w 324"/>
                <a:gd name="T83" fmla="*/ 127 h 140"/>
                <a:gd name="T84" fmla="*/ 254 w 324"/>
                <a:gd name="T85" fmla="*/ 129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24" h="140">
                  <a:moveTo>
                    <a:pt x="254" y="0"/>
                  </a:moveTo>
                  <a:lnTo>
                    <a:pt x="254" y="0"/>
                  </a:lnTo>
                  <a:lnTo>
                    <a:pt x="244" y="1"/>
                  </a:lnTo>
                  <a:lnTo>
                    <a:pt x="233" y="2"/>
                  </a:lnTo>
                  <a:lnTo>
                    <a:pt x="223" y="7"/>
                  </a:lnTo>
                  <a:lnTo>
                    <a:pt x="214" y="12"/>
                  </a:lnTo>
                  <a:lnTo>
                    <a:pt x="206" y="19"/>
                  </a:lnTo>
                  <a:lnTo>
                    <a:pt x="199" y="27"/>
                  </a:lnTo>
                  <a:lnTo>
                    <a:pt x="194" y="35"/>
                  </a:lnTo>
                  <a:lnTo>
                    <a:pt x="188" y="44"/>
                  </a:lnTo>
                  <a:lnTo>
                    <a:pt x="188" y="44"/>
                  </a:lnTo>
                  <a:lnTo>
                    <a:pt x="179" y="43"/>
                  </a:lnTo>
                  <a:lnTo>
                    <a:pt x="70" y="43"/>
                  </a:lnTo>
                  <a:lnTo>
                    <a:pt x="70" y="43"/>
                  </a:lnTo>
                  <a:lnTo>
                    <a:pt x="57" y="44"/>
                  </a:lnTo>
                  <a:lnTo>
                    <a:pt x="43" y="48"/>
                  </a:lnTo>
                  <a:lnTo>
                    <a:pt x="31" y="55"/>
                  </a:lnTo>
                  <a:lnTo>
                    <a:pt x="22" y="63"/>
                  </a:lnTo>
                  <a:lnTo>
                    <a:pt x="12" y="74"/>
                  </a:lnTo>
                  <a:lnTo>
                    <a:pt x="6" y="86"/>
                  </a:lnTo>
                  <a:lnTo>
                    <a:pt x="2" y="99"/>
                  </a:lnTo>
                  <a:lnTo>
                    <a:pt x="0" y="113"/>
                  </a:lnTo>
                  <a:lnTo>
                    <a:pt x="0" y="134"/>
                  </a:lnTo>
                  <a:lnTo>
                    <a:pt x="0" y="134"/>
                  </a:lnTo>
                  <a:lnTo>
                    <a:pt x="2" y="137"/>
                  </a:lnTo>
                  <a:lnTo>
                    <a:pt x="3" y="138"/>
                  </a:lnTo>
                  <a:lnTo>
                    <a:pt x="4" y="140"/>
                  </a:lnTo>
                  <a:lnTo>
                    <a:pt x="6" y="140"/>
                  </a:lnTo>
                  <a:lnTo>
                    <a:pt x="254" y="140"/>
                  </a:lnTo>
                  <a:lnTo>
                    <a:pt x="254" y="140"/>
                  </a:lnTo>
                  <a:lnTo>
                    <a:pt x="268" y="138"/>
                  </a:lnTo>
                  <a:lnTo>
                    <a:pt x="281" y="134"/>
                  </a:lnTo>
                  <a:lnTo>
                    <a:pt x="293" y="127"/>
                  </a:lnTo>
                  <a:lnTo>
                    <a:pt x="303" y="119"/>
                  </a:lnTo>
                  <a:lnTo>
                    <a:pt x="312" y="109"/>
                  </a:lnTo>
                  <a:lnTo>
                    <a:pt x="319" y="97"/>
                  </a:lnTo>
                  <a:lnTo>
                    <a:pt x="323" y="84"/>
                  </a:lnTo>
                  <a:lnTo>
                    <a:pt x="324" y="70"/>
                  </a:lnTo>
                  <a:lnTo>
                    <a:pt x="324" y="70"/>
                  </a:lnTo>
                  <a:lnTo>
                    <a:pt x="323" y="56"/>
                  </a:lnTo>
                  <a:lnTo>
                    <a:pt x="319" y="43"/>
                  </a:lnTo>
                  <a:lnTo>
                    <a:pt x="312" y="31"/>
                  </a:lnTo>
                  <a:lnTo>
                    <a:pt x="303" y="20"/>
                  </a:lnTo>
                  <a:lnTo>
                    <a:pt x="293" y="12"/>
                  </a:lnTo>
                  <a:lnTo>
                    <a:pt x="281" y="5"/>
                  </a:lnTo>
                  <a:lnTo>
                    <a:pt x="268" y="1"/>
                  </a:lnTo>
                  <a:lnTo>
                    <a:pt x="254" y="0"/>
                  </a:lnTo>
                  <a:lnTo>
                    <a:pt x="254" y="0"/>
                  </a:lnTo>
                  <a:close/>
                  <a:moveTo>
                    <a:pt x="254" y="129"/>
                  </a:moveTo>
                  <a:lnTo>
                    <a:pt x="254" y="129"/>
                  </a:lnTo>
                  <a:lnTo>
                    <a:pt x="242" y="127"/>
                  </a:lnTo>
                  <a:lnTo>
                    <a:pt x="230" y="125"/>
                  </a:lnTo>
                  <a:lnTo>
                    <a:pt x="221" y="119"/>
                  </a:lnTo>
                  <a:lnTo>
                    <a:pt x="211" y="111"/>
                  </a:lnTo>
                  <a:lnTo>
                    <a:pt x="205" y="103"/>
                  </a:lnTo>
                  <a:lnTo>
                    <a:pt x="199" y="93"/>
                  </a:lnTo>
                  <a:lnTo>
                    <a:pt x="195" y="82"/>
                  </a:lnTo>
                  <a:lnTo>
                    <a:pt x="195" y="70"/>
                  </a:lnTo>
                  <a:lnTo>
                    <a:pt x="195" y="70"/>
                  </a:lnTo>
                  <a:lnTo>
                    <a:pt x="195" y="58"/>
                  </a:lnTo>
                  <a:lnTo>
                    <a:pt x="199" y="47"/>
                  </a:lnTo>
                  <a:lnTo>
                    <a:pt x="205" y="36"/>
                  </a:lnTo>
                  <a:lnTo>
                    <a:pt x="211" y="28"/>
                  </a:lnTo>
                  <a:lnTo>
                    <a:pt x="221" y="21"/>
                  </a:lnTo>
                  <a:lnTo>
                    <a:pt x="230" y="16"/>
                  </a:lnTo>
                  <a:lnTo>
                    <a:pt x="242" y="12"/>
                  </a:lnTo>
                  <a:lnTo>
                    <a:pt x="254" y="11"/>
                  </a:lnTo>
                  <a:lnTo>
                    <a:pt x="254" y="11"/>
                  </a:lnTo>
                  <a:lnTo>
                    <a:pt x="265" y="12"/>
                  </a:lnTo>
                  <a:lnTo>
                    <a:pt x="277" y="16"/>
                  </a:lnTo>
                  <a:lnTo>
                    <a:pt x="287" y="21"/>
                  </a:lnTo>
                  <a:lnTo>
                    <a:pt x="296" y="28"/>
                  </a:lnTo>
                  <a:lnTo>
                    <a:pt x="303" y="36"/>
                  </a:lnTo>
                  <a:lnTo>
                    <a:pt x="308" y="47"/>
                  </a:lnTo>
                  <a:lnTo>
                    <a:pt x="312" y="58"/>
                  </a:lnTo>
                  <a:lnTo>
                    <a:pt x="313" y="70"/>
                  </a:lnTo>
                  <a:lnTo>
                    <a:pt x="313" y="70"/>
                  </a:lnTo>
                  <a:lnTo>
                    <a:pt x="312" y="82"/>
                  </a:lnTo>
                  <a:lnTo>
                    <a:pt x="308" y="93"/>
                  </a:lnTo>
                  <a:lnTo>
                    <a:pt x="303" y="103"/>
                  </a:lnTo>
                  <a:lnTo>
                    <a:pt x="296" y="111"/>
                  </a:lnTo>
                  <a:lnTo>
                    <a:pt x="287" y="119"/>
                  </a:lnTo>
                  <a:lnTo>
                    <a:pt x="277" y="125"/>
                  </a:lnTo>
                  <a:lnTo>
                    <a:pt x="265" y="127"/>
                  </a:lnTo>
                  <a:lnTo>
                    <a:pt x="254" y="129"/>
                  </a:lnTo>
                  <a:lnTo>
                    <a:pt x="254" y="1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4" name="Freeform 336"/>
            <p:cNvSpPr>
              <a:spLocks/>
            </p:cNvSpPr>
            <p:nvPr/>
          </p:nvSpPr>
          <p:spPr bwMode="auto">
            <a:xfrm>
              <a:off x="9678988" y="1962785"/>
              <a:ext cx="42863" cy="42863"/>
            </a:xfrm>
            <a:custGeom>
              <a:avLst/>
              <a:gdLst>
                <a:gd name="T0" fmla="*/ 49 w 54"/>
                <a:gd name="T1" fmla="*/ 21 h 54"/>
                <a:gd name="T2" fmla="*/ 33 w 54"/>
                <a:gd name="T3" fmla="*/ 21 h 54"/>
                <a:gd name="T4" fmla="*/ 33 w 54"/>
                <a:gd name="T5" fmla="*/ 5 h 54"/>
                <a:gd name="T6" fmla="*/ 33 w 54"/>
                <a:gd name="T7" fmla="*/ 5 h 54"/>
                <a:gd name="T8" fmla="*/ 31 w 54"/>
                <a:gd name="T9" fmla="*/ 4 h 54"/>
                <a:gd name="T10" fmla="*/ 30 w 54"/>
                <a:gd name="T11" fmla="*/ 1 h 54"/>
                <a:gd name="T12" fmla="*/ 29 w 54"/>
                <a:gd name="T13" fmla="*/ 0 h 54"/>
                <a:gd name="T14" fmla="*/ 27 w 54"/>
                <a:gd name="T15" fmla="*/ 0 h 54"/>
                <a:gd name="T16" fmla="*/ 27 w 54"/>
                <a:gd name="T17" fmla="*/ 0 h 54"/>
                <a:gd name="T18" fmla="*/ 25 w 54"/>
                <a:gd name="T19" fmla="*/ 0 h 54"/>
                <a:gd name="T20" fmla="*/ 23 w 54"/>
                <a:gd name="T21" fmla="*/ 1 h 54"/>
                <a:gd name="T22" fmla="*/ 22 w 54"/>
                <a:gd name="T23" fmla="*/ 4 h 54"/>
                <a:gd name="T24" fmla="*/ 22 w 54"/>
                <a:gd name="T25" fmla="*/ 5 h 54"/>
                <a:gd name="T26" fmla="*/ 22 w 54"/>
                <a:gd name="T27" fmla="*/ 21 h 54"/>
                <a:gd name="T28" fmla="*/ 6 w 54"/>
                <a:gd name="T29" fmla="*/ 21 h 54"/>
                <a:gd name="T30" fmla="*/ 6 w 54"/>
                <a:gd name="T31" fmla="*/ 21 h 54"/>
                <a:gd name="T32" fmla="*/ 3 w 54"/>
                <a:gd name="T33" fmla="*/ 21 h 54"/>
                <a:gd name="T34" fmla="*/ 2 w 54"/>
                <a:gd name="T35" fmla="*/ 23 h 54"/>
                <a:gd name="T36" fmla="*/ 0 w 54"/>
                <a:gd name="T37" fmla="*/ 25 h 54"/>
                <a:gd name="T38" fmla="*/ 0 w 54"/>
                <a:gd name="T39" fmla="*/ 27 h 54"/>
                <a:gd name="T40" fmla="*/ 0 w 54"/>
                <a:gd name="T41" fmla="*/ 27 h 54"/>
                <a:gd name="T42" fmla="*/ 0 w 54"/>
                <a:gd name="T43" fmla="*/ 29 h 54"/>
                <a:gd name="T44" fmla="*/ 2 w 54"/>
                <a:gd name="T45" fmla="*/ 31 h 54"/>
                <a:gd name="T46" fmla="*/ 3 w 54"/>
                <a:gd name="T47" fmla="*/ 32 h 54"/>
                <a:gd name="T48" fmla="*/ 6 w 54"/>
                <a:gd name="T49" fmla="*/ 32 h 54"/>
                <a:gd name="T50" fmla="*/ 22 w 54"/>
                <a:gd name="T51" fmla="*/ 32 h 54"/>
                <a:gd name="T52" fmla="*/ 22 w 54"/>
                <a:gd name="T53" fmla="*/ 48 h 54"/>
                <a:gd name="T54" fmla="*/ 22 w 54"/>
                <a:gd name="T55" fmla="*/ 48 h 54"/>
                <a:gd name="T56" fmla="*/ 22 w 54"/>
                <a:gd name="T57" fmla="*/ 51 h 54"/>
                <a:gd name="T58" fmla="*/ 23 w 54"/>
                <a:gd name="T59" fmla="*/ 52 h 54"/>
                <a:gd name="T60" fmla="*/ 25 w 54"/>
                <a:gd name="T61" fmla="*/ 54 h 54"/>
                <a:gd name="T62" fmla="*/ 27 w 54"/>
                <a:gd name="T63" fmla="*/ 54 h 54"/>
                <a:gd name="T64" fmla="*/ 27 w 54"/>
                <a:gd name="T65" fmla="*/ 54 h 54"/>
                <a:gd name="T66" fmla="*/ 29 w 54"/>
                <a:gd name="T67" fmla="*/ 54 h 54"/>
                <a:gd name="T68" fmla="*/ 30 w 54"/>
                <a:gd name="T69" fmla="*/ 52 h 54"/>
                <a:gd name="T70" fmla="*/ 31 w 54"/>
                <a:gd name="T71" fmla="*/ 51 h 54"/>
                <a:gd name="T72" fmla="*/ 33 w 54"/>
                <a:gd name="T73" fmla="*/ 48 h 54"/>
                <a:gd name="T74" fmla="*/ 33 w 54"/>
                <a:gd name="T75" fmla="*/ 32 h 54"/>
                <a:gd name="T76" fmla="*/ 49 w 54"/>
                <a:gd name="T77" fmla="*/ 32 h 54"/>
                <a:gd name="T78" fmla="*/ 49 w 54"/>
                <a:gd name="T79" fmla="*/ 32 h 54"/>
                <a:gd name="T80" fmla="*/ 50 w 54"/>
                <a:gd name="T81" fmla="*/ 32 h 54"/>
                <a:gd name="T82" fmla="*/ 52 w 54"/>
                <a:gd name="T83" fmla="*/ 31 h 54"/>
                <a:gd name="T84" fmla="*/ 53 w 54"/>
                <a:gd name="T85" fmla="*/ 29 h 54"/>
                <a:gd name="T86" fmla="*/ 54 w 54"/>
                <a:gd name="T87" fmla="*/ 27 h 54"/>
                <a:gd name="T88" fmla="*/ 54 w 54"/>
                <a:gd name="T89" fmla="*/ 27 h 54"/>
                <a:gd name="T90" fmla="*/ 53 w 54"/>
                <a:gd name="T91" fmla="*/ 25 h 54"/>
                <a:gd name="T92" fmla="*/ 52 w 54"/>
                <a:gd name="T93" fmla="*/ 23 h 54"/>
                <a:gd name="T94" fmla="*/ 50 w 54"/>
                <a:gd name="T95" fmla="*/ 21 h 54"/>
                <a:gd name="T96" fmla="*/ 49 w 54"/>
                <a:gd name="T97" fmla="*/ 21 h 54"/>
                <a:gd name="T98" fmla="*/ 49 w 54"/>
                <a:gd name="T99" fmla="*/ 21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4" h="54">
                  <a:moveTo>
                    <a:pt x="49" y="21"/>
                  </a:moveTo>
                  <a:lnTo>
                    <a:pt x="33" y="21"/>
                  </a:lnTo>
                  <a:lnTo>
                    <a:pt x="33" y="5"/>
                  </a:lnTo>
                  <a:lnTo>
                    <a:pt x="33" y="5"/>
                  </a:lnTo>
                  <a:lnTo>
                    <a:pt x="31" y="4"/>
                  </a:lnTo>
                  <a:lnTo>
                    <a:pt x="30" y="1"/>
                  </a:lnTo>
                  <a:lnTo>
                    <a:pt x="29" y="0"/>
                  </a:lnTo>
                  <a:lnTo>
                    <a:pt x="27" y="0"/>
                  </a:lnTo>
                  <a:lnTo>
                    <a:pt x="27" y="0"/>
                  </a:lnTo>
                  <a:lnTo>
                    <a:pt x="25" y="0"/>
                  </a:lnTo>
                  <a:lnTo>
                    <a:pt x="23" y="1"/>
                  </a:lnTo>
                  <a:lnTo>
                    <a:pt x="22" y="4"/>
                  </a:lnTo>
                  <a:lnTo>
                    <a:pt x="22" y="5"/>
                  </a:lnTo>
                  <a:lnTo>
                    <a:pt x="22" y="21"/>
                  </a:lnTo>
                  <a:lnTo>
                    <a:pt x="6" y="21"/>
                  </a:lnTo>
                  <a:lnTo>
                    <a:pt x="6" y="21"/>
                  </a:lnTo>
                  <a:lnTo>
                    <a:pt x="3" y="21"/>
                  </a:lnTo>
                  <a:lnTo>
                    <a:pt x="2" y="23"/>
                  </a:lnTo>
                  <a:lnTo>
                    <a:pt x="0" y="25"/>
                  </a:lnTo>
                  <a:lnTo>
                    <a:pt x="0" y="27"/>
                  </a:lnTo>
                  <a:lnTo>
                    <a:pt x="0" y="27"/>
                  </a:lnTo>
                  <a:lnTo>
                    <a:pt x="0" y="29"/>
                  </a:lnTo>
                  <a:lnTo>
                    <a:pt x="2" y="31"/>
                  </a:lnTo>
                  <a:lnTo>
                    <a:pt x="3" y="32"/>
                  </a:lnTo>
                  <a:lnTo>
                    <a:pt x="6" y="32"/>
                  </a:lnTo>
                  <a:lnTo>
                    <a:pt x="22" y="32"/>
                  </a:lnTo>
                  <a:lnTo>
                    <a:pt x="22" y="48"/>
                  </a:lnTo>
                  <a:lnTo>
                    <a:pt x="22" y="48"/>
                  </a:lnTo>
                  <a:lnTo>
                    <a:pt x="22" y="51"/>
                  </a:lnTo>
                  <a:lnTo>
                    <a:pt x="23" y="52"/>
                  </a:lnTo>
                  <a:lnTo>
                    <a:pt x="25" y="54"/>
                  </a:lnTo>
                  <a:lnTo>
                    <a:pt x="27" y="54"/>
                  </a:lnTo>
                  <a:lnTo>
                    <a:pt x="27" y="54"/>
                  </a:lnTo>
                  <a:lnTo>
                    <a:pt x="29" y="54"/>
                  </a:lnTo>
                  <a:lnTo>
                    <a:pt x="30" y="52"/>
                  </a:lnTo>
                  <a:lnTo>
                    <a:pt x="31" y="51"/>
                  </a:lnTo>
                  <a:lnTo>
                    <a:pt x="33" y="48"/>
                  </a:lnTo>
                  <a:lnTo>
                    <a:pt x="33" y="32"/>
                  </a:lnTo>
                  <a:lnTo>
                    <a:pt x="49" y="32"/>
                  </a:lnTo>
                  <a:lnTo>
                    <a:pt x="49" y="32"/>
                  </a:lnTo>
                  <a:lnTo>
                    <a:pt x="50" y="32"/>
                  </a:lnTo>
                  <a:lnTo>
                    <a:pt x="52" y="31"/>
                  </a:lnTo>
                  <a:lnTo>
                    <a:pt x="53" y="29"/>
                  </a:lnTo>
                  <a:lnTo>
                    <a:pt x="54" y="27"/>
                  </a:lnTo>
                  <a:lnTo>
                    <a:pt x="54" y="27"/>
                  </a:lnTo>
                  <a:lnTo>
                    <a:pt x="53" y="25"/>
                  </a:lnTo>
                  <a:lnTo>
                    <a:pt x="52" y="23"/>
                  </a:lnTo>
                  <a:lnTo>
                    <a:pt x="50" y="21"/>
                  </a:lnTo>
                  <a:lnTo>
                    <a:pt x="49" y="21"/>
                  </a:lnTo>
                  <a:lnTo>
                    <a:pt x="49"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pic>
        <p:nvPicPr>
          <p:cNvPr id="4" name="Picture 3"/>
          <p:cNvPicPr>
            <a:picLocks noChangeAspect="1"/>
          </p:cNvPicPr>
          <p:nvPr/>
        </p:nvPicPr>
        <p:blipFill>
          <a:blip r:embed="rId33"/>
          <a:stretch>
            <a:fillRect/>
          </a:stretch>
        </p:blipFill>
        <p:spPr>
          <a:xfrm>
            <a:off x="1794130" y="2019242"/>
            <a:ext cx="488362" cy="577779"/>
          </a:xfrm>
          <a:prstGeom prst="rect">
            <a:avLst/>
          </a:prstGeom>
          <a:ln>
            <a:solidFill>
              <a:schemeClr val="bg1">
                <a:lumMod val="75000"/>
              </a:schemeClr>
            </a:solidFill>
          </a:ln>
          <a:effectLst>
            <a:outerShdw blurRad="292100" dist="139700" dir="2700000" algn="tl" rotWithShape="0">
              <a:srgbClr val="333333">
                <a:alpha val="65000"/>
              </a:srgbClr>
            </a:outerShdw>
          </a:effectLst>
        </p:spPr>
      </p:pic>
      <p:pic>
        <p:nvPicPr>
          <p:cNvPr id="125" name="Picture 124"/>
          <p:cNvPicPr>
            <a:picLocks noChangeAspect="1"/>
          </p:cNvPicPr>
          <p:nvPr/>
        </p:nvPicPr>
        <p:blipFill>
          <a:blip r:embed="rId34">
            <a:extLst>
              <a:ext uri="{28A0092B-C50C-407E-A947-70E740481C1C}">
                <a14:useLocalDpi xmlns:a14="http://schemas.microsoft.com/office/drawing/2010/main" val="0"/>
              </a:ext>
            </a:extLst>
          </a:blip>
          <a:stretch>
            <a:fillRect/>
          </a:stretch>
        </p:blipFill>
        <p:spPr>
          <a:xfrm>
            <a:off x="1670808" y="2878770"/>
            <a:ext cx="502586" cy="502586"/>
          </a:xfrm>
          <a:prstGeom prst="rect">
            <a:avLst/>
          </a:prstGeom>
          <a:ln>
            <a:solidFill>
              <a:schemeClr val="bg1">
                <a:lumMod val="75000"/>
              </a:schemeClr>
            </a:solidFill>
          </a:ln>
          <a:effectLst>
            <a:outerShdw blurRad="292100" dist="139700" dir="2700000" algn="tl" rotWithShape="0">
              <a:srgbClr val="333333">
                <a:alpha val="65000"/>
              </a:srgbClr>
            </a:outerShdw>
          </a:effectLst>
        </p:spPr>
      </p:pic>
      <p:pic>
        <p:nvPicPr>
          <p:cNvPr id="126" name="Picture 125"/>
          <p:cNvPicPr>
            <a:picLocks noChangeAspect="1"/>
          </p:cNvPicPr>
          <p:nvPr/>
        </p:nvPicPr>
        <p:blipFill>
          <a:blip r:embed="rId35" cstate="hqprint">
            <a:extLst>
              <a:ext uri="{28A0092B-C50C-407E-A947-70E740481C1C}">
                <a14:useLocalDpi xmlns:a14="http://schemas.microsoft.com/office/drawing/2010/main" val="0"/>
              </a:ext>
            </a:extLst>
          </a:blip>
          <a:stretch>
            <a:fillRect/>
          </a:stretch>
        </p:blipFill>
        <p:spPr>
          <a:xfrm>
            <a:off x="1898020" y="3608641"/>
            <a:ext cx="432922" cy="598953"/>
          </a:xfrm>
          <a:prstGeom prst="rect">
            <a:avLst/>
          </a:prstGeom>
          <a:ln>
            <a:solidFill>
              <a:schemeClr val="bg1">
                <a:lumMod val="75000"/>
              </a:schemeClr>
            </a:solidFill>
          </a:ln>
          <a:effectLst>
            <a:outerShdw blurRad="292100" dist="139700" dir="2700000" algn="tl" rotWithShape="0">
              <a:srgbClr val="333333">
                <a:alpha val="65000"/>
              </a:srgbClr>
            </a:outerShdw>
          </a:effectLst>
        </p:spPr>
      </p:pic>
      <p:pic>
        <p:nvPicPr>
          <p:cNvPr id="127" name="Picture 126"/>
          <p:cNvPicPr>
            <a:picLocks noChangeAspect="1"/>
          </p:cNvPicPr>
          <p:nvPr/>
        </p:nvPicPr>
        <p:blipFill rotWithShape="1">
          <a:blip r:embed="rId36"/>
          <a:srcRect r="10670" b="14427"/>
          <a:stretch/>
        </p:blipFill>
        <p:spPr>
          <a:xfrm>
            <a:off x="2166440" y="4354089"/>
            <a:ext cx="473643" cy="557856"/>
          </a:xfrm>
          <a:prstGeom prst="rect">
            <a:avLst/>
          </a:prstGeom>
          <a:ln>
            <a:solidFill>
              <a:schemeClr val="bg1">
                <a:lumMod val="75000"/>
              </a:schemeClr>
            </a:solidFill>
          </a:ln>
          <a:effectLst>
            <a:outerShdw blurRad="292100" dist="139700" dir="2700000" algn="tl" rotWithShape="0">
              <a:srgbClr val="333333">
                <a:alpha val="65000"/>
              </a:srgbClr>
            </a:outerShdw>
          </a:effectLst>
        </p:spPr>
      </p:pic>
      <p:pic>
        <p:nvPicPr>
          <p:cNvPr id="128" name="Picture 127"/>
          <p:cNvPicPr>
            <a:picLocks/>
          </p:cNvPicPr>
          <p:nvPr/>
        </p:nvPicPr>
        <p:blipFill>
          <a:blip r:embed="rId37" cstate="email">
            <a:extLst>
              <a:ext uri="{28A0092B-C50C-407E-A947-70E740481C1C}">
                <a14:useLocalDpi xmlns:a14="http://schemas.microsoft.com/office/drawing/2010/main"/>
              </a:ext>
            </a:extLst>
          </a:blip>
          <a:stretch>
            <a:fillRect/>
          </a:stretch>
        </p:blipFill>
        <p:spPr>
          <a:xfrm>
            <a:off x="5415123" y="5575358"/>
            <a:ext cx="570858" cy="627921"/>
          </a:xfrm>
          <a:prstGeom prst="rect">
            <a:avLst/>
          </a:prstGeom>
          <a:ln>
            <a:solidFill>
              <a:schemeClr val="bg1">
                <a:lumMod val="75000"/>
              </a:schemeClr>
            </a:solidFill>
          </a:ln>
          <a:effectLst>
            <a:outerShdw blurRad="292100" dist="139700" dir="2700000" algn="tl" rotWithShape="0">
              <a:srgbClr val="333333">
                <a:alpha val="65000"/>
              </a:srgbClr>
            </a:outerShdw>
          </a:effectLst>
        </p:spPr>
      </p:pic>
      <p:pic>
        <p:nvPicPr>
          <p:cNvPr id="129" name="Picture 128"/>
          <p:cNvPicPr>
            <a:picLocks noChangeAspect="1"/>
          </p:cNvPicPr>
          <p:nvPr/>
        </p:nvPicPr>
        <p:blipFill>
          <a:blip r:embed="rId38">
            <a:extLst>
              <a:ext uri="{28A0092B-C50C-407E-A947-70E740481C1C}">
                <a14:useLocalDpi xmlns:a14="http://schemas.microsoft.com/office/drawing/2010/main" val="0"/>
              </a:ext>
            </a:extLst>
          </a:blip>
          <a:stretch>
            <a:fillRect/>
          </a:stretch>
        </p:blipFill>
        <p:spPr>
          <a:xfrm>
            <a:off x="3579335" y="5607171"/>
            <a:ext cx="537126" cy="644386"/>
          </a:xfrm>
          <a:prstGeom prst="rect">
            <a:avLst/>
          </a:prstGeom>
          <a:ln>
            <a:solidFill>
              <a:schemeClr val="bg1">
                <a:lumMod val="75000"/>
              </a:schemeClr>
            </a:solidFill>
          </a:ln>
          <a:effectLst>
            <a:outerShdw blurRad="292100" dist="139700" dir="2700000" algn="tl" rotWithShape="0">
              <a:srgbClr val="333333">
                <a:alpha val="65000"/>
              </a:srgbClr>
            </a:outerShdw>
          </a:effectLst>
        </p:spPr>
      </p:pic>
      <p:pic>
        <p:nvPicPr>
          <p:cNvPr id="131" name="Picture 130"/>
          <p:cNvPicPr preferRelativeResize="0">
            <a:picLocks/>
          </p:cNvPicPr>
          <p:nvPr/>
        </p:nvPicPr>
        <p:blipFill rotWithShape="1">
          <a:blip r:embed="rId39" cstate="email">
            <a:extLst>
              <a:ext uri="{28A0092B-C50C-407E-A947-70E740481C1C}">
                <a14:useLocalDpi xmlns:a14="http://schemas.microsoft.com/office/drawing/2010/main"/>
              </a:ext>
            </a:extLst>
          </a:blip>
          <a:srcRect/>
          <a:stretch/>
        </p:blipFill>
        <p:spPr>
          <a:xfrm>
            <a:off x="6858828" y="4368303"/>
            <a:ext cx="508647" cy="574935"/>
          </a:xfrm>
          <a:prstGeom prst="rect">
            <a:avLst/>
          </a:prstGeom>
          <a:ln>
            <a:noFill/>
          </a:ln>
          <a:effectLst>
            <a:outerShdw blurRad="292100" dist="139700" dir="2700000" algn="tl" rotWithShape="0">
              <a:srgbClr val="333333">
                <a:alpha val="65000"/>
              </a:srgbClr>
            </a:outerShdw>
          </a:effectLst>
        </p:spPr>
      </p:pic>
      <p:pic>
        <p:nvPicPr>
          <p:cNvPr id="132" name="Picture 131"/>
          <p:cNvPicPr>
            <a:picLocks noChangeAspect="1"/>
          </p:cNvPicPr>
          <p:nvPr/>
        </p:nvPicPr>
        <p:blipFill rotWithShape="1">
          <a:blip r:embed="rId40"/>
          <a:srcRect l="12526" t="-1053" r="17785" b="6081"/>
          <a:stretch/>
        </p:blipFill>
        <p:spPr>
          <a:xfrm>
            <a:off x="6726761" y="1422893"/>
            <a:ext cx="556591" cy="596349"/>
          </a:xfrm>
          <a:prstGeom prst="rect">
            <a:avLst/>
          </a:prstGeom>
          <a:ln>
            <a:noFill/>
          </a:ln>
          <a:effectLst>
            <a:outerShdw blurRad="292100" dist="139700" dir="2700000" algn="tl" rotWithShape="0">
              <a:srgbClr val="333333">
                <a:alpha val="65000"/>
              </a:srgbClr>
            </a:outerShdw>
          </a:effectLst>
        </p:spPr>
      </p:pic>
      <p:pic>
        <p:nvPicPr>
          <p:cNvPr id="133" name="Picture 132"/>
          <p:cNvPicPr>
            <a:picLocks noChangeAspect="1"/>
          </p:cNvPicPr>
          <p:nvPr/>
        </p:nvPicPr>
        <p:blipFill rotWithShape="1">
          <a:blip r:embed="rId41"/>
          <a:srcRect r="-3415" b="23417"/>
          <a:stretch/>
        </p:blipFill>
        <p:spPr>
          <a:xfrm>
            <a:off x="7094392" y="3605345"/>
            <a:ext cx="512690" cy="533069"/>
          </a:xfrm>
          <a:prstGeom prst="rect">
            <a:avLst/>
          </a:prstGeom>
          <a:ln>
            <a:noFill/>
          </a:ln>
          <a:effectLst>
            <a:outerShdw blurRad="292100" dist="139700" dir="2700000" algn="tl" rotWithShape="0">
              <a:srgbClr val="333333">
                <a:alpha val="65000"/>
              </a:srgbClr>
            </a:outerShdw>
          </a:effectLst>
        </p:spPr>
      </p:pic>
      <p:pic>
        <p:nvPicPr>
          <p:cNvPr id="135" name="Picture 134"/>
          <p:cNvPicPr>
            <a:picLocks/>
          </p:cNvPicPr>
          <p:nvPr/>
        </p:nvPicPr>
        <p:blipFill rotWithShape="1">
          <a:blip r:embed="rId42" cstate="print">
            <a:extLst>
              <a:ext uri="{28A0092B-C50C-407E-A947-70E740481C1C}">
                <a14:useLocalDpi xmlns:a14="http://schemas.microsoft.com/office/drawing/2010/main"/>
              </a:ext>
            </a:extLst>
          </a:blip>
          <a:srcRect/>
          <a:stretch/>
        </p:blipFill>
        <p:spPr>
          <a:xfrm>
            <a:off x="7019254" y="2162776"/>
            <a:ext cx="474188" cy="495832"/>
          </a:xfrm>
          <a:prstGeom prst="rect">
            <a:avLst/>
          </a:prstGeom>
          <a:ln>
            <a:solidFill>
              <a:schemeClr val="bg1">
                <a:lumMod val="75000"/>
              </a:schemeClr>
            </a:solidFill>
          </a:ln>
          <a:effectLst>
            <a:outerShdw blurRad="292100" dist="139700" dir="2700000" algn="tl" rotWithShape="0">
              <a:srgbClr val="333333">
                <a:alpha val="65000"/>
              </a:srgbClr>
            </a:outerShdw>
          </a:effectLst>
        </p:spPr>
      </p:pic>
      <p:pic>
        <p:nvPicPr>
          <p:cNvPr id="138" name="Picture 137"/>
          <p:cNvPicPr>
            <a:picLocks noChangeAspect="1"/>
          </p:cNvPicPr>
          <p:nvPr/>
        </p:nvPicPr>
        <p:blipFill>
          <a:blip r:embed="rId43"/>
          <a:stretch>
            <a:fillRect/>
          </a:stretch>
        </p:blipFill>
        <p:spPr>
          <a:xfrm>
            <a:off x="6059675" y="760721"/>
            <a:ext cx="537477" cy="535719"/>
          </a:xfrm>
          <a:prstGeom prst="rect">
            <a:avLst/>
          </a:prstGeom>
          <a:ln>
            <a:solidFill>
              <a:schemeClr val="bg1">
                <a:lumMod val="75000"/>
              </a:schemeClr>
            </a:solidFill>
          </a:ln>
          <a:effectLst>
            <a:outerShdw blurRad="292100" dist="139700" dir="2700000" algn="tl" rotWithShape="0">
              <a:srgbClr val="333333">
                <a:alpha val="65000"/>
              </a:srgbClr>
            </a:outerShdw>
          </a:effectLst>
        </p:spPr>
      </p:pic>
      <p:grpSp>
        <p:nvGrpSpPr>
          <p:cNvPr id="143" name="Group 142"/>
          <p:cNvGrpSpPr>
            <a:grpSpLocks noChangeAspect="1"/>
          </p:cNvGrpSpPr>
          <p:nvPr/>
        </p:nvGrpSpPr>
        <p:grpSpPr>
          <a:xfrm>
            <a:off x="2730540" y="4720028"/>
            <a:ext cx="186923" cy="180000"/>
            <a:chOff x="9499601" y="1792923"/>
            <a:chExt cx="257175" cy="247650"/>
          </a:xfrm>
        </p:grpSpPr>
        <p:sp>
          <p:nvSpPr>
            <p:cNvPr id="144" name="Freeform 334"/>
            <p:cNvSpPr>
              <a:spLocks/>
            </p:cNvSpPr>
            <p:nvPr/>
          </p:nvSpPr>
          <p:spPr bwMode="auto">
            <a:xfrm>
              <a:off x="9532938" y="1792923"/>
              <a:ext cx="128588" cy="144463"/>
            </a:xfrm>
            <a:custGeom>
              <a:avLst/>
              <a:gdLst>
                <a:gd name="T0" fmla="*/ 0 w 163"/>
                <a:gd name="T1" fmla="*/ 80 h 183"/>
                <a:gd name="T2" fmla="*/ 0 w 163"/>
                <a:gd name="T3" fmla="*/ 102 h 183"/>
                <a:gd name="T4" fmla="*/ 0 w 163"/>
                <a:gd name="T5" fmla="*/ 102 h 183"/>
                <a:gd name="T6" fmla="*/ 2 w 163"/>
                <a:gd name="T7" fmla="*/ 110 h 183"/>
                <a:gd name="T8" fmla="*/ 3 w 163"/>
                <a:gd name="T9" fmla="*/ 118 h 183"/>
                <a:gd name="T10" fmla="*/ 7 w 163"/>
                <a:gd name="T11" fmla="*/ 133 h 183"/>
                <a:gd name="T12" fmla="*/ 15 w 163"/>
                <a:gd name="T13" fmla="*/ 148 h 183"/>
                <a:gd name="T14" fmla="*/ 25 w 163"/>
                <a:gd name="T15" fmla="*/ 158 h 183"/>
                <a:gd name="T16" fmla="*/ 37 w 163"/>
                <a:gd name="T17" fmla="*/ 169 h 183"/>
                <a:gd name="T18" fmla="*/ 50 w 163"/>
                <a:gd name="T19" fmla="*/ 176 h 183"/>
                <a:gd name="T20" fmla="*/ 65 w 163"/>
                <a:gd name="T21" fmla="*/ 181 h 183"/>
                <a:gd name="T22" fmla="*/ 73 w 163"/>
                <a:gd name="T23" fmla="*/ 183 h 183"/>
                <a:gd name="T24" fmla="*/ 81 w 163"/>
                <a:gd name="T25" fmla="*/ 183 h 183"/>
                <a:gd name="T26" fmla="*/ 81 w 163"/>
                <a:gd name="T27" fmla="*/ 183 h 183"/>
                <a:gd name="T28" fmla="*/ 90 w 163"/>
                <a:gd name="T29" fmla="*/ 183 h 183"/>
                <a:gd name="T30" fmla="*/ 98 w 163"/>
                <a:gd name="T31" fmla="*/ 181 h 183"/>
                <a:gd name="T32" fmla="*/ 113 w 163"/>
                <a:gd name="T33" fmla="*/ 176 h 183"/>
                <a:gd name="T34" fmla="*/ 127 w 163"/>
                <a:gd name="T35" fmla="*/ 169 h 183"/>
                <a:gd name="T36" fmla="*/ 139 w 163"/>
                <a:gd name="T37" fmla="*/ 158 h 183"/>
                <a:gd name="T38" fmla="*/ 148 w 163"/>
                <a:gd name="T39" fmla="*/ 148 h 183"/>
                <a:gd name="T40" fmla="*/ 156 w 163"/>
                <a:gd name="T41" fmla="*/ 133 h 183"/>
                <a:gd name="T42" fmla="*/ 160 w 163"/>
                <a:gd name="T43" fmla="*/ 118 h 183"/>
                <a:gd name="T44" fmla="*/ 162 w 163"/>
                <a:gd name="T45" fmla="*/ 110 h 183"/>
                <a:gd name="T46" fmla="*/ 163 w 163"/>
                <a:gd name="T47" fmla="*/ 102 h 183"/>
                <a:gd name="T48" fmla="*/ 163 w 163"/>
                <a:gd name="T49" fmla="*/ 80 h 183"/>
                <a:gd name="T50" fmla="*/ 163 w 163"/>
                <a:gd name="T51" fmla="*/ 80 h 183"/>
                <a:gd name="T52" fmla="*/ 162 w 163"/>
                <a:gd name="T53" fmla="*/ 72 h 183"/>
                <a:gd name="T54" fmla="*/ 160 w 163"/>
                <a:gd name="T55" fmla="*/ 64 h 183"/>
                <a:gd name="T56" fmla="*/ 156 w 163"/>
                <a:gd name="T57" fmla="*/ 49 h 183"/>
                <a:gd name="T58" fmla="*/ 148 w 163"/>
                <a:gd name="T59" fmla="*/ 35 h 183"/>
                <a:gd name="T60" fmla="*/ 139 w 163"/>
                <a:gd name="T61" fmla="*/ 24 h 183"/>
                <a:gd name="T62" fmla="*/ 127 w 163"/>
                <a:gd name="T63" fmla="*/ 13 h 183"/>
                <a:gd name="T64" fmla="*/ 113 w 163"/>
                <a:gd name="T65" fmla="*/ 6 h 183"/>
                <a:gd name="T66" fmla="*/ 98 w 163"/>
                <a:gd name="T67" fmla="*/ 1 h 183"/>
                <a:gd name="T68" fmla="*/ 90 w 163"/>
                <a:gd name="T69" fmla="*/ 0 h 183"/>
                <a:gd name="T70" fmla="*/ 81 w 163"/>
                <a:gd name="T71" fmla="*/ 0 h 183"/>
                <a:gd name="T72" fmla="*/ 81 w 163"/>
                <a:gd name="T73" fmla="*/ 0 h 183"/>
                <a:gd name="T74" fmla="*/ 73 w 163"/>
                <a:gd name="T75" fmla="*/ 0 h 183"/>
                <a:gd name="T76" fmla="*/ 65 w 163"/>
                <a:gd name="T77" fmla="*/ 1 h 183"/>
                <a:gd name="T78" fmla="*/ 50 w 163"/>
                <a:gd name="T79" fmla="*/ 6 h 183"/>
                <a:gd name="T80" fmla="*/ 37 w 163"/>
                <a:gd name="T81" fmla="*/ 13 h 183"/>
                <a:gd name="T82" fmla="*/ 25 w 163"/>
                <a:gd name="T83" fmla="*/ 24 h 183"/>
                <a:gd name="T84" fmla="*/ 15 w 163"/>
                <a:gd name="T85" fmla="*/ 35 h 183"/>
                <a:gd name="T86" fmla="*/ 7 w 163"/>
                <a:gd name="T87" fmla="*/ 49 h 183"/>
                <a:gd name="T88" fmla="*/ 3 w 163"/>
                <a:gd name="T89" fmla="*/ 64 h 183"/>
                <a:gd name="T90" fmla="*/ 2 w 163"/>
                <a:gd name="T91" fmla="*/ 72 h 183"/>
                <a:gd name="T92" fmla="*/ 0 w 163"/>
                <a:gd name="T93" fmla="*/ 80 h 183"/>
                <a:gd name="T94" fmla="*/ 0 w 163"/>
                <a:gd name="T95" fmla="*/ 80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63" h="183">
                  <a:moveTo>
                    <a:pt x="0" y="80"/>
                  </a:moveTo>
                  <a:lnTo>
                    <a:pt x="0" y="102"/>
                  </a:lnTo>
                  <a:lnTo>
                    <a:pt x="0" y="102"/>
                  </a:lnTo>
                  <a:lnTo>
                    <a:pt x="2" y="110"/>
                  </a:lnTo>
                  <a:lnTo>
                    <a:pt x="3" y="118"/>
                  </a:lnTo>
                  <a:lnTo>
                    <a:pt x="7" y="133"/>
                  </a:lnTo>
                  <a:lnTo>
                    <a:pt x="15" y="148"/>
                  </a:lnTo>
                  <a:lnTo>
                    <a:pt x="25" y="158"/>
                  </a:lnTo>
                  <a:lnTo>
                    <a:pt x="37" y="169"/>
                  </a:lnTo>
                  <a:lnTo>
                    <a:pt x="50" y="176"/>
                  </a:lnTo>
                  <a:lnTo>
                    <a:pt x="65" y="181"/>
                  </a:lnTo>
                  <a:lnTo>
                    <a:pt x="73" y="183"/>
                  </a:lnTo>
                  <a:lnTo>
                    <a:pt x="81" y="183"/>
                  </a:lnTo>
                  <a:lnTo>
                    <a:pt x="81" y="183"/>
                  </a:lnTo>
                  <a:lnTo>
                    <a:pt x="90" y="183"/>
                  </a:lnTo>
                  <a:lnTo>
                    <a:pt x="98" y="181"/>
                  </a:lnTo>
                  <a:lnTo>
                    <a:pt x="113" y="176"/>
                  </a:lnTo>
                  <a:lnTo>
                    <a:pt x="127" y="169"/>
                  </a:lnTo>
                  <a:lnTo>
                    <a:pt x="139" y="158"/>
                  </a:lnTo>
                  <a:lnTo>
                    <a:pt x="148" y="148"/>
                  </a:lnTo>
                  <a:lnTo>
                    <a:pt x="156" y="133"/>
                  </a:lnTo>
                  <a:lnTo>
                    <a:pt x="160" y="118"/>
                  </a:lnTo>
                  <a:lnTo>
                    <a:pt x="162" y="110"/>
                  </a:lnTo>
                  <a:lnTo>
                    <a:pt x="163" y="102"/>
                  </a:lnTo>
                  <a:lnTo>
                    <a:pt x="163" y="80"/>
                  </a:lnTo>
                  <a:lnTo>
                    <a:pt x="163" y="80"/>
                  </a:lnTo>
                  <a:lnTo>
                    <a:pt x="162" y="72"/>
                  </a:lnTo>
                  <a:lnTo>
                    <a:pt x="160" y="64"/>
                  </a:lnTo>
                  <a:lnTo>
                    <a:pt x="156" y="49"/>
                  </a:lnTo>
                  <a:lnTo>
                    <a:pt x="148" y="35"/>
                  </a:lnTo>
                  <a:lnTo>
                    <a:pt x="139" y="24"/>
                  </a:lnTo>
                  <a:lnTo>
                    <a:pt x="127" y="13"/>
                  </a:lnTo>
                  <a:lnTo>
                    <a:pt x="113" y="6"/>
                  </a:lnTo>
                  <a:lnTo>
                    <a:pt x="98" y="1"/>
                  </a:lnTo>
                  <a:lnTo>
                    <a:pt x="90" y="0"/>
                  </a:lnTo>
                  <a:lnTo>
                    <a:pt x="81" y="0"/>
                  </a:lnTo>
                  <a:lnTo>
                    <a:pt x="81" y="0"/>
                  </a:lnTo>
                  <a:lnTo>
                    <a:pt x="73" y="0"/>
                  </a:lnTo>
                  <a:lnTo>
                    <a:pt x="65" y="1"/>
                  </a:lnTo>
                  <a:lnTo>
                    <a:pt x="50" y="6"/>
                  </a:lnTo>
                  <a:lnTo>
                    <a:pt x="37" y="13"/>
                  </a:lnTo>
                  <a:lnTo>
                    <a:pt x="25" y="24"/>
                  </a:lnTo>
                  <a:lnTo>
                    <a:pt x="15" y="35"/>
                  </a:lnTo>
                  <a:lnTo>
                    <a:pt x="7" y="49"/>
                  </a:lnTo>
                  <a:lnTo>
                    <a:pt x="3" y="64"/>
                  </a:lnTo>
                  <a:lnTo>
                    <a:pt x="2" y="72"/>
                  </a:lnTo>
                  <a:lnTo>
                    <a:pt x="0" y="80"/>
                  </a:lnTo>
                  <a:lnTo>
                    <a:pt x="0" y="8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5" name="Freeform 335"/>
            <p:cNvSpPr>
              <a:spLocks noEditPoints="1"/>
            </p:cNvSpPr>
            <p:nvPr/>
          </p:nvSpPr>
          <p:spPr bwMode="auto">
            <a:xfrm>
              <a:off x="9499601" y="1929448"/>
              <a:ext cx="257175" cy="111125"/>
            </a:xfrm>
            <a:custGeom>
              <a:avLst/>
              <a:gdLst>
                <a:gd name="T0" fmla="*/ 254 w 324"/>
                <a:gd name="T1" fmla="*/ 0 h 140"/>
                <a:gd name="T2" fmla="*/ 233 w 324"/>
                <a:gd name="T3" fmla="*/ 2 h 140"/>
                <a:gd name="T4" fmla="*/ 214 w 324"/>
                <a:gd name="T5" fmla="*/ 12 h 140"/>
                <a:gd name="T6" fmla="*/ 199 w 324"/>
                <a:gd name="T7" fmla="*/ 27 h 140"/>
                <a:gd name="T8" fmla="*/ 188 w 324"/>
                <a:gd name="T9" fmla="*/ 44 h 140"/>
                <a:gd name="T10" fmla="*/ 179 w 324"/>
                <a:gd name="T11" fmla="*/ 43 h 140"/>
                <a:gd name="T12" fmla="*/ 70 w 324"/>
                <a:gd name="T13" fmla="*/ 43 h 140"/>
                <a:gd name="T14" fmla="*/ 43 w 324"/>
                <a:gd name="T15" fmla="*/ 48 h 140"/>
                <a:gd name="T16" fmla="*/ 22 w 324"/>
                <a:gd name="T17" fmla="*/ 63 h 140"/>
                <a:gd name="T18" fmla="*/ 6 w 324"/>
                <a:gd name="T19" fmla="*/ 86 h 140"/>
                <a:gd name="T20" fmla="*/ 0 w 324"/>
                <a:gd name="T21" fmla="*/ 113 h 140"/>
                <a:gd name="T22" fmla="*/ 0 w 324"/>
                <a:gd name="T23" fmla="*/ 134 h 140"/>
                <a:gd name="T24" fmla="*/ 3 w 324"/>
                <a:gd name="T25" fmla="*/ 138 h 140"/>
                <a:gd name="T26" fmla="*/ 6 w 324"/>
                <a:gd name="T27" fmla="*/ 140 h 140"/>
                <a:gd name="T28" fmla="*/ 254 w 324"/>
                <a:gd name="T29" fmla="*/ 140 h 140"/>
                <a:gd name="T30" fmla="*/ 281 w 324"/>
                <a:gd name="T31" fmla="*/ 134 h 140"/>
                <a:gd name="T32" fmla="*/ 303 w 324"/>
                <a:gd name="T33" fmla="*/ 119 h 140"/>
                <a:gd name="T34" fmla="*/ 319 w 324"/>
                <a:gd name="T35" fmla="*/ 97 h 140"/>
                <a:gd name="T36" fmla="*/ 324 w 324"/>
                <a:gd name="T37" fmla="*/ 70 h 140"/>
                <a:gd name="T38" fmla="*/ 323 w 324"/>
                <a:gd name="T39" fmla="*/ 56 h 140"/>
                <a:gd name="T40" fmla="*/ 312 w 324"/>
                <a:gd name="T41" fmla="*/ 31 h 140"/>
                <a:gd name="T42" fmla="*/ 293 w 324"/>
                <a:gd name="T43" fmla="*/ 12 h 140"/>
                <a:gd name="T44" fmla="*/ 268 w 324"/>
                <a:gd name="T45" fmla="*/ 1 h 140"/>
                <a:gd name="T46" fmla="*/ 254 w 324"/>
                <a:gd name="T47" fmla="*/ 0 h 140"/>
                <a:gd name="T48" fmla="*/ 254 w 324"/>
                <a:gd name="T49" fmla="*/ 129 h 140"/>
                <a:gd name="T50" fmla="*/ 230 w 324"/>
                <a:gd name="T51" fmla="*/ 125 h 140"/>
                <a:gd name="T52" fmla="*/ 211 w 324"/>
                <a:gd name="T53" fmla="*/ 111 h 140"/>
                <a:gd name="T54" fmla="*/ 199 w 324"/>
                <a:gd name="T55" fmla="*/ 93 h 140"/>
                <a:gd name="T56" fmla="*/ 195 w 324"/>
                <a:gd name="T57" fmla="*/ 70 h 140"/>
                <a:gd name="T58" fmla="*/ 195 w 324"/>
                <a:gd name="T59" fmla="*/ 58 h 140"/>
                <a:gd name="T60" fmla="*/ 205 w 324"/>
                <a:gd name="T61" fmla="*/ 36 h 140"/>
                <a:gd name="T62" fmla="*/ 221 w 324"/>
                <a:gd name="T63" fmla="*/ 21 h 140"/>
                <a:gd name="T64" fmla="*/ 242 w 324"/>
                <a:gd name="T65" fmla="*/ 12 h 140"/>
                <a:gd name="T66" fmla="*/ 254 w 324"/>
                <a:gd name="T67" fmla="*/ 11 h 140"/>
                <a:gd name="T68" fmla="*/ 277 w 324"/>
                <a:gd name="T69" fmla="*/ 16 h 140"/>
                <a:gd name="T70" fmla="*/ 296 w 324"/>
                <a:gd name="T71" fmla="*/ 28 h 140"/>
                <a:gd name="T72" fmla="*/ 308 w 324"/>
                <a:gd name="T73" fmla="*/ 47 h 140"/>
                <a:gd name="T74" fmla="*/ 313 w 324"/>
                <a:gd name="T75" fmla="*/ 70 h 140"/>
                <a:gd name="T76" fmla="*/ 312 w 324"/>
                <a:gd name="T77" fmla="*/ 82 h 140"/>
                <a:gd name="T78" fmla="*/ 303 w 324"/>
                <a:gd name="T79" fmla="*/ 103 h 140"/>
                <a:gd name="T80" fmla="*/ 287 w 324"/>
                <a:gd name="T81" fmla="*/ 119 h 140"/>
                <a:gd name="T82" fmla="*/ 265 w 324"/>
                <a:gd name="T83" fmla="*/ 127 h 140"/>
                <a:gd name="T84" fmla="*/ 254 w 324"/>
                <a:gd name="T85" fmla="*/ 129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24" h="140">
                  <a:moveTo>
                    <a:pt x="254" y="0"/>
                  </a:moveTo>
                  <a:lnTo>
                    <a:pt x="254" y="0"/>
                  </a:lnTo>
                  <a:lnTo>
                    <a:pt x="244" y="1"/>
                  </a:lnTo>
                  <a:lnTo>
                    <a:pt x="233" y="2"/>
                  </a:lnTo>
                  <a:lnTo>
                    <a:pt x="223" y="7"/>
                  </a:lnTo>
                  <a:lnTo>
                    <a:pt x="214" y="12"/>
                  </a:lnTo>
                  <a:lnTo>
                    <a:pt x="206" y="19"/>
                  </a:lnTo>
                  <a:lnTo>
                    <a:pt x="199" y="27"/>
                  </a:lnTo>
                  <a:lnTo>
                    <a:pt x="194" y="35"/>
                  </a:lnTo>
                  <a:lnTo>
                    <a:pt x="188" y="44"/>
                  </a:lnTo>
                  <a:lnTo>
                    <a:pt x="188" y="44"/>
                  </a:lnTo>
                  <a:lnTo>
                    <a:pt x="179" y="43"/>
                  </a:lnTo>
                  <a:lnTo>
                    <a:pt x="70" y="43"/>
                  </a:lnTo>
                  <a:lnTo>
                    <a:pt x="70" y="43"/>
                  </a:lnTo>
                  <a:lnTo>
                    <a:pt x="57" y="44"/>
                  </a:lnTo>
                  <a:lnTo>
                    <a:pt x="43" y="48"/>
                  </a:lnTo>
                  <a:lnTo>
                    <a:pt x="31" y="55"/>
                  </a:lnTo>
                  <a:lnTo>
                    <a:pt x="22" y="63"/>
                  </a:lnTo>
                  <a:lnTo>
                    <a:pt x="12" y="74"/>
                  </a:lnTo>
                  <a:lnTo>
                    <a:pt x="6" y="86"/>
                  </a:lnTo>
                  <a:lnTo>
                    <a:pt x="2" y="99"/>
                  </a:lnTo>
                  <a:lnTo>
                    <a:pt x="0" y="113"/>
                  </a:lnTo>
                  <a:lnTo>
                    <a:pt x="0" y="134"/>
                  </a:lnTo>
                  <a:lnTo>
                    <a:pt x="0" y="134"/>
                  </a:lnTo>
                  <a:lnTo>
                    <a:pt x="2" y="137"/>
                  </a:lnTo>
                  <a:lnTo>
                    <a:pt x="3" y="138"/>
                  </a:lnTo>
                  <a:lnTo>
                    <a:pt x="4" y="140"/>
                  </a:lnTo>
                  <a:lnTo>
                    <a:pt x="6" y="140"/>
                  </a:lnTo>
                  <a:lnTo>
                    <a:pt x="254" y="140"/>
                  </a:lnTo>
                  <a:lnTo>
                    <a:pt x="254" y="140"/>
                  </a:lnTo>
                  <a:lnTo>
                    <a:pt x="268" y="138"/>
                  </a:lnTo>
                  <a:lnTo>
                    <a:pt x="281" y="134"/>
                  </a:lnTo>
                  <a:lnTo>
                    <a:pt x="293" y="127"/>
                  </a:lnTo>
                  <a:lnTo>
                    <a:pt x="303" y="119"/>
                  </a:lnTo>
                  <a:lnTo>
                    <a:pt x="312" y="109"/>
                  </a:lnTo>
                  <a:lnTo>
                    <a:pt x="319" y="97"/>
                  </a:lnTo>
                  <a:lnTo>
                    <a:pt x="323" y="84"/>
                  </a:lnTo>
                  <a:lnTo>
                    <a:pt x="324" y="70"/>
                  </a:lnTo>
                  <a:lnTo>
                    <a:pt x="324" y="70"/>
                  </a:lnTo>
                  <a:lnTo>
                    <a:pt x="323" y="56"/>
                  </a:lnTo>
                  <a:lnTo>
                    <a:pt x="319" y="43"/>
                  </a:lnTo>
                  <a:lnTo>
                    <a:pt x="312" y="31"/>
                  </a:lnTo>
                  <a:lnTo>
                    <a:pt x="303" y="20"/>
                  </a:lnTo>
                  <a:lnTo>
                    <a:pt x="293" y="12"/>
                  </a:lnTo>
                  <a:lnTo>
                    <a:pt x="281" y="5"/>
                  </a:lnTo>
                  <a:lnTo>
                    <a:pt x="268" y="1"/>
                  </a:lnTo>
                  <a:lnTo>
                    <a:pt x="254" y="0"/>
                  </a:lnTo>
                  <a:lnTo>
                    <a:pt x="254" y="0"/>
                  </a:lnTo>
                  <a:close/>
                  <a:moveTo>
                    <a:pt x="254" y="129"/>
                  </a:moveTo>
                  <a:lnTo>
                    <a:pt x="254" y="129"/>
                  </a:lnTo>
                  <a:lnTo>
                    <a:pt x="242" y="127"/>
                  </a:lnTo>
                  <a:lnTo>
                    <a:pt x="230" y="125"/>
                  </a:lnTo>
                  <a:lnTo>
                    <a:pt x="221" y="119"/>
                  </a:lnTo>
                  <a:lnTo>
                    <a:pt x="211" y="111"/>
                  </a:lnTo>
                  <a:lnTo>
                    <a:pt x="205" y="103"/>
                  </a:lnTo>
                  <a:lnTo>
                    <a:pt x="199" y="93"/>
                  </a:lnTo>
                  <a:lnTo>
                    <a:pt x="195" y="82"/>
                  </a:lnTo>
                  <a:lnTo>
                    <a:pt x="195" y="70"/>
                  </a:lnTo>
                  <a:lnTo>
                    <a:pt x="195" y="70"/>
                  </a:lnTo>
                  <a:lnTo>
                    <a:pt x="195" y="58"/>
                  </a:lnTo>
                  <a:lnTo>
                    <a:pt x="199" y="47"/>
                  </a:lnTo>
                  <a:lnTo>
                    <a:pt x="205" y="36"/>
                  </a:lnTo>
                  <a:lnTo>
                    <a:pt x="211" y="28"/>
                  </a:lnTo>
                  <a:lnTo>
                    <a:pt x="221" y="21"/>
                  </a:lnTo>
                  <a:lnTo>
                    <a:pt x="230" y="16"/>
                  </a:lnTo>
                  <a:lnTo>
                    <a:pt x="242" y="12"/>
                  </a:lnTo>
                  <a:lnTo>
                    <a:pt x="254" y="11"/>
                  </a:lnTo>
                  <a:lnTo>
                    <a:pt x="254" y="11"/>
                  </a:lnTo>
                  <a:lnTo>
                    <a:pt x="265" y="12"/>
                  </a:lnTo>
                  <a:lnTo>
                    <a:pt x="277" y="16"/>
                  </a:lnTo>
                  <a:lnTo>
                    <a:pt x="287" y="21"/>
                  </a:lnTo>
                  <a:lnTo>
                    <a:pt x="296" y="28"/>
                  </a:lnTo>
                  <a:lnTo>
                    <a:pt x="303" y="36"/>
                  </a:lnTo>
                  <a:lnTo>
                    <a:pt x="308" y="47"/>
                  </a:lnTo>
                  <a:lnTo>
                    <a:pt x="312" y="58"/>
                  </a:lnTo>
                  <a:lnTo>
                    <a:pt x="313" y="70"/>
                  </a:lnTo>
                  <a:lnTo>
                    <a:pt x="313" y="70"/>
                  </a:lnTo>
                  <a:lnTo>
                    <a:pt x="312" y="82"/>
                  </a:lnTo>
                  <a:lnTo>
                    <a:pt x="308" y="93"/>
                  </a:lnTo>
                  <a:lnTo>
                    <a:pt x="303" y="103"/>
                  </a:lnTo>
                  <a:lnTo>
                    <a:pt x="296" y="111"/>
                  </a:lnTo>
                  <a:lnTo>
                    <a:pt x="287" y="119"/>
                  </a:lnTo>
                  <a:lnTo>
                    <a:pt x="277" y="125"/>
                  </a:lnTo>
                  <a:lnTo>
                    <a:pt x="265" y="127"/>
                  </a:lnTo>
                  <a:lnTo>
                    <a:pt x="254" y="129"/>
                  </a:lnTo>
                  <a:lnTo>
                    <a:pt x="254" y="1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6" name="Freeform 336"/>
            <p:cNvSpPr>
              <a:spLocks/>
            </p:cNvSpPr>
            <p:nvPr/>
          </p:nvSpPr>
          <p:spPr bwMode="auto">
            <a:xfrm>
              <a:off x="9678988" y="1962785"/>
              <a:ext cx="42863" cy="42863"/>
            </a:xfrm>
            <a:custGeom>
              <a:avLst/>
              <a:gdLst>
                <a:gd name="T0" fmla="*/ 49 w 54"/>
                <a:gd name="T1" fmla="*/ 21 h 54"/>
                <a:gd name="T2" fmla="*/ 33 w 54"/>
                <a:gd name="T3" fmla="*/ 21 h 54"/>
                <a:gd name="T4" fmla="*/ 33 w 54"/>
                <a:gd name="T5" fmla="*/ 5 h 54"/>
                <a:gd name="T6" fmla="*/ 33 w 54"/>
                <a:gd name="T7" fmla="*/ 5 h 54"/>
                <a:gd name="T8" fmla="*/ 31 w 54"/>
                <a:gd name="T9" fmla="*/ 4 h 54"/>
                <a:gd name="T10" fmla="*/ 30 w 54"/>
                <a:gd name="T11" fmla="*/ 1 h 54"/>
                <a:gd name="T12" fmla="*/ 29 w 54"/>
                <a:gd name="T13" fmla="*/ 0 h 54"/>
                <a:gd name="T14" fmla="*/ 27 w 54"/>
                <a:gd name="T15" fmla="*/ 0 h 54"/>
                <a:gd name="T16" fmla="*/ 27 w 54"/>
                <a:gd name="T17" fmla="*/ 0 h 54"/>
                <a:gd name="T18" fmla="*/ 25 w 54"/>
                <a:gd name="T19" fmla="*/ 0 h 54"/>
                <a:gd name="T20" fmla="*/ 23 w 54"/>
                <a:gd name="T21" fmla="*/ 1 h 54"/>
                <a:gd name="T22" fmla="*/ 22 w 54"/>
                <a:gd name="T23" fmla="*/ 4 h 54"/>
                <a:gd name="T24" fmla="*/ 22 w 54"/>
                <a:gd name="T25" fmla="*/ 5 h 54"/>
                <a:gd name="T26" fmla="*/ 22 w 54"/>
                <a:gd name="T27" fmla="*/ 21 h 54"/>
                <a:gd name="T28" fmla="*/ 6 w 54"/>
                <a:gd name="T29" fmla="*/ 21 h 54"/>
                <a:gd name="T30" fmla="*/ 6 w 54"/>
                <a:gd name="T31" fmla="*/ 21 h 54"/>
                <a:gd name="T32" fmla="*/ 3 w 54"/>
                <a:gd name="T33" fmla="*/ 21 h 54"/>
                <a:gd name="T34" fmla="*/ 2 w 54"/>
                <a:gd name="T35" fmla="*/ 23 h 54"/>
                <a:gd name="T36" fmla="*/ 0 w 54"/>
                <a:gd name="T37" fmla="*/ 25 h 54"/>
                <a:gd name="T38" fmla="*/ 0 w 54"/>
                <a:gd name="T39" fmla="*/ 27 h 54"/>
                <a:gd name="T40" fmla="*/ 0 w 54"/>
                <a:gd name="T41" fmla="*/ 27 h 54"/>
                <a:gd name="T42" fmla="*/ 0 w 54"/>
                <a:gd name="T43" fmla="*/ 29 h 54"/>
                <a:gd name="T44" fmla="*/ 2 w 54"/>
                <a:gd name="T45" fmla="*/ 31 h 54"/>
                <a:gd name="T46" fmla="*/ 3 w 54"/>
                <a:gd name="T47" fmla="*/ 32 h 54"/>
                <a:gd name="T48" fmla="*/ 6 w 54"/>
                <a:gd name="T49" fmla="*/ 32 h 54"/>
                <a:gd name="T50" fmla="*/ 22 w 54"/>
                <a:gd name="T51" fmla="*/ 32 h 54"/>
                <a:gd name="T52" fmla="*/ 22 w 54"/>
                <a:gd name="T53" fmla="*/ 48 h 54"/>
                <a:gd name="T54" fmla="*/ 22 w 54"/>
                <a:gd name="T55" fmla="*/ 48 h 54"/>
                <a:gd name="T56" fmla="*/ 22 w 54"/>
                <a:gd name="T57" fmla="*/ 51 h 54"/>
                <a:gd name="T58" fmla="*/ 23 w 54"/>
                <a:gd name="T59" fmla="*/ 52 h 54"/>
                <a:gd name="T60" fmla="*/ 25 w 54"/>
                <a:gd name="T61" fmla="*/ 54 h 54"/>
                <a:gd name="T62" fmla="*/ 27 w 54"/>
                <a:gd name="T63" fmla="*/ 54 h 54"/>
                <a:gd name="T64" fmla="*/ 27 w 54"/>
                <a:gd name="T65" fmla="*/ 54 h 54"/>
                <a:gd name="T66" fmla="*/ 29 w 54"/>
                <a:gd name="T67" fmla="*/ 54 h 54"/>
                <a:gd name="T68" fmla="*/ 30 w 54"/>
                <a:gd name="T69" fmla="*/ 52 h 54"/>
                <a:gd name="T70" fmla="*/ 31 w 54"/>
                <a:gd name="T71" fmla="*/ 51 h 54"/>
                <a:gd name="T72" fmla="*/ 33 w 54"/>
                <a:gd name="T73" fmla="*/ 48 h 54"/>
                <a:gd name="T74" fmla="*/ 33 w 54"/>
                <a:gd name="T75" fmla="*/ 32 h 54"/>
                <a:gd name="T76" fmla="*/ 49 w 54"/>
                <a:gd name="T77" fmla="*/ 32 h 54"/>
                <a:gd name="T78" fmla="*/ 49 w 54"/>
                <a:gd name="T79" fmla="*/ 32 h 54"/>
                <a:gd name="T80" fmla="*/ 50 w 54"/>
                <a:gd name="T81" fmla="*/ 32 h 54"/>
                <a:gd name="T82" fmla="*/ 52 w 54"/>
                <a:gd name="T83" fmla="*/ 31 h 54"/>
                <a:gd name="T84" fmla="*/ 53 w 54"/>
                <a:gd name="T85" fmla="*/ 29 h 54"/>
                <a:gd name="T86" fmla="*/ 54 w 54"/>
                <a:gd name="T87" fmla="*/ 27 h 54"/>
                <a:gd name="T88" fmla="*/ 54 w 54"/>
                <a:gd name="T89" fmla="*/ 27 h 54"/>
                <a:gd name="T90" fmla="*/ 53 w 54"/>
                <a:gd name="T91" fmla="*/ 25 h 54"/>
                <a:gd name="T92" fmla="*/ 52 w 54"/>
                <a:gd name="T93" fmla="*/ 23 h 54"/>
                <a:gd name="T94" fmla="*/ 50 w 54"/>
                <a:gd name="T95" fmla="*/ 21 h 54"/>
                <a:gd name="T96" fmla="*/ 49 w 54"/>
                <a:gd name="T97" fmla="*/ 21 h 54"/>
                <a:gd name="T98" fmla="*/ 49 w 54"/>
                <a:gd name="T99" fmla="*/ 21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4" h="54">
                  <a:moveTo>
                    <a:pt x="49" y="21"/>
                  </a:moveTo>
                  <a:lnTo>
                    <a:pt x="33" y="21"/>
                  </a:lnTo>
                  <a:lnTo>
                    <a:pt x="33" y="5"/>
                  </a:lnTo>
                  <a:lnTo>
                    <a:pt x="33" y="5"/>
                  </a:lnTo>
                  <a:lnTo>
                    <a:pt x="31" y="4"/>
                  </a:lnTo>
                  <a:lnTo>
                    <a:pt x="30" y="1"/>
                  </a:lnTo>
                  <a:lnTo>
                    <a:pt x="29" y="0"/>
                  </a:lnTo>
                  <a:lnTo>
                    <a:pt x="27" y="0"/>
                  </a:lnTo>
                  <a:lnTo>
                    <a:pt x="27" y="0"/>
                  </a:lnTo>
                  <a:lnTo>
                    <a:pt x="25" y="0"/>
                  </a:lnTo>
                  <a:lnTo>
                    <a:pt x="23" y="1"/>
                  </a:lnTo>
                  <a:lnTo>
                    <a:pt x="22" y="4"/>
                  </a:lnTo>
                  <a:lnTo>
                    <a:pt x="22" y="5"/>
                  </a:lnTo>
                  <a:lnTo>
                    <a:pt x="22" y="21"/>
                  </a:lnTo>
                  <a:lnTo>
                    <a:pt x="6" y="21"/>
                  </a:lnTo>
                  <a:lnTo>
                    <a:pt x="6" y="21"/>
                  </a:lnTo>
                  <a:lnTo>
                    <a:pt x="3" y="21"/>
                  </a:lnTo>
                  <a:lnTo>
                    <a:pt x="2" y="23"/>
                  </a:lnTo>
                  <a:lnTo>
                    <a:pt x="0" y="25"/>
                  </a:lnTo>
                  <a:lnTo>
                    <a:pt x="0" y="27"/>
                  </a:lnTo>
                  <a:lnTo>
                    <a:pt x="0" y="27"/>
                  </a:lnTo>
                  <a:lnTo>
                    <a:pt x="0" y="29"/>
                  </a:lnTo>
                  <a:lnTo>
                    <a:pt x="2" y="31"/>
                  </a:lnTo>
                  <a:lnTo>
                    <a:pt x="3" y="32"/>
                  </a:lnTo>
                  <a:lnTo>
                    <a:pt x="6" y="32"/>
                  </a:lnTo>
                  <a:lnTo>
                    <a:pt x="22" y="32"/>
                  </a:lnTo>
                  <a:lnTo>
                    <a:pt x="22" y="48"/>
                  </a:lnTo>
                  <a:lnTo>
                    <a:pt x="22" y="48"/>
                  </a:lnTo>
                  <a:lnTo>
                    <a:pt x="22" y="51"/>
                  </a:lnTo>
                  <a:lnTo>
                    <a:pt x="23" y="52"/>
                  </a:lnTo>
                  <a:lnTo>
                    <a:pt x="25" y="54"/>
                  </a:lnTo>
                  <a:lnTo>
                    <a:pt x="27" y="54"/>
                  </a:lnTo>
                  <a:lnTo>
                    <a:pt x="27" y="54"/>
                  </a:lnTo>
                  <a:lnTo>
                    <a:pt x="29" y="54"/>
                  </a:lnTo>
                  <a:lnTo>
                    <a:pt x="30" y="52"/>
                  </a:lnTo>
                  <a:lnTo>
                    <a:pt x="31" y="51"/>
                  </a:lnTo>
                  <a:lnTo>
                    <a:pt x="33" y="48"/>
                  </a:lnTo>
                  <a:lnTo>
                    <a:pt x="33" y="32"/>
                  </a:lnTo>
                  <a:lnTo>
                    <a:pt x="49" y="32"/>
                  </a:lnTo>
                  <a:lnTo>
                    <a:pt x="49" y="32"/>
                  </a:lnTo>
                  <a:lnTo>
                    <a:pt x="50" y="32"/>
                  </a:lnTo>
                  <a:lnTo>
                    <a:pt x="52" y="31"/>
                  </a:lnTo>
                  <a:lnTo>
                    <a:pt x="53" y="29"/>
                  </a:lnTo>
                  <a:lnTo>
                    <a:pt x="54" y="27"/>
                  </a:lnTo>
                  <a:lnTo>
                    <a:pt x="54" y="27"/>
                  </a:lnTo>
                  <a:lnTo>
                    <a:pt x="53" y="25"/>
                  </a:lnTo>
                  <a:lnTo>
                    <a:pt x="52" y="23"/>
                  </a:lnTo>
                  <a:lnTo>
                    <a:pt x="50" y="21"/>
                  </a:lnTo>
                  <a:lnTo>
                    <a:pt x="49" y="21"/>
                  </a:lnTo>
                  <a:lnTo>
                    <a:pt x="49"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47" name="Group 146"/>
          <p:cNvGrpSpPr>
            <a:grpSpLocks noChangeAspect="1"/>
          </p:cNvGrpSpPr>
          <p:nvPr/>
        </p:nvGrpSpPr>
        <p:grpSpPr>
          <a:xfrm>
            <a:off x="3760898" y="5405144"/>
            <a:ext cx="186923" cy="180000"/>
            <a:chOff x="9499601" y="1792923"/>
            <a:chExt cx="257175" cy="247650"/>
          </a:xfrm>
        </p:grpSpPr>
        <p:sp>
          <p:nvSpPr>
            <p:cNvPr id="148" name="Freeform 334"/>
            <p:cNvSpPr>
              <a:spLocks/>
            </p:cNvSpPr>
            <p:nvPr/>
          </p:nvSpPr>
          <p:spPr bwMode="auto">
            <a:xfrm>
              <a:off x="9532938" y="1792923"/>
              <a:ext cx="128588" cy="144463"/>
            </a:xfrm>
            <a:custGeom>
              <a:avLst/>
              <a:gdLst>
                <a:gd name="T0" fmla="*/ 0 w 163"/>
                <a:gd name="T1" fmla="*/ 80 h 183"/>
                <a:gd name="T2" fmla="*/ 0 w 163"/>
                <a:gd name="T3" fmla="*/ 102 h 183"/>
                <a:gd name="T4" fmla="*/ 0 w 163"/>
                <a:gd name="T5" fmla="*/ 102 h 183"/>
                <a:gd name="T6" fmla="*/ 2 w 163"/>
                <a:gd name="T7" fmla="*/ 110 h 183"/>
                <a:gd name="T8" fmla="*/ 3 w 163"/>
                <a:gd name="T9" fmla="*/ 118 h 183"/>
                <a:gd name="T10" fmla="*/ 7 w 163"/>
                <a:gd name="T11" fmla="*/ 133 h 183"/>
                <a:gd name="T12" fmla="*/ 15 w 163"/>
                <a:gd name="T13" fmla="*/ 148 h 183"/>
                <a:gd name="T14" fmla="*/ 25 w 163"/>
                <a:gd name="T15" fmla="*/ 158 h 183"/>
                <a:gd name="T16" fmla="*/ 37 w 163"/>
                <a:gd name="T17" fmla="*/ 169 h 183"/>
                <a:gd name="T18" fmla="*/ 50 w 163"/>
                <a:gd name="T19" fmla="*/ 176 h 183"/>
                <a:gd name="T20" fmla="*/ 65 w 163"/>
                <a:gd name="T21" fmla="*/ 181 h 183"/>
                <a:gd name="T22" fmla="*/ 73 w 163"/>
                <a:gd name="T23" fmla="*/ 183 h 183"/>
                <a:gd name="T24" fmla="*/ 81 w 163"/>
                <a:gd name="T25" fmla="*/ 183 h 183"/>
                <a:gd name="T26" fmla="*/ 81 w 163"/>
                <a:gd name="T27" fmla="*/ 183 h 183"/>
                <a:gd name="T28" fmla="*/ 90 w 163"/>
                <a:gd name="T29" fmla="*/ 183 h 183"/>
                <a:gd name="T30" fmla="*/ 98 w 163"/>
                <a:gd name="T31" fmla="*/ 181 h 183"/>
                <a:gd name="T32" fmla="*/ 113 w 163"/>
                <a:gd name="T33" fmla="*/ 176 h 183"/>
                <a:gd name="T34" fmla="*/ 127 w 163"/>
                <a:gd name="T35" fmla="*/ 169 h 183"/>
                <a:gd name="T36" fmla="*/ 139 w 163"/>
                <a:gd name="T37" fmla="*/ 158 h 183"/>
                <a:gd name="T38" fmla="*/ 148 w 163"/>
                <a:gd name="T39" fmla="*/ 148 h 183"/>
                <a:gd name="T40" fmla="*/ 156 w 163"/>
                <a:gd name="T41" fmla="*/ 133 h 183"/>
                <a:gd name="T42" fmla="*/ 160 w 163"/>
                <a:gd name="T43" fmla="*/ 118 h 183"/>
                <a:gd name="T44" fmla="*/ 162 w 163"/>
                <a:gd name="T45" fmla="*/ 110 h 183"/>
                <a:gd name="T46" fmla="*/ 163 w 163"/>
                <a:gd name="T47" fmla="*/ 102 h 183"/>
                <a:gd name="T48" fmla="*/ 163 w 163"/>
                <a:gd name="T49" fmla="*/ 80 h 183"/>
                <a:gd name="T50" fmla="*/ 163 w 163"/>
                <a:gd name="T51" fmla="*/ 80 h 183"/>
                <a:gd name="T52" fmla="*/ 162 w 163"/>
                <a:gd name="T53" fmla="*/ 72 h 183"/>
                <a:gd name="T54" fmla="*/ 160 w 163"/>
                <a:gd name="T55" fmla="*/ 64 h 183"/>
                <a:gd name="T56" fmla="*/ 156 w 163"/>
                <a:gd name="T57" fmla="*/ 49 h 183"/>
                <a:gd name="T58" fmla="*/ 148 w 163"/>
                <a:gd name="T59" fmla="*/ 35 h 183"/>
                <a:gd name="T60" fmla="*/ 139 w 163"/>
                <a:gd name="T61" fmla="*/ 24 h 183"/>
                <a:gd name="T62" fmla="*/ 127 w 163"/>
                <a:gd name="T63" fmla="*/ 13 h 183"/>
                <a:gd name="T64" fmla="*/ 113 w 163"/>
                <a:gd name="T65" fmla="*/ 6 h 183"/>
                <a:gd name="T66" fmla="*/ 98 w 163"/>
                <a:gd name="T67" fmla="*/ 1 h 183"/>
                <a:gd name="T68" fmla="*/ 90 w 163"/>
                <a:gd name="T69" fmla="*/ 0 h 183"/>
                <a:gd name="T70" fmla="*/ 81 w 163"/>
                <a:gd name="T71" fmla="*/ 0 h 183"/>
                <a:gd name="T72" fmla="*/ 81 w 163"/>
                <a:gd name="T73" fmla="*/ 0 h 183"/>
                <a:gd name="T74" fmla="*/ 73 w 163"/>
                <a:gd name="T75" fmla="*/ 0 h 183"/>
                <a:gd name="T76" fmla="*/ 65 w 163"/>
                <a:gd name="T77" fmla="*/ 1 h 183"/>
                <a:gd name="T78" fmla="*/ 50 w 163"/>
                <a:gd name="T79" fmla="*/ 6 h 183"/>
                <a:gd name="T80" fmla="*/ 37 w 163"/>
                <a:gd name="T81" fmla="*/ 13 h 183"/>
                <a:gd name="T82" fmla="*/ 25 w 163"/>
                <a:gd name="T83" fmla="*/ 24 h 183"/>
                <a:gd name="T84" fmla="*/ 15 w 163"/>
                <a:gd name="T85" fmla="*/ 35 h 183"/>
                <a:gd name="T86" fmla="*/ 7 w 163"/>
                <a:gd name="T87" fmla="*/ 49 h 183"/>
                <a:gd name="T88" fmla="*/ 3 w 163"/>
                <a:gd name="T89" fmla="*/ 64 h 183"/>
                <a:gd name="T90" fmla="*/ 2 w 163"/>
                <a:gd name="T91" fmla="*/ 72 h 183"/>
                <a:gd name="T92" fmla="*/ 0 w 163"/>
                <a:gd name="T93" fmla="*/ 80 h 183"/>
                <a:gd name="T94" fmla="*/ 0 w 163"/>
                <a:gd name="T95" fmla="*/ 80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63" h="183">
                  <a:moveTo>
                    <a:pt x="0" y="80"/>
                  </a:moveTo>
                  <a:lnTo>
                    <a:pt x="0" y="102"/>
                  </a:lnTo>
                  <a:lnTo>
                    <a:pt x="0" y="102"/>
                  </a:lnTo>
                  <a:lnTo>
                    <a:pt x="2" y="110"/>
                  </a:lnTo>
                  <a:lnTo>
                    <a:pt x="3" y="118"/>
                  </a:lnTo>
                  <a:lnTo>
                    <a:pt x="7" y="133"/>
                  </a:lnTo>
                  <a:lnTo>
                    <a:pt x="15" y="148"/>
                  </a:lnTo>
                  <a:lnTo>
                    <a:pt x="25" y="158"/>
                  </a:lnTo>
                  <a:lnTo>
                    <a:pt x="37" y="169"/>
                  </a:lnTo>
                  <a:lnTo>
                    <a:pt x="50" y="176"/>
                  </a:lnTo>
                  <a:lnTo>
                    <a:pt x="65" y="181"/>
                  </a:lnTo>
                  <a:lnTo>
                    <a:pt x="73" y="183"/>
                  </a:lnTo>
                  <a:lnTo>
                    <a:pt x="81" y="183"/>
                  </a:lnTo>
                  <a:lnTo>
                    <a:pt x="81" y="183"/>
                  </a:lnTo>
                  <a:lnTo>
                    <a:pt x="90" y="183"/>
                  </a:lnTo>
                  <a:lnTo>
                    <a:pt x="98" y="181"/>
                  </a:lnTo>
                  <a:lnTo>
                    <a:pt x="113" y="176"/>
                  </a:lnTo>
                  <a:lnTo>
                    <a:pt x="127" y="169"/>
                  </a:lnTo>
                  <a:lnTo>
                    <a:pt x="139" y="158"/>
                  </a:lnTo>
                  <a:lnTo>
                    <a:pt x="148" y="148"/>
                  </a:lnTo>
                  <a:lnTo>
                    <a:pt x="156" y="133"/>
                  </a:lnTo>
                  <a:lnTo>
                    <a:pt x="160" y="118"/>
                  </a:lnTo>
                  <a:lnTo>
                    <a:pt x="162" y="110"/>
                  </a:lnTo>
                  <a:lnTo>
                    <a:pt x="163" y="102"/>
                  </a:lnTo>
                  <a:lnTo>
                    <a:pt x="163" y="80"/>
                  </a:lnTo>
                  <a:lnTo>
                    <a:pt x="163" y="80"/>
                  </a:lnTo>
                  <a:lnTo>
                    <a:pt x="162" y="72"/>
                  </a:lnTo>
                  <a:lnTo>
                    <a:pt x="160" y="64"/>
                  </a:lnTo>
                  <a:lnTo>
                    <a:pt x="156" y="49"/>
                  </a:lnTo>
                  <a:lnTo>
                    <a:pt x="148" y="35"/>
                  </a:lnTo>
                  <a:lnTo>
                    <a:pt x="139" y="24"/>
                  </a:lnTo>
                  <a:lnTo>
                    <a:pt x="127" y="13"/>
                  </a:lnTo>
                  <a:lnTo>
                    <a:pt x="113" y="6"/>
                  </a:lnTo>
                  <a:lnTo>
                    <a:pt x="98" y="1"/>
                  </a:lnTo>
                  <a:lnTo>
                    <a:pt x="90" y="0"/>
                  </a:lnTo>
                  <a:lnTo>
                    <a:pt x="81" y="0"/>
                  </a:lnTo>
                  <a:lnTo>
                    <a:pt x="81" y="0"/>
                  </a:lnTo>
                  <a:lnTo>
                    <a:pt x="73" y="0"/>
                  </a:lnTo>
                  <a:lnTo>
                    <a:pt x="65" y="1"/>
                  </a:lnTo>
                  <a:lnTo>
                    <a:pt x="50" y="6"/>
                  </a:lnTo>
                  <a:lnTo>
                    <a:pt x="37" y="13"/>
                  </a:lnTo>
                  <a:lnTo>
                    <a:pt x="25" y="24"/>
                  </a:lnTo>
                  <a:lnTo>
                    <a:pt x="15" y="35"/>
                  </a:lnTo>
                  <a:lnTo>
                    <a:pt x="7" y="49"/>
                  </a:lnTo>
                  <a:lnTo>
                    <a:pt x="3" y="64"/>
                  </a:lnTo>
                  <a:lnTo>
                    <a:pt x="2" y="72"/>
                  </a:lnTo>
                  <a:lnTo>
                    <a:pt x="0" y="80"/>
                  </a:lnTo>
                  <a:lnTo>
                    <a:pt x="0" y="8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9" name="Freeform 335"/>
            <p:cNvSpPr>
              <a:spLocks noEditPoints="1"/>
            </p:cNvSpPr>
            <p:nvPr/>
          </p:nvSpPr>
          <p:spPr bwMode="auto">
            <a:xfrm>
              <a:off x="9499601" y="1929448"/>
              <a:ext cx="257175" cy="111125"/>
            </a:xfrm>
            <a:custGeom>
              <a:avLst/>
              <a:gdLst>
                <a:gd name="T0" fmla="*/ 254 w 324"/>
                <a:gd name="T1" fmla="*/ 0 h 140"/>
                <a:gd name="T2" fmla="*/ 233 w 324"/>
                <a:gd name="T3" fmla="*/ 2 h 140"/>
                <a:gd name="T4" fmla="*/ 214 w 324"/>
                <a:gd name="T5" fmla="*/ 12 h 140"/>
                <a:gd name="T6" fmla="*/ 199 w 324"/>
                <a:gd name="T7" fmla="*/ 27 h 140"/>
                <a:gd name="T8" fmla="*/ 188 w 324"/>
                <a:gd name="T9" fmla="*/ 44 h 140"/>
                <a:gd name="T10" fmla="*/ 179 w 324"/>
                <a:gd name="T11" fmla="*/ 43 h 140"/>
                <a:gd name="T12" fmla="*/ 70 w 324"/>
                <a:gd name="T13" fmla="*/ 43 h 140"/>
                <a:gd name="T14" fmla="*/ 43 w 324"/>
                <a:gd name="T15" fmla="*/ 48 h 140"/>
                <a:gd name="T16" fmla="*/ 22 w 324"/>
                <a:gd name="T17" fmla="*/ 63 h 140"/>
                <a:gd name="T18" fmla="*/ 6 w 324"/>
                <a:gd name="T19" fmla="*/ 86 h 140"/>
                <a:gd name="T20" fmla="*/ 0 w 324"/>
                <a:gd name="T21" fmla="*/ 113 h 140"/>
                <a:gd name="T22" fmla="*/ 0 w 324"/>
                <a:gd name="T23" fmla="*/ 134 h 140"/>
                <a:gd name="T24" fmla="*/ 3 w 324"/>
                <a:gd name="T25" fmla="*/ 138 h 140"/>
                <a:gd name="T26" fmla="*/ 6 w 324"/>
                <a:gd name="T27" fmla="*/ 140 h 140"/>
                <a:gd name="T28" fmla="*/ 254 w 324"/>
                <a:gd name="T29" fmla="*/ 140 h 140"/>
                <a:gd name="T30" fmla="*/ 281 w 324"/>
                <a:gd name="T31" fmla="*/ 134 h 140"/>
                <a:gd name="T32" fmla="*/ 303 w 324"/>
                <a:gd name="T33" fmla="*/ 119 h 140"/>
                <a:gd name="T34" fmla="*/ 319 w 324"/>
                <a:gd name="T35" fmla="*/ 97 h 140"/>
                <a:gd name="T36" fmla="*/ 324 w 324"/>
                <a:gd name="T37" fmla="*/ 70 h 140"/>
                <a:gd name="T38" fmla="*/ 323 w 324"/>
                <a:gd name="T39" fmla="*/ 56 h 140"/>
                <a:gd name="T40" fmla="*/ 312 w 324"/>
                <a:gd name="T41" fmla="*/ 31 h 140"/>
                <a:gd name="T42" fmla="*/ 293 w 324"/>
                <a:gd name="T43" fmla="*/ 12 h 140"/>
                <a:gd name="T44" fmla="*/ 268 w 324"/>
                <a:gd name="T45" fmla="*/ 1 h 140"/>
                <a:gd name="T46" fmla="*/ 254 w 324"/>
                <a:gd name="T47" fmla="*/ 0 h 140"/>
                <a:gd name="T48" fmla="*/ 254 w 324"/>
                <a:gd name="T49" fmla="*/ 129 h 140"/>
                <a:gd name="T50" fmla="*/ 230 w 324"/>
                <a:gd name="T51" fmla="*/ 125 h 140"/>
                <a:gd name="T52" fmla="*/ 211 w 324"/>
                <a:gd name="T53" fmla="*/ 111 h 140"/>
                <a:gd name="T54" fmla="*/ 199 w 324"/>
                <a:gd name="T55" fmla="*/ 93 h 140"/>
                <a:gd name="T56" fmla="*/ 195 w 324"/>
                <a:gd name="T57" fmla="*/ 70 h 140"/>
                <a:gd name="T58" fmla="*/ 195 w 324"/>
                <a:gd name="T59" fmla="*/ 58 h 140"/>
                <a:gd name="T60" fmla="*/ 205 w 324"/>
                <a:gd name="T61" fmla="*/ 36 h 140"/>
                <a:gd name="T62" fmla="*/ 221 w 324"/>
                <a:gd name="T63" fmla="*/ 21 h 140"/>
                <a:gd name="T64" fmla="*/ 242 w 324"/>
                <a:gd name="T65" fmla="*/ 12 h 140"/>
                <a:gd name="T66" fmla="*/ 254 w 324"/>
                <a:gd name="T67" fmla="*/ 11 h 140"/>
                <a:gd name="T68" fmla="*/ 277 w 324"/>
                <a:gd name="T69" fmla="*/ 16 h 140"/>
                <a:gd name="T70" fmla="*/ 296 w 324"/>
                <a:gd name="T71" fmla="*/ 28 h 140"/>
                <a:gd name="T72" fmla="*/ 308 w 324"/>
                <a:gd name="T73" fmla="*/ 47 h 140"/>
                <a:gd name="T74" fmla="*/ 313 w 324"/>
                <a:gd name="T75" fmla="*/ 70 h 140"/>
                <a:gd name="T76" fmla="*/ 312 w 324"/>
                <a:gd name="T77" fmla="*/ 82 h 140"/>
                <a:gd name="T78" fmla="*/ 303 w 324"/>
                <a:gd name="T79" fmla="*/ 103 h 140"/>
                <a:gd name="T80" fmla="*/ 287 w 324"/>
                <a:gd name="T81" fmla="*/ 119 h 140"/>
                <a:gd name="T82" fmla="*/ 265 w 324"/>
                <a:gd name="T83" fmla="*/ 127 h 140"/>
                <a:gd name="T84" fmla="*/ 254 w 324"/>
                <a:gd name="T85" fmla="*/ 129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24" h="140">
                  <a:moveTo>
                    <a:pt x="254" y="0"/>
                  </a:moveTo>
                  <a:lnTo>
                    <a:pt x="254" y="0"/>
                  </a:lnTo>
                  <a:lnTo>
                    <a:pt x="244" y="1"/>
                  </a:lnTo>
                  <a:lnTo>
                    <a:pt x="233" y="2"/>
                  </a:lnTo>
                  <a:lnTo>
                    <a:pt x="223" y="7"/>
                  </a:lnTo>
                  <a:lnTo>
                    <a:pt x="214" y="12"/>
                  </a:lnTo>
                  <a:lnTo>
                    <a:pt x="206" y="19"/>
                  </a:lnTo>
                  <a:lnTo>
                    <a:pt x="199" y="27"/>
                  </a:lnTo>
                  <a:lnTo>
                    <a:pt x="194" y="35"/>
                  </a:lnTo>
                  <a:lnTo>
                    <a:pt x="188" y="44"/>
                  </a:lnTo>
                  <a:lnTo>
                    <a:pt x="188" y="44"/>
                  </a:lnTo>
                  <a:lnTo>
                    <a:pt x="179" y="43"/>
                  </a:lnTo>
                  <a:lnTo>
                    <a:pt x="70" y="43"/>
                  </a:lnTo>
                  <a:lnTo>
                    <a:pt x="70" y="43"/>
                  </a:lnTo>
                  <a:lnTo>
                    <a:pt x="57" y="44"/>
                  </a:lnTo>
                  <a:lnTo>
                    <a:pt x="43" y="48"/>
                  </a:lnTo>
                  <a:lnTo>
                    <a:pt x="31" y="55"/>
                  </a:lnTo>
                  <a:lnTo>
                    <a:pt x="22" y="63"/>
                  </a:lnTo>
                  <a:lnTo>
                    <a:pt x="12" y="74"/>
                  </a:lnTo>
                  <a:lnTo>
                    <a:pt x="6" y="86"/>
                  </a:lnTo>
                  <a:lnTo>
                    <a:pt x="2" y="99"/>
                  </a:lnTo>
                  <a:lnTo>
                    <a:pt x="0" y="113"/>
                  </a:lnTo>
                  <a:lnTo>
                    <a:pt x="0" y="134"/>
                  </a:lnTo>
                  <a:lnTo>
                    <a:pt x="0" y="134"/>
                  </a:lnTo>
                  <a:lnTo>
                    <a:pt x="2" y="137"/>
                  </a:lnTo>
                  <a:lnTo>
                    <a:pt x="3" y="138"/>
                  </a:lnTo>
                  <a:lnTo>
                    <a:pt x="4" y="140"/>
                  </a:lnTo>
                  <a:lnTo>
                    <a:pt x="6" y="140"/>
                  </a:lnTo>
                  <a:lnTo>
                    <a:pt x="254" y="140"/>
                  </a:lnTo>
                  <a:lnTo>
                    <a:pt x="254" y="140"/>
                  </a:lnTo>
                  <a:lnTo>
                    <a:pt x="268" y="138"/>
                  </a:lnTo>
                  <a:lnTo>
                    <a:pt x="281" y="134"/>
                  </a:lnTo>
                  <a:lnTo>
                    <a:pt x="293" y="127"/>
                  </a:lnTo>
                  <a:lnTo>
                    <a:pt x="303" y="119"/>
                  </a:lnTo>
                  <a:lnTo>
                    <a:pt x="312" y="109"/>
                  </a:lnTo>
                  <a:lnTo>
                    <a:pt x="319" y="97"/>
                  </a:lnTo>
                  <a:lnTo>
                    <a:pt x="323" y="84"/>
                  </a:lnTo>
                  <a:lnTo>
                    <a:pt x="324" y="70"/>
                  </a:lnTo>
                  <a:lnTo>
                    <a:pt x="324" y="70"/>
                  </a:lnTo>
                  <a:lnTo>
                    <a:pt x="323" y="56"/>
                  </a:lnTo>
                  <a:lnTo>
                    <a:pt x="319" y="43"/>
                  </a:lnTo>
                  <a:lnTo>
                    <a:pt x="312" y="31"/>
                  </a:lnTo>
                  <a:lnTo>
                    <a:pt x="303" y="20"/>
                  </a:lnTo>
                  <a:lnTo>
                    <a:pt x="293" y="12"/>
                  </a:lnTo>
                  <a:lnTo>
                    <a:pt x="281" y="5"/>
                  </a:lnTo>
                  <a:lnTo>
                    <a:pt x="268" y="1"/>
                  </a:lnTo>
                  <a:lnTo>
                    <a:pt x="254" y="0"/>
                  </a:lnTo>
                  <a:lnTo>
                    <a:pt x="254" y="0"/>
                  </a:lnTo>
                  <a:close/>
                  <a:moveTo>
                    <a:pt x="254" y="129"/>
                  </a:moveTo>
                  <a:lnTo>
                    <a:pt x="254" y="129"/>
                  </a:lnTo>
                  <a:lnTo>
                    <a:pt x="242" y="127"/>
                  </a:lnTo>
                  <a:lnTo>
                    <a:pt x="230" y="125"/>
                  </a:lnTo>
                  <a:lnTo>
                    <a:pt x="221" y="119"/>
                  </a:lnTo>
                  <a:lnTo>
                    <a:pt x="211" y="111"/>
                  </a:lnTo>
                  <a:lnTo>
                    <a:pt x="205" y="103"/>
                  </a:lnTo>
                  <a:lnTo>
                    <a:pt x="199" y="93"/>
                  </a:lnTo>
                  <a:lnTo>
                    <a:pt x="195" y="82"/>
                  </a:lnTo>
                  <a:lnTo>
                    <a:pt x="195" y="70"/>
                  </a:lnTo>
                  <a:lnTo>
                    <a:pt x="195" y="70"/>
                  </a:lnTo>
                  <a:lnTo>
                    <a:pt x="195" y="58"/>
                  </a:lnTo>
                  <a:lnTo>
                    <a:pt x="199" y="47"/>
                  </a:lnTo>
                  <a:lnTo>
                    <a:pt x="205" y="36"/>
                  </a:lnTo>
                  <a:lnTo>
                    <a:pt x="211" y="28"/>
                  </a:lnTo>
                  <a:lnTo>
                    <a:pt x="221" y="21"/>
                  </a:lnTo>
                  <a:lnTo>
                    <a:pt x="230" y="16"/>
                  </a:lnTo>
                  <a:lnTo>
                    <a:pt x="242" y="12"/>
                  </a:lnTo>
                  <a:lnTo>
                    <a:pt x="254" y="11"/>
                  </a:lnTo>
                  <a:lnTo>
                    <a:pt x="254" y="11"/>
                  </a:lnTo>
                  <a:lnTo>
                    <a:pt x="265" y="12"/>
                  </a:lnTo>
                  <a:lnTo>
                    <a:pt x="277" y="16"/>
                  </a:lnTo>
                  <a:lnTo>
                    <a:pt x="287" y="21"/>
                  </a:lnTo>
                  <a:lnTo>
                    <a:pt x="296" y="28"/>
                  </a:lnTo>
                  <a:lnTo>
                    <a:pt x="303" y="36"/>
                  </a:lnTo>
                  <a:lnTo>
                    <a:pt x="308" y="47"/>
                  </a:lnTo>
                  <a:lnTo>
                    <a:pt x="312" y="58"/>
                  </a:lnTo>
                  <a:lnTo>
                    <a:pt x="313" y="70"/>
                  </a:lnTo>
                  <a:lnTo>
                    <a:pt x="313" y="70"/>
                  </a:lnTo>
                  <a:lnTo>
                    <a:pt x="312" y="82"/>
                  </a:lnTo>
                  <a:lnTo>
                    <a:pt x="308" y="93"/>
                  </a:lnTo>
                  <a:lnTo>
                    <a:pt x="303" y="103"/>
                  </a:lnTo>
                  <a:lnTo>
                    <a:pt x="296" y="111"/>
                  </a:lnTo>
                  <a:lnTo>
                    <a:pt x="287" y="119"/>
                  </a:lnTo>
                  <a:lnTo>
                    <a:pt x="277" y="125"/>
                  </a:lnTo>
                  <a:lnTo>
                    <a:pt x="265" y="127"/>
                  </a:lnTo>
                  <a:lnTo>
                    <a:pt x="254" y="129"/>
                  </a:lnTo>
                  <a:lnTo>
                    <a:pt x="254" y="1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0" name="Freeform 336"/>
            <p:cNvSpPr>
              <a:spLocks/>
            </p:cNvSpPr>
            <p:nvPr/>
          </p:nvSpPr>
          <p:spPr bwMode="auto">
            <a:xfrm>
              <a:off x="9678988" y="1962785"/>
              <a:ext cx="42863" cy="42863"/>
            </a:xfrm>
            <a:custGeom>
              <a:avLst/>
              <a:gdLst>
                <a:gd name="T0" fmla="*/ 49 w 54"/>
                <a:gd name="T1" fmla="*/ 21 h 54"/>
                <a:gd name="T2" fmla="*/ 33 w 54"/>
                <a:gd name="T3" fmla="*/ 21 h 54"/>
                <a:gd name="T4" fmla="*/ 33 w 54"/>
                <a:gd name="T5" fmla="*/ 5 h 54"/>
                <a:gd name="T6" fmla="*/ 33 w 54"/>
                <a:gd name="T7" fmla="*/ 5 h 54"/>
                <a:gd name="T8" fmla="*/ 31 w 54"/>
                <a:gd name="T9" fmla="*/ 4 h 54"/>
                <a:gd name="T10" fmla="*/ 30 w 54"/>
                <a:gd name="T11" fmla="*/ 1 h 54"/>
                <a:gd name="T12" fmla="*/ 29 w 54"/>
                <a:gd name="T13" fmla="*/ 0 h 54"/>
                <a:gd name="T14" fmla="*/ 27 w 54"/>
                <a:gd name="T15" fmla="*/ 0 h 54"/>
                <a:gd name="T16" fmla="*/ 27 w 54"/>
                <a:gd name="T17" fmla="*/ 0 h 54"/>
                <a:gd name="T18" fmla="*/ 25 w 54"/>
                <a:gd name="T19" fmla="*/ 0 h 54"/>
                <a:gd name="T20" fmla="*/ 23 w 54"/>
                <a:gd name="T21" fmla="*/ 1 h 54"/>
                <a:gd name="T22" fmla="*/ 22 w 54"/>
                <a:gd name="T23" fmla="*/ 4 h 54"/>
                <a:gd name="T24" fmla="*/ 22 w 54"/>
                <a:gd name="T25" fmla="*/ 5 h 54"/>
                <a:gd name="T26" fmla="*/ 22 w 54"/>
                <a:gd name="T27" fmla="*/ 21 h 54"/>
                <a:gd name="T28" fmla="*/ 6 w 54"/>
                <a:gd name="T29" fmla="*/ 21 h 54"/>
                <a:gd name="T30" fmla="*/ 6 w 54"/>
                <a:gd name="T31" fmla="*/ 21 h 54"/>
                <a:gd name="T32" fmla="*/ 3 w 54"/>
                <a:gd name="T33" fmla="*/ 21 h 54"/>
                <a:gd name="T34" fmla="*/ 2 w 54"/>
                <a:gd name="T35" fmla="*/ 23 h 54"/>
                <a:gd name="T36" fmla="*/ 0 w 54"/>
                <a:gd name="T37" fmla="*/ 25 h 54"/>
                <a:gd name="T38" fmla="*/ 0 w 54"/>
                <a:gd name="T39" fmla="*/ 27 h 54"/>
                <a:gd name="T40" fmla="*/ 0 w 54"/>
                <a:gd name="T41" fmla="*/ 27 h 54"/>
                <a:gd name="T42" fmla="*/ 0 w 54"/>
                <a:gd name="T43" fmla="*/ 29 h 54"/>
                <a:gd name="T44" fmla="*/ 2 w 54"/>
                <a:gd name="T45" fmla="*/ 31 h 54"/>
                <a:gd name="T46" fmla="*/ 3 w 54"/>
                <a:gd name="T47" fmla="*/ 32 h 54"/>
                <a:gd name="T48" fmla="*/ 6 w 54"/>
                <a:gd name="T49" fmla="*/ 32 h 54"/>
                <a:gd name="T50" fmla="*/ 22 w 54"/>
                <a:gd name="T51" fmla="*/ 32 h 54"/>
                <a:gd name="T52" fmla="*/ 22 w 54"/>
                <a:gd name="T53" fmla="*/ 48 h 54"/>
                <a:gd name="T54" fmla="*/ 22 w 54"/>
                <a:gd name="T55" fmla="*/ 48 h 54"/>
                <a:gd name="T56" fmla="*/ 22 w 54"/>
                <a:gd name="T57" fmla="*/ 51 h 54"/>
                <a:gd name="T58" fmla="*/ 23 w 54"/>
                <a:gd name="T59" fmla="*/ 52 h 54"/>
                <a:gd name="T60" fmla="*/ 25 w 54"/>
                <a:gd name="T61" fmla="*/ 54 h 54"/>
                <a:gd name="T62" fmla="*/ 27 w 54"/>
                <a:gd name="T63" fmla="*/ 54 h 54"/>
                <a:gd name="T64" fmla="*/ 27 w 54"/>
                <a:gd name="T65" fmla="*/ 54 h 54"/>
                <a:gd name="T66" fmla="*/ 29 w 54"/>
                <a:gd name="T67" fmla="*/ 54 h 54"/>
                <a:gd name="T68" fmla="*/ 30 w 54"/>
                <a:gd name="T69" fmla="*/ 52 h 54"/>
                <a:gd name="T70" fmla="*/ 31 w 54"/>
                <a:gd name="T71" fmla="*/ 51 h 54"/>
                <a:gd name="T72" fmla="*/ 33 w 54"/>
                <a:gd name="T73" fmla="*/ 48 h 54"/>
                <a:gd name="T74" fmla="*/ 33 w 54"/>
                <a:gd name="T75" fmla="*/ 32 h 54"/>
                <a:gd name="T76" fmla="*/ 49 w 54"/>
                <a:gd name="T77" fmla="*/ 32 h 54"/>
                <a:gd name="T78" fmla="*/ 49 w 54"/>
                <a:gd name="T79" fmla="*/ 32 h 54"/>
                <a:gd name="T80" fmla="*/ 50 w 54"/>
                <a:gd name="T81" fmla="*/ 32 h 54"/>
                <a:gd name="T82" fmla="*/ 52 w 54"/>
                <a:gd name="T83" fmla="*/ 31 h 54"/>
                <a:gd name="T84" fmla="*/ 53 w 54"/>
                <a:gd name="T85" fmla="*/ 29 h 54"/>
                <a:gd name="T86" fmla="*/ 54 w 54"/>
                <a:gd name="T87" fmla="*/ 27 h 54"/>
                <a:gd name="T88" fmla="*/ 54 w 54"/>
                <a:gd name="T89" fmla="*/ 27 h 54"/>
                <a:gd name="T90" fmla="*/ 53 w 54"/>
                <a:gd name="T91" fmla="*/ 25 h 54"/>
                <a:gd name="T92" fmla="*/ 52 w 54"/>
                <a:gd name="T93" fmla="*/ 23 h 54"/>
                <a:gd name="T94" fmla="*/ 50 w 54"/>
                <a:gd name="T95" fmla="*/ 21 h 54"/>
                <a:gd name="T96" fmla="*/ 49 w 54"/>
                <a:gd name="T97" fmla="*/ 21 h 54"/>
                <a:gd name="T98" fmla="*/ 49 w 54"/>
                <a:gd name="T99" fmla="*/ 21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4" h="54">
                  <a:moveTo>
                    <a:pt x="49" y="21"/>
                  </a:moveTo>
                  <a:lnTo>
                    <a:pt x="33" y="21"/>
                  </a:lnTo>
                  <a:lnTo>
                    <a:pt x="33" y="5"/>
                  </a:lnTo>
                  <a:lnTo>
                    <a:pt x="33" y="5"/>
                  </a:lnTo>
                  <a:lnTo>
                    <a:pt x="31" y="4"/>
                  </a:lnTo>
                  <a:lnTo>
                    <a:pt x="30" y="1"/>
                  </a:lnTo>
                  <a:lnTo>
                    <a:pt x="29" y="0"/>
                  </a:lnTo>
                  <a:lnTo>
                    <a:pt x="27" y="0"/>
                  </a:lnTo>
                  <a:lnTo>
                    <a:pt x="27" y="0"/>
                  </a:lnTo>
                  <a:lnTo>
                    <a:pt x="25" y="0"/>
                  </a:lnTo>
                  <a:lnTo>
                    <a:pt x="23" y="1"/>
                  </a:lnTo>
                  <a:lnTo>
                    <a:pt x="22" y="4"/>
                  </a:lnTo>
                  <a:lnTo>
                    <a:pt x="22" y="5"/>
                  </a:lnTo>
                  <a:lnTo>
                    <a:pt x="22" y="21"/>
                  </a:lnTo>
                  <a:lnTo>
                    <a:pt x="6" y="21"/>
                  </a:lnTo>
                  <a:lnTo>
                    <a:pt x="6" y="21"/>
                  </a:lnTo>
                  <a:lnTo>
                    <a:pt x="3" y="21"/>
                  </a:lnTo>
                  <a:lnTo>
                    <a:pt x="2" y="23"/>
                  </a:lnTo>
                  <a:lnTo>
                    <a:pt x="0" y="25"/>
                  </a:lnTo>
                  <a:lnTo>
                    <a:pt x="0" y="27"/>
                  </a:lnTo>
                  <a:lnTo>
                    <a:pt x="0" y="27"/>
                  </a:lnTo>
                  <a:lnTo>
                    <a:pt x="0" y="29"/>
                  </a:lnTo>
                  <a:lnTo>
                    <a:pt x="2" y="31"/>
                  </a:lnTo>
                  <a:lnTo>
                    <a:pt x="3" y="32"/>
                  </a:lnTo>
                  <a:lnTo>
                    <a:pt x="6" y="32"/>
                  </a:lnTo>
                  <a:lnTo>
                    <a:pt x="22" y="32"/>
                  </a:lnTo>
                  <a:lnTo>
                    <a:pt x="22" y="48"/>
                  </a:lnTo>
                  <a:lnTo>
                    <a:pt x="22" y="48"/>
                  </a:lnTo>
                  <a:lnTo>
                    <a:pt x="22" y="51"/>
                  </a:lnTo>
                  <a:lnTo>
                    <a:pt x="23" y="52"/>
                  </a:lnTo>
                  <a:lnTo>
                    <a:pt x="25" y="54"/>
                  </a:lnTo>
                  <a:lnTo>
                    <a:pt x="27" y="54"/>
                  </a:lnTo>
                  <a:lnTo>
                    <a:pt x="27" y="54"/>
                  </a:lnTo>
                  <a:lnTo>
                    <a:pt x="29" y="54"/>
                  </a:lnTo>
                  <a:lnTo>
                    <a:pt x="30" y="52"/>
                  </a:lnTo>
                  <a:lnTo>
                    <a:pt x="31" y="51"/>
                  </a:lnTo>
                  <a:lnTo>
                    <a:pt x="33" y="48"/>
                  </a:lnTo>
                  <a:lnTo>
                    <a:pt x="33" y="32"/>
                  </a:lnTo>
                  <a:lnTo>
                    <a:pt x="49" y="32"/>
                  </a:lnTo>
                  <a:lnTo>
                    <a:pt x="49" y="32"/>
                  </a:lnTo>
                  <a:lnTo>
                    <a:pt x="50" y="32"/>
                  </a:lnTo>
                  <a:lnTo>
                    <a:pt x="52" y="31"/>
                  </a:lnTo>
                  <a:lnTo>
                    <a:pt x="53" y="29"/>
                  </a:lnTo>
                  <a:lnTo>
                    <a:pt x="54" y="27"/>
                  </a:lnTo>
                  <a:lnTo>
                    <a:pt x="54" y="27"/>
                  </a:lnTo>
                  <a:lnTo>
                    <a:pt x="53" y="25"/>
                  </a:lnTo>
                  <a:lnTo>
                    <a:pt x="52" y="23"/>
                  </a:lnTo>
                  <a:lnTo>
                    <a:pt x="50" y="21"/>
                  </a:lnTo>
                  <a:lnTo>
                    <a:pt x="49" y="21"/>
                  </a:lnTo>
                  <a:lnTo>
                    <a:pt x="49"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51" name="Group 150"/>
          <p:cNvGrpSpPr>
            <a:grpSpLocks noChangeAspect="1"/>
          </p:cNvGrpSpPr>
          <p:nvPr/>
        </p:nvGrpSpPr>
        <p:grpSpPr>
          <a:xfrm>
            <a:off x="5625699" y="5367188"/>
            <a:ext cx="186923" cy="180000"/>
            <a:chOff x="9499601" y="1792923"/>
            <a:chExt cx="257175" cy="247650"/>
          </a:xfrm>
        </p:grpSpPr>
        <p:sp>
          <p:nvSpPr>
            <p:cNvPr id="152" name="Freeform 334"/>
            <p:cNvSpPr>
              <a:spLocks/>
            </p:cNvSpPr>
            <p:nvPr/>
          </p:nvSpPr>
          <p:spPr bwMode="auto">
            <a:xfrm>
              <a:off x="9532938" y="1792923"/>
              <a:ext cx="128588" cy="144463"/>
            </a:xfrm>
            <a:custGeom>
              <a:avLst/>
              <a:gdLst>
                <a:gd name="T0" fmla="*/ 0 w 163"/>
                <a:gd name="T1" fmla="*/ 80 h 183"/>
                <a:gd name="T2" fmla="*/ 0 w 163"/>
                <a:gd name="T3" fmla="*/ 102 h 183"/>
                <a:gd name="T4" fmla="*/ 0 w 163"/>
                <a:gd name="T5" fmla="*/ 102 h 183"/>
                <a:gd name="T6" fmla="*/ 2 w 163"/>
                <a:gd name="T7" fmla="*/ 110 h 183"/>
                <a:gd name="T8" fmla="*/ 3 w 163"/>
                <a:gd name="T9" fmla="*/ 118 h 183"/>
                <a:gd name="T10" fmla="*/ 7 w 163"/>
                <a:gd name="T11" fmla="*/ 133 h 183"/>
                <a:gd name="T12" fmla="*/ 15 w 163"/>
                <a:gd name="T13" fmla="*/ 148 h 183"/>
                <a:gd name="T14" fmla="*/ 25 w 163"/>
                <a:gd name="T15" fmla="*/ 158 h 183"/>
                <a:gd name="T16" fmla="*/ 37 w 163"/>
                <a:gd name="T17" fmla="*/ 169 h 183"/>
                <a:gd name="T18" fmla="*/ 50 w 163"/>
                <a:gd name="T19" fmla="*/ 176 h 183"/>
                <a:gd name="T20" fmla="*/ 65 w 163"/>
                <a:gd name="T21" fmla="*/ 181 h 183"/>
                <a:gd name="T22" fmla="*/ 73 w 163"/>
                <a:gd name="T23" fmla="*/ 183 h 183"/>
                <a:gd name="T24" fmla="*/ 81 w 163"/>
                <a:gd name="T25" fmla="*/ 183 h 183"/>
                <a:gd name="T26" fmla="*/ 81 w 163"/>
                <a:gd name="T27" fmla="*/ 183 h 183"/>
                <a:gd name="T28" fmla="*/ 90 w 163"/>
                <a:gd name="T29" fmla="*/ 183 h 183"/>
                <a:gd name="T30" fmla="*/ 98 w 163"/>
                <a:gd name="T31" fmla="*/ 181 h 183"/>
                <a:gd name="T32" fmla="*/ 113 w 163"/>
                <a:gd name="T33" fmla="*/ 176 h 183"/>
                <a:gd name="T34" fmla="*/ 127 w 163"/>
                <a:gd name="T35" fmla="*/ 169 h 183"/>
                <a:gd name="T36" fmla="*/ 139 w 163"/>
                <a:gd name="T37" fmla="*/ 158 h 183"/>
                <a:gd name="T38" fmla="*/ 148 w 163"/>
                <a:gd name="T39" fmla="*/ 148 h 183"/>
                <a:gd name="T40" fmla="*/ 156 w 163"/>
                <a:gd name="T41" fmla="*/ 133 h 183"/>
                <a:gd name="T42" fmla="*/ 160 w 163"/>
                <a:gd name="T43" fmla="*/ 118 h 183"/>
                <a:gd name="T44" fmla="*/ 162 w 163"/>
                <a:gd name="T45" fmla="*/ 110 h 183"/>
                <a:gd name="T46" fmla="*/ 163 w 163"/>
                <a:gd name="T47" fmla="*/ 102 h 183"/>
                <a:gd name="T48" fmla="*/ 163 w 163"/>
                <a:gd name="T49" fmla="*/ 80 h 183"/>
                <a:gd name="T50" fmla="*/ 163 w 163"/>
                <a:gd name="T51" fmla="*/ 80 h 183"/>
                <a:gd name="T52" fmla="*/ 162 w 163"/>
                <a:gd name="T53" fmla="*/ 72 h 183"/>
                <a:gd name="T54" fmla="*/ 160 w 163"/>
                <a:gd name="T55" fmla="*/ 64 h 183"/>
                <a:gd name="T56" fmla="*/ 156 w 163"/>
                <a:gd name="T57" fmla="*/ 49 h 183"/>
                <a:gd name="T58" fmla="*/ 148 w 163"/>
                <a:gd name="T59" fmla="*/ 35 h 183"/>
                <a:gd name="T60" fmla="*/ 139 w 163"/>
                <a:gd name="T61" fmla="*/ 24 h 183"/>
                <a:gd name="T62" fmla="*/ 127 w 163"/>
                <a:gd name="T63" fmla="*/ 13 h 183"/>
                <a:gd name="T64" fmla="*/ 113 w 163"/>
                <a:gd name="T65" fmla="*/ 6 h 183"/>
                <a:gd name="T66" fmla="*/ 98 w 163"/>
                <a:gd name="T67" fmla="*/ 1 h 183"/>
                <a:gd name="T68" fmla="*/ 90 w 163"/>
                <a:gd name="T69" fmla="*/ 0 h 183"/>
                <a:gd name="T70" fmla="*/ 81 w 163"/>
                <a:gd name="T71" fmla="*/ 0 h 183"/>
                <a:gd name="T72" fmla="*/ 81 w 163"/>
                <a:gd name="T73" fmla="*/ 0 h 183"/>
                <a:gd name="T74" fmla="*/ 73 w 163"/>
                <a:gd name="T75" fmla="*/ 0 h 183"/>
                <a:gd name="T76" fmla="*/ 65 w 163"/>
                <a:gd name="T77" fmla="*/ 1 h 183"/>
                <a:gd name="T78" fmla="*/ 50 w 163"/>
                <a:gd name="T79" fmla="*/ 6 h 183"/>
                <a:gd name="T80" fmla="*/ 37 w 163"/>
                <a:gd name="T81" fmla="*/ 13 h 183"/>
                <a:gd name="T82" fmla="*/ 25 w 163"/>
                <a:gd name="T83" fmla="*/ 24 h 183"/>
                <a:gd name="T84" fmla="*/ 15 w 163"/>
                <a:gd name="T85" fmla="*/ 35 h 183"/>
                <a:gd name="T86" fmla="*/ 7 w 163"/>
                <a:gd name="T87" fmla="*/ 49 h 183"/>
                <a:gd name="T88" fmla="*/ 3 w 163"/>
                <a:gd name="T89" fmla="*/ 64 h 183"/>
                <a:gd name="T90" fmla="*/ 2 w 163"/>
                <a:gd name="T91" fmla="*/ 72 h 183"/>
                <a:gd name="T92" fmla="*/ 0 w 163"/>
                <a:gd name="T93" fmla="*/ 80 h 183"/>
                <a:gd name="T94" fmla="*/ 0 w 163"/>
                <a:gd name="T95" fmla="*/ 80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63" h="183">
                  <a:moveTo>
                    <a:pt x="0" y="80"/>
                  </a:moveTo>
                  <a:lnTo>
                    <a:pt x="0" y="102"/>
                  </a:lnTo>
                  <a:lnTo>
                    <a:pt x="0" y="102"/>
                  </a:lnTo>
                  <a:lnTo>
                    <a:pt x="2" y="110"/>
                  </a:lnTo>
                  <a:lnTo>
                    <a:pt x="3" y="118"/>
                  </a:lnTo>
                  <a:lnTo>
                    <a:pt x="7" y="133"/>
                  </a:lnTo>
                  <a:lnTo>
                    <a:pt x="15" y="148"/>
                  </a:lnTo>
                  <a:lnTo>
                    <a:pt x="25" y="158"/>
                  </a:lnTo>
                  <a:lnTo>
                    <a:pt x="37" y="169"/>
                  </a:lnTo>
                  <a:lnTo>
                    <a:pt x="50" y="176"/>
                  </a:lnTo>
                  <a:lnTo>
                    <a:pt x="65" y="181"/>
                  </a:lnTo>
                  <a:lnTo>
                    <a:pt x="73" y="183"/>
                  </a:lnTo>
                  <a:lnTo>
                    <a:pt x="81" y="183"/>
                  </a:lnTo>
                  <a:lnTo>
                    <a:pt x="81" y="183"/>
                  </a:lnTo>
                  <a:lnTo>
                    <a:pt x="90" y="183"/>
                  </a:lnTo>
                  <a:lnTo>
                    <a:pt x="98" y="181"/>
                  </a:lnTo>
                  <a:lnTo>
                    <a:pt x="113" y="176"/>
                  </a:lnTo>
                  <a:lnTo>
                    <a:pt x="127" y="169"/>
                  </a:lnTo>
                  <a:lnTo>
                    <a:pt x="139" y="158"/>
                  </a:lnTo>
                  <a:lnTo>
                    <a:pt x="148" y="148"/>
                  </a:lnTo>
                  <a:lnTo>
                    <a:pt x="156" y="133"/>
                  </a:lnTo>
                  <a:lnTo>
                    <a:pt x="160" y="118"/>
                  </a:lnTo>
                  <a:lnTo>
                    <a:pt x="162" y="110"/>
                  </a:lnTo>
                  <a:lnTo>
                    <a:pt x="163" y="102"/>
                  </a:lnTo>
                  <a:lnTo>
                    <a:pt x="163" y="80"/>
                  </a:lnTo>
                  <a:lnTo>
                    <a:pt x="163" y="80"/>
                  </a:lnTo>
                  <a:lnTo>
                    <a:pt x="162" y="72"/>
                  </a:lnTo>
                  <a:lnTo>
                    <a:pt x="160" y="64"/>
                  </a:lnTo>
                  <a:lnTo>
                    <a:pt x="156" y="49"/>
                  </a:lnTo>
                  <a:lnTo>
                    <a:pt x="148" y="35"/>
                  </a:lnTo>
                  <a:lnTo>
                    <a:pt x="139" y="24"/>
                  </a:lnTo>
                  <a:lnTo>
                    <a:pt x="127" y="13"/>
                  </a:lnTo>
                  <a:lnTo>
                    <a:pt x="113" y="6"/>
                  </a:lnTo>
                  <a:lnTo>
                    <a:pt x="98" y="1"/>
                  </a:lnTo>
                  <a:lnTo>
                    <a:pt x="90" y="0"/>
                  </a:lnTo>
                  <a:lnTo>
                    <a:pt x="81" y="0"/>
                  </a:lnTo>
                  <a:lnTo>
                    <a:pt x="81" y="0"/>
                  </a:lnTo>
                  <a:lnTo>
                    <a:pt x="73" y="0"/>
                  </a:lnTo>
                  <a:lnTo>
                    <a:pt x="65" y="1"/>
                  </a:lnTo>
                  <a:lnTo>
                    <a:pt x="50" y="6"/>
                  </a:lnTo>
                  <a:lnTo>
                    <a:pt x="37" y="13"/>
                  </a:lnTo>
                  <a:lnTo>
                    <a:pt x="25" y="24"/>
                  </a:lnTo>
                  <a:lnTo>
                    <a:pt x="15" y="35"/>
                  </a:lnTo>
                  <a:lnTo>
                    <a:pt x="7" y="49"/>
                  </a:lnTo>
                  <a:lnTo>
                    <a:pt x="3" y="64"/>
                  </a:lnTo>
                  <a:lnTo>
                    <a:pt x="2" y="72"/>
                  </a:lnTo>
                  <a:lnTo>
                    <a:pt x="0" y="80"/>
                  </a:lnTo>
                  <a:lnTo>
                    <a:pt x="0" y="8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3" name="Freeform 335"/>
            <p:cNvSpPr>
              <a:spLocks noEditPoints="1"/>
            </p:cNvSpPr>
            <p:nvPr/>
          </p:nvSpPr>
          <p:spPr bwMode="auto">
            <a:xfrm>
              <a:off x="9499601" y="1929448"/>
              <a:ext cx="257175" cy="111125"/>
            </a:xfrm>
            <a:custGeom>
              <a:avLst/>
              <a:gdLst>
                <a:gd name="T0" fmla="*/ 254 w 324"/>
                <a:gd name="T1" fmla="*/ 0 h 140"/>
                <a:gd name="T2" fmla="*/ 233 w 324"/>
                <a:gd name="T3" fmla="*/ 2 h 140"/>
                <a:gd name="T4" fmla="*/ 214 w 324"/>
                <a:gd name="T5" fmla="*/ 12 h 140"/>
                <a:gd name="T6" fmla="*/ 199 w 324"/>
                <a:gd name="T7" fmla="*/ 27 h 140"/>
                <a:gd name="T8" fmla="*/ 188 w 324"/>
                <a:gd name="T9" fmla="*/ 44 h 140"/>
                <a:gd name="T10" fmla="*/ 179 w 324"/>
                <a:gd name="T11" fmla="*/ 43 h 140"/>
                <a:gd name="T12" fmla="*/ 70 w 324"/>
                <a:gd name="T13" fmla="*/ 43 h 140"/>
                <a:gd name="T14" fmla="*/ 43 w 324"/>
                <a:gd name="T15" fmla="*/ 48 h 140"/>
                <a:gd name="T16" fmla="*/ 22 w 324"/>
                <a:gd name="T17" fmla="*/ 63 h 140"/>
                <a:gd name="T18" fmla="*/ 6 w 324"/>
                <a:gd name="T19" fmla="*/ 86 h 140"/>
                <a:gd name="T20" fmla="*/ 0 w 324"/>
                <a:gd name="T21" fmla="*/ 113 h 140"/>
                <a:gd name="T22" fmla="*/ 0 w 324"/>
                <a:gd name="T23" fmla="*/ 134 h 140"/>
                <a:gd name="T24" fmla="*/ 3 w 324"/>
                <a:gd name="T25" fmla="*/ 138 h 140"/>
                <a:gd name="T26" fmla="*/ 6 w 324"/>
                <a:gd name="T27" fmla="*/ 140 h 140"/>
                <a:gd name="T28" fmla="*/ 254 w 324"/>
                <a:gd name="T29" fmla="*/ 140 h 140"/>
                <a:gd name="T30" fmla="*/ 281 w 324"/>
                <a:gd name="T31" fmla="*/ 134 h 140"/>
                <a:gd name="T32" fmla="*/ 303 w 324"/>
                <a:gd name="T33" fmla="*/ 119 h 140"/>
                <a:gd name="T34" fmla="*/ 319 w 324"/>
                <a:gd name="T35" fmla="*/ 97 h 140"/>
                <a:gd name="T36" fmla="*/ 324 w 324"/>
                <a:gd name="T37" fmla="*/ 70 h 140"/>
                <a:gd name="T38" fmla="*/ 323 w 324"/>
                <a:gd name="T39" fmla="*/ 56 h 140"/>
                <a:gd name="T40" fmla="*/ 312 w 324"/>
                <a:gd name="T41" fmla="*/ 31 h 140"/>
                <a:gd name="T42" fmla="*/ 293 w 324"/>
                <a:gd name="T43" fmla="*/ 12 h 140"/>
                <a:gd name="T44" fmla="*/ 268 w 324"/>
                <a:gd name="T45" fmla="*/ 1 h 140"/>
                <a:gd name="T46" fmla="*/ 254 w 324"/>
                <a:gd name="T47" fmla="*/ 0 h 140"/>
                <a:gd name="T48" fmla="*/ 254 w 324"/>
                <a:gd name="T49" fmla="*/ 129 h 140"/>
                <a:gd name="T50" fmla="*/ 230 w 324"/>
                <a:gd name="T51" fmla="*/ 125 h 140"/>
                <a:gd name="T52" fmla="*/ 211 w 324"/>
                <a:gd name="T53" fmla="*/ 111 h 140"/>
                <a:gd name="T54" fmla="*/ 199 w 324"/>
                <a:gd name="T55" fmla="*/ 93 h 140"/>
                <a:gd name="T56" fmla="*/ 195 w 324"/>
                <a:gd name="T57" fmla="*/ 70 h 140"/>
                <a:gd name="T58" fmla="*/ 195 w 324"/>
                <a:gd name="T59" fmla="*/ 58 h 140"/>
                <a:gd name="T60" fmla="*/ 205 w 324"/>
                <a:gd name="T61" fmla="*/ 36 h 140"/>
                <a:gd name="T62" fmla="*/ 221 w 324"/>
                <a:gd name="T63" fmla="*/ 21 h 140"/>
                <a:gd name="T64" fmla="*/ 242 w 324"/>
                <a:gd name="T65" fmla="*/ 12 h 140"/>
                <a:gd name="T66" fmla="*/ 254 w 324"/>
                <a:gd name="T67" fmla="*/ 11 h 140"/>
                <a:gd name="T68" fmla="*/ 277 w 324"/>
                <a:gd name="T69" fmla="*/ 16 h 140"/>
                <a:gd name="T70" fmla="*/ 296 w 324"/>
                <a:gd name="T71" fmla="*/ 28 h 140"/>
                <a:gd name="T72" fmla="*/ 308 w 324"/>
                <a:gd name="T73" fmla="*/ 47 h 140"/>
                <a:gd name="T74" fmla="*/ 313 w 324"/>
                <a:gd name="T75" fmla="*/ 70 h 140"/>
                <a:gd name="T76" fmla="*/ 312 w 324"/>
                <a:gd name="T77" fmla="*/ 82 h 140"/>
                <a:gd name="T78" fmla="*/ 303 w 324"/>
                <a:gd name="T79" fmla="*/ 103 h 140"/>
                <a:gd name="T80" fmla="*/ 287 w 324"/>
                <a:gd name="T81" fmla="*/ 119 h 140"/>
                <a:gd name="T82" fmla="*/ 265 w 324"/>
                <a:gd name="T83" fmla="*/ 127 h 140"/>
                <a:gd name="T84" fmla="*/ 254 w 324"/>
                <a:gd name="T85" fmla="*/ 129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24" h="140">
                  <a:moveTo>
                    <a:pt x="254" y="0"/>
                  </a:moveTo>
                  <a:lnTo>
                    <a:pt x="254" y="0"/>
                  </a:lnTo>
                  <a:lnTo>
                    <a:pt x="244" y="1"/>
                  </a:lnTo>
                  <a:lnTo>
                    <a:pt x="233" y="2"/>
                  </a:lnTo>
                  <a:lnTo>
                    <a:pt x="223" y="7"/>
                  </a:lnTo>
                  <a:lnTo>
                    <a:pt x="214" y="12"/>
                  </a:lnTo>
                  <a:lnTo>
                    <a:pt x="206" y="19"/>
                  </a:lnTo>
                  <a:lnTo>
                    <a:pt x="199" y="27"/>
                  </a:lnTo>
                  <a:lnTo>
                    <a:pt x="194" y="35"/>
                  </a:lnTo>
                  <a:lnTo>
                    <a:pt x="188" y="44"/>
                  </a:lnTo>
                  <a:lnTo>
                    <a:pt x="188" y="44"/>
                  </a:lnTo>
                  <a:lnTo>
                    <a:pt x="179" y="43"/>
                  </a:lnTo>
                  <a:lnTo>
                    <a:pt x="70" y="43"/>
                  </a:lnTo>
                  <a:lnTo>
                    <a:pt x="70" y="43"/>
                  </a:lnTo>
                  <a:lnTo>
                    <a:pt x="57" y="44"/>
                  </a:lnTo>
                  <a:lnTo>
                    <a:pt x="43" y="48"/>
                  </a:lnTo>
                  <a:lnTo>
                    <a:pt x="31" y="55"/>
                  </a:lnTo>
                  <a:lnTo>
                    <a:pt x="22" y="63"/>
                  </a:lnTo>
                  <a:lnTo>
                    <a:pt x="12" y="74"/>
                  </a:lnTo>
                  <a:lnTo>
                    <a:pt x="6" y="86"/>
                  </a:lnTo>
                  <a:lnTo>
                    <a:pt x="2" y="99"/>
                  </a:lnTo>
                  <a:lnTo>
                    <a:pt x="0" y="113"/>
                  </a:lnTo>
                  <a:lnTo>
                    <a:pt x="0" y="134"/>
                  </a:lnTo>
                  <a:lnTo>
                    <a:pt x="0" y="134"/>
                  </a:lnTo>
                  <a:lnTo>
                    <a:pt x="2" y="137"/>
                  </a:lnTo>
                  <a:lnTo>
                    <a:pt x="3" y="138"/>
                  </a:lnTo>
                  <a:lnTo>
                    <a:pt x="4" y="140"/>
                  </a:lnTo>
                  <a:lnTo>
                    <a:pt x="6" y="140"/>
                  </a:lnTo>
                  <a:lnTo>
                    <a:pt x="254" y="140"/>
                  </a:lnTo>
                  <a:lnTo>
                    <a:pt x="254" y="140"/>
                  </a:lnTo>
                  <a:lnTo>
                    <a:pt x="268" y="138"/>
                  </a:lnTo>
                  <a:lnTo>
                    <a:pt x="281" y="134"/>
                  </a:lnTo>
                  <a:lnTo>
                    <a:pt x="293" y="127"/>
                  </a:lnTo>
                  <a:lnTo>
                    <a:pt x="303" y="119"/>
                  </a:lnTo>
                  <a:lnTo>
                    <a:pt x="312" y="109"/>
                  </a:lnTo>
                  <a:lnTo>
                    <a:pt x="319" y="97"/>
                  </a:lnTo>
                  <a:lnTo>
                    <a:pt x="323" y="84"/>
                  </a:lnTo>
                  <a:lnTo>
                    <a:pt x="324" y="70"/>
                  </a:lnTo>
                  <a:lnTo>
                    <a:pt x="324" y="70"/>
                  </a:lnTo>
                  <a:lnTo>
                    <a:pt x="323" y="56"/>
                  </a:lnTo>
                  <a:lnTo>
                    <a:pt x="319" y="43"/>
                  </a:lnTo>
                  <a:lnTo>
                    <a:pt x="312" y="31"/>
                  </a:lnTo>
                  <a:lnTo>
                    <a:pt x="303" y="20"/>
                  </a:lnTo>
                  <a:lnTo>
                    <a:pt x="293" y="12"/>
                  </a:lnTo>
                  <a:lnTo>
                    <a:pt x="281" y="5"/>
                  </a:lnTo>
                  <a:lnTo>
                    <a:pt x="268" y="1"/>
                  </a:lnTo>
                  <a:lnTo>
                    <a:pt x="254" y="0"/>
                  </a:lnTo>
                  <a:lnTo>
                    <a:pt x="254" y="0"/>
                  </a:lnTo>
                  <a:close/>
                  <a:moveTo>
                    <a:pt x="254" y="129"/>
                  </a:moveTo>
                  <a:lnTo>
                    <a:pt x="254" y="129"/>
                  </a:lnTo>
                  <a:lnTo>
                    <a:pt x="242" y="127"/>
                  </a:lnTo>
                  <a:lnTo>
                    <a:pt x="230" y="125"/>
                  </a:lnTo>
                  <a:lnTo>
                    <a:pt x="221" y="119"/>
                  </a:lnTo>
                  <a:lnTo>
                    <a:pt x="211" y="111"/>
                  </a:lnTo>
                  <a:lnTo>
                    <a:pt x="205" y="103"/>
                  </a:lnTo>
                  <a:lnTo>
                    <a:pt x="199" y="93"/>
                  </a:lnTo>
                  <a:lnTo>
                    <a:pt x="195" y="82"/>
                  </a:lnTo>
                  <a:lnTo>
                    <a:pt x="195" y="70"/>
                  </a:lnTo>
                  <a:lnTo>
                    <a:pt x="195" y="70"/>
                  </a:lnTo>
                  <a:lnTo>
                    <a:pt x="195" y="58"/>
                  </a:lnTo>
                  <a:lnTo>
                    <a:pt x="199" y="47"/>
                  </a:lnTo>
                  <a:lnTo>
                    <a:pt x="205" y="36"/>
                  </a:lnTo>
                  <a:lnTo>
                    <a:pt x="211" y="28"/>
                  </a:lnTo>
                  <a:lnTo>
                    <a:pt x="221" y="21"/>
                  </a:lnTo>
                  <a:lnTo>
                    <a:pt x="230" y="16"/>
                  </a:lnTo>
                  <a:lnTo>
                    <a:pt x="242" y="12"/>
                  </a:lnTo>
                  <a:lnTo>
                    <a:pt x="254" y="11"/>
                  </a:lnTo>
                  <a:lnTo>
                    <a:pt x="254" y="11"/>
                  </a:lnTo>
                  <a:lnTo>
                    <a:pt x="265" y="12"/>
                  </a:lnTo>
                  <a:lnTo>
                    <a:pt x="277" y="16"/>
                  </a:lnTo>
                  <a:lnTo>
                    <a:pt x="287" y="21"/>
                  </a:lnTo>
                  <a:lnTo>
                    <a:pt x="296" y="28"/>
                  </a:lnTo>
                  <a:lnTo>
                    <a:pt x="303" y="36"/>
                  </a:lnTo>
                  <a:lnTo>
                    <a:pt x="308" y="47"/>
                  </a:lnTo>
                  <a:lnTo>
                    <a:pt x="312" y="58"/>
                  </a:lnTo>
                  <a:lnTo>
                    <a:pt x="313" y="70"/>
                  </a:lnTo>
                  <a:lnTo>
                    <a:pt x="313" y="70"/>
                  </a:lnTo>
                  <a:lnTo>
                    <a:pt x="312" y="82"/>
                  </a:lnTo>
                  <a:lnTo>
                    <a:pt x="308" y="93"/>
                  </a:lnTo>
                  <a:lnTo>
                    <a:pt x="303" y="103"/>
                  </a:lnTo>
                  <a:lnTo>
                    <a:pt x="296" y="111"/>
                  </a:lnTo>
                  <a:lnTo>
                    <a:pt x="287" y="119"/>
                  </a:lnTo>
                  <a:lnTo>
                    <a:pt x="277" y="125"/>
                  </a:lnTo>
                  <a:lnTo>
                    <a:pt x="265" y="127"/>
                  </a:lnTo>
                  <a:lnTo>
                    <a:pt x="254" y="129"/>
                  </a:lnTo>
                  <a:lnTo>
                    <a:pt x="254" y="1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4" name="Freeform 336"/>
            <p:cNvSpPr>
              <a:spLocks/>
            </p:cNvSpPr>
            <p:nvPr/>
          </p:nvSpPr>
          <p:spPr bwMode="auto">
            <a:xfrm>
              <a:off x="9678988" y="1962785"/>
              <a:ext cx="42863" cy="42863"/>
            </a:xfrm>
            <a:custGeom>
              <a:avLst/>
              <a:gdLst>
                <a:gd name="T0" fmla="*/ 49 w 54"/>
                <a:gd name="T1" fmla="*/ 21 h 54"/>
                <a:gd name="T2" fmla="*/ 33 w 54"/>
                <a:gd name="T3" fmla="*/ 21 h 54"/>
                <a:gd name="T4" fmla="*/ 33 w 54"/>
                <a:gd name="T5" fmla="*/ 5 h 54"/>
                <a:gd name="T6" fmla="*/ 33 w 54"/>
                <a:gd name="T7" fmla="*/ 5 h 54"/>
                <a:gd name="T8" fmla="*/ 31 w 54"/>
                <a:gd name="T9" fmla="*/ 4 h 54"/>
                <a:gd name="T10" fmla="*/ 30 w 54"/>
                <a:gd name="T11" fmla="*/ 1 h 54"/>
                <a:gd name="T12" fmla="*/ 29 w 54"/>
                <a:gd name="T13" fmla="*/ 0 h 54"/>
                <a:gd name="T14" fmla="*/ 27 w 54"/>
                <a:gd name="T15" fmla="*/ 0 h 54"/>
                <a:gd name="T16" fmla="*/ 27 w 54"/>
                <a:gd name="T17" fmla="*/ 0 h 54"/>
                <a:gd name="T18" fmla="*/ 25 w 54"/>
                <a:gd name="T19" fmla="*/ 0 h 54"/>
                <a:gd name="T20" fmla="*/ 23 w 54"/>
                <a:gd name="T21" fmla="*/ 1 h 54"/>
                <a:gd name="T22" fmla="*/ 22 w 54"/>
                <a:gd name="T23" fmla="*/ 4 h 54"/>
                <a:gd name="T24" fmla="*/ 22 w 54"/>
                <a:gd name="T25" fmla="*/ 5 h 54"/>
                <a:gd name="T26" fmla="*/ 22 w 54"/>
                <a:gd name="T27" fmla="*/ 21 h 54"/>
                <a:gd name="T28" fmla="*/ 6 w 54"/>
                <a:gd name="T29" fmla="*/ 21 h 54"/>
                <a:gd name="T30" fmla="*/ 6 w 54"/>
                <a:gd name="T31" fmla="*/ 21 h 54"/>
                <a:gd name="T32" fmla="*/ 3 w 54"/>
                <a:gd name="T33" fmla="*/ 21 h 54"/>
                <a:gd name="T34" fmla="*/ 2 w 54"/>
                <a:gd name="T35" fmla="*/ 23 h 54"/>
                <a:gd name="T36" fmla="*/ 0 w 54"/>
                <a:gd name="T37" fmla="*/ 25 h 54"/>
                <a:gd name="T38" fmla="*/ 0 w 54"/>
                <a:gd name="T39" fmla="*/ 27 h 54"/>
                <a:gd name="T40" fmla="*/ 0 w 54"/>
                <a:gd name="T41" fmla="*/ 27 h 54"/>
                <a:gd name="T42" fmla="*/ 0 w 54"/>
                <a:gd name="T43" fmla="*/ 29 h 54"/>
                <a:gd name="T44" fmla="*/ 2 w 54"/>
                <a:gd name="T45" fmla="*/ 31 h 54"/>
                <a:gd name="T46" fmla="*/ 3 w 54"/>
                <a:gd name="T47" fmla="*/ 32 h 54"/>
                <a:gd name="T48" fmla="*/ 6 w 54"/>
                <a:gd name="T49" fmla="*/ 32 h 54"/>
                <a:gd name="T50" fmla="*/ 22 w 54"/>
                <a:gd name="T51" fmla="*/ 32 h 54"/>
                <a:gd name="T52" fmla="*/ 22 w 54"/>
                <a:gd name="T53" fmla="*/ 48 h 54"/>
                <a:gd name="T54" fmla="*/ 22 w 54"/>
                <a:gd name="T55" fmla="*/ 48 h 54"/>
                <a:gd name="T56" fmla="*/ 22 w 54"/>
                <a:gd name="T57" fmla="*/ 51 h 54"/>
                <a:gd name="T58" fmla="*/ 23 w 54"/>
                <a:gd name="T59" fmla="*/ 52 h 54"/>
                <a:gd name="T60" fmla="*/ 25 w 54"/>
                <a:gd name="T61" fmla="*/ 54 h 54"/>
                <a:gd name="T62" fmla="*/ 27 w 54"/>
                <a:gd name="T63" fmla="*/ 54 h 54"/>
                <a:gd name="T64" fmla="*/ 27 w 54"/>
                <a:gd name="T65" fmla="*/ 54 h 54"/>
                <a:gd name="T66" fmla="*/ 29 w 54"/>
                <a:gd name="T67" fmla="*/ 54 h 54"/>
                <a:gd name="T68" fmla="*/ 30 w 54"/>
                <a:gd name="T69" fmla="*/ 52 h 54"/>
                <a:gd name="T70" fmla="*/ 31 w 54"/>
                <a:gd name="T71" fmla="*/ 51 h 54"/>
                <a:gd name="T72" fmla="*/ 33 w 54"/>
                <a:gd name="T73" fmla="*/ 48 h 54"/>
                <a:gd name="T74" fmla="*/ 33 w 54"/>
                <a:gd name="T75" fmla="*/ 32 h 54"/>
                <a:gd name="T76" fmla="*/ 49 w 54"/>
                <a:gd name="T77" fmla="*/ 32 h 54"/>
                <a:gd name="T78" fmla="*/ 49 w 54"/>
                <a:gd name="T79" fmla="*/ 32 h 54"/>
                <a:gd name="T80" fmla="*/ 50 w 54"/>
                <a:gd name="T81" fmla="*/ 32 h 54"/>
                <a:gd name="T82" fmla="*/ 52 w 54"/>
                <a:gd name="T83" fmla="*/ 31 h 54"/>
                <a:gd name="T84" fmla="*/ 53 w 54"/>
                <a:gd name="T85" fmla="*/ 29 h 54"/>
                <a:gd name="T86" fmla="*/ 54 w 54"/>
                <a:gd name="T87" fmla="*/ 27 h 54"/>
                <a:gd name="T88" fmla="*/ 54 w 54"/>
                <a:gd name="T89" fmla="*/ 27 h 54"/>
                <a:gd name="T90" fmla="*/ 53 w 54"/>
                <a:gd name="T91" fmla="*/ 25 h 54"/>
                <a:gd name="T92" fmla="*/ 52 w 54"/>
                <a:gd name="T93" fmla="*/ 23 h 54"/>
                <a:gd name="T94" fmla="*/ 50 w 54"/>
                <a:gd name="T95" fmla="*/ 21 h 54"/>
                <a:gd name="T96" fmla="*/ 49 w 54"/>
                <a:gd name="T97" fmla="*/ 21 h 54"/>
                <a:gd name="T98" fmla="*/ 49 w 54"/>
                <a:gd name="T99" fmla="*/ 21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4" h="54">
                  <a:moveTo>
                    <a:pt x="49" y="21"/>
                  </a:moveTo>
                  <a:lnTo>
                    <a:pt x="33" y="21"/>
                  </a:lnTo>
                  <a:lnTo>
                    <a:pt x="33" y="5"/>
                  </a:lnTo>
                  <a:lnTo>
                    <a:pt x="33" y="5"/>
                  </a:lnTo>
                  <a:lnTo>
                    <a:pt x="31" y="4"/>
                  </a:lnTo>
                  <a:lnTo>
                    <a:pt x="30" y="1"/>
                  </a:lnTo>
                  <a:lnTo>
                    <a:pt x="29" y="0"/>
                  </a:lnTo>
                  <a:lnTo>
                    <a:pt x="27" y="0"/>
                  </a:lnTo>
                  <a:lnTo>
                    <a:pt x="27" y="0"/>
                  </a:lnTo>
                  <a:lnTo>
                    <a:pt x="25" y="0"/>
                  </a:lnTo>
                  <a:lnTo>
                    <a:pt x="23" y="1"/>
                  </a:lnTo>
                  <a:lnTo>
                    <a:pt x="22" y="4"/>
                  </a:lnTo>
                  <a:lnTo>
                    <a:pt x="22" y="5"/>
                  </a:lnTo>
                  <a:lnTo>
                    <a:pt x="22" y="21"/>
                  </a:lnTo>
                  <a:lnTo>
                    <a:pt x="6" y="21"/>
                  </a:lnTo>
                  <a:lnTo>
                    <a:pt x="6" y="21"/>
                  </a:lnTo>
                  <a:lnTo>
                    <a:pt x="3" y="21"/>
                  </a:lnTo>
                  <a:lnTo>
                    <a:pt x="2" y="23"/>
                  </a:lnTo>
                  <a:lnTo>
                    <a:pt x="0" y="25"/>
                  </a:lnTo>
                  <a:lnTo>
                    <a:pt x="0" y="27"/>
                  </a:lnTo>
                  <a:lnTo>
                    <a:pt x="0" y="27"/>
                  </a:lnTo>
                  <a:lnTo>
                    <a:pt x="0" y="29"/>
                  </a:lnTo>
                  <a:lnTo>
                    <a:pt x="2" y="31"/>
                  </a:lnTo>
                  <a:lnTo>
                    <a:pt x="3" y="32"/>
                  </a:lnTo>
                  <a:lnTo>
                    <a:pt x="6" y="32"/>
                  </a:lnTo>
                  <a:lnTo>
                    <a:pt x="22" y="32"/>
                  </a:lnTo>
                  <a:lnTo>
                    <a:pt x="22" y="48"/>
                  </a:lnTo>
                  <a:lnTo>
                    <a:pt x="22" y="48"/>
                  </a:lnTo>
                  <a:lnTo>
                    <a:pt x="22" y="51"/>
                  </a:lnTo>
                  <a:lnTo>
                    <a:pt x="23" y="52"/>
                  </a:lnTo>
                  <a:lnTo>
                    <a:pt x="25" y="54"/>
                  </a:lnTo>
                  <a:lnTo>
                    <a:pt x="27" y="54"/>
                  </a:lnTo>
                  <a:lnTo>
                    <a:pt x="27" y="54"/>
                  </a:lnTo>
                  <a:lnTo>
                    <a:pt x="29" y="54"/>
                  </a:lnTo>
                  <a:lnTo>
                    <a:pt x="30" y="52"/>
                  </a:lnTo>
                  <a:lnTo>
                    <a:pt x="31" y="51"/>
                  </a:lnTo>
                  <a:lnTo>
                    <a:pt x="33" y="48"/>
                  </a:lnTo>
                  <a:lnTo>
                    <a:pt x="33" y="32"/>
                  </a:lnTo>
                  <a:lnTo>
                    <a:pt x="49" y="32"/>
                  </a:lnTo>
                  <a:lnTo>
                    <a:pt x="49" y="32"/>
                  </a:lnTo>
                  <a:lnTo>
                    <a:pt x="50" y="32"/>
                  </a:lnTo>
                  <a:lnTo>
                    <a:pt x="52" y="31"/>
                  </a:lnTo>
                  <a:lnTo>
                    <a:pt x="53" y="29"/>
                  </a:lnTo>
                  <a:lnTo>
                    <a:pt x="54" y="27"/>
                  </a:lnTo>
                  <a:lnTo>
                    <a:pt x="54" y="27"/>
                  </a:lnTo>
                  <a:lnTo>
                    <a:pt x="53" y="25"/>
                  </a:lnTo>
                  <a:lnTo>
                    <a:pt x="52" y="23"/>
                  </a:lnTo>
                  <a:lnTo>
                    <a:pt x="50" y="21"/>
                  </a:lnTo>
                  <a:lnTo>
                    <a:pt x="49" y="21"/>
                  </a:lnTo>
                  <a:lnTo>
                    <a:pt x="49"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59" name="Group 158"/>
          <p:cNvGrpSpPr>
            <a:grpSpLocks noChangeAspect="1"/>
          </p:cNvGrpSpPr>
          <p:nvPr/>
        </p:nvGrpSpPr>
        <p:grpSpPr>
          <a:xfrm>
            <a:off x="5862180" y="793178"/>
            <a:ext cx="186923" cy="180000"/>
            <a:chOff x="9499601" y="1792923"/>
            <a:chExt cx="257175" cy="247650"/>
          </a:xfrm>
        </p:grpSpPr>
        <p:sp>
          <p:nvSpPr>
            <p:cNvPr id="160" name="Freeform 334"/>
            <p:cNvSpPr>
              <a:spLocks/>
            </p:cNvSpPr>
            <p:nvPr/>
          </p:nvSpPr>
          <p:spPr bwMode="auto">
            <a:xfrm>
              <a:off x="9532938" y="1792923"/>
              <a:ext cx="128588" cy="144463"/>
            </a:xfrm>
            <a:custGeom>
              <a:avLst/>
              <a:gdLst>
                <a:gd name="T0" fmla="*/ 0 w 163"/>
                <a:gd name="T1" fmla="*/ 80 h 183"/>
                <a:gd name="T2" fmla="*/ 0 w 163"/>
                <a:gd name="T3" fmla="*/ 102 h 183"/>
                <a:gd name="T4" fmla="*/ 0 w 163"/>
                <a:gd name="T5" fmla="*/ 102 h 183"/>
                <a:gd name="T6" fmla="*/ 2 w 163"/>
                <a:gd name="T7" fmla="*/ 110 h 183"/>
                <a:gd name="T8" fmla="*/ 3 w 163"/>
                <a:gd name="T9" fmla="*/ 118 h 183"/>
                <a:gd name="T10" fmla="*/ 7 w 163"/>
                <a:gd name="T11" fmla="*/ 133 h 183"/>
                <a:gd name="T12" fmla="*/ 15 w 163"/>
                <a:gd name="T13" fmla="*/ 148 h 183"/>
                <a:gd name="T14" fmla="*/ 25 w 163"/>
                <a:gd name="T15" fmla="*/ 158 h 183"/>
                <a:gd name="T16" fmla="*/ 37 w 163"/>
                <a:gd name="T17" fmla="*/ 169 h 183"/>
                <a:gd name="T18" fmla="*/ 50 w 163"/>
                <a:gd name="T19" fmla="*/ 176 h 183"/>
                <a:gd name="T20" fmla="*/ 65 w 163"/>
                <a:gd name="T21" fmla="*/ 181 h 183"/>
                <a:gd name="T22" fmla="*/ 73 w 163"/>
                <a:gd name="T23" fmla="*/ 183 h 183"/>
                <a:gd name="T24" fmla="*/ 81 w 163"/>
                <a:gd name="T25" fmla="*/ 183 h 183"/>
                <a:gd name="T26" fmla="*/ 81 w 163"/>
                <a:gd name="T27" fmla="*/ 183 h 183"/>
                <a:gd name="T28" fmla="*/ 90 w 163"/>
                <a:gd name="T29" fmla="*/ 183 h 183"/>
                <a:gd name="T30" fmla="*/ 98 w 163"/>
                <a:gd name="T31" fmla="*/ 181 h 183"/>
                <a:gd name="T32" fmla="*/ 113 w 163"/>
                <a:gd name="T33" fmla="*/ 176 h 183"/>
                <a:gd name="T34" fmla="*/ 127 w 163"/>
                <a:gd name="T35" fmla="*/ 169 h 183"/>
                <a:gd name="T36" fmla="*/ 139 w 163"/>
                <a:gd name="T37" fmla="*/ 158 h 183"/>
                <a:gd name="T38" fmla="*/ 148 w 163"/>
                <a:gd name="T39" fmla="*/ 148 h 183"/>
                <a:gd name="T40" fmla="*/ 156 w 163"/>
                <a:gd name="T41" fmla="*/ 133 h 183"/>
                <a:gd name="T42" fmla="*/ 160 w 163"/>
                <a:gd name="T43" fmla="*/ 118 h 183"/>
                <a:gd name="T44" fmla="*/ 162 w 163"/>
                <a:gd name="T45" fmla="*/ 110 h 183"/>
                <a:gd name="T46" fmla="*/ 163 w 163"/>
                <a:gd name="T47" fmla="*/ 102 h 183"/>
                <a:gd name="T48" fmla="*/ 163 w 163"/>
                <a:gd name="T49" fmla="*/ 80 h 183"/>
                <a:gd name="T50" fmla="*/ 163 w 163"/>
                <a:gd name="T51" fmla="*/ 80 h 183"/>
                <a:gd name="T52" fmla="*/ 162 w 163"/>
                <a:gd name="T53" fmla="*/ 72 h 183"/>
                <a:gd name="T54" fmla="*/ 160 w 163"/>
                <a:gd name="T55" fmla="*/ 64 h 183"/>
                <a:gd name="T56" fmla="*/ 156 w 163"/>
                <a:gd name="T57" fmla="*/ 49 h 183"/>
                <a:gd name="T58" fmla="*/ 148 w 163"/>
                <a:gd name="T59" fmla="*/ 35 h 183"/>
                <a:gd name="T60" fmla="*/ 139 w 163"/>
                <a:gd name="T61" fmla="*/ 24 h 183"/>
                <a:gd name="T62" fmla="*/ 127 w 163"/>
                <a:gd name="T63" fmla="*/ 13 h 183"/>
                <a:gd name="T64" fmla="*/ 113 w 163"/>
                <a:gd name="T65" fmla="*/ 6 h 183"/>
                <a:gd name="T66" fmla="*/ 98 w 163"/>
                <a:gd name="T67" fmla="*/ 1 h 183"/>
                <a:gd name="T68" fmla="*/ 90 w 163"/>
                <a:gd name="T69" fmla="*/ 0 h 183"/>
                <a:gd name="T70" fmla="*/ 81 w 163"/>
                <a:gd name="T71" fmla="*/ 0 h 183"/>
                <a:gd name="T72" fmla="*/ 81 w 163"/>
                <a:gd name="T73" fmla="*/ 0 h 183"/>
                <a:gd name="T74" fmla="*/ 73 w 163"/>
                <a:gd name="T75" fmla="*/ 0 h 183"/>
                <a:gd name="T76" fmla="*/ 65 w 163"/>
                <a:gd name="T77" fmla="*/ 1 h 183"/>
                <a:gd name="T78" fmla="*/ 50 w 163"/>
                <a:gd name="T79" fmla="*/ 6 h 183"/>
                <a:gd name="T80" fmla="*/ 37 w 163"/>
                <a:gd name="T81" fmla="*/ 13 h 183"/>
                <a:gd name="T82" fmla="*/ 25 w 163"/>
                <a:gd name="T83" fmla="*/ 24 h 183"/>
                <a:gd name="T84" fmla="*/ 15 w 163"/>
                <a:gd name="T85" fmla="*/ 35 h 183"/>
                <a:gd name="T86" fmla="*/ 7 w 163"/>
                <a:gd name="T87" fmla="*/ 49 h 183"/>
                <a:gd name="T88" fmla="*/ 3 w 163"/>
                <a:gd name="T89" fmla="*/ 64 h 183"/>
                <a:gd name="T90" fmla="*/ 2 w 163"/>
                <a:gd name="T91" fmla="*/ 72 h 183"/>
                <a:gd name="T92" fmla="*/ 0 w 163"/>
                <a:gd name="T93" fmla="*/ 80 h 183"/>
                <a:gd name="T94" fmla="*/ 0 w 163"/>
                <a:gd name="T95" fmla="*/ 80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63" h="183">
                  <a:moveTo>
                    <a:pt x="0" y="80"/>
                  </a:moveTo>
                  <a:lnTo>
                    <a:pt x="0" y="102"/>
                  </a:lnTo>
                  <a:lnTo>
                    <a:pt x="0" y="102"/>
                  </a:lnTo>
                  <a:lnTo>
                    <a:pt x="2" y="110"/>
                  </a:lnTo>
                  <a:lnTo>
                    <a:pt x="3" y="118"/>
                  </a:lnTo>
                  <a:lnTo>
                    <a:pt x="7" y="133"/>
                  </a:lnTo>
                  <a:lnTo>
                    <a:pt x="15" y="148"/>
                  </a:lnTo>
                  <a:lnTo>
                    <a:pt x="25" y="158"/>
                  </a:lnTo>
                  <a:lnTo>
                    <a:pt x="37" y="169"/>
                  </a:lnTo>
                  <a:lnTo>
                    <a:pt x="50" y="176"/>
                  </a:lnTo>
                  <a:lnTo>
                    <a:pt x="65" y="181"/>
                  </a:lnTo>
                  <a:lnTo>
                    <a:pt x="73" y="183"/>
                  </a:lnTo>
                  <a:lnTo>
                    <a:pt x="81" y="183"/>
                  </a:lnTo>
                  <a:lnTo>
                    <a:pt x="81" y="183"/>
                  </a:lnTo>
                  <a:lnTo>
                    <a:pt x="90" y="183"/>
                  </a:lnTo>
                  <a:lnTo>
                    <a:pt x="98" y="181"/>
                  </a:lnTo>
                  <a:lnTo>
                    <a:pt x="113" y="176"/>
                  </a:lnTo>
                  <a:lnTo>
                    <a:pt x="127" y="169"/>
                  </a:lnTo>
                  <a:lnTo>
                    <a:pt x="139" y="158"/>
                  </a:lnTo>
                  <a:lnTo>
                    <a:pt x="148" y="148"/>
                  </a:lnTo>
                  <a:lnTo>
                    <a:pt x="156" y="133"/>
                  </a:lnTo>
                  <a:lnTo>
                    <a:pt x="160" y="118"/>
                  </a:lnTo>
                  <a:lnTo>
                    <a:pt x="162" y="110"/>
                  </a:lnTo>
                  <a:lnTo>
                    <a:pt x="163" y="102"/>
                  </a:lnTo>
                  <a:lnTo>
                    <a:pt x="163" y="80"/>
                  </a:lnTo>
                  <a:lnTo>
                    <a:pt x="163" y="80"/>
                  </a:lnTo>
                  <a:lnTo>
                    <a:pt x="162" y="72"/>
                  </a:lnTo>
                  <a:lnTo>
                    <a:pt x="160" y="64"/>
                  </a:lnTo>
                  <a:lnTo>
                    <a:pt x="156" y="49"/>
                  </a:lnTo>
                  <a:lnTo>
                    <a:pt x="148" y="35"/>
                  </a:lnTo>
                  <a:lnTo>
                    <a:pt x="139" y="24"/>
                  </a:lnTo>
                  <a:lnTo>
                    <a:pt x="127" y="13"/>
                  </a:lnTo>
                  <a:lnTo>
                    <a:pt x="113" y="6"/>
                  </a:lnTo>
                  <a:lnTo>
                    <a:pt x="98" y="1"/>
                  </a:lnTo>
                  <a:lnTo>
                    <a:pt x="90" y="0"/>
                  </a:lnTo>
                  <a:lnTo>
                    <a:pt x="81" y="0"/>
                  </a:lnTo>
                  <a:lnTo>
                    <a:pt x="81" y="0"/>
                  </a:lnTo>
                  <a:lnTo>
                    <a:pt x="73" y="0"/>
                  </a:lnTo>
                  <a:lnTo>
                    <a:pt x="65" y="1"/>
                  </a:lnTo>
                  <a:lnTo>
                    <a:pt x="50" y="6"/>
                  </a:lnTo>
                  <a:lnTo>
                    <a:pt x="37" y="13"/>
                  </a:lnTo>
                  <a:lnTo>
                    <a:pt x="25" y="24"/>
                  </a:lnTo>
                  <a:lnTo>
                    <a:pt x="15" y="35"/>
                  </a:lnTo>
                  <a:lnTo>
                    <a:pt x="7" y="49"/>
                  </a:lnTo>
                  <a:lnTo>
                    <a:pt x="3" y="64"/>
                  </a:lnTo>
                  <a:lnTo>
                    <a:pt x="2" y="72"/>
                  </a:lnTo>
                  <a:lnTo>
                    <a:pt x="0" y="80"/>
                  </a:lnTo>
                  <a:lnTo>
                    <a:pt x="0" y="8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1" name="Freeform 335"/>
            <p:cNvSpPr>
              <a:spLocks noEditPoints="1"/>
            </p:cNvSpPr>
            <p:nvPr/>
          </p:nvSpPr>
          <p:spPr bwMode="auto">
            <a:xfrm>
              <a:off x="9499601" y="1929448"/>
              <a:ext cx="257175" cy="111125"/>
            </a:xfrm>
            <a:custGeom>
              <a:avLst/>
              <a:gdLst>
                <a:gd name="T0" fmla="*/ 254 w 324"/>
                <a:gd name="T1" fmla="*/ 0 h 140"/>
                <a:gd name="T2" fmla="*/ 233 w 324"/>
                <a:gd name="T3" fmla="*/ 2 h 140"/>
                <a:gd name="T4" fmla="*/ 214 w 324"/>
                <a:gd name="T5" fmla="*/ 12 h 140"/>
                <a:gd name="T6" fmla="*/ 199 w 324"/>
                <a:gd name="T7" fmla="*/ 27 h 140"/>
                <a:gd name="T8" fmla="*/ 188 w 324"/>
                <a:gd name="T9" fmla="*/ 44 h 140"/>
                <a:gd name="T10" fmla="*/ 179 w 324"/>
                <a:gd name="T11" fmla="*/ 43 h 140"/>
                <a:gd name="T12" fmla="*/ 70 w 324"/>
                <a:gd name="T13" fmla="*/ 43 h 140"/>
                <a:gd name="T14" fmla="*/ 43 w 324"/>
                <a:gd name="T15" fmla="*/ 48 h 140"/>
                <a:gd name="T16" fmla="*/ 22 w 324"/>
                <a:gd name="T17" fmla="*/ 63 h 140"/>
                <a:gd name="T18" fmla="*/ 6 w 324"/>
                <a:gd name="T19" fmla="*/ 86 h 140"/>
                <a:gd name="T20" fmla="*/ 0 w 324"/>
                <a:gd name="T21" fmla="*/ 113 h 140"/>
                <a:gd name="T22" fmla="*/ 0 w 324"/>
                <a:gd name="T23" fmla="*/ 134 h 140"/>
                <a:gd name="T24" fmla="*/ 3 w 324"/>
                <a:gd name="T25" fmla="*/ 138 h 140"/>
                <a:gd name="T26" fmla="*/ 6 w 324"/>
                <a:gd name="T27" fmla="*/ 140 h 140"/>
                <a:gd name="T28" fmla="*/ 254 w 324"/>
                <a:gd name="T29" fmla="*/ 140 h 140"/>
                <a:gd name="T30" fmla="*/ 281 w 324"/>
                <a:gd name="T31" fmla="*/ 134 h 140"/>
                <a:gd name="T32" fmla="*/ 303 w 324"/>
                <a:gd name="T33" fmla="*/ 119 h 140"/>
                <a:gd name="T34" fmla="*/ 319 w 324"/>
                <a:gd name="T35" fmla="*/ 97 h 140"/>
                <a:gd name="T36" fmla="*/ 324 w 324"/>
                <a:gd name="T37" fmla="*/ 70 h 140"/>
                <a:gd name="T38" fmla="*/ 323 w 324"/>
                <a:gd name="T39" fmla="*/ 56 h 140"/>
                <a:gd name="T40" fmla="*/ 312 w 324"/>
                <a:gd name="T41" fmla="*/ 31 h 140"/>
                <a:gd name="T42" fmla="*/ 293 w 324"/>
                <a:gd name="T43" fmla="*/ 12 h 140"/>
                <a:gd name="T44" fmla="*/ 268 w 324"/>
                <a:gd name="T45" fmla="*/ 1 h 140"/>
                <a:gd name="T46" fmla="*/ 254 w 324"/>
                <a:gd name="T47" fmla="*/ 0 h 140"/>
                <a:gd name="T48" fmla="*/ 254 w 324"/>
                <a:gd name="T49" fmla="*/ 129 h 140"/>
                <a:gd name="T50" fmla="*/ 230 w 324"/>
                <a:gd name="T51" fmla="*/ 125 h 140"/>
                <a:gd name="T52" fmla="*/ 211 w 324"/>
                <a:gd name="T53" fmla="*/ 111 h 140"/>
                <a:gd name="T54" fmla="*/ 199 w 324"/>
                <a:gd name="T55" fmla="*/ 93 h 140"/>
                <a:gd name="T56" fmla="*/ 195 w 324"/>
                <a:gd name="T57" fmla="*/ 70 h 140"/>
                <a:gd name="T58" fmla="*/ 195 w 324"/>
                <a:gd name="T59" fmla="*/ 58 h 140"/>
                <a:gd name="T60" fmla="*/ 205 w 324"/>
                <a:gd name="T61" fmla="*/ 36 h 140"/>
                <a:gd name="T62" fmla="*/ 221 w 324"/>
                <a:gd name="T63" fmla="*/ 21 h 140"/>
                <a:gd name="T64" fmla="*/ 242 w 324"/>
                <a:gd name="T65" fmla="*/ 12 h 140"/>
                <a:gd name="T66" fmla="*/ 254 w 324"/>
                <a:gd name="T67" fmla="*/ 11 h 140"/>
                <a:gd name="T68" fmla="*/ 277 w 324"/>
                <a:gd name="T69" fmla="*/ 16 h 140"/>
                <a:gd name="T70" fmla="*/ 296 w 324"/>
                <a:gd name="T71" fmla="*/ 28 h 140"/>
                <a:gd name="T72" fmla="*/ 308 w 324"/>
                <a:gd name="T73" fmla="*/ 47 h 140"/>
                <a:gd name="T74" fmla="*/ 313 w 324"/>
                <a:gd name="T75" fmla="*/ 70 h 140"/>
                <a:gd name="T76" fmla="*/ 312 w 324"/>
                <a:gd name="T77" fmla="*/ 82 h 140"/>
                <a:gd name="T78" fmla="*/ 303 w 324"/>
                <a:gd name="T79" fmla="*/ 103 h 140"/>
                <a:gd name="T80" fmla="*/ 287 w 324"/>
                <a:gd name="T81" fmla="*/ 119 h 140"/>
                <a:gd name="T82" fmla="*/ 265 w 324"/>
                <a:gd name="T83" fmla="*/ 127 h 140"/>
                <a:gd name="T84" fmla="*/ 254 w 324"/>
                <a:gd name="T85" fmla="*/ 129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24" h="140">
                  <a:moveTo>
                    <a:pt x="254" y="0"/>
                  </a:moveTo>
                  <a:lnTo>
                    <a:pt x="254" y="0"/>
                  </a:lnTo>
                  <a:lnTo>
                    <a:pt x="244" y="1"/>
                  </a:lnTo>
                  <a:lnTo>
                    <a:pt x="233" y="2"/>
                  </a:lnTo>
                  <a:lnTo>
                    <a:pt x="223" y="7"/>
                  </a:lnTo>
                  <a:lnTo>
                    <a:pt x="214" y="12"/>
                  </a:lnTo>
                  <a:lnTo>
                    <a:pt x="206" y="19"/>
                  </a:lnTo>
                  <a:lnTo>
                    <a:pt x="199" y="27"/>
                  </a:lnTo>
                  <a:lnTo>
                    <a:pt x="194" y="35"/>
                  </a:lnTo>
                  <a:lnTo>
                    <a:pt x="188" y="44"/>
                  </a:lnTo>
                  <a:lnTo>
                    <a:pt x="188" y="44"/>
                  </a:lnTo>
                  <a:lnTo>
                    <a:pt x="179" y="43"/>
                  </a:lnTo>
                  <a:lnTo>
                    <a:pt x="70" y="43"/>
                  </a:lnTo>
                  <a:lnTo>
                    <a:pt x="70" y="43"/>
                  </a:lnTo>
                  <a:lnTo>
                    <a:pt x="57" y="44"/>
                  </a:lnTo>
                  <a:lnTo>
                    <a:pt x="43" y="48"/>
                  </a:lnTo>
                  <a:lnTo>
                    <a:pt x="31" y="55"/>
                  </a:lnTo>
                  <a:lnTo>
                    <a:pt x="22" y="63"/>
                  </a:lnTo>
                  <a:lnTo>
                    <a:pt x="12" y="74"/>
                  </a:lnTo>
                  <a:lnTo>
                    <a:pt x="6" y="86"/>
                  </a:lnTo>
                  <a:lnTo>
                    <a:pt x="2" y="99"/>
                  </a:lnTo>
                  <a:lnTo>
                    <a:pt x="0" y="113"/>
                  </a:lnTo>
                  <a:lnTo>
                    <a:pt x="0" y="134"/>
                  </a:lnTo>
                  <a:lnTo>
                    <a:pt x="0" y="134"/>
                  </a:lnTo>
                  <a:lnTo>
                    <a:pt x="2" y="137"/>
                  </a:lnTo>
                  <a:lnTo>
                    <a:pt x="3" y="138"/>
                  </a:lnTo>
                  <a:lnTo>
                    <a:pt x="4" y="140"/>
                  </a:lnTo>
                  <a:lnTo>
                    <a:pt x="6" y="140"/>
                  </a:lnTo>
                  <a:lnTo>
                    <a:pt x="254" y="140"/>
                  </a:lnTo>
                  <a:lnTo>
                    <a:pt x="254" y="140"/>
                  </a:lnTo>
                  <a:lnTo>
                    <a:pt x="268" y="138"/>
                  </a:lnTo>
                  <a:lnTo>
                    <a:pt x="281" y="134"/>
                  </a:lnTo>
                  <a:lnTo>
                    <a:pt x="293" y="127"/>
                  </a:lnTo>
                  <a:lnTo>
                    <a:pt x="303" y="119"/>
                  </a:lnTo>
                  <a:lnTo>
                    <a:pt x="312" y="109"/>
                  </a:lnTo>
                  <a:lnTo>
                    <a:pt x="319" y="97"/>
                  </a:lnTo>
                  <a:lnTo>
                    <a:pt x="323" y="84"/>
                  </a:lnTo>
                  <a:lnTo>
                    <a:pt x="324" y="70"/>
                  </a:lnTo>
                  <a:lnTo>
                    <a:pt x="324" y="70"/>
                  </a:lnTo>
                  <a:lnTo>
                    <a:pt x="323" y="56"/>
                  </a:lnTo>
                  <a:lnTo>
                    <a:pt x="319" y="43"/>
                  </a:lnTo>
                  <a:lnTo>
                    <a:pt x="312" y="31"/>
                  </a:lnTo>
                  <a:lnTo>
                    <a:pt x="303" y="20"/>
                  </a:lnTo>
                  <a:lnTo>
                    <a:pt x="293" y="12"/>
                  </a:lnTo>
                  <a:lnTo>
                    <a:pt x="281" y="5"/>
                  </a:lnTo>
                  <a:lnTo>
                    <a:pt x="268" y="1"/>
                  </a:lnTo>
                  <a:lnTo>
                    <a:pt x="254" y="0"/>
                  </a:lnTo>
                  <a:lnTo>
                    <a:pt x="254" y="0"/>
                  </a:lnTo>
                  <a:close/>
                  <a:moveTo>
                    <a:pt x="254" y="129"/>
                  </a:moveTo>
                  <a:lnTo>
                    <a:pt x="254" y="129"/>
                  </a:lnTo>
                  <a:lnTo>
                    <a:pt x="242" y="127"/>
                  </a:lnTo>
                  <a:lnTo>
                    <a:pt x="230" y="125"/>
                  </a:lnTo>
                  <a:lnTo>
                    <a:pt x="221" y="119"/>
                  </a:lnTo>
                  <a:lnTo>
                    <a:pt x="211" y="111"/>
                  </a:lnTo>
                  <a:lnTo>
                    <a:pt x="205" y="103"/>
                  </a:lnTo>
                  <a:lnTo>
                    <a:pt x="199" y="93"/>
                  </a:lnTo>
                  <a:lnTo>
                    <a:pt x="195" y="82"/>
                  </a:lnTo>
                  <a:lnTo>
                    <a:pt x="195" y="70"/>
                  </a:lnTo>
                  <a:lnTo>
                    <a:pt x="195" y="70"/>
                  </a:lnTo>
                  <a:lnTo>
                    <a:pt x="195" y="58"/>
                  </a:lnTo>
                  <a:lnTo>
                    <a:pt x="199" y="47"/>
                  </a:lnTo>
                  <a:lnTo>
                    <a:pt x="205" y="36"/>
                  </a:lnTo>
                  <a:lnTo>
                    <a:pt x="211" y="28"/>
                  </a:lnTo>
                  <a:lnTo>
                    <a:pt x="221" y="21"/>
                  </a:lnTo>
                  <a:lnTo>
                    <a:pt x="230" y="16"/>
                  </a:lnTo>
                  <a:lnTo>
                    <a:pt x="242" y="12"/>
                  </a:lnTo>
                  <a:lnTo>
                    <a:pt x="254" y="11"/>
                  </a:lnTo>
                  <a:lnTo>
                    <a:pt x="254" y="11"/>
                  </a:lnTo>
                  <a:lnTo>
                    <a:pt x="265" y="12"/>
                  </a:lnTo>
                  <a:lnTo>
                    <a:pt x="277" y="16"/>
                  </a:lnTo>
                  <a:lnTo>
                    <a:pt x="287" y="21"/>
                  </a:lnTo>
                  <a:lnTo>
                    <a:pt x="296" y="28"/>
                  </a:lnTo>
                  <a:lnTo>
                    <a:pt x="303" y="36"/>
                  </a:lnTo>
                  <a:lnTo>
                    <a:pt x="308" y="47"/>
                  </a:lnTo>
                  <a:lnTo>
                    <a:pt x="312" y="58"/>
                  </a:lnTo>
                  <a:lnTo>
                    <a:pt x="313" y="70"/>
                  </a:lnTo>
                  <a:lnTo>
                    <a:pt x="313" y="70"/>
                  </a:lnTo>
                  <a:lnTo>
                    <a:pt x="312" y="82"/>
                  </a:lnTo>
                  <a:lnTo>
                    <a:pt x="308" y="93"/>
                  </a:lnTo>
                  <a:lnTo>
                    <a:pt x="303" y="103"/>
                  </a:lnTo>
                  <a:lnTo>
                    <a:pt x="296" y="111"/>
                  </a:lnTo>
                  <a:lnTo>
                    <a:pt x="287" y="119"/>
                  </a:lnTo>
                  <a:lnTo>
                    <a:pt x="277" y="125"/>
                  </a:lnTo>
                  <a:lnTo>
                    <a:pt x="265" y="127"/>
                  </a:lnTo>
                  <a:lnTo>
                    <a:pt x="254" y="129"/>
                  </a:lnTo>
                  <a:lnTo>
                    <a:pt x="254" y="1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2" name="Freeform 336"/>
            <p:cNvSpPr>
              <a:spLocks/>
            </p:cNvSpPr>
            <p:nvPr/>
          </p:nvSpPr>
          <p:spPr bwMode="auto">
            <a:xfrm>
              <a:off x="9678988" y="1962785"/>
              <a:ext cx="42863" cy="42863"/>
            </a:xfrm>
            <a:custGeom>
              <a:avLst/>
              <a:gdLst>
                <a:gd name="T0" fmla="*/ 49 w 54"/>
                <a:gd name="T1" fmla="*/ 21 h 54"/>
                <a:gd name="T2" fmla="*/ 33 w 54"/>
                <a:gd name="T3" fmla="*/ 21 h 54"/>
                <a:gd name="T4" fmla="*/ 33 w 54"/>
                <a:gd name="T5" fmla="*/ 5 h 54"/>
                <a:gd name="T6" fmla="*/ 33 w 54"/>
                <a:gd name="T7" fmla="*/ 5 h 54"/>
                <a:gd name="T8" fmla="*/ 31 w 54"/>
                <a:gd name="T9" fmla="*/ 4 h 54"/>
                <a:gd name="T10" fmla="*/ 30 w 54"/>
                <a:gd name="T11" fmla="*/ 1 h 54"/>
                <a:gd name="T12" fmla="*/ 29 w 54"/>
                <a:gd name="T13" fmla="*/ 0 h 54"/>
                <a:gd name="T14" fmla="*/ 27 w 54"/>
                <a:gd name="T15" fmla="*/ 0 h 54"/>
                <a:gd name="T16" fmla="*/ 27 w 54"/>
                <a:gd name="T17" fmla="*/ 0 h 54"/>
                <a:gd name="T18" fmla="*/ 25 w 54"/>
                <a:gd name="T19" fmla="*/ 0 h 54"/>
                <a:gd name="T20" fmla="*/ 23 w 54"/>
                <a:gd name="T21" fmla="*/ 1 h 54"/>
                <a:gd name="T22" fmla="*/ 22 w 54"/>
                <a:gd name="T23" fmla="*/ 4 h 54"/>
                <a:gd name="T24" fmla="*/ 22 w 54"/>
                <a:gd name="T25" fmla="*/ 5 h 54"/>
                <a:gd name="T26" fmla="*/ 22 w 54"/>
                <a:gd name="T27" fmla="*/ 21 h 54"/>
                <a:gd name="T28" fmla="*/ 6 w 54"/>
                <a:gd name="T29" fmla="*/ 21 h 54"/>
                <a:gd name="T30" fmla="*/ 6 w 54"/>
                <a:gd name="T31" fmla="*/ 21 h 54"/>
                <a:gd name="T32" fmla="*/ 3 w 54"/>
                <a:gd name="T33" fmla="*/ 21 h 54"/>
                <a:gd name="T34" fmla="*/ 2 w 54"/>
                <a:gd name="T35" fmla="*/ 23 h 54"/>
                <a:gd name="T36" fmla="*/ 0 w 54"/>
                <a:gd name="T37" fmla="*/ 25 h 54"/>
                <a:gd name="T38" fmla="*/ 0 w 54"/>
                <a:gd name="T39" fmla="*/ 27 h 54"/>
                <a:gd name="T40" fmla="*/ 0 w 54"/>
                <a:gd name="T41" fmla="*/ 27 h 54"/>
                <a:gd name="T42" fmla="*/ 0 w 54"/>
                <a:gd name="T43" fmla="*/ 29 h 54"/>
                <a:gd name="T44" fmla="*/ 2 w 54"/>
                <a:gd name="T45" fmla="*/ 31 h 54"/>
                <a:gd name="T46" fmla="*/ 3 w 54"/>
                <a:gd name="T47" fmla="*/ 32 h 54"/>
                <a:gd name="T48" fmla="*/ 6 w 54"/>
                <a:gd name="T49" fmla="*/ 32 h 54"/>
                <a:gd name="T50" fmla="*/ 22 w 54"/>
                <a:gd name="T51" fmla="*/ 32 h 54"/>
                <a:gd name="T52" fmla="*/ 22 w 54"/>
                <a:gd name="T53" fmla="*/ 48 h 54"/>
                <a:gd name="T54" fmla="*/ 22 w 54"/>
                <a:gd name="T55" fmla="*/ 48 h 54"/>
                <a:gd name="T56" fmla="*/ 22 w 54"/>
                <a:gd name="T57" fmla="*/ 51 h 54"/>
                <a:gd name="T58" fmla="*/ 23 w 54"/>
                <a:gd name="T59" fmla="*/ 52 h 54"/>
                <a:gd name="T60" fmla="*/ 25 w 54"/>
                <a:gd name="T61" fmla="*/ 54 h 54"/>
                <a:gd name="T62" fmla="*/ 27 w 54"/>
                <a:gd name="T63" fmla="*/ 54 h 54"/>
                <a:gd name="T64" fmla="*/ 27 w 54"/>
                <a:gd name="T65" fmla="*/ 54 h 54"/>
                <a:gd name="T66" fmla="*/ 29 w 54"/>
                <a:gd name="T67" fmla="*/ 54 h 54"/>
                <a:gd name="T68" fmla="*/ 30 w 54"/>
                <a:gd name="T69" fmla="*/ 52 h 54"/>
                <a:gd name="T70" fmla="*/ 31 w 54"/>
                <a:gd name="T71" fmla="*/ 51 h 54"/>
                <a:gd name="T72" fmla="*/ 33 w 54"/>
                <a:gd name="T73" fmla="*/ 48 h 54"/>
                <a:gd name="T74" fmla="*/ 33 w 54"/>
                <a:gd name="T75" fmla="*/ 32 h 54"/>
                <a:gd name="T76" fmla="*/ 49 w 54"/>
                <a:gd name="T77" fmla="*/ 32 h 54"/>
                <a:gd name="T78" fmla="*/ 49 w 54"/>
                <a:gd name="T79" fmla="*/ 32 h 54"/>
                <a:gd name="T80" fmla="*/ 50 w 54"/>
                <a:gd name="T81" fmla="*/ 32 h 54"/>
                <a:gd name="T82" fmla="*/ 52 w 54"/>
                <a:gd name="T83" fmla="*/ 31 h 54"/>
                <a:gd name="T84" fmla="*/ 53 w 54"/>
                <a:gd name="T85" fmla="*/ 29 h 54"/>
                <a:gd name="T86" fmla="*/ 54 w 54"/>
                <a:gd name="T87" fmla="*/ 27 h 54"/>
                <a:gd name="T88" fmla="*/ 54 w 54"/>
                <a:gd name="T89" fmla="*/ 27 h 54"/>
                <a:gd name="T90" fmla="*/ 53 w 54"/>
                <a:gd name="T91" fmla="*/ 25 h 54"/>
                <a:gd name="T92" fmla="*/ 52 w 54"/>
                <a:gd name="T93" fmla="*/ 23 h 54"/>
                <a:gd name="T94" fmla="*/ 50 w 54"/>
                <a:gd name="T95" fmla="*/ 21 h 54"/>
                <a:gd name="T96" fmla="*/ 49 w 54"/>
                <a:gd name="T97" fmla="*/ 21 h 54"/>
                <a:gd name="T98" fmla="*/ 49 w 54"/>
                <a:gd name="T99" fmla="*/ 21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4" h="54">
                  <a:moveTo>
                    <a:pt x="49" y="21"/>
                  </a:moveTo>
                  <a:lnTo>
                    <a:pt x="33" y="21"/>
                  </a:lnTo>
                  <a:lnTo>
                    <a:pt x="33" y="5"/>
                  </a:lnTo>
                  <a:lnTo>
                    <a:pt x="33" y="5"/>
                  </a:lnTo>
                  <a:lnTo>
                    <a:pt x="31" y="4"/>
                  </a:lnTo>
                  <a:lnTo>
                    <a:pt x="30" y="1"/>
                  </a:lnTo>
                  <a:lnTo>
                    <a:pt x="29" y="0"/>
                  </a:lnTo>
                  <a:lnTo>
                    <a:pt x="27" y="0"/>
                  </a:lnTo>
                  <a:lnTo>
                    <a:pt x="27" y="0"/>
                  </a:lnTo>
                  <a:lnTo>
                    <a:pt x="25" y="0"/>
                  </a:lnTo>
                  <a:lnTo>
                    <a:pt x="23" y="1"/>
                  </a:lnTo>
                  <a:lnTo>
                    <a:pt x="22" y="4"/>
                  </a:lnTo>
                  <a:lnTo>
                    <a:pt x="22" y="5"/>
                  </a:lnTo>
                  <a:lnTo>
                    <a:pt x="22" y="21"/>
                  </a:lnTo>
                  <a:lnTo>
                    <a:pt x="6" y="21"/>
                  </a:lnTo>
                  <a:lnTo>
                    <a:pt x="6" y="21"/>
                  </a:lnTo>
                  <a:lnTo>
                    <a:pt x="3" y="21"/>
                  </a:lnTo>
                  <a:lnTo>
                    <a:pt x="2" y="23"/>
                  </a:lnTo>
                  <a:lnTo>
                    <a:pt x="0" y="25"/>
                  </a:lnTo>
                  <a:lnTo>
                    <a:pt x="0" y="27"/>
                  </a:lnTo>
                  <a:lnTo>
                    <a:pt x="0" y="27"/>
                  </a:lnTo>
                  <a:lnTo>
                    <a:pt x="0" y="29"/>
                  </a:lnTo>
                  <a:lnTo>
                    <a:pt x="2" y="31"/>
                  </a:lnTo>
                  <a:lnTo>
                    <a:pt x="3" y="32"/>
                  </a:lnTo>
                  <a:lnTo>
                    <a:pt x="6" y="32"/>
                  </a:lnTo>
                  <a:lnTo>
                    <a:pt x="22" y="32"/>
                  </a:lnTo>
                  <a:lnTo>
                    <a:pt x="22" y="48"/>
                  </a:lnTo>
                  <a:lnTo>
                    <a:pt x="22" y="48"/>
                  </a:lnTo>
                  <a:lnTo>
                    <a:pt x="22" y="51"/>
                  </a:lnTo>
                  <a:lnTo>
                    <a:pt x="23" y="52"/>
                  </a:lnTo>
                  <a:lnTo>
                    <a:pt x="25" y="54"/>
                  </a:lnTo>
                  <a:lnTo>
                    <a:pt x="27" y="54"/>
                  </a:lnTo>
                  <a:lnTo>
                    <a:pt x="27" y="54"/>
                  </a:lnTo>
                  <a:lnTo>
                    <a:pt x="29" y="54"/>
                  </a:lnTo>
                  <a:lnTo>
                    <a:pt x="30" y="52"/>
                  </a:lnTo>
                  <a:lnTo>
                    <a:pt x="31" y="51"/>
                  </a:lnTo>
                  <a:lnTo>
                    <a:pt x="33" y="48"/>
                  </a:lnTo>
                  <a:lnTo>
                    <a:pt x="33" y="32"/>
                  </a:lnTo>
                  <a:lnTo>
                    <a:pt x="49" y="32"/>
                  </a:lnTo>
                  <a:lnTo>
                    <a:pt x="49" y="32"/>
                  </a:lnTo>
                  <a:lnTo>
                    <a:pt x="50" y="32"/>
                  </a:lnTo>
                  <a:lnTo>
                    <a:pt x="52" y="31"/>
                  </a:lnTo>
                  <a:lnTo>
                    <a:pt x="53" y="29"/>
                  </a:lnTo>
                  <a:lnTo>
                    <a:pt x="54" y="27"/>
                  </a:lnTo>
                  <a:lnTo>
                    <a:pt x="54" y="27"/>
                  </a:lnTo>
                  <a:lnTo>
                    <a:pt x="53" y="25"/>
                  </a:lnTo>
                  <a:lnTo>
                    <a:pt x="52" y="23"/>
                  </a:lnTo>
                  <a:lnTo>
                    <a:pt x="50" y="21"/>
                  </a:lnTo>
                  <a:lnTo>
                    <a:pt x="49" y="21"/>
                  </a:lnTo>
                  <a:lnTo>
                    <a:pt x="49"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39" name="Rectangle 7"/>
          <p:cNvSpPr>
            <a:spLocks noChangeArrowheads="1"/>
          </p:cNvSpPr>
          <p:nvPr>
            <p:custDataLst>
              <p:tags r:id="rId20"/>
            </p:custDataLst>
          </p:nvPr>
        </p:nvSpPr>
        <p:spPr bwMode="auto">
          <a:xfrm>
            <a:off x="7551345" y="2824304"/>
            <a:ext cx="2183306" cy="712561"/>
          </a:xfrm>
          <a:prstGeom prst="rect">
            <a:avLst/>
          </a:prstGeom>
          <a:noFill/>
          <a:ln w="9525">
            <a:noFill/>
            <a:miter lim="800000"/>
            <a:headEnd/>
            <a:tailEnd/>
          </a:ln>
          <a:effectLst/>
        </p:spPr>
        <p:txBody>
          <a:bodyPr wrap="square" lIns="0" tIns="0" rIns="0" bIns="0" anchor="t" anchorCtr="0">
            <a:noAutofit/>
          </a:bodyPr>
          <a:lstStyle/>
          <a:p>
            <a:pPr marL="18288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000000"/>
                </a:solidFill>
                <a:effectLst/>
                <a:uLnTx/>
                <a:uFillTx/>
                <a:latin typeface="Verdana"/>
                <a:ea typeface="Knockout HTF29-JuniorLiteweight" charset="0"/>
                <a:cs typeface="Arial" panose="020B0604020202020204" pitchFamily="34" charset="0"/>
              </a:rPr>
              <a:t>ANDREW SWART</a:t>
            </a:r>
          </a:p>
          <a:p>
            <a:pPr marL="18288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75787B">
                    <a:lumMod val="75000"/>
                  </a:srgbClr>
                </a:solidFill>
                <a:effectLst/>
                <a:uLnTx/>
                <a:uFillTx/>
                <a:latin typeface="Verdana"/>
                <a:ea typeface="Knockout HTF29-JuniorLiteweight" charset="0"/>
                <a:cs typeface="Arial" panose="020B0604020202020204" pitchFamily="34" charset="0"/>
              </a:rPr>
              <a:t>PARTNER, </a:t>
            </a:r>
          </a:p>
          <a:p>
            <a:pPr marL="18288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75787B">
                    <a:lumMod val="75000"/>
                  </a:srgbClr>
                </a:solidFill>
                <a:effectLst/>
                <a:uLnTx/>
                <a:uFillTx/>
                <a:latin typeface="Verdana"/>
                <a:ea typeface="Knockout HTF29-JuniorLiteweight" charset="0"/>
                <a:cs typeface="Arial" panose="020B0604020202020204" pitchFamily="34" charset="0"/>
              </a:rPr>
              <a:t>METALS</a:t>
            </a:r>
            <a:r>
              <a:rPr kumimoji="0" lang="en-US" sz="800" b="1" i="0" u="none" strike="noStrike" kern="1200" cap="none" spc="0" normalizeH="0" noProof="0" dirty="0">
                <a:ln>
                  <a:noFill/>
                </a:ln>
                <a:solidFill>
                  <a:srgbClr val="75787B">
                    <a:lumMod val="75000"/>
                  </a:srgbClr>
                </a:solidFill>
                <a:effectLst/>
                <a:uLnTx/>
                <a:uFillTx/>
                <a:latin typeface="Verdana"/>
                <a:ea typeface="Knockout HTF29-JuniorLiteweight" charset="0"/>
                <a:cs typeface="Arial" panose="020B0604020202020204" pitchFamily="34" charset="0"/>
              </a:rPr>
              <a:t> &amp; MINING SME-GLOBAL</a:t>
            </a:r>
            <a:endParaRPr kumimoji="0" lang="en-US" sz="800" b="1" i="0" u="none" strike="noStrike" kern="1200" cap="none" spc="0" normalizeH="0" baseline="0" noProof="0" dirty="0">
              <a:ln>
                <a:noFill/>
              </a:ln>
              <a:solidFill>
                <a:srgbClr val="75787B">
                  <a:lumMod val="75000"/>
                </a:srgbClr>
              </a:solidFill>
              <a:effectLst/>
              <a:uLnTx/>
              <a:uFillTx/>
              <a:latin typeface="Verdana"/>
              <a:ea typeface="Knockout HTF29-JuniorLiteweight" charset="0"/>
              <a:cs typeface="Arial" panose="020B0604020202020204" pitchFamily="34" charset="0"/>
            </a:endParaRPr>
          </a:p>
          <a:p>
            <a:pPr marL="182880" marR="0" lvl="0" indent="0" algn="l" defTabSz="914400" rtl="0" eaLnBrk="1" fontAlgn="auto" latinLnBrk="0" hangingPunct="1">
              <a:lnSpc>
                <a:spcPct val="100000"/>
              </a:lnSpc>
              <a:spcBef>
                <a:spcPts val="0"/>
              </a:spcBef>
              <a:spcAft>
                <a:spcPts val="0"/>
              </a:spcAft>
              <a:buClrTx/>
              <a:buSzTx/>
              <a:buFontTx/>
              <a:buNone/>
              <a:tabLst/>
              <a:defRPr/>
            </a:pPr>
            <a:r>
              <a:rPr kumimoji="0" lang="en-US" sz="800" b="1" i="1" u="none" strike="noStrike" kern="1200" cap="none" spc="0" normalizeH="0" baseline="0" noProof="0" dirty="0">
                <a:ln>
                  <a:noFill/>
                </a:ln>
                <a:solidFill>
                  <a:srgbClr val="0097A9">
                    <a:lumMod val="75000"/>
                  </a:srgbClr>
                </a:solidFill>
                <a:effectLst/>
                <a:uLnTx/>
                <a:uFillTx/>
                <a:latin typeface="Verdana"/>
                <a:ea typeface="Knockout HTF29-JuniorLiteweight" charset="0"/>
                <a:cs typeface="Arial" panose="020B0604020202020204" pitchFamily="34" charset="0"/>
              </a:rPr>
              <a:t>Global Mining SME</a:t>
            </a:r>
          </a:p>
        </p:txBody>
      </p:sp>
      <p:pic>
        <p:nvPicPr>
          <p:cNvPr id="141" name="Picture 140"/>
          <p:cNvPicPr>
            <a:picLocks noChangeAspect="1"/>
          </p:cNvPicPr>
          <p:nvPr/>
        </p:nvPicPr>
        <p:blipFill>
          <a:blip r:embed="rId44">
            <a:extLst>
              <a:ext uri="{28A0092B-C50C-407E-A947-70E740481C1C}">
                <a14:useLocalDpi xmlns:a14="http://schemas.microsoft.com/office/drawing/2010/main" val="0"/>
              </a:ext>
            </a:extLst>
          </a:blip>
          <a:stretch>
            <a:fillRect/>
          </a:stretch>
        </p:blipFill>
        <p:spPr>
          <a:xfrm>
            <a:off x="7163017" y="2850866"/>
            <a:ext cx="467030" cy="466918"/>
          </a:xfrm>
          <a:prstGeom prst="rect">
            <a:avLst/>
          </a:prstGeom>
          <a:ln>
            <a:solidFill>
              <a:schemeClr val="bg1">
                <a:lumMod val="75000"/>
              </a:schemeClr>
            </a:solidFill>
          </a:ln>
          <a:effectLst>
            <a:outerShdw blurRad="292100" dist="139700" dir="2700000" algn="tl" rotWithShape="0">
              <a:srgbClr val="333333">
                <a:alpha val="65000"/>
              </a:srgbClr>
            </a:outerShdw>
          </a:effectLst>
        </p:spPr>
      </p:pic>
      <p:pic>
        <p:nvPicPr>
          <p:cNvPr id="155" name="Picture 176" descr="C:\Work\EOI\EOI-DFCCIL-Track Access\Pics\Peeyush.jpg"/>
          <p:cNvPicPr>
            <a:picLocks noChangeAspect="1" noChangeArrowheads="1"/>
          </p:cNvPicPr>
          <p:nvPr/>
        </p:nvPicPr>
        <p:blipFill>
          <a:blip r:embed="rId45" cstate="hqprint">
            <a:extLst>
              <a:ext uri="{28A0092B-C50C-407E-A947-70E740481C1C}">
                <a14:useLocalDpi xmlns:a14="http://schemas.microsoft.com/office/drawing/2010/main" val="0"/>
              </a:ext>
            </a:extLst>
          </a:blip>
          <a:srcRect/>
          <a:stretch>
            <a:fillRect/>
          </a:stretch>
        </p:blipFill>
        <p:spPr bwMode="auto">
          <a:xfrm>
            <a:off x="4556932" y="5712574"/>
            <a:ext cx="529285" cy="568097"/>
          </a:xfrm>
          <a:prstGeom prst="rect">
            <a:avLst/>
          </a:prstGeom>
          <a:ln>
            <a:solidFill>
              <a:schemeClr val="bg1">
                <a:lumMod val="75000"/>
              </a:schemeClr>
            </a:solid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156" name="Rectangle 7"/>
          <p:cNvSpPr>
            <a:spLocks noChangeArrowheads="1"/>
          </p:cNvSpPr>
          <p:nvPr>
            <p:custDataLst>
              <p:tags r:id="rId21"/>
            </p:custDataLst>
          </p:nvPr>
        </p:nvSpPr>
        <p:spPr bwMode="auto">
          <a:xfrm>
            <a:off x="3592381" y="2149441"/>
            <a:ext cx="1474841" cy="124901"/>
          </a:xfrm>
          <a:prstGeom prst="rect">
            <a:avLst/>
          </a:prstGeom>
          <a:noFill/>
          <a:ln w="9525">
            <a:noFill/>
            <a:miter lim="800000"/>
            <a:headEnd/>
            <a:tailEnd/>
          </a:ln>
          <a:effectLst/>
        </p:spPr>
        <p:txBody>
          <a:bodyPr wrap="square" lIns="0" tIns="0" rIns="0" bIns="0" anchor="t" anchorCtr="0">
            <a:noAutofit/>
          </a:bodyPr>
          <a:lstStyle/>
          <a:p>
            <a:pPr marL="0" marR="0" lvl="0" indent="0" algn="r" defTabSz="914400" rtl="0" eaLnBrk="1" fontAlgn="auto" latinLnBrk="0" hangingPunct="1">
              <a:lnSpc>
                <a:spcPct val="100000"/>
              </a:lnSpc>
              <a:spcBef>
                <a:spcPts val="600"/>
              </a:spcBef>
              <a:spcAft>
                <a:spcPts val="0"/>
              </a:spcAft>
              <a:buClrTx/>
              <a:buSzTx/>
              <a:buFontTx/>
              <a:buNone/>
              <a:tabLst/>
              <a:defRPr/>
            </a:pPr>
            <a:r>
              <a:rPr lang="en-US" sz="900" b="1" noProof="0" dirty="0">
                <a:latin typeface="Verdana"/>
                <a:cs typeface="Arial" panose="020B0604020202020204" pitchFamily="34" charset="0"/>
              </a:rPr>
              <a:t>EXPERIENCE</a:t>
            </a:r>
            <a:endParaRPr kumimoji="0" lang="en-US" sz="900" b="1" i="0" u="none" strike="noStrike" kern="1200" cap="none" spc="0" normalizeH="0" baseline="0" noProof="0" dirty="0">
              <a:ln>
                <a:noFill/>
              </a:ln>
              <a:effectLst/>
              <a:uLnTx/>
              <a:uFillTx/>
              <a:latin typeface="Verdana"/>
              <a:cs typeface="Arial" panose="020B0604020202020204" pitchFamily="34" charset="0"/>
            </a:endParaRPr>
          </a:p>
        </p:txBody>
      </p:sp>
      <p:pic>
        <p:nvPicPr>
          <p:cNvPr id="157" name="Picture 156"/>
          <p:cNvPicPr>
            <a:picLocks/>
          </p:cNvPicPr>
          <p:nvPr/>
        </p:nvPicPr>
        <p:blipFill rotWithShape="1">
          <a:blip r:embed="rId46" cstate="print">
            <a:extLst>
              <a:ext uri="{28A0092B-C50C-407E-A947-70E740481C1C}">
                <a14:useLocalDpi xmlns:a14="http://schemas.microsoft.com/office/drawing/2010/main"/>
              </a:ext>
            </a:extLst>
          </a:blip>
          <a:srcRect/>
          <a:stretch/>
        </p:blipFill>
        <p:spPr>
          <a:xfrm>
            <a:off x="6284750" y="5136707"/>
            <a:ext cx="520792" cy="509124"/>
          </a:xfrm>
          <a:prstGeom prst="rect">
            <a:avLst/>
          </a:prstGeom>
          <a:ln>
            <a:noFill/>
          </a:ln>
          <a:effectLst>
            <a:outerShdw blurRad="292100" dist="139700" dir="2700000" algn="tl" rotWithShape="0">
              <a:srgbClr val="333333">
                <a:alpha val="65000"/>
              </a:srgbClr>
            </a:outerShdw>
          </a:effectLst>
        </p:spPr>
      </p:pic>
      <p:sp>
        <p:nvSpPr>
          <p:cNvPr id="158" name="Rectangle 7"/>
          <p:cNvSpPr>
            <a:spLocks noChangeArrowheads="1"/>
          </p:cNvSpPr>
          <p:nvPr>
            <p:custDataLst>
              <p:tags r:id="rId22"/>
            </p:custDataLst>
          </p:nvPr>
        </p:nvSpPr>
        <p:spPr bwMode="auto">
          <a:xfrm>
            <a:off x="6740303" y="5198519"/>
            <a:ext cx="2346061" cy="286765"/>
          </a:xfrm>
          <a:prstGeom prst="rect">
            <a:avLst/>
          </a:prstGeom>
          <a:noFill/>
          <a:ln w="9525">
            <a:noFill/>
            <a:miter lim="800000"/>
            <a:headEnd/>
            <a:tailEnd/>
          </a:ln>
          <a:effectLst/>
        </p:spPr>
        <p:txBody>
          <a:bodyPr wrap="square" lIns="0" tIns="0" rIns="0" bIns="0" anchor="t" anchorCtr="0">
            <a:noAutofit/>
          </a:bodyPr>
          <a:lstStyle/>
          <a:p>
            <a:pPr marL="18288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000000"/>
                </a:solidFill>
                <a:effectLst/>
                <a:uLnTx/>
                <a:uFillTx/>
                <a:latin typeface="Verdana"/>
                <a:ea typeface="Knockout HTF29-JuniorLiteweight" charset="0"/>
                <a:cs typeface="Arial" panose="020B0604020202020204" pitchFamily="34" charset="0"/>
              </a:rPr>
              <a:t>SANJAY</a:t>
            </a:r>
            <a:r>
              <a:rPr kumimoji="0" lang="en-US" sz="800" b="1" i="0" u="none" strike="noStrike" kern="1200" cap="none" spc="0" normalizeH="0" noProof="0" dirty="0">
                <a:ln>
                  <a:noFill/>
                </a:ln>
                <a:solidFill>
                  <a:srgbClr val="000000"/>
                </a:solidFill>
                <a:effectLst/>
                <a:uLnTx/>
                <a:uFillTx/>
                <a:latin typeface="Verdana"/>
                <a:ea typeface="Knockout HTF29-JuniorLiteweight" charset="0"/>
                <a:cs typeface="Arial" panose="020B0604020202020204" pitchFamily="34" charset="0"/>
              </a:rPr>
              <a:t> SAH</a:t>
            </a:r>
            <a:endParaRPr kumimoji="0" lang="en-US" sz="800" b="1" i="0" u="none" strike="noStrike" kern="1200" cap="none" spc="0" normalizeH="0" baseline="0" noProof="0" dirty="0">
              <a:ln>
                <a:noFill/>
              </a:ln>
              <a:solidFill>
                <a:srgbClr val="000000"/>
              </a:solidFill>
              <a:effectLst/>
              <a:uLnTx/>
              <a:uFillTx/>
              <a:latin typeface="Verdana"/>
              <a:ea typeface="Knockout HTF29-JuniorLiteweight" charset="0"/>
              <a:cs typeface="Arial" panose="020B0604020202020204" pitchFamily="34" charset="0"/>
            </a:endParaRPr>
          </a:p>
          <a:p>
            <a:pPr marL="182880" marR="0" lvl="0" indent="0" algn="l" defTabSz="914400" rtl="0" eaLnBrk="1" fontAlgn="auto" latinLnBrk="0" hangingPunct="1">
              <a:lnSpc>
                <a:spcPct val="100000"/>
              </a:lnSpc>
              <a:spcBef>
                <a:spcPts val="0"/>
              </a:spcBef>
              <a:spcAft>
                <a:spcPts val="0"/>
              </a:spcAft>
              <a:buClrTx/>
              <a:buSzTx/>
              <a:buFontTx/>
              <a:buNone/>
              <a:tabLst/>
              <a:defRPr/>
            </a:pPr>
            <a:r>
              <a:rPr lang="en-US" sz="800" b="1" dirty="0">
                <a:solidFill>
                  <a:srgbClr val="75787B">
                    <a:lumMod val="75000"/>
                  </a:srgbClr>
                </a:solidFill>
                <a:latin typeface="Verdana"/>
                <a:ea typeface="Knockout HTF29-JuniorLiteweight" charset="0"/>
                <a:cs typeface="Arial" panose="020B0604020202020204" pitchFamily="34" charset="0"/>
              </a:rPr>
              <a:t>PARTNER</a:t>
            </a:r>
            <a:endParaRPr kumimoji="0" lang="en-US" sz="800" b="1" i="0" u="none" strike="noStrike" kern="1200" cap="none" spc="0" normalizeH="0" baseline="0" noProof="0" dirty="0">
              <a:ln>
                <a:noFill/>
              </a:ln>
              <a:solidFill>
                <a:srgbClr val="75787B">
                  <a:lumMod val="75000"/>
                </a:srgbClr>
              </a:solidFill>
              <a:effectLst/>
              <a:uLnTx/>
              <a:uFillTx/>
              <a:latin typeface="Verdana"/>
              <a:ea typeface="Knockout HTF29-JuniorLiteweight" charset="0"/>
              <a:cs typeface="Arial" panose="020B0604020202020204" pitchFamily="34" charset="0"/>
            </a:endParaRPr>
          </a:p>
          <a:p>
            <a:pPr marL="182880" marR="0" lvl="0" indent="0" algn="l" defTabSz="914400" rtl="0" eaLnBrk="1" fontAlgn="auto" latinLnBrk="0" hangingPunct="1">
              <a:lnSpc>
                <a:spcPct val="100000"/>
              </a:lnSpc>
              <a:spcBef>
                <a:spcPts val="0"/>
              </a:spcBef>
              <a:spcAft>
                <a:spcPts val="0"/>
              </a:spcAft>
              <a:buClrTx/>
              <a:buSzTx/>
              <a:buFontTx/>
              <a:buNone/>
              <a:tabLst/>
              <a:defRPr/>
            </a:pPr>
            <a:r>
              <a:rPr kumimoji="0" lang="en-US" sz="800" b="1" i="1" u="none" strike="noStrike" kern="1200" cap="none" spc="0" normalizeH="0" baseline="0" noProof="0" dirty="0">
                <a:ln>
                  <a:noFill/>
                </a:ln>
                <a:solidFill>
                  <a:srgbClr val="0097A9">
                    <a:lumMod val="75000"/>
                  </a:srgbClr>
                </a:solidFill>
                <a:effectLst/>
                <a:uLnTx/>
                <a:uFillTx/>
                <a:latin typeface="Verdana"/>
                <a:ea typeface="Knockout HTF29-JuniorLiteweight" charset="0"/>
                <a:cs typeface="Arial" panose="020B0604020202020204" pitchFamily="34" charset="0"/>
              </a:rPr>
              <a:t>Specialist- </a:t>
            </a:r>
            <a:r>
              <a:rPr lang="en-US" sz="800" b="1" i="1" dirty="0">
                <a:solidFill>
                  <a:srgbClr val="0097A9">
                    <a:lumMod val="75000"/>
                  </a:srgbClr>
                </a:solidFill>
                <a:latin typeface="Verdana"/>
                <a:ea typeface="Knockout HTF29-JuniorLiteweight" charset="0"/>
                <a:cs typeface="Arial" panose="020B0604020202020204" pitchFamily="34" charset="0"/>
              </a:rPr>
              <a:t>Chemical</a:t>
            </a:r>
            <a:endParaRPr kumimoji="0" lang="en-US" sz="800" b="1" i="1" u="none" strike="noStrike" kern="1200" cap="none" spc="0" normalizeH="0" baseline="0" noProof="0" dirty="0">
              <a:ln>
                <a:noFill/>
              </a:ln>
              <a:solidFill>
                <a:srgbClr val="0097A9">
                  <a:lumMod val="75000"/>
                </a:srgbClr>
              </a:solidFill>
              <a:effectLst/>
              <a:uLnTx/>
              <a:uFillTx/>
              <a:latin typeface="Verdana"/>
              <a:ea typeface="Knockout HTF29-JuniorLiteweight" charset="0"/>
              <a:cs typeface="Arial" panose="020B0604020202020204" pitchFamily="34" charset="0"/>
            </a:endParaRPr>
          </a:p>
        </p:txBody>
      </p:sp>
      <p:sp>
        <p:nvSpPr>
          <p:cNvPr id="163" name="Rectangle 7"/>
          <p:cNvSpPr>
            <a:spLocks noChangeArrowheads="1"/>
          </p:cNvSpPr>
          <p:nvPr>
            <p:custDataLst>
              <p:tags r:id="rId23"/>
            </p:custDataLst>
          </p:nvPr>
        </p:nvSpPr>
        <p:spPr bwMode="auto">
          <a:xfrm>
            <a:off x="303098" y="5299426"/>
            <a:ext cx="2346061" cy="286765"/>
          </a:xfrm>
          <a:prstGeom prst="rect">
            <a:avLst/>
          </a:prstGeom>
          <a:noFill/>
          <a:ln w="9525">
            <a:noFill/>
            <a:miter lim="800000"/>
            <a:headEnd/>
            <a:tailEnd/>
          </a:ln>
          <a:effectLst/>
        </p:spPr>
        <p:txBody>
          <a:bodyPr wrap="square" lIns="0" tIns="0" rIns="0" bIns="0" anchor="t" anchorCtr="0">
            <a:noAutofit/>
          </a:bodyPr>
          <a:lstStyle/>
          <a:p>
            <a:pPr marL="182880" marR="0" lvl="0" indent="0" algn="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000000"/>
                </a:solidFill>
                <a:effectLst/>
                <a:uLnTx/>
                <a:uFillTx/>
                <a:latin typeface="Verdana"/>
                <a:ea typeface="Knockout HTF29-JuniorLiteweight" charset="0"/>
                <a:cs typeface="Arial" panose="020B0604020202020204" pitchFamily="34" charset="0"/>
              </a:rPr>
              <a:t>AMITABH</a:t>
            </a:r>
            <a:r>
              <a:rPr kumimoji="0" lang="en-US" sz="800" b="1" i="0" u="none" strike="noStrike" kern="1200" cap="none" spc="0" normalizeH="0" noProof="0" dirty="0">
                <a:ln>
                  <a:noFill/>
                </a:ln>
                <a:solidFill>
                  <a:srgbClr val="000000"/>
                </a:solidFill>
                <a:effectLst/>
                <a:uLnTx/>
                <a:uFillTx/>
                <a:latin typeface="Verdana"/>
                <a:ea typeface="Knockout HTF29-JuniorLiteweight" charset="0"/>
                <a:cs typeface="Arial" panose="020B0604020202020204" pitchFamily="34" charset="0"/>
              </a:rPr>
              <a:t> SAHA</a:t>
            </a:r>
            <a:endParaRPr kumimoji="0" lang="en-US" sz="800" b="1" i="0" u="none" strike="noStrike" kern="1200" cap="none" spc="0" normalizeH="0" baseline="0" noProof="0" dirty="0">
              <a:ln>
                <a:noFill/>
              </a:ln>
              <a:solidFill>
                <a:srgbClr val="000000"/>
              </a:solidFill>
              <a:effectLst/>
              <a:uLnTx/>
              <a:uFillTx/>
              <a:latin typeface="Verdana"/>
              <a:ea typeface="Knockout HTF29-JuniorLiteweight" charset="0"/>
              <a:cs typeface="Arial" panose="020B0604020202020204" pitchFamily="34" charset="0"/>
            </a:endParaRPr>
          </a:p>
          <a:p>
            <a:pPr marL="182880" marR="0" lvl="0" indent="0" algn="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75787B">
                    <a:lumMod val="75000"/>
                  </a:srgbClr>
                </a:solidFill>
                <a:effectLst/>
                <a:uLnTx/>
                <a:uFillTx/>
                <a:latin typeface="Verdana"/>
                <a:ea typeface="Knockout HTF29-JuniorLiteweight" charset="0"/>
                <a:cs typeface="Arial" panose="020B0604020202020204" pitchFamily="34" charset="0"/>
              </a:rPr>
              <a:t>DIRECTOR</a:t>
            </a:r>
          </a:p>
          <a:p>
            <a:pPr marL="182880" marR="0" lvl="0" indent="0" algn="r" defTabSz="914400" rtl="0" eaLnBrk="1" fontAlgn="auto" latinLnBrk="0" hangingPunct="1">
              <a:lnSpc>
                <a:spcPct val="100000"/>
              </a:lnSpc>
              <a:spcBef>
                <a:spcPts val="0"/>
              </a:spcBef>
              <a:spcAft>
                <a:spcPts val="0"/>
              </a:spcAft>
              <a:buClrTx/>
              <a:buSzTx/>
              <a:buFontTx/>
              <a:buNone/>
              <a:tabLst/>
              <a:defRPr/>
            </a:pPr>
            <a:r>
              <a:rPr lang="en-US" sz="800" b="1" i="1" dirty="0">
                <a:solidFill>
                  <a:srgbClr val="0097A9">
                    <a:lumMod val="75000"/>
                  </a:srgbClr>
                </a:solidFill>
                <a:latin typeface="Verdana"/>
                <a:ea typeface="Knockout HTF29-JuniorLiteweight" charset="0"/>
                <a:cs typeface="Arial" panose="020B0604020202020204" pitchFamily="34" charset="0"/>
              </a:rPr>
              <a:t>Specialist- Solar Energy</a:t>
            </a:r>
            <a:endParaRPr kumimoji="0" lang="en-US" sz="800" b="1" i="1" u="none" strike="noStrike" kern="1200" cap="none" spc="0" normalizeH="0" baseline="0" noProof="0" dirty="0">
              <a:ln>
                <a:noFill/>
              </a:ln>
              <a:solidFill>
                <a:srgbClr val="0097A9">
                  <a:lumMod val="75000"/>
                </a:srgbClr>
              </a:solidFill>
              <a:effectLst/>
              <a:uLnTx/>
              <a:uFillTx/>
              <a:latin typeface="Verdana"/>
              <a:ea typeface="Knockout HTF29-JuniorLiteweight" charset="0"/>
              <a:cs typeface="Arial" panose="020B0604020202020204" pitchFamily="34" charset="0"/>
            </a:endParaRPr>
          </a:p>
        </p:txBody>
      </p:sp>
      <p:pic>
        <p:nvPicPr>
          <p:cNvPr id="8" name="Picture 7"/>
          <p:cNvPicPr>
            <a:picLocks noChangeAspect="1"/>
          </p:cNvPicPr>
          <p:nvPr/>
        </p:nvPicPr>
        <p:blipFill rotWithShape="1">
          <a:blip r:embed="rId47"/>
          <a:srcRect l="18474" t="1325" r="16989" b="18876"/>
          <a:stretch/>
        </p:blipFill>
        <p:spPr>
          <a:xfrm>
            <a:off x="2771760" y="5124441"/>
            <a:ext cx="464507" cy="588374"/>
          </a:xfrm>
          <a:prstGeom prst="rect">
            <a:avLst/>
          </a:prstGeom>
          <a:ln>
            <a:solidFill>
              <a:schemeClr val="bg1">
                <a:lumMod val="75000"/>
              </a:schemeClr>
            </a:solid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931086963"/>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1" name="Object 60"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61" name="Object 60"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0" name="Rectangle 59" hidden="1"/>
          <p:cNvSpPr/>
          <p:nvPr>
            <p:custDataLst>
              <p:tags r:id="rId2"/>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algn="ctr">
              <a:lnSpc>
                <a:spcPct val="106000"/>
              </a:lnSpc>
              <a:buFont typeface="Wingdings 2" pitchFamily="18" charset="2"/>
              <a:buNone/>
            </a:pPr>
            <a:endParaRPr lang="en-US" sz="2000" dirty="0">
              <a:solidFill>
                <a:schemeClr val="bg1"/>
              </a:solidFill>
              <a:latin typeface="Verdana" panose="020B0604030504040204" pitchFamily="34" charset="0"/>
              <a:ea typeface="+mj-ea"/>
              <a:cs typeface="+mj-cs"/>
              <a:sym typeface="Verdana" panose="020B0604030504040204" pitchFamily="34" charset="0"/>
            </a:endParaRPr>
          </a:p>
        </p:txBody>
      </p:sp>
      <p:sp>
        <p:nvSpPr>
          <p:cNvPr id="3" name="Title 2"/>
          <p:cNvSpPr>
            <a:spLocks noGrp="1"/>
          </p:cNvSpPr>
          <p:nvPr>
            <p:ph type="title"/>
          </p:nvPr>
        </p:nvSpPr>
        <p:spPr/>
        <p:txBody>
          <a:bodyPr/>
          <a:lstStyle/>
          <a:p>
            <a:r>
              <a:rPr lang="en-US" dirty="0"/>
              <a:t>Overall approach covering diversification and value addition initiatives</a:t>
            </a:r>
            <a:endParaRPr lang="en-IN" dirty="0"/>
          </a:p>
        </p:txBody>
      </p:sp>
      <p:cxnSp>
        <p:nvCxnSpPr>
          <p:cNvPr id="11" name="Straight Connector 10"/>
          <p:cNvCxnSpPr/>
          <p:nvPr/>
        </p:nvCxnSpPr>
        <p:spPr>
          <a:xfrm flipV="1">
            <a:off x="653548" y="3316620"/>
            <a:ext cx="2651760" cy="4061"/>
          </a:xfrm>
          <a:prstGeom prst="line">
            <a:avLst/>
          </a:prstGeom>
          <a:noFill/>
          <a:ln w="28575" cap="flat" cmpd="sng" algn="ctr">
            <a:solidFill>
              <a:schemeClr val="accent2">
                <a:lumMod val="60000"/>
                <a:lumOff val="40000"/>
              </a:schemeClr>
            </a:solidFill>
            <a:prstDash val="solid"/>
            <a:miter lim="800000"/>
          </a:ln>
          <a:effectLst/>
        </p:spPr>
      </p:cxnSp>
      <p:cxnSp>
        <p:nvCxnSpPr>
          <p:cNvPr id="12" name="Straight Connector 11"/>
          <p:cNvCxnSpPr/>
          <p:nvPr/>
        </p:nvCxnSpPr>
        <p:spPr>
          <a:xfrm flipV="1">
            <a:off x="3402073" y="3316620"/>
            <a:ext cx="2651760" cy="4061"/>
          </a:xfrm>
          <a:prstGeom prst="line">
            <a:avLst/>
          </a:prstGeom>
          <a:noFill/>
          <a:ln w="28575" cap="flat" cmpd="sng" algn="ctr">
            <a:solidFill>
              <a:srgbClr val="34F0FF"/>
            </a:solidFill>
            <a:prstDash val="solid"/>
            <a:miter lim="800000"/>
          </a:ln>
          <a:effectLst/>
        </p:spPr>
      </p:cxnSp>
      <p:cxnSp>
        <p:nvCxnSpPr>
          <p:cNvPr id="13" name="Straight Connector 12"/>
          <p:cNvCxnSpPr/>
          <p:nvPr/>
        </p:nvCxnSpPr>
        <p:spPr>
          <a:xfrm flipV="1">
            <a:off x="6149060" y="3316620"/>
            <a:ext cx="2651760" cy="4061"/>
          </a:xfrm>
          <a:prstGeom prst="line">
            <a:avLst/>
          </a:prstGeom>
          <a:noFill/>
          <a:ln w="28575" cap="flat" cmpd="sng" algn="ctr">
            <a:solidFill>
              <a:srgbClr val="FDD300"/>
            </a:solidFill>
            <a:prstDash val="solid"/>
            <a:miter lim="800000"/>
          </a:ln>
          <a:effectLst/>
        </p:spPr>
      </p:cxnSp>
      <p:cxnSp>
        <p:nvCxnSpPr>
          <p:cNvPr id="14" name="Straight Connector 13"/>
          <p:cNvCxnSpPr/>
          <p:nvPr/>
        </p:nvCxnSpPr>
        <p:spPr>
          <a:xfrm>
            <a:off x="8958813" y="3316620"/>
            <a:ext cx="2651760" cy="17412"/>
          </a:xfrm>
          <a:prstGeom prst="line">
            <a:avLst/>
          </a:prstGeom>
          <a:noFill/>
          <a:ln w="28575" cap="flat" cmpd="sng" algn="ctr">
            <a:solidFill>
              <a:srgbClr val="86F200"/>
            </a:solidFill>
            <a:prstDash val="solid"/>
            <a:miter lim="800000"/>
          </a:ln>
          <a:effectLst/>
        </p:spPr>
      </p:cxnSp>
      <p:sp>
        <p:nvSpPr>
          <p:cNvPr id="16" name="TextBox 15">
            <a:extLst>
              <a:ext uri="{FF2B5EF4-FFF2-40B4-BE49-F238E27FC236}">
                <a16:creationId xmlns:a16="http://schemas.microsoft.com/office/drawing/2014/main" id="{4F09A445-52A1-4573-A72A-B4CBF98A2BCC}"/>
              </a:ext>
            </a:extLst>
          </p:cNvPr>
          <p:cNvSpPr txBox="1"/>
          <p:nvPr/>
        </p:nvSpPr>
        <p:spPr>
          <a:xfrm>
            <a:off x="580331" y="3830244"/>
            <a:ext cx="2737934" cy="1879675"/>
          </a:xfrm>
          <a:prstGeom prst="rect">
            <a:avLst/>
          </a:prstGeom>
          <a:noFill/>
          <a:ln>
            <a:solidFill>
              <a:schemeClr val="accent2">
                <a:lumMod val="60000"/>
                <a:lumOff val="40000"/>
              </a:schemeClr>
            </a:solidFill>
          </a:ln>
        </p:spPr>
        <p:txBody>
          <a:bodyPr wrap="square" rtlCol="0" anchor="ctr">
            <a:noAutofit/>
          </a:bodyPr>
          <a:lstStyle/>
          <a:p>
            <a:pPr marL="171450" indent="-171450">
              <a:lnSpc>
                <a:spcPct val="120000"/>
              </a:lnSpc>
              <a:buFont typeface="Arial" panose="020B0604020202020204" pitchFamily="34" charset="0"/>
              <a:buChar char="•"/>
              <a:defRPr/>
            </a:pPr>
            <a:r>
              <a:rPr lang="en-US" sz="1000" kern="0" dirty="0">
                <a:solidFill>
                  <a:srgbClr val="000000"/>
                </a:solidFill>
                <a:cs typeface="Calibri Light" panose="020F0302020204030204" pitchFamily="34" charset="0"/>
              </a:rPr>
              <a:t>Draft </a:t>
            </a:r>
            <a:r>
              <a:rPr lang="en-US" sz="1000" b="1" kern="0" dirty="0">
                <a:solidFill>
                  <a:srgbClr val="000000"/>
                </a:solidFill>
                <a:cs typeface="Calibri Light" panose="020F0302020204030204" pitchFamily="34" charset="0"/>
              </a:rPr>
              <a:t>preliminary hypotheses </a:t>
            </a:r>
            <a:r>
              <a:rPr lang="en-US" sz="1000" kern="0" dirty="0">
                <a:solidFill>
                  <a:srgbClr val="000000"/>
                </a:solidFill>
                <a:cs typeface="Calibri Light" panose="020F0302020204030204" pitchFamily="34" charset="0"/>
              </a:rPr>
              <a:t>on the shortlisted diversification areas</a:t>
            </a:r>
            <a:endParaRPr lang="en-US" sz="1000" b="1" kern="0" dirty="0">
              <a:solidFill>
                <a:srgbClr val="000000"/>
              </a:solidFill>
              <a:cs typeface="Calibri Light" panose="020F0302020204030204" pitchFamily="34" charset="0"/>
            </a:endParaRPr>
          </a:p>
          <a:p>
            <a:pPr marL="171450" indent="-171450">
              <a:lnSpc>
                <a:spcPct val="120000"/>
              </a:lnSpc>
              <a:buFont typeface="Arial" panose="020B0604020202020204" pitchFamily="34" charset="0"/>
              <a:buChar char="•"/>
              <a:defRPr/>
            </a:pPr>
            <a:r>
              <a:rPr lang="en-US" sz="1000" kern="0" dirty="0">
                <a:solidFill>
                  <a:srgbClr val="000000"/>
                </a:solidFill>
                <a:cs typeface="Calibri Light" panose="020F0302020204030204" pitchFamily="34" charset="0"/>
              </a:rPr>
              <a:t>Conduct </a:t>
            </a:r>
            <a:r>
              <a:rPr lang="en-US" sz="1000" b="1" kern="0" dirty="0">
                <a:solidFill>
                  <a:srgbClr val="000000"/>
                </a:solidFill>
                <a:cs typeface="Calibri Light" panose="020F0302020204030204" pitchFamily="34" charset="0"/>
              </a:rPr>
              <a:t>deep</a:t>
            </a:r>
            <a:r>
              <a:rPr lang="en-US" sz="1000" kern="0" dirty="0">
                <a:solidFill>
                  <a:srgbClr val="000000"/>
                </a:solidFill>
                <a:cs typeface="Calibri Light" panose="020F0302020204030204" pitchFamily="34" charset="0"/>
              </a:rPr>
              <a:t> </a:t>
            </a:r>
            <a:r>
              <a:rPr lang="en-US" sz="1000" b="1" kern="0" dirty="0">
                <a:solidFill>
                  <a:srgbClr val="000000"/>
                </a:solidFill>
                <a:cs typeface="Calibri Light" panose="020F0302020204030204" pitchFamily="34" charset="0"/>
              </a:rPr>
              <a:t>industry analysis </a:t>
            </a:r>
            <a:r>
              <a:rPr lang="en-US" sz="1000" kern="0" dirty="0">
                <a:solidFill>
                  <a:srgbClr val="000000"/>
                </a:solidFill>
                <a:cs typeface="Calibri Light" panose="020F0302020204030204" pitchFamily="34" charset="0"/>
              </a:rPr>
              <a:t>to prioritize areas and articulate areas of play, how to play and strategic relevance</a:t>
            </a:r>
          </a:p>
          <a:p>
            <a:pPr marL="171450" indent="-171450">
              <a:lnSpc>
                <a:spcPct val="120000"/>
              </a:lnSpc>
              <a:buFont typeface="Arial" panose="020B0604020202020204" pitchFamily="34" charset="0"/>
              <a:buChar char="•"/>
              <a:defRPr/>
            </a:pPr>
            <a:r>
              <a:rPr lang="en-US" sz="1000" b="1" kern="0" dirty="0">
                <a:solidFill>
                  <a:srgbClr val="000000"/>
                </a:solidFill>
                <a:cs typeface="Calibri Light" panose="020F0302020204030204" pitchFamily="34" charset="0"/>
              </a:rPr>
              <a:t>Prioritization </a:t>
            </a:r>
            <a:r>
              <a:rPr lang="en-US" sz="1000" kern="0" dirty="0">
                <a:solidFill>
                  <a:srgbClr val="000000"/>
                </a:solidFill>
                <a:cs typeface="Calibri Light" panose="020F0302020204030204" pitchFamily="34" charset="0"/>
              </a:rPr>
              <a:t>based on CIL’s competencies and organizational gaps, mission and vision</a:t>
            </a:r>
            <a:endParaRPr lang="en-US" sz="1000" b="1" kern="0" dirty="0">
              <a:solidFill>
                <a:srgbClr val="000000"/>
              </a:solidFill>
              <a:cs typeface="Calibri Light" panose="020F0302020204030204" pitchFamily="34" charset="0"/>
            </a:endParaRPr>
          </a:p>
        </p:txBody>
      </p:sp>
      <p:grpSp>
        <p:nvGrpSpPr>
          <p:cNvPr id="24" name="Group 23"/>
          <p:cNvGrpSpPr/>
          <p:nvPr/>
        </p:nvGrpSpPr>
        <p:grpSpPr>
          <a:xfrm>
            <a:off x="3287787" y="1211860"/>
            <a:ext cx="351224" cy="384303"/>
            <a:chOff x="3210741" y="4428645"/>
            <a:chExt cx="478108" cy="461201"/>
          </a:xfrm>
        </p:grpSpPr>
        <p:sp>
          <p:nvSpPr>
            <p:cNvPr id="25" name="Oval 24"/>
            <p:cNvSpPr/>
            <p:nvPr/>
          </p:nvSpPr>
          <p:spPr>
            <a:xfrm>
              <a:off x="3278711" y="4494211"/>
              <a:ext cx="342168" cy="330068"/>
            </a:xfrm>
            <a:prstGeom prst="ellipse">
              <a:avLst/>
            </a:prstGeom>
            <a:solidFill>
              <a:srgbClr val="FFFFFF"/>
            </a:solidFill>
            <a:ln w="28575" cap="flat" cmpd="sng" algn="ctr">
              <a:solidFill>
                <a:srgbClr val="5A5A5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chemeClr val="tx1">
                      <a:lumMod val="65000"/>
                      <a:lumOff val="35000"/>
                    </a:schemeClr>
                  </a:solidFill>
                  <a:effectLst/>
                  <a:uLnTx/>
                  <a:uFillTx/>
                  <a:latin typeface="Calibri Light" panose="020F0302020204030204" pitchFamily="34" charset="0"/>
                  <a:ea typeface="+mn-ea"/>
                  <a:cs typeface="Calibri Light" panose="020F0302020204030204" pitchFamily="34" charset="0"/>
                </a:rPr>
                <a:t>2</a:t>
              </a:r>
            </a:p>
          </p:txBody>
        </p:sp>
        <p:sp>
          <p:nvSpPr>
            <p:cNvPr id="26" name="Arc 25"/>
            <p:cNvSpPr/>
            <p:nvPr/>
          </p:nvSpPr>
          <p:spPr>
            <a:xfrm>
              <a:off x="3232473" y="4449609"/>
              <a:ext cx="434644" cy="419274"/>
            </a:xfrm>
            <a:prstGeom prst="arc">
              <a:avLst>
                <a:gd name="adj1" fmla="val 16200000"/>
                <a:gd name="adj2" fmla="val 8536680"/>
              </a:avLst>
            </a:prstGeom>
            <a:noFill/>
            <a:ln w="15875" cap="flat" cmpd="sng" algn="ctr">
              <a:solidFill>
                <a:srgbClr val="34F0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000000"/>
                </a:solidFill>
                <a:effectLst/>
                <a:uLnTx/>
                <a:uFillTx/>
                <a:latin typeface="Calibri Light" panose="020F0302020204030204" pitchFamily="34" charset="0"/>
                <a:ea typeface="+mn-ea"/>
                <a:cs typeface="Calibri Light" panose="020F0302020204030204" pitchFamily="34" charset="0"/>
              </a:endParaRPr>
            </a:p>
          </p:txBody>
        </p:sp>
        <p:sp>
          <p:nvSpPr>
            <p:cNvPr id="27" name="Arc 26"/>
            <p:cNvSpPr/>
            <p:nvPr/>
          </p:nvSpPr>
          <p:spPr>
            <a:xfrm>
              <a:off x="3252230" y="4468666"/>
              <a:ext cx="395130" cy="381158"/>
            </a:xfrm>
            <a:prstGeom prst="arc">
              <a:avLst>
                <a:gd name="adj1" fmla="val 16200000"/>
                <a:gd name="adj2" fmla="val 13076531"/>
              </a:avLst>
            </a:prstGeom>
            <a:noFill/>
            <a:ln w="15875" cap="flat" cmpd="sng" algn="ctr">
              <a:solidFill>
                <a:srgbClr val="34F0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000000"/>
                </a:solidFill>
                <a:effectLst/>
                <a:uLnTx/>
                <a:uFillTx/>
                <a:latin typeface="Calibri Light" panose="020F0302020204030204" pitchFamily="34" charset="0"/>
                <a:ea typeface="+mn-ea"/>
                <a:cs typeface="Calibri Light" panose="020F0302020204030204" pitchFamily="34" charset="0"/>
              </a:endParaRPr>
            </a:p>
          </p:txBody>
        </p:sp>
        <p:sp>
          <p:nvSpPr>
            <p:cNvPr id="28" name="Arc 27"/>
            <p:cNvSpPr/>
            <p:nvPr/>
          </p:nvSpPr>
          <p:spPr>
            <a:xfrm>
              <a:off x="3210741" y="4428645"/>
              <a:ext cx="478108" cy="461201"/>
            </a:xfrm>
            <a:prstGeom prst="arc">
              <a:avLst>
                <a:gd name="adj1" fmla="val 16200000"/>
                <a:gd name="adj2" fmla="val 1413461"/>
              </a:avLst>
            </a:prstGeom>
            <a:noFill/>
            <a:ln w="15875" cap="flat" cmpd="sng" algn="ctr">
              <a:solidFill>
                <a:srgbClr val="34F0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000000"/>
                </a:solidFill>
                <a:effectLst/>
                <a:uLnTx/>
                <a:uFillTx/>
                <a:latin typeface="Calibri Light" panose="020F0302020204030204" pitchFamily="34" charset="0"/>
                <a:ea typeface="+mn-ea"/>
                <a:cs typeface="Calibri Light" panose="020F0302020204030204" pitchFamily="34" charset="0"/>
              </a:endParaRPr>
            </a:p>
          </p:txBody>
        </p:sp>
      </p:grpSp>
      <p:sp>
        <p:nvSpPr>
          <p:cNvPr id="30" name="object 36"/>
          <p:cNvSpPr txBox="1"/>
          <p:nvPr/>
        </p:nvSpPr>
        <p:spPr>
          <a:xfrm>
            <a:off x="6194780" y="3392531"/>
            <a:ext cx="2560320" cy="319318"/>
          </a:xfrm>
          <a:prstGeom prst="rect">
            <a:avLst/>
          </a:prstGeom>
        </p:spPr>
        <p:txBody>
          <a:bodyPr vert="horz" wrap="square" lIns="0" tIns="11430" rIns="0" bIns="0" rtlCol="0">
            <a:spAutoFit/>
          </a:bodyPr>
          <a:lstStyle/>
          <a:p>
            <a:pPr marL="12700" algn="ctr">
              <a:spcBef>
                <a:spcPts val="580"/>
              </a:spcBef>
              <a:defRPr/>
            </a:pPr>
            <a:r>
              <a:rPr lang="en-US" sz="1000" b="1" dirty="0">
                <a:solidFill>
                  <a:schemeClr val="tx1">
                    <a:lumMod val="65000"/>
                    <a:lumOff val="35000"/>
                  </a:schemeClr>
                </a:solidFill>
                <a:cs typeface="Calibri Light" panose="020F0302020204030204" pitchFamily="34" charset="0"/>
              </a:rPr>
              <a:t>Hypotheses b</a:t>
            </a:r>
            <a:r>
              <a:rPr lang="en-US" sz="1000" b="1" dirty="0">
                <a:solidFill>
                  <a:schemeClr val="tx1">
                    <a:lumMod val="65000"/>
                    <a:lumOff val="35000"/>
                  </a:schemeClr>
                </a:solidFill>
                <a:latin typeface="+mj-lt"/>
                <a:cs typeface="Calibri Light" panose="020F0302020204030204" pitchFamily="34" charset="0"/>
              </a:rPr>
              <a:t>uilding and mapping them to suitable action items</a:t>
            </a:r>
          </a:p>
        </p:txBody>
      </p:sp>
      <p:grpSp>
        <p:nvGrpSpPr>
          <p:cNvPr id="32" name="Group 31"/>
          <p:cNvGrpSpPr/>
          <p:nvPr/>
        </p:nvGrpSpPr>
        <p:grpSpPr>
          <a:xfrm>
            <a:off x="6072245" y="1211860"/>
            <a:ext cx="351224" cy="384303"/>
            <a:chOff x="6046206" y="4428645"/>
            <a:chExt cx="478108" cy="461201"/>
          </a:xfrm>
        </p:grpSpPr>
        <p:sp>
          <p:nvSpPr>
            <p:cNvPr id="33" name="Oval 32"/>
            <p:cNvSpPr/>
            <p:nvPr/>
          </p:nvSpPr>
          <p:spPr>
            <a:xfrm>
              <a:off x="6114176" y="4494211"/>
              <a:ext cx="342168" cy="330068"/>
            </a:xfrm>
            <a:prstGeom prst="ellipse">
              <a:avLst/>
            </a:prstGeom>
            <a:solidFill>
              <a:srgbClr val="FFFFFF"/>
            </a:solidFill>
            <a:ln w="28575" cap="flat" cmpd="sng" algn="ctr">
              <a:solidFill>
                <a:srgbClr val="5A5A5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chemeClr val="tx1">
                      <a:lumMod val="65000"/>
                      <a:lumOff val="35000"/>
                    </a:schemeClr>
                  </a:solidFill>
                  <a:effectLst/>
                  <a:uLnTx/>
                  <a:uFillTx/>
                  <a:latin typeface="Calibri Light" panose="020F0302020204030204" pitchFamily="34" charset="0"/>
                  <a:ea typeface="+mn-ea"/>
                  <a:cs typeface="Calibri Light" panose="020F0302020204030204" pitchFamily="34" charset="0"/>
                </a:rPr>
                <a:t>3</a:t>
              </a:r>
              <a:endParaRPr kumimoji="0" lang="en-US" sz="1200" b="1" i="0" u="none" strike="noStrike" kern="0" cap="none" spc="0" normalizeH="0" baseline="0" noProof="0" dirty="0">
                <a:ln>
                  <a:noFill/>
                </a:ln>
                <a:solidFill>
                  <a:schemeClr val="tx1">
                    <a:lumMod val="65000"/>
                    <a:lumOff val="35000"/>
                  </a:schemeClr>
                </a:solidFill>
                <a:effectLst/>
                <a:uLnTx/>
                <a:uFillTx/>
                <a:latin typeface="Calibri Light" panose="020F0302020204030204" pitchFamily="34" charset="0"/>
                <a:ea typeface="+mn-ea"/>
                <a:cs typeface="Calibri Light" panose="020F0302020204030204" pitchFamily="34" charset="0"/>
              </a:endParaRPr>
            </a:p>
          </p:txBody>
        </p:sp>
        <p:sp>
          <p:nvSpPr>
            <p:cNvPr id="34" name="Arc 33"/>
            <p:cNvSpPr/>
            <p:nvPr/>
          </p:nvSpPr>
          <p:spPr>
            <a:xfrm>
              <a:off x="6067938" y="4449609"/>
              <a:ext cx="434644" cy="419274"/>
            </a:xfrm>
            <a:prstGeom prst="arc">
              <a:avLst>
                <a:gd name="adj1" fmla="val 16200000"/>
                <a:gd name="adj2" fmla="val 8536680"/>
              </a:avLst>
            </a:prstGeom>
            <a:noFill/>
            <a:ln w="19050" cap="flat" cmpd="sng" algn="ctr">
              <a:solidFill>
                <a:srgbClr val="FDD3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000000"/>
                </a:solidFill>
                <a:effectLst/>
                <a:uLnTx/>
                <a:uFillTx/>
                <a:latin typeface="Calibri Light" panose="020F0302020204030204" pitchFamily="34" charset="0"/>
                <a:ea typeface="+mn-ea"/>
                <a:cs typeface="Calibri Light" panose="020F0302020204030204" pitchFamily="34" charset="0"/>
              </a:endParaRPr>
            </a:p>
          </p:txBody>
        </p:sp>
        <p:sp>
          <p:nvSpPr>
            <p:cNvPr id="35" name="Arc 34"/>
            <p:cNvSpPr/>
            <p:nvPr/>
          </p:nvSpPr>
          <p:spPr>
            <a:xfrm>
              <a:off x="6087695" y="4468666"/>
              <a:ext cx="395130" cy="381158"/>
            </a:xfrm>
            <a:prstGeom prst="arc">
              <a:avLst>
                <a:gd name="adj1" fmla="val 16200000"/>
                <a:gd name="adj2" fmla="val 13076531"/>
              </a:avLst>
            </a:prstGeom>
            <a:noFill/>
            <a:ln w="19050" cap="flat" cmpd="sng" algn="ctr">
              <a:solidFill>
                <a:srgbClr val="FDD3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000000"/>
                </a:solidFill>
                <a:effectLst/>
                <a:uLnTx/>
                <a:uFillTx/>
                <a:latin typeface="Calibri Light" panose="020F0302020204030204" pitchFamily="34" charset="0"/>
                <a:ea typeface="+mn-ea"/>
                <a:cs typeface="Calibri Light" panose="020F0302020204030204" pitchFamily="34" charset="0"/>
              </a:endParaRPr>
            </a:p>
          </p:txBody>
        </p:sp>
        <p:sp>
          <p:nvSpPr>
            <p:cNvPr id="36" name="Arc 35"/>
            <p:cNvSpPr/>
            <p:nvPr/>
          </p:nvSpPr>
          <p:spPr>
            <a:xfrm>
              <a:off x="6046206" y="4428645"/>
              <a:ext cx="478108" cy="461201"/>
            </a:xfrm>
            <a:prstGeom prst="arc">
              <a:avLst>
                <a:gd name="adj1" fmla="val 16200000"/>
                <a:gd name="adj2" fmla="val 1413461"/>
              </a:avLst>
            </a:prstGeom>
            <a:noFill/>
            <a:ln w="19050" cap="flat" cmpd="sng" algn="ctr">
              <a:solidFill>
                <a:srgbClr val="FDD3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000000"/>
                </a:solidFill>
                <a:effectLst/>
                <a:uLnTx/>
                <a:uFillTx/>
                <a:latin typeface="Calibri Light" panose="020F0302020204030204" pitchFamily="34" charset="0"/>
                <a:ea typeface="+mn-ea"/>
                <a:cs typeface="Calibri Light" panose="020F0302020204030204" pitchFamily="34" charset="0"/>
              </a:endParaRPr>
            </a:p>
          </p:txBody>
        </p:sp>
      </p:grpSp>
      <p:grpSp>
        <p:nvGrpSpPr>
          <p:cNvPr id="41" name="Group 40"/>
          <p:cNvGrpSpPr/>
          <p:nvPr/>
        </p:nvGrpSpPr>
        <p:grpSpPr>
          <a:xfrm>
            <a:off x="8856703" y="1211860"/>
            <a:ext cx="351224" cy="384303"/>
            <a:chOff x="5338966" y="2438483"/>
            <a:chExt cx="1277683" cy="1277683"/>
          </a:xfrm>
        </p:grpSpPr>
        <p:sp>
          <p:nvSpPr>
            <p:cNvPr id="43" name="Oval 42"/>
            <p:cNvSpPr/>
            <p:nvPr/>
          </p:nvSpPr>
          <p:spPr>
            <a:xfrm>
              <a:off x="5520607" y="2620124"/>
              <a:ext cx="914400" cy="914400"/>
            </a:xfrm>
            <a:prstGeom prst="ellipse">
              <a:avLst/>
            </a:prstGeom>
            <a:solidFill>
              <a:srgbClr val="FFFFFF"/>
            </a:solidFill>
            <a:ln w="28575" cap="flat" cmpd="sng" algn="ctr">
              <a:solidFill>
                <a:srgbClr val="5A5A5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chemeClr val="tx1">
                      <a:lumMod val="65000"/>
                      <a:lumOff val="35000"/>
                    </a:schemeClr>
                  </a:solidFill>
                  <a:effectLst/>
                  <a:uLnTx/>
                  <a:uFillTx/>
                  <a:latin typeface="Calibri Light" panose="020F0302020204030204" pitchFamily="34" charset="0"/>
                  <a:ea typeface="+mn-ea"/>
                  <a:cs typeface="Calibri Light" panose="020F0302020204030204" pitchFamily="34" charset="0"/>
                </a:rPr>
                <a:t>4</a:t>
              </a:r>
              <a:endParaRPr kumimoji="0" lang="en-US" sz="1200" b="1" i="0" u="none" strike="noStrike" kern="0" cap="none" spc="0" normalizeH="0" baseline="0" noProof="0" dirty="0">
                <a:ln>
                  <a:noFill/>
                </a:ln>
                <a:solidFill>
                  <a:schemeClr val="tx1">
                    <a:lumMod val="65000"/>
                    <a:lumOff val="35000"/>
                  </a:schemeClr>
                </a:solidFill>
                <a:effectLst/>
                <a:uLnTx/>
                <a:uFillTx/>
                <a:latin typeface="Calibri Light" panose="020F0302020204030204" pitchFamily="34" charset="0"/>
                <a:ea typeface="+mn-ea"/>
                <a:cs typeface="Calibri Light" panose="020F0302020204030204" pitchFamily="34" charset="0"/>
              </a:endParaRPr>
            </a:p>
          </p:txBody>
        </p:sp>
        <p:sp>
          <p:nvSpPr>
            <p:cNvPr id="44" name="Arc 43"/>
            <p:cNvSpPr/>
            <p:nvPr/>
          </p:nvSpPr>
          <p:spPr>
            <a:xfrm>
              <a:off x="5397042" y="2496559"/>
              <a:ext cx="1161530" cy="1161530"/>
            </a:xfrm>
            <a:prstGeom prst="arc">
              <a:avLst>
                <a:gd name="adj1" fmla="val 16200000"/>
                <a:gd name="adj2" fmla="val 8536680"/>
              </a:avLst>
            </a:prstGeom>
            <a:noFill/>
            <a:ln w="15875" cap="flat" cmpd="sng" algn="ctr">
              <a:solidFill>
                <a:srgbClr val="86F2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000000"/>
                </a:solidFill>
                <a:effectLst/>
                <a:uLnTx/>
                <a:uFillTx/>
                <a:latin typeface="Calibri Light" panose="020F0302020204030204" pitchFamily="34" charset="0"/>
                <a:ea typeface="+mn-ea"/>
                <a:cs typeface="Calibri Light" panose="020F0302020204030204" pitchFamily="34" charset="0"/>
              </a:endParaRPr>
            </a:p>
          </p:txBody>
        </p:sp>
        <p:sp>
          <p:nvSpPr>
            <p:cNvPr id="45" name="Arc 44"/>
            <p:cNvSpPr/>
            <p:nvPr/>
          </p:nvSpPr>
          <p:spPr>
            <a:xfrm>
              <a:off x="5449839" y="2549356"/>
              <a:ext cx="1055936" cy="1055936"/>
            </a:xfrm>
            <a:prstGeom prst="arc">
              <a:avLst>
                <a:gd name="adj1" fmla="val 16200000"/>
                <a:gd name="adj2" fmla="val 13076531"/>
              </a:avLst>
            </a:prstGeom>
            <a:noFill/>
            <a:ln w="15875" cap="flat" cmpd="sng" algn="ctr">
              <a:solidFill>
                <a:srgbClr val="86F2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000000"/>
                </a:solidFill>
                <a:effectLst/>
                <a:uLnTx/>
                <a:uFillTx/>
                <a:latin typeface="Calibri Light" panose="020F0302020204030204" pitchFamily="34" charset="0"/>
                <a:ea typeface="+mn-ea"/>
                <a:cs typeface="Calibri Light" panose="020F0302020204030204" pitchFamily="34" charset="0"/>
              </a:endParaRPr>
            </a:p>
          </p:txBody>
        </p:sp>
        <p:sp>
          <p:nvSpPr>
            <p:cNvPr id="46" name="Arc 45"/>
            <p:cNvSpPr/>
            <p:nvPr/>
          </p:nvSpPr>
          <p:spPr>
            <a:xfrm>
              <a:off x="5338966" y="2438483"/>
              <a:ext cx="1277683" cy="1277683"/>
            </a:xfrm>
            <a:prstGeom prst="arc">
              <a:avLst>
                <a:gd name="adj1" fmla="val 16200000"/>
                <a:gd name="adj2" fmla="val 1413461"/>
              </a:avLst>
            </a:prstGeom>
            <a:noFill/>
            <a:ln w="15875" cap="flat" cmpd="sng" algn="ctr">
              <a:solidFill>
                <a:srgbClr val="86F2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000000"/>
                </a:solidFill>
                <a:effectLst/>
                <a:uLnTx/>
                <a:uFillTx/>
                <a:latin typeface="Calibri Light" panose="020F0302020204030204" pitchFamily="34" charset="0"/>
                <a:ea typeface="+mn-ea"/>
                <a:cs typeface="Calibri Light" panose="020F0302020204030204" pitchFamily="34" charset="0"/>
              </a:endParaRPr>
            </a:p>
          </p:txBody>
        </p:sp>
      </p:grpSp>
      <p:grpSp>
        <p:nvGrpSpPr>
          <p:cNvPr id="17" name="Group 16"/>
          <p:cNvGrpSpPr/>
          <p:nvPr/>
        </p:nvGrpSpPr>
        <p:grpSpPr>
          <a:xfrm>
            <a:off x="534886" y="1211860"/>
            <a:ext cx="319667" cy="329668"/>
            <a:chOff x="1193726" y="5518979"/>
            <a:chExt cx="1277683" cy="1277683"/>
          </a:xfrm>
        </p:grpSpPr>
        <p:sp>
          <p:nvSpPr>
            <p:cNvPr id="18" name="Oval 17"/>
            <p:cNvSpPr/>
            <p:nvPr/>
          </p:nvSpPr>
          <p:spPr>
            <a:xfrm>
              <a:off x="1375367" y="5688757"/>
              <a:ext cx="914400" cy="914400"/>
            </a:xfrm>
            <a:prstGeom prst="ellipse">
              <a:avLst/>
            </a:prstGeom>
            <a:solidFill>
              <a:srgbClr val="FFFFFF"/>
            </a:solidFill>
            <a:ln w="28575" cap="flat" cmpd="sng" algn="ctr">
              <a:solidFill>
                <a:schemeClr val="accent2">
                  <a:lumMod val="60000"/>
                  <a:lumOff val="40000"/>
                </a:scheme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chemeClr val="tx1">
                      <a:lumMod val="65000"/>
                      <a:lumOff val="35000"/>
                    </a:schemeClr>
                  </a:solidFill>
                  <a:effectLst/>
                  <a:uLnTx/>
                  <a:uFillTx/>
                  <a:latin typeface="Calibri Light" panose="020F0302020204030204" pitchFamily="34" charset="0"/>
                  <a:ea typeface="+mn-ea"/>
                  <a:cs typeface="Calibri Light" panose="020F0302020204030204" pitchFamily="34" charset="0"/>
                </a:rPr>
                <a:t>1</a:t>
              </a:r>
            </a:p>
          </p:txBody>
        </p:sp>
        <p:sp>
          <p:nvSpPr>
            <p:cNvPr id="19" name="Arc 18"/>
            <p:cNvSpPr/>
            <p:nvPr/>
          </p:nvSpPr>
          <p:spPr>
            <a:xfrm>
              <a:off x="1251802" y="5577055"/>
              <a:ext cx="1161530" cy="1161530"/>
            </a:xfrm>
            <a:prstGeom prst="arc">
              <a:avLst>
                <a:gd name="adj1" fmla="val 16200000"/>
                <a:gd name="adj2" fmla="val 8536680"/>
              </a:avLst>
            </a:prstGeom>
            <a:noFill/>
            <a:ln w="15875" cap="flat" cmpd="sng" algn="ctr">
              <a:solidFill>
                <a:schemeClr val="accent2">
                  <a:lumMod val="60000"/>
                  <a:lumOff val="40000"/>
                </a:scheme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000000"/>
                </a:solidFill>
                <a:effectLst/>
                <a:uLnTx/>
                <a:uFillTx/>
                <a:latin typeface="Calibri Light" panose="020F0302020204030204" pitchFamily="34" charset="0"/>
                <a:ea typeface="+mn-ea"/>
                <a:cs typeface="Calibri Light" panose="020F0302020204030204" pitchFamily="34" charset="0"/>
              </a:endParaRPr>
            </a:p>
          </p:txBody>
        </p:sp>
        <p:sp>
          <p:nvSpPr>
            <p:cNvPr id="20" name="Arc 19"/>
            <p:cNvSpPr/>
            <p:nvPr/>
          </p:nvSpPr>
          <p:spPr>
            <a:xfrm>
              <a:off x="1304599" y="5629852"/>
              <a:ext cx="1055936" cy="1055936"/>
            </a:xfrm>
            <a:prstGeom prst="arc">
              <a:avLst>
                <a:gd name="adj1" fmla="val 16200000"/>
                <a:gd name="adj2" fmla="val 13076531"/>
              </a:avLst>
            </a:prstGeom>
            <a:noFill/>
            <a:ln w="15875" cap="flat" cmpd="sng" algn="ctr">
              <a:solidFill>
                <a:schemeClr val="accent2">
                  <a:lumMod val="60000"/>
                  <a:lumOff val="40000"/>
                </a:scheme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000000"/>
                </a:solidFill>
                <a:effectLst/>
                <a:uLnTx/>
                <a:uFillTx/>
                <a:latin typeface="Calibri Light" panose="020F0302020204030204" pitchFamily="34" charset="0"/>
                <a:ea typeface="+mn-ea"/>
                <a:cs typeface="Calibri Light" panose="020F0302020204030204" pitchFamily="34" charset="0"/>
              </a:endParaRPr>
            </a:p>
          </p:txBody>
        </p:sp>
        <p:sp>
          <p:nvSpPr>
            <p:cNvPr id="21" name="Arc 20"/>
            <p:cNvSpPr/>
            <p:nvPr/>
          </p:nvSpPr>
          <p:spPr>
            <a:xfrm>
              <a:off x="1193726" y="5518979"/>
              <a:ext cx="1277683" cy="1277683"/>
            </a:xfrm>
            <a:prstGeom prst="arc">
              <a:avLst>
                <a:gd name="adj1" fmla="val 16200000"/>
                <a:gd name="adj2" fmla="val 1413461"/>
              </a:avLst>
            </a:prstGeom>
            <a:noFill/>
            <a:ln w="15875" cap="flat" cmpd="sng" algn="ctr">
              <a:solidFill>
                <a:schemeClr val="accent2">
                  <a:lumMod val="60000"/>
                  <a:lumOff val="40000"/>
                </a:scheme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000000"/>
                </a:solidFill>
                <a:effectLst/>
                <a:uLnTx/>
                <a:uFillTx/>
                <a:latin typeface="Calibri Light" panose="020F0302020204030204" pitchFamily="34" charset="0"/>
                <a:ea typeface="+mn-ea"/>
                <a:cs typeface="Calibri Light" panose="020F0302020204030204" pitchFamily="34" charset="0"/>
              </a:endParaRPr>
            </a:p>
          </p:txBody>
        </p:sp>
      </p:grpSp>
      <p:sp>
        <p:nvSpPr>
          <p:cNvPr id="56" name="Rectangle 5"/>
          <p:cNvSpPr>
            <a:spLocks noChangeArrowheads="1"/>
          </p:cNvSpPr>
          <p:nvPr/>
        </p:nvSpPr>
        <p:spPr bwMode="auto">
          <a:xfrm>
            <a:off x="882450" y="1244590"/>
            <a:ext cx="2377440" cy="528394"/>
          </a:xfrm>
          <a:prstGeom prst="rect">
            <a:avLst/>
          </a:prstGeom>
          <a:solidFill>
            <a:schemeClr val="accent2">
              <a:lumMod val="60000"/>
              <a:lumOff val="40000"/>
              <a:alpha val="50000"/>
            </a:schemeClr>
          </a:solidFill>
          <a:ln w="9525">
            <a:noFill/>
            <a:miter lim="800000"/>
            <a:headEnd/>
            <a:tailEnd/>
          </a:ln>
          <a:effectLst/>
        </p:spPr>
        <p:txBody>
          <a:bodyPr anchor="ctr"/>
          <a:lstStyle>
            <a:lvl1pPr algn="ctr">
              <a:spcBef>
                <a:spcPct val="50000"/>
              </a:spcBef>
              <a:defRPr sz="1200" b="1">
                <a:solidFill>
                  <a:schemeClr val="tx1"/>
                </a:solidFill>
                <a:latin typeface="Arial" panose="020B0604020202020204" pitchFamily="34" charset="0"/>
              </a:defRPr>
            </a:lvl1pPr>
            <a:lvl2pPr marL="742950" indent="-285750" algn="ctr">
              <a:spcBef>
                <a:spcPct val="50000"/>
              </a:spcBef>
              <a:defRPr sz="1200" b="1">
                <a:solidFill>
                  <a:schemeClr val="tx1"/>
                </a:solidFill>
                <a:latin typeface="Arial" panose="020B0604020202020204" pitchFamily="34" charset="0"/>
              </a:defRPr>
            </a:lvl2pPr>
            <a:lvl3pPr marL="1143000" indent="-228600" algn="ctr">
              <a:spcBef>
                <a:spcPct val="50000"/>
              </a:spcBef>
              <a:defRPr sz="1200" b="1">
                <a:solidFill>
                  <a:schemeClr val="tx1"/>
                </a:solidFill>
                <a:latin typeface="Arial" panose="020B0604020202020204" pitchFamily="34" charset="0"/>
              </a:defRPr>
            </a:lvl3pPr>
            <a:lvl4pPr marL="1600200" indent="-228600" algn="ctr">
              <a:spcBef>
                <a:spcPct val="50000"/>
              </a:spcBef>
              <a:defRPr sz="1200" b="1">
                <a:solidFill>
                  <a:schemeClr val="tx1"/>
                </a:solidFill>
                <a:latin typeface="Arial" panose="020B0604020202020204" pitchFamily="34" charset="0"/>
              </a:defRPr>
            </a:lvl4pPr>
            <a:lvl5pPr marL="2057400" indent="-228600" algn="ctr">
              <a:spcBef>
                <a:spcPct val="50000"/>
              </a:spcBef>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defRPr sz="1200" b="1">
                <a:solidFill>
                  <a:schemeClr val="tx1"/>
                </a:solidFill>
                <a:latin typeface="Arial" panose="020B0604020202020204" pitchFamily="34" charset="0"/>
              </a:defRPr>
            </a:lvl9pPr>
          </a:lstStyle>
          <a:p>
            <a:pPr lvl="0" eaLnBrk="0" fontAlgn="base" hangingPunct="0">
              <a:spcBef>
                <a:spcPct val="0"/>
              </a:spcBef>
              <a:spcAft>
                <a:spcPct val="0"/>
              </a:spcAft>
              <a:defRPr/>
            </a:pPr>
            <a:r>
              <a:rPr lang="en-US" altLang="en-US" sz="1000" kern="0" dirty="0">
                <a:latin typeface="+mn-lt"/>
              </a:rPr>
              <a:t>Identification of the Sectoral Scenarios of Major Diversification Areas</a:t>
            </a:r>
          </a:p>
        </p:txBody>
      </p:sp>
      <p:sp>
        <p:nvSpPr>
          <p:cNvPr id="57" name="Rectangle 5"/>
          <p:cNvSpPr>
            <a:spLocks noChangeArrowheads="1"/>
          </p:cNvSpPr>
          <p:nvPr/>
        </p:nvSpPr>
        <p:spPr bwMode="auto">
          <a:xfrm>
            <a:off x="3666908" y="1244590"/>
            <a:ext cx="2377440" cy="528394"/>
          </a:xfrm>
          <a:prstGeom prst="rect">
            <a:avLst/>
          </a:prstGeom>
          <a:solidFill>
            <a:schemeClr val="accent5">
              <a:lumMod val="60000"/>
              <a:lumOff val="40000"/>
              <a:alpha val="50000"/>
            </a:schemeClr>
          </a:solidFill>
          <a:ln w="9525">
            <a:noFill/>
            <a:miter lim="800000"/>
            <a:headEnd/>
            <a:tailEnd/>
          </a:ln>
          <a:effectLst/>
        </p:spPr>
        <p:txBody>
          <a:bodyPr lIns="0" rIns="0" anchor="ctr"/>
          <a:lstStyle>
            <a:lvl1pPr algn="ctr">
              <a:spcBef>
                <a:spcPct val="50000"/>
              </a:spcBef>
              <a:defRPr sz="1200" b="1">
                <a:solidFill>
                  <a:schemeClr val="tx1"/>
                </a:solidFill>
                <a:latin typeface="Arial" panose="020B0604020202020204" pitchFamily="34" charset="0"/>
              </a:defRPr>
            </a:lvl1pPr>
            <a:lvl2pPr marL="742950" indent="-285750" algn="ctr">
              <a:spcBef>
                <a:spcPct val="50000"/>
              </a:spcBef>
              <a:defRPr sz="1200" b="1">
                <a:solidFill>
                  <a:schemeClr val="tx1"/>
                </a:solidFill>
                <a:latin typeface="Arial" panose="020B0604020202020204" pitchFamily="34" charset="0"/>
              </a:defRPr>
            </a:lvl2pPr>
            <a:lvl3pPr marL="1143000" indent="-228600" algn="ctr">
              <a:spcBef>
                <a:spcPct val="50000"/>
              </a:spcBef>
              <a:defRPr sz="1200" b="1">
                <a:solidFill>
                  <a:schemeClr val="tx1"/>
                </a:solidFill>
                <a:latin typeface="Arial" panose="020B0604020202020204" pitchFamily="34" charset="0"/>
              </a:defRPr>
            </a:lvl3pPr>
            <a:lvl4pPr marL="1600200" indent="-228600" algn="ctr">
              <a:spcBef>
                <a:spcPct val="50000"/>
              </a:spcBef>
              <a:defRPr sz="1200" b="1">
                <a:solidFill>
                  <a:schemeClr val="tx1"/>
                </a:solidFill>
                <a:latin typeface="Arial" panose="020B0604020202020204" pitchFamily="34" charset="0"/>
              </a:defRPr>
            </a:lvl4pPr>
            <a:lvl5pPr marL="2057400" indent="-228600" algn="ctr">
              <a:spcBef>
                <a:spcPct val="50000"/>
              </a:spcBef>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defRPr sz="1200" b="1">
                <a:solidFill>
                  <a:schemeClr val="tx1"/>
                </a:solidFill>
                <a:latin typeface="Arial" panose="020B0604020202020204" pitchFamily="34" charset="0"/>
              </a:defRPr>
            </a:lvl9pPr>
          </a:lstStyle>
          <a:p>
            <a:pPr lvl="0" eaLnBrk="0" fontAlgn="base" hangingPunct="0">
              <a:spcBef>
                <a:spcPct val="0"/>
              </a:spcBef>
              <a:spcAft>
                <a:spcPct val="0"/>
              </a:spcAft>
              <a:defRPr/>
            </a:pPr>
            <a:r>
              <a:rPr lang="en-US" altLang="en-US" sz="1000" kern="0" dirty="0">
                <a:latin typeface="+mn-lt"/>
              </a:rPr>
              <a:t>Derive the Strategy to Penetrate</a:t>
            </a:r>
          </a:p>
        </p:txBody>
      </p:sp>
      <p:sp>
        <p:nvSpPr>
          <p:cNvPr id="58" name="Rectangle 5"/>
          <p:cNvSpPr>
            <a:spLocks noChangeArrowheads="1"/>
          </p:cNvSpPr>
          <p:nvPr/>
        </p:nvSpPr>
        <p:spPr bwMode="auto">
          <a:xfrm>
            <a:off x="6451366" y="1244590"/>
            <a:ext cx="2377440" cy="528394"/>
          </a:xfrm>
          <a:prstGeom prst="rect">
            <a:avLst/>
          </a:prstGeom>
          <a:solidFill>
            <a:srgbClr val="FFCD00">
              <a:alpha val="50000"/>
            </a:srgbClr>
          </a:solidFill>
          <a:ln w="9525">
            <a:noFill/>
            <a:miter lim="800000"/>
            <a:headEnd/>
            <a:tailEnd/>
          </a:ln>
          <a:effectLst/>
        </p:spPr>
        <p:txBody>
          <a:bodyPr anchor="ctr"/>
          <a:lstStyle>
            <a:lvl1pPr algn="ctr">
              <a:spcBef>
                <a:spcPct val="50000"/>
              </a:spcBef>
              <a:defRPr sz="1200" b="1">
                <a:solidFill>
                  <a:schemeClr val="tx1"/>
                </a:solidFill>
                <a:latin typeface="Arial" panose="020B0604020202020204" pitchFamily="34" charset="0"/>
              </a:defRPr>
            </a:lvl1pPr>
            <a:lvl2pPr marL="742950" indent="-285750" algn="ctr">
              <a:spcBef>
                <a:spcPct val="50000"/>
              </a:spcBef>
              <a:defRPr sz="1200" b="1">
                <a:solidFill>
                  <a:schemeClr val="tx1"/>
                </a:solidFill>
                <a:latin typeface="Arial" panose="020B0604020202020204" pitchFamily="34" charset="0"/>
              </a:defRPr>
            </a:lvl2pPr>
            <a:lvl3pPr marL="1143000" indent="-228600" algn="ctr">
              <a:spcBef>
                <a:spcPct val="50000"/>
              </a:spcBef>
              <a:defRPr sz="1200" b="1">
                <a:solidFill>
                  <a:schemeClr val="tx1"/>
                </a:solidFill>
                <a:latin typeface="Arial" panose="020B0604020202020204" pitchFamily="34" charset="0"/>
              </a:defRPr>
            </a:lvl3pPr>
            <a:lvl4pPr marL="1600200" indent="-228600" algn="ctr">
              <a:spcBef>
                <a:spcPct val="50000"/>
              </a:spcBef>
              <a:defRPr sz="1200" b="1">
                <a:solidFill>
                  <a:schemeClr val="tx1"/>
                </a:solidFill>
                <a:latin typeface="Arial" panose="020B0604020202020204" pitchFamily="34" charset="0"/>
              </a:defRPr>
            </a:lvl4pPr>
            <a:lvl5pPr marL="2057400" indent="-228600" algn="ctr">
              <a:spcBef>
                <a:spcPct val="50000"/>
              </a:spcBef>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defRPr sz="1200" b="1">
                <a:solidFill>
                  <a:schemeClr val="tx1"/>
                </a:solidFill>
                <a:latin typeface="Arial" panose="020B0604020202020204" pitchFamily="34" charset="0"/>
              </a:defRPr>
            </a:lvl9pPr>
          </a:lstStyle>
          <a:p>
            <a:pPr lvl="0" eaLnBrk="0" fontAlgn="base" hangingPunct="0">
              <a:spcBef>
                <a:spcPct val="0"/>
              </a:spcBef>
              <a:spcAft>
                <a:spcPct val="0"/>
              </a:spcAft>
              <a:defRPr/>
            </a:pPr>
            <a:r>
              <a:rPr lang="en-US" altLang="en-US" sz="1000" kern="0" dirty="0">
                <a:latin typeface="+mn-lt"/>
              </a:rPr>
              <a:t>Onboarding of Project Implementation Agencies (PIA)</a:t>
            </a:r>
          </a:p>
        </p:txBody>
      </p:sp>
      <p:sp>
        <p:nvSpPr>
          <p:cNvPr id="59" name="Rectangle 5"/>
          <p:cNvSpPr>
            <a:spLocks noChangeArrowheads="1"/>
          </p:cNvSpPr>
          <p:nvPr/>
        </p:nvSpPr>
        <p:spPr bwMode="auto">
          <a:xfrm>
            <a:off x="9235825" y="1244590"/>
            <a:ext cx="2377440" cy="528394"/>
          </a:xfrm>
          <a:prstGeom prst="rect">
            <a:avLst/>
          </a:prstGeom>
          <a:solidFill>
            <a:srgbClr val="86F200">
              <a:alpha val="50000"/>
            </a:srgbClr>
          </a:solidFill>
          <a:ln w="9525">
            <a:noFill/>
            <a:miter lim="800000"/>
            <a:headEnd/>
            <a:tailEnd/>
          </a:ln>
          <a:effectLst/>
        </p:spPr>
        <p:txBody>
          <a:bodyPr anchor="ctr"/>
          <a:lstStyle>
            <a:lvl1pPr algn="ctr">
              <a:spcBef>
                <a:spcPct val="50000"/>
              </a:spcBef>
              <a:defRPr sz="1200" b="1">
                <a:solidFill>
                  <a:schemeClr val="tx1"/>
                </a:solidFill>
                <a:latin typeface="Arial" panose="020B0604020202020204" pitchFamily="34" charset="0"/>
              </a:defRPr>
            </a:lvl1pPr>
            <a:lvl2pPr marL="742950" indent="-285750" algn="ctr">
              <a:spcBef>
                <a:spcPct val="50000"/>
              </a:spcBef>
              <a:defRPr sz="1200" b="1">
                <a:solidFill>
                  <a:schemeClr val="tx1"/>
                </a:solidFill>
                <a:latin typeface="Arial" panose="020B0604020202020204" pitchFamily="34" charset="0"/>
              </a:defRPr>
            </a:lvl2pPr>
            <a:lvl3pPr marL="1143000" indent="-228600" algn="ctr">
              <a:spcBef>
                <a:spcPct val="50000"/>
              </a:spcBef>
              <a:defRPr sz="1200" b="1">
                <a:solidFill>
                  <a:schemeClr val="tx1"/>
                </a:solidFill>
                <a:latin typeface="Arial" panose="020B0604020202020204" pitchFamily="34" charset="0"/>
              </a:defRPr>
            </a:lvl3pPr>
            <a:lvl4pPr marL="1600200" indent="-228600" algn="ctr">
              <a:spcBef>
                <a:spcPct val="50000"/>
              </a:spcBef>
              <a:defRPr sz="1200" b="1">
                <a:solidFill>
                  <a:schemeClr val="tx1"/>
                </a:solidFill>
                <a:latin typeface="Arial" panose="020B0604020202020204" pitchFamily="34" charset="0"/>
              </a:defRPr>
            </a:lvl4pPr>
            <a:lvl5pPr marL="2057400" indent="-228600" algn="ctr">
              <a:spcBef>
                <a:spcPct val="50000"/>
              </a:spcBef>
              <a:defRPr sz="1200" b="1">
                <a:solidFill>
                  <a:schemeClr val="tx1"/>
                </a:solidFill>
                <a:latin typeface="Arial" panose="020B0604020202020204" pitchFamily="34" charset="0"/>
              </a:defRPr>
            </a:lvl5pPr>
            <a:lvl6pPr marL="2514600" indent="-228600" algn="ctr" eaLnBrk="0" fontAlgn="base" hangingPunct="0">
              <a:spcBef>
                <a:spcPct val="50000"/>
              </a:spcBef>
              <a:spcAft>
                <a:spcPct val="0"/>
              </a:spcAft>
              <a:defRPr sz="1200" b="1">
                <a:solidFill>
                  <a:schemeClr val="tx1"/>
                </a:solidFill>
                <a:latin typeface="Arial" panose="020B0604020202020204" pitchFamily="34" charset="0"/>
              </a:defRPr>
            </a:lvl6pPr>
            <a:lvl7pPr marL="2971800" indent="-228600" algn="ctr" eaLnBrk="0" fontAlgn="base" hangingPunct="0">
              <a:spcBef>
                <a:spcPct val="50000"/>
              </a:spcBef>
              <a:spcAft>
                <a:spcPct val="0"/>
              </a:spcAft>
              <a:defRPr sz="1200" b="1">
                <a:solidFill>
                  <a:schemeClr val="tx1"/>
                </a:solidFill>
                <a:latin typeface="Arial" panose="020B0604020202020204" pitchFamily="34" charset="0"/>
              </a:defRPr>
            </a:lvl7pPr>
            <a:lvl8pPr marL="3429000" indent="-228600" algn="ctr" eaLnBrk="0" fontAlgn="base" hangingPunct="0">
              <a:spcBef>
                <a:spcPct val="50000"/>
              </a:spcBef>
              <a:spcAft>
                <a:spcPct val="0"/>
              </a:spcAft>
              <a:defRPr sz="1200" b="1">
                <a:solidFill>
                  <a:schemeClr val="tx1"/>
                </a:solidFill>
                <a:latin typeface="Arial" panose="020B0604020202020204" pitchFamily="34" charset="0"/>
              </a:defRPr>
            </a:lvl8pPr>
            <a:lvl9pPr marL="3886200" indent="-228600" algn="ctr" eaLnBrk="0" fontAlgn="base" hangingPunct="0">
              <a:spcBef>
                <a:spcPct val="50000"/>
              </a:spcBef>
              <a:spcAft>
                <a:spcPct val="0"/>
              </a:spcAft>
              <a:defRPr sz="1200" b="1">
                <a:solidFill>
                  <a:schemeClr val="tx1"/>
                </a:solidFill>
                <a:latin typeface="Arial" panose="020B0604020202020204" pitchFamily="34" charset="0"/>
              </a:defRPr>
            </a:lvl9pPr>
          </a:lstStyle>
          <a:p>
            <a:pPr lvl="0" eaLnBrk="0" fontAlgn="base" hangingPunct="0">
              <a:spcBef>
                <a:spcPct val="0"/>
              </a:spcBef>
              <a:spcAft>
                <a:spcPct val="0"/>
              </a:spcAft>
              <a:defRPr/>
            </a:pPr>
            <a:r>
              <a:rPr lang="en-US" altLang="en-US" sz="1000" kern="0" dirty="0">
                <a:latin typeface="+mn-lt"/>
              </a:rPr>
              <a:t>Program Monitoring and Evaluation</a:t>
            </a:r>
          </a:p>
        </p:txBody>
      </p:sp>
      <p:sp>
        <p:nvSpPr>
          <p:cNvPr id="62" name="Isosceles Triangle 61"/>
          <p:cNvSpPr/>
          <p:nvPr/>
        </p:nvSpPr>
        <p:spPr bwMode="gray">
          <a:xfrm rot="5400000">
            <a:off x="2784182" y="2888548"/>
            <a:ext cx="457200" cy="105328"/>
          </a:xfrm>
          <a:prstGeom prst="triangle">
            <a:avLst/>
          </a:prstGeom>
          <a:solidFill>
            <a:schemeClr val="tx1">
              <a:lumMod val="50000"/>
              <a:lumOff val="50000"/>
            </a:schemeClr>
          </a:solidFill>
          <a:ln w="19050" algn="ctr">
            <a:noFill/>
            <a:miter lim="800000"/>
            <a:headEnd/>
            <a:tailEnd/>
          </a:ln>
          <a:effectLst/>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63" name="Isosceles Triangle 62"/>
          <p:cNvSpPr/>
          <p:nvPr/>
        </p:nvSpPr>
        <p:spPr bwMode="gray">
          <a:xfrm rot="5400000">
            <a:off x="5548784" y="2888548"/>
            <a:ext cx="457200" cy="105328"/>
          </a:xfrm>
          <a:prstGeom prst="triangle">
            <a:avLst/>
          </a:prstGeom>
          <a:solidFill>
            <a:schemeClr val="tx1">
              <a:lumMod val="50000"/>
              <a:lumOff val="50000"/>
            </a:schemeClr>
          </a:solidFill>
          <a:ln w="19050" algn="ctr">
            <a:noFill/>
            <a:miter lim="800000"/>
            <a:headEnd/>
            <a:tailEnd/>
          </a:ln>
          <a:effectLst/>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64" name="Isosceles Triangle 63"/>
          <p:cNvSpPr/>
          <p:nvPr/>
        </p:nvSpPr>
        <p:spPr bwMode="gray">
          <a:xfrm rot="5400000">
            <a:off x="8403600" y="2888548"/>
            <a:ext cx="457200" cy="105328"/>
          </a:xfrm>
          <a:prstGeom prst="triangle">
            <a:avLst/>
          </a:prstGeom>
          <a:solidFill>
            <a:schemeClr val="tx1">
              <a:lumMod val="50000"/>
              <a:lumOff val="50000"/>
            </a:schemeClr>
          </a:solidFill>
          <a:ln w="19050" algn="ctr">
            <a:noFill/>
            <a:miter lim="800000"/>
            <a:headEnd/>
            <a:tailEnd/>
          </a:ln>
          <a:effectLst/>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66" name="TextBox 65">
            <a:extLst>
              <a:ext uri="{FF2B5EF4-FFF2-40B4-BE49-F238E27FC236}">
                <a16:creationId xmlns:a16="http://schemas.microsoft.com/office/drawing/2014/main" id="{4F09A445-52A1-4573-A72A-B4CBF98A2BCC}"/>
              </a:ext>
            </a:extLst>
          </p:cNvPr>
          <p:cNvSpPr txBox="1"/>
          <p:nvPr/>
        </p:nvSpPr>
        <p:spPr>
          <a:xfrm>
            <a:off x="3493513" y="3830244"/>
            <a:ext cx="2560320" cy="1879675"/>
          </a:xfrm>
          <a:prstGeom prst="rect">
            <a:avLst/>
          </a:prstGeom>
          <a:noFill/>
          <a:ln>
            <a:solidFill>
              <a:schemeClr val="accent5">
                <a:lumMod val="60000"/>
                <a:lumOff val="40000"/>
              </a:schemeClr>
            </a:solidFill>
          </a:ln>
        </p:spPr>
        <p:txBody>
          <a:bodyPr wrap="square" rtlCol="0" anchor="ctr">
            <a:noAutofit/>
          </a:bodyPr>
          <a:lstStyle/>
          <a:p>
            <a:pPr marL="171450" indent="-171450">
              <a:lnSpc>
                <a:spcPct val="120000"/>
              </a:lnSpc>
              <a:buFont typeface="Arial" panose="020B0604020202020204" pitchFamily="34" charset="0"/>
              <a:buChar char="•"/>
              <a:defRPr/>
            </a:pPr>
            <a:r>
              <a:rPr lang="en-US" sz="1000" kern="0" dirty="0">
                <a:solidFill>
                  <a:srgbClr val="000000"/>
                </a:solidFill>
                <a:cs typeface="Calibri Light" panose="020F0302020204030204" pitchFamily="34" charset="0"/>
              </a:rPr>
              <a:t>Identify </a:t>
            </a:r>
            <a:r>
              <a:rPr lang="en-US" sz="1000" b="1" kern="0" dirty="0">
                <a:solidFill>
                  <a:srgbClr val="000000"/>
                </a:solidFill>
                <a:cs typeface="Calibri Light" panose="020F0302020204030204" pitchFamily="34" charset="0"/>
              </a:rPr>
              <a:t>plausible interventions </a:t>
            </a:r>
            <a:r>
              <a:rPr lang="en-US" sz="1000" kern="0" dirty="0">
                <a:solidFill>
                  <a:srgbClr val="000000"/>
                </a:solidFill>
                <a:cs typeface="Calibri Light" panose="020F0302020204030204" pitchFamily="34" charset="0"/>
              </a:rPr>
              <a:t>and </a:t>
            </a:r>
            <a:r>
              <a:rPr lang="en-US" sz="1000" b="1" kern="0" dirty="0">
                <a:solidFill>
                  <a:srgbClr val="000000"/>
                </a:solidFill>
                <a:cs typeface="Calibri Light" panose="020F0302020204030204" pitchFamily="34" charset="0"/>
              </a:rPr>
              <a:t>support required</a:t>
            </a:r>
            <a:r>
              <a:rPr lang="en-US" sz="1000" kern="0" dirty="0">
                <a:solidFill>
                  <a:srgbClr val="000000"/>
                </a:solidFill>
                <a:cs typeface="Calibri Light" panose="020F0302020204030204" pitchFamily="34" charset="0"/>
              </a:rPr>
              <a:t> in policy level, organization level and stakeholder level</a:t>
            </a:r>
          </a:p>
          <a:p>
            <a:pPr marL="171450" indent="-171450">
              <a:lnSpc>
                <a:spcPct val="120000"/>
              </a:lnSpc>
              <a:buFont typeface="Arial" panose="020B0604020202020204" pitchFamily="34" charset="0"/>
              <a:buChar char="•"/>
              <a:defRPr/>
            </a:pPr>
            <a:r>
              <a:rPr lang="en-US" sz="1000" kern="0" dirty="0">
                <a:solidFill>
                  <a:srgbClr val="000000"/>
                </a:solidFill>
                <a:cs typeface="Calibri Light" panose="020F0302020204030204" pitchFamily="34" charset="0"/>
              </a:rPr>
              <a:t>Analyze </a:t>
            </a:r>
            <a:r>
              <a:rPr lang="en-US" sz="1000" b="1" kern="0" dirty="0">
                <a:solidFill>
                  <a:srgbClr val="000000"/>
                </a:solidFill>
                <a:cs typeface="Calibri Light" panose="020F0302020204030204" pitchFamily="34" charset="0"/>
              </a:rPr>
              <a:t>interventions </a:t>
            </a:r>
            <a:r>
              <a:rPr lang="en-US" sz="1000" kern="0" dirty="0">
                <a:solidFill>
                  <a:srgbClr val="000000"/>
                </a:solidFill>
                <a:cs typeface="Calibri Light" panose="020F0302020204030204" pitchFamily="34" charset="0"/>
              </a:rPr>
              <a:t>to policies, manpower in-force and </a:t>
            </a:r>
            <a:r>
              <a:rPr lang="en-US" sz="1000" b="1" kern="0" dirty="0">
                <a:solidFill>
                  <a:srgbClr val="000000"/>
                </a:solidFill>
                <a:cs typeface="Calibri Light" panose="020F0302020204030204" pitchFamily="34" charset="0"/>
              </a:rPr>
              <a:t>list considerations</a:t>
            </a:r>
            <a:r>
              <a:rPr lang="en-US" sz="1000" kern="0" dirty="0">
                <a:solidFill>
                  <a:srgbClr val="000000"/>
                </a:solidFill>
                <a:cs typeface="Calibri Light" panose="020F0302020204030204" pitchFamily="34" charset="0"/>
              </a:rPr>
              <a:t> for framing implementation strategy</a:t>
            </a:r>
          </a:p>
          <a:p>
            <a:pPr marL="171450" indent="-171450">
              <a:lnSpc>
                <a:spcPct val="120000"/>
              </a:lnSpc>
              <a:buFont typeface="Arial" panose="020B0604020202020204" pitchFamily="34" charset="0"/>
              <a:buChar char="•"/>
              <a:defRPr/>
            </a:pPr>
            <a:r>
              <a:rPr lang="en-US" sz="1000" b="1" kern="0" dirty="0">
                <a:solidFill>
                  <a:srgbClr val="000000"/>
                </a:solidFill>
                <a:cs typeface="Calibri Light" panose="020F0302020204030204" pitchFamily="34" charset="0"/>
              </a:rPr>
              <a:t>Risk Assessment and Mitigation </a:t>
            </a:r>
            <a:r>
              <a:rPr lang="en-US" sz="1000" kern="0" dirty="0">
                <a:solidFill>
                  <a:srgbClr val="000000"/>
                </a:solidFill>
                <a:cs typeface="Calibri Light" panose="020F0302020204030204" pitchFamily="34" charset="0"/>
              </a:rPr>
              <a:t>Plan</a:t>
            </a:r>
            <a:endParaRPr lang="en-US" sz="1000" b="1" kern="0" dirty="0">
              <a:solidFill>
                <a:srgbClr val="000000"/>
              </a:solidFill>
              <a:cs typeface="Calibri Light" panose="020F0302020204030204" pitchFamily="34" charset="0"/>
            </a:endParaRPr>
          </a:p>
        </p:txBody>
      </p:sp>
      <p:sp>
        <p:nvSpPr>
          <p:cNvPr id="67" name="TextBox 66">
            <a:extLst>
              <a:ext uri="{FF2B5EF4-FFF2-40B4-BE49-F238E27FC236}">
                <a16:creationId xmlns:a16="http://schemas.microsoft.com/office/drawing/2014/main" id="{4F09A445-52A1-4573-A72A-B4CBF98A2BCC}"/>
              </a:ext>
            </a:extLst>
          </p:cNvPr>
          <p:cNvSpPr txBox="1"/>
          <p:nvPr/>
        </p:nvSpPr>
        <p:spPr>
          <a:xfrm>
            <a:off x="6149060" y="3830245"/>
            <a:ext cx="2651760" cy="1879674"/>
          </a:xfrm>
          <a:prstGeom prst="rect">
            <a:avLst/>
          </a:prstGeom>
          <a:noFill/>
          <a:ln>
            <a:solidFill>
              <a:srgbClr val="FFCD00"/>
            </a:solidFill>
          </a:ln>
        </p:spPr>
        <p:txBody>
          <a:bodyPr wrap="square" rtlCol="0" anchor="ctr">
            <a:noAutofit/>
          </a:bodyPr>
          <a:lstStyle/>
          <a:p>
            <a:pPr marL="171450" indent="-171450">
              <a:lnSpc>
                <a:spcPct val="120000"/>
              </a:lnSpc>
              <a:buFont typeface="Arial" panose="020B0604020202020204" pitchFamily="34" charset="0"/>
              <a:buChar char="•"/>
              <a:defRPr/>
            </a:pPr>
            <a:r>
              <a:rPr lang="en-US" sz="1000" kern="0" dirty="0">
                <a:solidFill>
                  <a:srgbClr val="000000"/>
                </a:solidFill>
                <a:cs typeface="Calibri Light" panose="020F0302020204030204" pitchFamily="34" charset="0"/>
              </a:rPr>
              <a:t>Build </a:t>
            </a:r>
            <a:r>
              <a:rPr lang="en-US" sz="1000" b="1" kern="0" dirty="0">
                <a:solidFill>
                  <a:srgbClr val="000000"/>
                </a:solidFill>
                <a:cs typeface="Calibri Light" panose="020F0302020204030204" pitchFamily="34" charset="0"/>
              </a:rPr>
              <a:t>target operating model </a:t>
            </a:r>
            <a:r>
              <a:rPr lang="en-US" sz="1000" kern="0" dirty="0">
                <a:solidFill>
                  <a:srgbClr val="000000"/>
                </a:solidFill>
                <a:cs typeface="Calibri Light" panose="020F0302020204030204" pitchFamily="34" charset="0"/>
              </a:rPr>
              <a:t>and </a:t>
            </a:r>
            <a:r>
              <a:rPr lang="en-US" sz="1000" b="1" kern="0" dirty="0">
                <a:solidFill>
                  <a:srgbClr val="000000"/>
                </a:solidFill>
                <a:cs typeface="Calibri Light" panose="020F0302020204030204" pitchFamily="34" charset="0"/>
              </a:rPr>
              <a:t>operationalization </a:t>
            </a:r>
            <a:r>
              <a:rPr lang="en-US" sz="1000" kern="0" dirty="0">
                <a:solidFill>
                  <a:srgbClr val="000000"/>
                </a:solidFill>
                <a:cs typeface="Calibri Light" panose="020F0302020204030204" pitchFamily="34" charset="0"/>
              </a:rPr>
              <a:t>plan for PIA;s for implementing strategic goals</a:t>
            </a:r>
            <a:endParaRPr lang="en-US" sz="1000" b="1" kern="0" dirty="0">
              <a:solidFill>
                <a:srgbClr val="000000"/>
              </a:solidFill>
              <a:cs typeface="Calibri Light" panose="020F0302020204030204" pitchFamily="34" charset="0"/>
            </a:endParaRPr>
          </a:p>
          <a:p>
            <a:pPr marL="171450" indent="-171450">
              <a:lnSpc>
                <a:spcPct val="120000"/>
              </a:lnSpc>
              <a:buFont typeface="Arial" panose="020B0604020202020204" pitchFamily="34" charset="0"/>
              <a:buChar char="•"/>
              <a:defRPr/>
            </a:pPr>
            <a:r>
              <a:rPr lang="en-US" sz="1000" b="1" kern="0" dirty="0">
                <a:solidFill>
                  <a:srgbClr val="000000"/>
                </a:solidFill>
                <a:cs typeface="Calibri Light" panose="020F0302020204030204" pitchFamily="34" charset="0"/>
              </a:rPr>
              <a:t>Map them to bidding documents</a:t>
            </a:r>
          </a:p>
          <a:p>
            <a:pPr marL="171450" indent="-171450">
              <a:lnSpc>
                <a:spcPct val="120000"/>
              </a:lnSpc>
              <a:buFont typeface="Arial" panose="020B0604020202020204" pitchFamily="34" charset="0"/>
              <a:buChar char="•"/>
              <a:defRPr/>
            </a:pPr>
            <a:r>
              <a:rPr lang="en-US" sz="1000" b="1" kern="0" dirty="0">
                <a:solidFill>
                  <a:srgbClr val="000000"/>
                </a:solidFill>
                <a:cs typeface="Calibri Light" panose="020F0302020204030204" pitchFamily="34" charset="0"/>
              </a:rPr>
              <a:t>Bid process management </a:t>
            </a:r>
            <a:r>
              <a:rPr lang="en-US" sz="1000" kern="0" dirty="0">
                <a:solidFill>
                  <a:srgbClr val="000000"/>
                </a:solidFill>
                <a:cs typeface="Calibri Light" panose="020F0302020204030204" pitchFamily="34" charset="0"/>
              </a:rPr>
              <a:t>support for onboarding the PIAs</a:t>
            </a:r>
          </a:p>
          <a:p>
            <a:pPr marL="171450" indent="-171450">
              <a:lnSpc>
                <a:spcPct val="120000"/>
              </a:lnSpc>
              <a:buFont typeface="Arial" panose="020B0604020202020204" pitchFamily="34" charset="0"/>
              <a:buChar char="•"/>
              <a:defRPr/>
            </a:pPr>
            <a:r>
              <a:rPr lang="en-US" sz="1000" kern="0" dirty="0">
                <a:solidFill>
                  <a:srgbClr val="000000"/>
                </a:solidFill>
                <a:cs typeface="Calibri Light" panose="020F0302020204030204" pitchFamily="34" charset="0"/>
              </a:rPr>
              <a:t>Develop action plan for </a:t>
            </a:r>
            <a:r>
              <a:rPr lang="en-US" sz="1000" b="1" kern="0" dirty="0">
                <a:solidFill>
                  <a:srgbClr val="000000"/>
                </a:solidFill>
                <a:cs typeface="Calibri Light" panose="020F0302020204030204" pitchFamily="34" charset="0"/>
              </a:rPr>
              <a:t>PIAs</a:t>
            </a:r>
            <a:endParaRPr lang="en-US" sz="1000" kern="0" dirty="0">
              <a:solidFill>
                <a:srgbClr val="000000"/>
              </a:solidFill>
              <a:cs typeface="Calibri Light" panose="020F0302020204030204" pitchFamily="34" charset="0"/>
            </a:endParaRPr>
          </a:p>
        </p:txBody>
      </p:sp>
      <p:sp>
        <p:nvSpPr>
          <p:cNvPr id="68" name="TextBox 67">
            <a:extLst>
              <a:ext uri="{FF2B5EF4-FFF2-40B4-BE49-F238E27FC236}">
                <a16:creationId xmlns:a16="http://schemas.microsoft.com/office/drawing/2014/main" id="{4F09A445-52A1-4573-A72A-B4CBF98A2BCC}"/>
              </a:ext>
            </a:extLst>
          </p:cNvPr>
          <p:cNvSpPr txBox="1"/>
          <p:nvPr/>
        </p:nvSpPr>
        <p:spPr>
          <a:xfrm>
            <a:off x="8958813" y="3830245"/>
            <a:ext cx="2651760" cy="1879674"/>
          </a:xfrm>
          <a:prstGeom prst="rect">
            <a:avLst/>
          </a:prstGeom>
          <a:noFill/>
          <a:ln>
            <a:solidFill>
              <a:srgbClr val="86F200"/>
            </a:solidFill>
          </a:ln>
        </p:spPr>
        <p:txBody>
          <a:bodyPr wrap="square" rtlCol="0" anchor="ctr">
            <a:noAutofit/>
          </a:bodyPr>
          <a:lstStyle/>
          <a:p>
            <a:pPr marL="171450" indent="-171450">
              <a:lnSpc>
                <a:spcPct val="120000"/>
              </a:lnSpc>
              <a:buFont typeface="Arial" panose="020B0604020202020204" pitchFamily="34" charset="0"/>
              <a:buChar char="•"/>
              <a:defRPr/>
            </a:pPr>
            <a:r>
              <a:rPr lang="en-US" sz="1000" kern="0" dirty="0">
                <a:solidFill>
                  <a:srgbClr val="000000"/>
                </a:solidFill>
                <a:cs typeface="Calibri Light" panose="020F0302020204030204" pitchFamily="34" charset="0"/>
              </a:rPr>
              <a:t>Mapping of a </a:t>
            </a:r>
            <a:r>
              <a:rPr lang="en-US" sz="1000" b="1" kern="0" dirty="0">
                <a:solidFill>
                  <a:srgbClr val="000000"/>
                </a:solidFill>
                <a:cs typeface="Calibri Light" panose="020F0302020204030204" pitchFamily="34" charset="0"/>
              </a:rPr>
              <a:t>Project Management Framework </a:t>
            </a:r>
            <a:r>
              <a:rPr lang="en-US" sz="1000" kern="0" dirty="0">
                <a:solidFill>
                  <a:srgbClr val="000000"/>
                </a:solidFill>
                <a:cs typeface="Calibri Light" panose="020F0302020204030204" pitchFamily="34" charset="0"/>
              </a:rPr>
              <a:t>with </a:t>
            </a:r>
            <a:r>
              <a:rPr lang="en-US" sz="1000" b="1" kern="0" dirty="0">
                <a:solidFill>
                  <a:srgbClr val="000000"/>
                </a:solidFill>
                <a:cs typeface="Calibri Light" panose="020F0302020204030204" pitchFamily="34" charset="0"/>
              </a:rPr>
              <a:t>teaming and reporting structure</a:t>
            </a:r>
          </a:p>
          <a:p>
            <a:pPr marL="171450" indent="-171450">
              <a:lnSpc>
                <a:spcPct val="120000"/>
              </a:lnSpc>
              <a:buFont typeface="Arial" panose="020B0604020202020204" pitchFamily="34" charset="0"/>
              <a:buChar char="•"/>
              <a:defRPr/>
            </a:pPr>
            <a:r>
              <a:rPr lang="en-US" sz="1000" kern="0" dirty="0">
                <a:solidFill>
                  <a:srgbClr val="000000"/>
                </a:solidFill>
                <a:cs typeface="Calibri Light" panose="020F0302020204030204" pitchFamily="34" charset="0"/>
              </a:rPr>
              <a:t>Develop </a:t>
            </a:r>
            <a:r>
              <a:rPr lang="en-US" sz="1000" b="1" kern="0" dirty="0">
                <a:solidFill>
                  <a:srgbClr val="000000"/>
                </a:solidFill>
                <a:cs typeface="Calibri Light" panose="020F0302020204030204" pitchFamily="34" charset="0"/>
              </a:rPr>
              <a:t>PEMO tool</a:t>
            </a:r>
          </a:p>
          <a:p>
            <a:pPr marL="171450" indent="-171450">
              <a:lnSpc>
                <a:spcPct val="120000"/>
              </a:lnSpc>
              <a:buFont typeface="Arial" panose="020B0604020202020204" pitchFamily="34" charset="0"/>
              <a:buChar char="•"/>
              <a:defRPr/>
            </a:pPr>
            <a:r>
              <a:rPr lang="en-US" sz="1000" b="1" kern="0" dirty="0">
                <a:solidFill>
                  <a:srgbClr val="000000"/>
                </a:solidFill>
                <a:cs typeface="Calibri Light" panose="020F0302020204030204" pitchFamily="34" charset="0"/>
              </a:rPr>
              <a:t>Issue Management and Mitigation Support</a:t>
            </a:r>
          </a:p>
          <a:p>
            <a:pPr marL="171450" indent="-171450">
              <a:lnSpc>
                <a:spcPct val="120000"/>
              </a:lnSpc>
              <a:buFont typeface="Arial" panose="020B0604020202020204" pitchFamily="34" charset="0"/>
              <a:buChar char="•"/>
              <a:defRPr/>
            </a:pPr>
            <a:r>
              <a:rPr lang="en-US" sz="1000" kern="0" dirty="0">
                <a:solidFill>
                  <a:srgbClr val="000000"/>
                </a:solidFill>
                <a:cs typeface="Calibri Light" panose="020F0302020204030204" pitchFamily="34" charset="0"/>
              </a:rPr>
              <a:t>Project timeline and cost </a:t>
            </a:r>
            <a:r>
              <a:rPr lang="en-US" sz="1000" b="1" kern="0" dirty="0">
                <a:solidFill>
                  <a:srgbClr val="000000"/>
                </a:solidFill>
                <a:cs typeface="Calibri Light" panose="020F0302020204030204" pitchFamily="34" charset="0"/>
              </a:rPr>
              <a:t>evaluation and monitoring</a:t>
            </a:r>
            <a:endParaRPr lang="en-US" sz="1000" kern="0" dirty="0">
              <a:solidFill>
                <a:srgbClr val="000000"/>
              </a:solidFill>
              <a:cs typeface="Calibri Light" panose="020F0302020204030204" pitchFamily="34" charset="0"/>
            </a:endParaRPr>
          </a:p>
        </p:txBody>
      </p:sp>
      <p:sp>
        <p:nvSpPr>
          <p:cNvPr id="69" name="object 36"/>
          <p:cNvSpPr txBox="1"/>
          <p:nvPr/>
        </p:nvSpPr>
        <p:spPr>
          <a:xfrm>
            <a:off x="3447793" y="3419806"/>
            <a:ext cx="2560320" cy="319318"/>
          </a:xfrm>
          <a:prstGeom prst="rect">
            <a:avLst/>
          </a:prstGeom>
        </p:spPr>
        <p:txBody>
          <a:bodyPr vert="horz" wrap="square" lIns="0" tIns="11430" rIns="0" bIns="0" rtlCol="0">
            <a:spAutoFit/>
          </a:bodyPr>
          <a:lstStyle/>
          <a:p>
            <a:pPr marL="12700" algn="ctr">
              <a:spcBef>
                <a:spcPts val="580"/>
              </a:spcBef>
              <a:defRPr/>
            </a:pPr>
            <a:r>
              <a:rPr lang="en-US" sz="1000" b="1" dirty="0">
                <a:solidFill>
                  <a:srgbClr val="0076A8"/>
                </a:solidFill>
                <a:latin typeface="+mj-lt"/>
                <a:cs typeface="Calibri Light" panose="020F0302020204030204" pitchFamily="34" charset="0"/>
              </a:rPr>
              <a:t>Implication led research on underlying issues and interventions</a:t>
            </a:r>
          </a:p>
        </p:txBody>
      </p:sp>
      <p:sp>
        <p:nvSpPr>
          <p:cNvPr id="70" name="object 36"/>
          <p:cNvSpPr txBox="1"/>
          <p:nvPr/>
        </p:nvSpPr>
        <p:spPr>
          <a:xfrm>
            <a:off x="580331" y="3392531"/>
            <a:ext cx="2707455" cy="319318"/>
          </a:xfrm>
          <a:prstGeom prst="rect">
            <a:avLst/>
          </a:prstGeom>
        </p:spPr>
        <p:txBody>
          <a:bodyPr vert="horz" wrap="square" lIns="0" tIns="11430" rIns="0" bIns="0" rtlCol="0">
            <a:spAutoFit/>
          </a:bodyPr>
          <a:lstStyle/>
          <a:p>
            <a:pPr marL="12700" algn="ctr">
              <a:spcBef>
                <a:spcPts val="580"/>
              </a:spcBef>
              <a:defRPr/>
            </a:pPr>
            <a:r>
              <a:rPr lang="en-US" sz="1000" b="1" dirty="0">
                <a:solidFill>
                  <a:srgbClr val="437900"/>
                </a:solidFill>
                <a:latin typeface="+mj-lt"/>
                <a:cs typeface="Calibri Light" panose="020F0302020204030204" pitchFamily="34" charset="0"/>
              </a:rPr>
              <a:t>Identification of the market scenario, Opportunity and Challenges</a:t>
            </a:r>
            <a:endParaRPr lang="en-US" sz="1000" b="1" dirty="0">
              <a:solidFill>
                <a:srgbClr val="FFC000"/>
              </a:solidFill>
              <a:latin typeface="+mj-lt"/>
              <a:cs typeface="Calibri Light" panose="020F0302020204030204" pitchFamily="34" charset="0"/>
            </a:endParaRPr>
          </a:p>
        </p:txBody>
      </p:sp>
      <p:sp>
        <p:nvSpPr>
          <p:cNvPr id="76" name="Freeform 20"/>
          <p:cNvSpPr>
            <a:spLocks/>
          </p:cNvSpPr>
          <p:nvPr/>
        </p:nvSpPr>
        <p:spPr bwMode="gray">
          <a:xfrm rot="4218572" flipH="1" flipV="1">
            <a:off x="3014284" y="2132770"/>
            <a:ext cx="461330" cy="771684"/>
          </a:xfrm>
          <a:custGeom>
            <a:avLst/>
            <a:gdLst>
              <a:gd name="T0" fmla="*/ 18652 w 1149"/>
              <a:gd name="T1" fmla="*/ 7959 h 2226"/>
              <a:gd name="T2" fmla="*/ 43273 w 1149"/>
              <a:gd name="T3" fmla="*/ 19234 h 2226"/>
              <a:gd name="T4" fmla="*/ 70878 w 1149"/>
              <a:gd name="T5" fmla="*/ 35815 h 2226"/>
              <a:gd name="T6" fmla="*/ 103706 w 1149"/>
              <a:gd name="T7" fmla="*/ 62345 h 2226"/>
              <a:gd name="T8" fmla="*/ 127580 w 1149"/>
              <a:gd name="T9" fmla="*/ 89538 h 2226"/>
              <a:gd name="T10" fmla="*/ 146978 w 1149"/>
              <a:gd name="T11" fmla="*/ 116730 h 2226"/>
              <a:gd name="T12" fmla="*/ 163392 w 1149"/>
              <a:gd name="T13" fmla="*/ 147240 h 2226"/>
              <a:gd name="T14" fmla="*/ 178314 w 1149"/>
              <a:gd name="T15" fmla="*/ 179738 h 2226"/>
              <a:gd name="T16" fmla="*/ 189505 w 1149"/>
              <a:gd name="T17" fmla="*/ 214227 h 2226"/>
              <a:gd name="T18" fmla="*/ 196966 w 1149"/>
              <a:gd name="T19" fmla="*/ 254021 h 2226"/>
              <a:gd name="T20" fmla="*/ 202189 w 1149"/>
              <a:gd name="T21" fmla="*/ 294479 h 2226"/>
              <a:gd name="T22" fmla="*/ 202189 w 1149"/>
              <a:gd name="T23" fmla="*/ 326978 h 2226"/>
              <a:gd name="T24" fmla="*/ 199950 w 1149"/>
              <a:gd name="T25" fmla="*/ 361466 h 2226"/>
              <a:gd name="T26" fmla="*/ 193982 w 1149"/>
              <a:gd name="T27" fmla="*/ 394628 h 2226"/>
              <a:gd name="T28" fmla="*/ 146978 w 1149"/>
              <a:gd name="T29" fmla="*/ 404577 h 2226"/>
              <a:gd name="T30" fmla="*/ 285750 w 1149"/>
              <a:gd name="T31" fmla="*/ 435749 h 2226"/>
              <a:gd name="T32" fmla="*/ 250684 w 1149"/>
              <a:gd name="T33" fmla="*/ 413199 h 2226"/>
              <a:gd name="T34" fmla="*/ 258145 w 1149"/>
              <a:gd name="T35" fmla="*/ 379374 h 2226"/>
              <a:gd name="T36" fmla="*/ 261129 w 1149"/>
              <a:gd name="T37" fmla="*/ 346212 h 2226"/>
              <a:gd name="T38" fmla="*/ 261875 w 1149"/>
              <a:gd name="T39" fmla="*/ 308407 h 2226"/>
              <a:gd name="T40" fmla="*/ 257399 w 1149"/>
              <a:gd name="T41" fmla="*/ 266623 h 2226"/>
              <a:gd name="T42" fmla="*/ 249938 w 1149"/>
              <a:gd name="T43" fmla="*/ 232134 h 2226"/>
              <a:gd name="T44" fmla="*/ 239493 w 1149"/>
              <a:gd name="T45" fmla="*/ 198972 h 2226"/>
              <a:gd name="T46" fmla="*/ 226809 w 1149"/>
              <a:gd name="T47" fmla="*/ 168463 h 2226"/>
              <a:gd name="T48" fmla="*/ 208157 w 1149"/>
              <a:gd name="T49" fmla="*/ 133311 h 2226"/>
              <a:gd name="T50" fmla="*/ 186521 w 1149"/>
              <a:gd name="T51" fmla="*/ 102139 h 2226"/>
              <a:gd name="T52" fmla="*/ 166377 w 1149"/>
              <a:gd name="T53" fmla="*/ 80252 h 2226"/>
              <a:gd name="T54" fmla="*/ 138772 w 1149"/>
              <a:gd name="T55" fmla="*/ 55049 h 2226"/>
              <a:gd name="T56" fmla="*/ 107685 w 1149"/>
              <a:gd name="T57" fmla="*/ 34710 h 2226"/>
              <a:gd name="T58" fmla="*/ 73862 w 1149"/>
              <a:gd name="T59" fmla="*/ 17908 h 2226"/>
              <a:gd name="T60" fmla="*/ 38050 w 1149"/>
              <a:gd name="T61" fmla="*/ 5306 h 2226"/>
              <a:gd name="T62" fmla="*/ 0 w 1149"/>
              <a:gd name="T63" fmla="*/ 0 h 222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149"/>
              <a:gd name="T97" fmla="*/ 0 h 2226"/>
              <a:gd name="T98" fmla="*/ 1149 w 1149"/>
              <a:gd name="T99" fmla="*/ 2226 h 222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149" h="2226">
                <a:moveTo>
                  <a:pt x="6" y="6"/>
                </a:moveTo>
                <a:lnTo>
                  <a:pt x="75" y="36"/>
                </a:lnTo>
                <a:lnTo>
                  <a:pt x="129" y="60"/>
                </a:lnTo>
                <a:lnTo>
                  <a:pt x="174" y="87"/>
                </a:lnTo>
                <a:lnTo>
                  <a:pt x="228" y="120"/>
                </a:lnTo>
                <a:lnTo>
                  <a:pt x="285" y="162"/>
                </a:lnTo>
                <a:lnTo>
                  <a:pt x="342" y="210"/>
                </a:lnTo>
                <a:lnTo>
                  <a:pt x="417" y="282"/>
                </a:lnTo>
                <a:lnTo>
                  <a:pt x="465" y="345"/>
                </a:lnTo>
                <a:lnTo>
                  <a:pt x="513" y="405"/>
                </a:lnTo>
                <a:lnTo>
                  <a:pt x="549" y="462"/>
                </a:lnTo>
                <a:lnTo>
                  <a:pt x="591" y="528"/>
                </a:lnTo>
                <a:lnTo>
                  <a:pt x="627" y="603"/>
                </a:lnTo>
                <a:lnTo>
                  <a:pt x="657" y="666"/>
                </a:lnTo>
                <a:lnTo>
                  <a:pt x="684" y="723"/>
                </a:lnTo>
                <a:lnTo>
                  <a:pt x="717" y="813"/>
                </a:lnTo>
                <a:lnTo>
                  <a:pt x="738" y="894"/>
                </a:lnTo>
                <a:lnTo>
                  <a:pt x="762" y="969"/>
                </a:lnTo>
                <a:lnTo>
                  <a:pt x="777" y="1056"/>
                </a:lnTo>
                <a:lnTo>
                  <a:pt x="792" y="1149"/>
                </a:lnTo>
                <a:lnTo>
                  <a:pt x="807" y="1239"/>
                </a:lnTo>
                <a:lnTo>
                  <a:pt x="813" y="1332"/>
                </a:lnTo>
                <a:lnTo>
                  <a:pt x="813" y="1410"/>
                </a:lnTo>
                <a:lnTo>
                  <a:pt x="813" y="1479"/>
                </a:lnTo>
                <a:lnTo>
                  <a:pt x="810" y="1560"/>
                </a:lnTo>
                <a:lnTo>
                  <a:pt x="804" y="1635"/>
                </a:lnTo>
                <a:lnTo>
                  <a:pt x="792" y="1710"/>
                </a:lnTo>
                <a:lnTo>
                  <a:pt x="780" y="1785"/>
                </a:lnTo>
                <a:lnTo>
                  <a:pt x="762" y="1869"/>
                </a:lnTo>
                <a:lnTo>
                  <a:pt x="591" y="1830"/>
                </a:lnTo>
                <a:lnTo>
                  <a:pt x="786" y="2226"/>
                </a:lnTo>
                <a:lnTo>
                  <a:pt x="1149" y="1971"/>
                </a:lnTo>
                <a:lnTo>
                  <a:pt x="990" y="1932"/>
                </a:lnTo>
                <a:lnTo>
                  <a:pt x="1008" y="1869"/>
                </a:lnTo>
                <a:lnTo>
                  <a:pt x="1023" y="1797"/>
                </a:lnTo>
                <a:lnTo>
                  <a:pt x="1038" y="1716"/>
                </a:lnTo>
                <a:lnTo>
                  <a:pt x="1047" y="1644"/>
                </a:lnTo>
                <a:lnTo>
                  <a:pt x="1050" y="1566"/>
                </a:lnTo>
                <a:lnTo>
                  <a:pt x="1053" y="1482"/>
                </a:lnTo>
                <a:lnTo>
                  <a:pt x="1053" y="1395"/>
                </a:lnTo>
                <a:lnTo>
                  <a:pt x="1047" y="1299"/>
                </a:lnTo>
                <a:lnTo>
                  <a:pt x="1035" y="1206"/>
                </a:lnTo>
                <a:lnTo>
                  <a:pt x="1020" y="1113"/>
                </a:lnTo>
                <a:lnTo>
                  <a:pt x="1005" y="1050"/>
                </a:lnTo>
                <a:lnTo>
                  <a:pt x="987" y="975"/>
                </a:lnTo>
                <a:lnTo>
                  <a:pt x="963" y="900"/>
                </a:lnTo>
                <a:lnTo>
                  <a:pt x="942" y="831"/>
                </a:lnTo>
                <a:lnTo>
                  <a:pt x="912" y="762"/>
                </a:lnTo>
                <a:lnTo>
                  <a:pt x="879" y="684"/>
                </a:lnTo>
                <a:lnTo>
                  <a:pt x="837" y="603"/>
                </a:lnTo>
                <a:lnTo>
                  <a:pt x="798" y="534"/>
                </a:lnTo>
                <a:lnTo>
                  <a:pt x="750" y="462"/>
                </a:lnTo>
                <a:lnTo>
                  <a:pt x="711" y="408"/>
                </a:lnTo>
                <a:lnTo>
                  <a:pt x="669" y="363"/>
                </a:lnTo>
                <a:lnTo>
                  <a:pt x="615" y="309"/>
                </a:lnTo>
                <a:lnTo>
                  <a:pt x="558" y="249"/>
                </a:lnTo>
                <a:lnTo>
                  <a:pt x="501" y="201"/>
                </a:lnTo>
                <a:lnTo>
                  <a:pt x="433" y="157"/>
                </a:lnTo>
                <a:lnTo>
                  <a:pt x="366" y="114"/>
                </a:lnTo>
                <a:lnTo>
                  <a:pt x="297" y="81"/>
                </a:lnTo>
                <a:lnTo>
                  <a:pt x="225" y="51"/>
                </a:lnTo>
                <a:lnTo>
                  <a:pt x="153" y="24"/>
                </a:lnTo>
                <a:lnTo>
                  <a:pt x="81" y="9"/>
                </a:lnTo>
                <a:lnTo>
                  <a:pt x="0" y="0"/>
                </a:lnTo>
              </a:path>
            </a:pathLst>
          </a:custGeom>
          <a:solidFill>
            <a:srgbClr val="FFFFFF">
              <a:lumMod val="50000"/>
            </a:srgbClr>
          </a:solidFill>
          <a:ln w="9525">
            <a:solidFill>
              <a:srgbClr val="FFFFFF">
                <a:lumMod val="50000"/>
              </a:srgbClr>
            </a:solidFill>
            <a:round/>
            <a:headEnd/>
            <a:tailEnd/>
          </a:ln>
        </p:spPr>
        <p:txBody>
          <a:bodyPr wrap="none" anchor="ctr"/>
          <a:lstStyle/>
          <a:p>
            <a:pPr marL="0" marR="0" lvl="0" indent="0" algn="ctr" defTabSz="914400" rtl="0" eaLnBrk="0" fontAlgn="auto" latinLnBrk="0" hangingPunct="0">
              <a:lnSpc>
                <a:spcPct val="100000"/>
              </a:lnSpc>
              <a:spcBef>
                <a:spcPct val="50000"/>
              </a:spcBef>
              <a:spcAft>
                <a:spcPts val="0"/>
              </a:spcAft>
              <a:buClrTx/>
              <a:buSzTx/>
              <a:buFontTx/>
              <a:buNone/>
              <a:tabLst/>
              <a:defRPr/>
            </a:pPr>
            <a:endParaRPr kumimoji="0" lang="en-US" sz="1400" b="0" i="0" u="none" strike="noStrike" kern="0" cap="none" spc="0" normalizeH="0" baseline="0" noProof="0" dirty="0">
              <a:ln>
                <a:noFill/>
              </a:ln>
              <a:solidFill>
                <a:srgbClr val="000000"/>
              </a:solidFill>
              <a:effectLst/>
              <a:uLnTx/>
              <a:uFillTx/>
              <a:latin typeface="Verdana"/>
              <a:ea typeface="+mn-ea"/>
              <a:cs typeface="+mn-cs"/>
              <a:sym typeface="Calibri"/>
            </a:endParaRPr>
          </a:p>
        </p:txBody>
      </p:sp>
      <p:sp>
        <p:nvSpPr>
          <p:cNvPr id="77" name="Freeform 20"/>
          <p:cNvSpPr>
            <a:spLocks/>
          </p:cNvSpPr>
          <p:nvPr/>
        </p:nvSpPr>
        <p:spPr bwMode="gray">
          <a:xfrm rot="4218572" flipH="1" flipV="1">
            <a:off x="5797896" y="2132770"/>
            <a:ext cx="461330" cy="771684"/>
          </a:xfrm>
          <a:custGeom>
            <a:avLst/>
            <a:gdLst>
              <a:gd name="T0" fmla="*/ 18652 w 1149"/>
              <a:gd name="T1" fmla="*/ 7959 h 2226"/>
              <a:gd name="T2" fmla="*/ 43273 w 1149"/>
              <a:gd name="T3" fmla="*/ 19234 h 2226"/>
              <a:gd name="T4" fmla="*/ 70878 w 1149"/>
              <a:gd name="T5" fmla="*/ 35815 h 2226"/>
              <a:gd name="T6" fmla="*/ 103706 w 1149"/>
              <a:gd name="T7" fmla="*/ 62345 h 2226"/>
              <a:gd name="T8" fmla="*/ 127580 w 1149"/>
              <a:gd name="T9" fmla="*/ 89538 h 2226"/>
              <a:gd name="T10" fmla="*/ 146978 w 1149"/>
              <a:gd name="T11" fmla="*/ 116730 h 2226"/>
              <a:gd name="T12" fmla="*/ 163392 w 1149"/>
              <a:gd name="T13" fmla="*/ 147240 h 2226"/>
              <a:gd name="T14" fmla="*/ 178314 w 1149"/>
              <a:gd name="T15" fmla="*/ 179738 h 2226"/>
              <a:gd name="T16" fmla="*/ 189505 w 1149"/>
              <a:gd name="T17" fmla="*/ 214227 h 2226"/>
              <a:gd name="T18" fmla="*/ 196966 w 1149"/>
              <a:gd name="T19" fmla="*/ 254021 h 2226"/>
              <a:gd name="T20" fmla="*/ 202189 w 1149"/>
              <a:gd name="T21" fmla="*/ 294479 h 2226"/>
              <a:gd name="T22" fmla="*/ 202189 w 1149"/>
              <a:gd name="T23" fmla="*/ 326978 h 2226"/>
              <a:gd name="T24" fmla="*/ 199950 w 1149"/>
              <a:gd name="T25" fmla="*/ 361466 h 2226"/>
              <a:gd name="T26" fmla="*/ 193982 w 1149"/>
              <a:gd name="T27" fmla="*/ 394628 h 2226"/>
              <a:gd name="T28" fmla="*/ 146978 w 1149"/>
              <a:gd name="T29" fmla="*/ 404577 h 2226"/>
              <a:gd name="T30" fmla="*/ 285750 w 1149"/>
              <a:gd name="T31" fmla="*/ 435749 h 2226"/>
              <a:gd name="T32" fmla="*/ 250684 w 1149"/>
              <a:gd name="T33" fmla="*/ 413199 h 2226"/>
              <a:gd name="T34" fmla="*/ 258145 w 1149"/>
              <a:gd name="T35" fmla="*/ 379374 h 2226"/>
              <a:gd name="T36" fmla="*/ 261129 w 1149"/>
              <a:gd name="T37" fmla="*/ 346212 h 2226"/>
              <a:gd name="T38" fmla="*/ 261875 w 1149"/>
              <a:gd name="T39" fmla="*/ 308407 h 2226"/>
              <a:gd name="T40" fmla="*/ 257399 w 1149"/>
              <a:gd name="T41" fmla="*/ 266623 h 2226"/>
              <a:gd name="T42" fmla="*/ 249938 w 1149"/>
              <a:gd name="T43" fmla="*/ 232134 h 2226"/>
              <a:gd name="T44" fmla="*/ 239493 w 1149"/>
              <a:gd name="T45" fmla="*/ 198972 h 2226"/>
              <a:gd name="T46" fmla="*/ 226809 w 1149"/>
              <a:gd name="T47" fmla="*/ 168463 h 2226"/>
              <a:gd name="T48" fmla="*/ 208157 w 1149"/>
              <a:gd name="T49" fmla="*/ 133311 h 2226"/>
              <a:gd name="T50" fmla="*/ 186521 w 1149"/>
              <a:gd name="T51" fmla="*/ 102139 h 2226"/>
              <a:gd name="T52" fmla="*/ 166377 w 1149"/>
              <a:gd name="T53" fmla="*/ 80252 h 2226"/>
              <a:gd name="T54" fmla="*/ 138772 w 1149"/>
              <a:gd name="T55" fmla="*/ 55049 h 2226"/>
              <a:gd name="T56" fmla="*/ 107685 w 1149"/>
              <a:gd name="T57" fmla="*/ 34710 h 2226"/>
              <a:gd name="T58" fmla="*/ 73862 w 1149"/>
              <a:gd name="T59" fmla="*/ 17908 h 2226"/>
              <a:gd name="T60" fmla="*/ 38050 w 1149"/>
              <a:gd name="T61" fmla="*/ 5306 h 2226"/>
              <a:gd name="T62" fmla="*/ 0 w 1149"/>
              <a:gd name="T63" fmla="*/ 0 h 222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149"/>
              <a:gd name="T97" fmla="*/ 0 h 2226"/>
              <a:gd name="T98" fmla="*/ 1149 w 1149"/>
              <a:gd name="T99" fmla="*/ 2226 h 222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149" h="2226">
                <a:moveTo>
                  <a:pt x="6" y="6"/>
                </a:moveTo>
                <a:lnTo>
                  <a:pt x="75" y="36"/>
                </a:lnTo>
                <a:lnTo>
                  <a:pt x="129" y="60"/>
                </a:lnTo>
                <a:lnTo>
                  <a:pt x="174" y="87"/>
                </a:lnTo>
                <a:lnTo>
                  <a:pt x="228" y="120"/>
                </a:lnTo>
                <a:lnTo>
                  <a:pt x="285" y="162"/>
                </a:lnTo>
                <a:lnTo>
                  <a:pt x="342" y="210"/>
                </a:lnTo>
                <a:lnTo>
                  <a:pt x="417" y="282"/>
                </a:lnTo>
                <a:lnTo>
                  <a:pt x="465" y="345"/>
                </a:lnTo>
                <a:lnTo>
                  <a:pt x="513" y="405"/>
                </a:lnTo>
                <a:lnTo>
                  <a:pt x="549" y="462"/>
                </a:lnTo>
                <a:lnTo>
                  <a:pt x="591" y="528"/>
                </a:lnTo>
                <a:lnTo>
                  <a:pt x="627" y="603"/>
                </a:lnTo>
                <a:lnTo>
                  <a:pt x="657" y="666"/>
                </a:lnTo>
                <a:lnTo>
                  <a:pt x="684" y="723"/>
                </a:lnTo>
                <a:lnTo>
                  <a:pt x="717" y="813"/>
                </a:lnTo>
                <a:lnTo>
                  <a:pt x="738" y="894"/>
                </a:lnTo>
                <a:lnTo>
                  <a:pt x="762" y="969"/>
                </a:lnTo>
                <a:lnTo>
                  <a:pt x="777" y="1056"/>
                </a:lnTo>
                <a:lnTo>
                  <a:pt x="792" y="1149"/>
                </a:lnTo>
                <a:lnTo>
                  <a:pt x="807" y="1239"/>
                </a:lnTo>
                <a:lnTo>
                  <a:pt x="813" y="1332"/>
                </a:lnTo>
                <a:lnTo>
                  <a:pt x="813" y="1410"/>
                </a:lnTo>
                <a:lnTo>
                  <a:pt x="813" y="1479"/>
                </a:lnTo>
                <a:lnTo>
                  <a:pt x="810" y="1560"/>
                </a:lnTo>
                <a:lnTo>
                  <a:pt x="804" y="1635"/>
                </a:lnTo>
                <a:lnTo>
                  <a:pt x="792" y="1710"/>
                </a:lnTo>
                <a:lnTo>
                  <a:pt x="780" y="1785"/>
                </a:lnTo>
                <a:lnTo>
                  <a:pt x="762" y="1869"/>
                </a:lnTo>
                <a:lnTo>
                  <a:pt x="591" y="1830"/>
                </a:lnTo>
                <a:lnTo>
                  <a:pt x="786" y="2226"/>
                </a:lnTo>
                <a:lnTo>
                  <a:pt x="1149" y="1971"/>
                </a:lnTo>
                <a:lnTo>
                  <a:pt x="990" y="1932"/>
                </a:lnTo>
                <a:lnTo>
                  <a:pt x="1008" y="1869"/>
                </a:lnTo>
                <a:lnTo>
                  <a:pt x="1023" y="1797"/>
                </a:lnTo>
                <a:lnTo>
                  <a:pt x="1038" y="1716"/>
                </a:lnTo>
                <a:lnTo>
                  <a:pt x="1047" y="1644"/>
                </a:lnTo>
                <a:lnTo>
                  <a:pt x="1050" y="1566"/>
                </a:lnTo>
                <a:lnTo>
                  <a:pt x="1053" y="1482"/>
                </a:lnTo>
                <a:lnTo>
                  <a:pt x="1053" y="1395"/>
                </a:lnTo>
                <a:lnTo>
                  <a:pt x="1047" y="1299"/>
                </a:lnTo>
                <a:lnTo>
                  <a:pt x="1035" y="1206"/>
                </a:lnTo>
                <a:lnTo>
                  <a:pt x="1020" y="1113"/>
                </a:lnTo>
                <a:lnTo>
                  <a:pt x="1005" y="1050"/>
                </a:lnTo>
                <a:lnTo>
                  <a:pt x="987" y="975"/>
                </a:lnTo>
                <a:lnTo>
                  <a:pt x="963" y="900"/>
                </a:lnTo>
                <a:lnTo>
                  <a:pt x="942" y="831"/>
                </a:lnTo>
                <a:lnTo>
                  <a:pt x="912" y="762"/>
                </a:lnTo>
                <a:lnTo>
                  <a:pt x="879" y="684"/>
                </a:lnTo>
                <a:lnTo>
                  <a:pt x="837" y="603"/>
                </a:lnTo>
                <a:lnTo>
                  <a:pt x="798" y="534"/>
                </a:lnTo>
                <a:lnTo>
                  <a:pt x="750" y="462"/>
                </a:lnTo>
                <a:lnTo>
                  <a:pt x="711" y="408"/>
                </a:lnTo>
                <a:lnTo>
                  <a:pt x="669" y="363"/>
                </a:lnTo>
                <a:lnTo>
                  <a:pt x="615" y="309"/>
                </a:lnTo>
                <a:lnTo>
                  <a:pt x="558" y="249"/>
                </a:lnTo>
                <a:lnTo>
                  <a:pt x="501" y="201"/>
                </a:lnTo>
                <a:lnTo>
                  <a:pt x="433" y="157"/>
                </a:lnTo>
                <a:lnTo>
                  <a:pt x="366" y="114"/>
                </a:lnTo>
                <a:lnTo>
                  <a:pt x="297" y="81"/>
                </a:lnTo>
                <a:lnTo>
                  <a:pt x="225" y="51"/>
                </a:lnTo>
                <a:lnTo>
                  <a:pt x="153" y="24"/>
                </a:lnTo>
                <a:lnTo>
                  <a:pt x="81" y="9"/>
                </a:lnTo>
                <a:lnTo>
                  <a:pt x="0" y="0"/>
                </a:lnTo>
              </a:path>
            </a:pathLst>
          </a:custGeom>
          <a:solidFill>
            <a:srgbClr val="FFFFFF">
              <a:lumMod val="50000"/>
            </a:srgbClr>
          </a:solidFill>
          <a:ln w="9525">
            <a:solidFill>
              <a:srgbClr val="FFFFFF">
                <a:lumMod val="50000"/>
              </a:srgbClr>
            </a:solidFill>
            <a:round/>
            <a:headEnd/>
            <a:tailEnd/>
          </a:ln>
        </p:spPr>
        <p:txBody>
          <a:bodyPr wrap="none" anchor="ctr"/>
          <a:lstStyle/>
          <a:p>
            <a:pPr marL="0" marR="0" lvl="0" indent="0" algn="ctr" defTabSz="914400" rtl="0" eaLnBrk="0" fontAlgn="auto" latinLnBrk="0" hangingPunct="0">
              <a:lnSpc>
                <a:spcPct val="100000"/>
              </a:lnSpc>
              <a:spcBef>
                <a:spcPct val="50000"/>
              </a:spcBef>
              <a:spcAft>
                <a:spcPts val="0"/>
              </a:spcAft>
              <a:buClrTx/>
              <a:buSzTx/>
              <a:buFontTx/>
              <a:buNone/>
              <a:tabLst/>
              <a:defRPr/>
            </a:pPr>
            <a:endParaRPr kumimoji="0" lang="en-US" sz="1400" b="0" i="0" u="none" strike="noStrike" kern="0" cap="none" spc="0" normalizeH="0" baseline="0" noProof="0" dirty="0">
              <a:ln>
                <a:noFill/>
              </a:ln>
              <a:solidFill>
                <a:srgbClr val="000000"/>
              </a:solidFill>
              <a:effectLst/>
              <a:uLnTx/>
              <a:uFillTx/>
              <a:latin typeface="Verdana"/>
              <a:ea typeface="+mn-ea"/>
              <a:cs typeface="+mn-cs"/>
              <a:sym typeface="Calibri"/>
            </a:endParaRPr>
          </a:p>
        </p:txBody>
      </p:sp>
      <p:sp>
        <p:nvSpPr>
          <p:cNvPr id="78" name="Freeform 20"/>
          <p:cNvSpPr>
            <a:spLocks/>
          </p:cNvSpPr>
          <p:nvPr/>
        </p:nvSpPr>
        <p:spPr bwMode="gray">
          <a:xfrm rot="4218572" flipH="1" flipV="1">
            <a:off x="8638053" y="2132770"/>
            <a:ext cx="461330" cy="771684"/>
          </a:xfrm>
          <a:custGeom>
            <a:avLst/>
            <a:gdLst>
              <a:gd name="T0" fmla="*/ 18652 w 1149"/>
              <a:gd name="T1" fmla="*/ 7959 h 2226"/>
              <a:gd name="T2" fmla="*/ 43273 w 1149"/>
              <a:gd name="T3" fmla="*/ 19234 h 2226"/>
              <a:gd name="T4" fmla="*/ 70878 w 1149"/>
              <a:gd name="T5" fmla="*/ 35815 h 2226"/>
              <a:gd name="T6" fmla="*/ 103706 w 1149"/>
              <a:gd name="T7" fmla="*/ 62345 h 2226"/>
              <a:gd name="T8" fmla="*/ 127580 w 1149"/>
              <a:gd name="T9" fmla="*/ 89538 h 2226"/>
              <a:gd name="T10" fmla="*/ 146978 w 1149"/>
              <a:gd name="T11" fmla="*/ 116730 h 2226"/>
              <a:gd name="T12" fmla="*/ 163392 w 1149"/>
              <a:gd name="T13" fmla="*/ 147240 h 2226"/>
              <a:gd name="T14" fmla="*/ 178314 w 1149"/>
              <a:gd name="T15" fmla="*/ 179738 h 2226"/>
              <a:gd name="T16" fmla="*/ 189505 w 1149"/>
              <a:gd name="T17" fmla="*/ 214227 h 2226"/>
              <a:gd name="T18" fmla="*/ 196966 w 1149"/>
              <a:gd name="T19" fmla="*/ 254021 h 2226"/>
              <a:gd name="T20" fmla="*/ 202189 w 1149"/>
              <a:gd name="T21" fmla="*/ 294479 h 2226"/>
              <a:gd name="T22" fmla="*/ 202189 w 1149"/>
              <a:gd name="T23" fmla="*/ 326978 h 2226"/>
              <a:gd name="T24" fmla="*/ 199950 w 1149"/>
              <a:gd name="T25" fmla="*/ 361466 h 2226"/>
              <a:gd name="T26" fmla="*/ 193982 w 1149"/>
              <a:gd name="T27" fmla="*/ 394628 h 2226"/>
              <a:gd name="T28" fmla="*/ 146978 w 1149"/>
              <a:gd name="T29" fmla="*/ 404577 h 2226"/>
              <a:gd name="T30" fmla="*/ 285750 w 1149"/>
              <a:gd name="T31" fmla="*/ 435749 h 2226"/>
              <a:gd name="T32" fmla="*/ 250684 w 1149"/>
              <a:gd name="T33" fmla="*/ 413199 h 2226"/>
              <a:gd name="T34" fmla="*/ 258145 w 1149"/>
              <a:gd name="T35" fmla="*/ 379374 h 2226"/>
              <a:gd name="T36" fmla="*/ 261129 w 1149"/>
              <a:gd name="T37" fmla="*/ 346212 h 2226"/>
              <a:gd name="T38" fmla="*/ 261875 w 1149"/>
              <a:gd name="T39" fmla="*/ 308407 h 2226"/>
              <a:gd name="T40" fmla="*/ 257399 w 1149"/>
              <a:gd name="T41" fmla="*/ 266623 h 2226"/>
              <a:gd name="T42" fmla="*/ 249938 w 1149"/>
              <a:gd name="T43" fmla="*/ 232134 h 2226"/>
              <a:gd name="T44" fmla="*/ 239493 w 1149"/>
              <a:gd name="T45" fmla="*/ 198972 h 2226"/>
              <a:gd name="T46" fmla="*/ 226809 w 1149"/>
              <a:gd name="T47" fmla="*/ 168463 h 2226"/>
              <a:gd name="T48" fmla="*/ 208157 w 1149"/>
              <a:gd name="T49" fmla="*/ 133311 h 2226"/>
              <a:gd name="T50" fmla="*/ 186521 w 1149"/>
              <a:gd name="T51" fmla="*/ 102139 h 2226"/>
              <a:gd name="T52" fmla="*/ 166377 w 1149"/>
              <a:gd name="T53" fmla="*/ 80252 h 2226"/>
              <a:gd name="T54" fmla="*/ 138772 w 1149"/>
              <a:gd name="T55" fmla="*/ 55049 h 2226"/>
              <a:gd name="T56" fmla="*/ 107685 w 1149"/>
              <a:gd name="T57" fmla="*/ 34710 h 2226"/>
              <a:gd name="T58" fmla="*/ 73862 w 1149"/>
              <a:gd name="T59" fmla="*/ 17908 h 2226"/>
              <a:gd name="T60" fmla="*/ 38050 w 1149"/>
              <a:gd name="T61" fmla="*/ 5306 h 2226"/>
              <a:gd name="T62" fmla="*/ 0 w 1149"/>
              <a:gd name="T63" fmla="*/ 0 h 222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149"/>
              <a:gd name="T97" fmla="*/ 0 h 2226"/>
              <a:gd name="T98" fmla="*/ 1149 w 1149"/>
              <a:gd name="T99" fmla="*/ 2226 h 222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149" h="2226">
                <a:moveTo>
                  <a:pt x="6" y="6"/>
                </a:moveTo>
                <a:lnTo>
                  <a:pt x="75" y="36"/>
                </a:lnTo>
                <a:lnTo>
                  <a:pt x="129" y="60"/>
                </a:lnTo>
                <a:lnTo>
                  <a:pt x="174" y="87"/>
                </a:lnTo>
                <a:lnTo>
                  <a:pt x="228" y="120"/>
                </a:lnTo>
                <a:lnTo>
                  <a:pt x="285" y="162"/>
                </a:lnTo>
                <a:lnTo>
                  <a:pt x="342" y="210"/>
                </a:lnTo>
                <a:lnTo>
                  <a:pt x="417" y="282"/>
                </a:lnTo>
                <a:lnTo>
                  <a:pt x="465" y="345"/>
                </a:lnTo>
                <a:lnTo>
                  <a:pt x="513" y="405"/>
                </a:lnTo>
                <a:lnTo>
                  <a:pt x="549" y="462"/>
                </a:lnTo>
                <a:lnTo>
                  <a:pt x="591" y="528"/>
                </a:lnTo>
                <a:lnTo>
                  <a:pt x="627" y="603"/>
                </a:lnTo>
                <a:lnTo>
                  <a:pt x="657" y="666"/>
                </a:lnTo>
                <a:lnTo>
                  <a:pt x="684" y="723"/>
                </a:lnTo>
                <a:lnTo>
                  <a:pt x="717" y="813"/>
                </a:lnTo>
                <a:lnTo>
                  <a:pt x="738" y="894"/>
                </a:lnTo>
                <a:lnTo>
                  <a:pt x="762" y="969"/>
                </a:lnTo>
                <a:lnTo>
                  <a:pt x="777" y="1056"/>
                </a:lnTo>
                <a:lnTo>
                  <a:pt x="792" y="1149"/>
                </a:lnTo>
                <a:lnTo>
                  <a:pt x="807" y="1239"/>
                </a:lnTo>
                <a:lnTo>
                  <a:pt x="813" y="1332"/>
                </a:lnTo>
                <a:lnTo>
                  <a:pt x="813" y="1410"/>
                </a:lnTo>
                <a:lnTo>
                  <a:pt x="813" y="1479"/>
                </a:lnTo>
                <a:lnTo>
                  <a:pt x="810" y="1560"/>
                </a:lnTo>
                <a:lnTo>
                  <a:pt x="804" y="1635"/>
                </a:lnTo>
                <a:lnTo>
                  <a:pt x="792" y="1710"/>
                </a:lnTo>
                <a:lnTo>
                  <a:pt x="780" y="1785"/>
                </a:lnTo>
                <a:lnTo>
                  <a:pt x="762" y="1869"/>
                </a:lnTo>
                <a:lnTo>
                  <a:pt x="591" y="1830"/>
                </a:lnTo>
                <a:lnTo>
                  <a:pt x="786" y="2226"/>
                </a:lnTo>
                <a:lnTo>
                  <a:pt x="1149" y="1971"/>
                </a:lnTo>
                <a:lnTo>
                  <a:pt x="990" y="1932"/>
                </a:lnTo>
                <a:lnTo>
                  <a:pt x="1008" y="1869"/>
                </a:lnTo>
                <a:lnTo>
                  <a:pt x="1023" y="1797"/>
                </a:lnTo>
                <a:lnTo>
                  <a:pt x="1038" y="1716"/>
                </a:lnTo>
                <a:lnTo>
                  <a:pt x="1047" y="1644"/>
                </a:lnTo>
                <a:lnTo>
                  <a:pt x="1050" y="1566"/>
                </a:lnTo>
                <a:lnTo>
                  <a:pt x="1053" y="1482"/>
                </a:lnTo>
                <a:lnTo>
                  <a:pt x="1053" y="1395"/>
                </a:lnTo>
                <a:lnTo>
                  <a:pt x="1047" y="1299"/>
                </a:lnTo>
                <a:lnTo>
                  <a:pt x="1035" y="1206"/>
                </a:lnTo>
                <a:lnTo>
                  <a:pt x="1020" y="1113"/>
                </a:lnTo>
                <a:lnTo>
                  <a:pt x="1005" y="1050"/>
                </a:lnTo>
                <a:lnTo>
                  <a:pt x="987" y="975"/>
                </a:lnTo>
                <a:lnTo>
                  <a:pt x="963" y="900"/>
                </a:lnTo>
                <a:lnTo>
                  <a:pt x="942" y="831"/>
                </a:lnTo>
                <a:lnTo>
                  <a:pt x="912" y="762"/>
                </a:lnTo>
                <a:lnTo>
                  <a:pt x="879" y="684"/>
                </a:lnTo>
                <a:lnTo>
                  <a:pt x="837" y="603"/>
                </a:lnTo>
                <a:lnTo>
                  <a:pt x="798" y="534"/>
                </a:lnTo>
                <a:lnTo>
                  <a:pt x="750" y="462"/>
                </a:lnTo>
                <a:lnTo>
                  <a:pt x="711" y="408"/>
                </a:lnTo>
                <a:lnTo>
                  <a:pt x="669" y="363"/>
                </a:lnTo>
                <a:lnTo>
                  <a:pt x="615" y="309"/>
                </a:lnTo>
                <a:lnTo>
                  <a:pt x="558" y="249"/>
                </a:lnTo>
                <a:lnTo>
                  <a:pt x="501" y="201"/>
                </a:lnTo>
                <a:lnTo>
                  <a:pt x="433" y="157"/>
                </a:lnTo>
                <a:lnTo>
                  <a:pt x="366" y="114"/>
                </a:lnTo>
                <a:lnTo>
                  <a:pt x="297" y="81"/>
                </a:lnTo>
                <a:lnTo>
                  <a:pt x="225" y="51"/>
                </a:lnTo>
                <a:lnTo>
                  <a:pt x="153" y="24"/>
                </a:lnTo>
                <a:lnTo>
                  <a:pt x="81" y="9"/>
                </a:lnTo>
                <a:lnTo>
                  <a:pt x="0" y="0"/>
                </a:lnTo>
              </a:path>
            </a:pathLst>
          </a:custGeom>
          <a:solidFill>
            <a:srgbClr val="FFFFFF">
              <a:lumMod val="50000"/>
            </a:srgbClr>
          </a:solidFill>
          <a:ln w="9525">
            <a:solidFill>
              <a:srgbClr val="FFFFFF">
                <a:lumMod val="50000"/>
              </a:srgbClr>
            </a:solidFill>
            <a:round/>
            <a:headEnd/>
            <a:tailEnd/>
          </a:ln>
        </p:spPr>
        <p:txBody>
          <a:bodyPr wrap="none" anchor="ctr"/>
          <a:lstStyle/>
          <a:p>
            <a:pPr marL="0" marR="0" lvl="0" indent="0" algn="ctr" defTabSz="914400" rtl="0" eaLnBrk="0" fontAlgn="auto" latinLnBrk="0" hangingPunct="0">
              <a:lnSpc>
                <a:spcPct val="100000"/>
              </a:lnSpc>
              <a:spcBef>
                <a:spcPct val="50000"/>
              </a:spcBef>
              <a:spcAft>
                <a:spcPts val="0"/>
              </a:spcAft>
              <a:buClrTx/>
              <a:buSzTx/>
              <a:buFontTx/>
              <a:buNone/>
              <a:tabLst/>
              <a:defRPr/>
            </a:pPr>
            <a:endParaRPr kumimoji="0" lang="en-US" sz="1400" b="0" i="0" u="none" strike="noStrike" kern="0" cap="none" spc="0" normalizeH="0" baseline="0" noProof="0" dirty="0">
              <a:ln>
                <a:noFill/>
              </a:ln>
              <a:solidFill>
                <a:srgbClr val="000000"/>
              </a:solidFill>
              <a:effectLst/>
              <a:uLnTx/>
              <a:uFillTx/>
              <a:latin typeface="Verdana"/>
              <a:ea typeface="+mn-ea"/>
              <a:cs typeface="+mn-cs"/>
              <a:sym typeface="Calibri"/>
            </a:endParaRPr>
          </a:p>
        </p:txBody>
      </p:sp>
      <p:sp>
        <p:nvSpPr>
          <p:cNvPr id="87" name="object 36"/>
          <p:cNvSpPr txBox="1"/>
          <p:nvPr/>
        </p:nvSpPr>
        <p:spPr>
          <a:xfrm>
            <a:off x="9004533" y="3392531"/>
            <a:ext cx="2560320" cy="319318"/>
          </a:xfrm>
          <a:prstGeom prst="rect">
            <a:avLst/>
          </a:prstGeom>
        </p:spPr>
        <p:txBody>
          <a:bodyPr vert="horz" wrap="square" lIns="0" tIns="11430" rIns="0" bIns="0" rtlCol="0">
            <a:spAutoFit/>
          </a:bodyPr>
          <a:lstStyle/>
          <a:p>
            <a:pPr marL="12700" algn="ctr">
              <a:spcBef>
                <a:spcPts val="580"/>
              </a:spcBef>
              <a:defRPr/>
            </a:pPr>
            <a:r>
              <a:rPr lang="en-US" sz="1000" b="1" dirty="0">
                <a:solidFill>
                  <a:srgbClr val="2C5234"/>
                </a:solidFill>
                <a:latin typeface="+mj-lt"/>
                <a:cs typeface="Calibri Light" panose="020F0302020204030204" pitchFamily="34" charset="0"/>
              </a:rPr>
              <a:t>Design components of project management and PMO support</a:t>
            </a:r>
          </a:p>
        </p:txBody>
      </p:sp>
      <p:grpSp>
        <p:nvGrpSpPr>
          <p:cNvPr id="4" name="Group 3"/>
          <p:cNvGrpSpPr/>
          <p:nvPr/>
        </p:nvGrpSpPr>
        <p:grpSpPr>
          <a:xfrm>
            <a:off x="1059315" y="1814369"/>
            <a:ext cx="1741956" cy="1431226"/>
            <a:chOff x="1059315" y="2238723"/>
            <a:chExt cx="1741956" cy="1431226"/>
          </a:xfrm>
        </p:grpSpPr>
        <p:grpSp>
          <p:nvGrpSpPr>
            <p:cNvPr id="88" name="Group 87"/>
            <p:cNvGrpSpPr/>
            <p:nvPr/>
          </p:nvGrpSpPr>
          <p:grpSpPr>
            <a:xfrm>
              <a:off x="1406975" y="2238723"/>
              <a:ext cx="1199983" cy="1199983"/>
              <a:chOff x="5355420" y="1208265"/>
              <a:chExt cx="1481162" cy="1481162"/>
            </a:xfrm>
          </p:grpSpPr>
          <p:cxnSp>
            <p:nvCxnSpPr>
              <p:cNvPr id="89" name="Straight Connector 88"/>
              <p:cNvCxnSpPr>
                <a:stCxn id="98" idx="7"/>
              </p:cNvCxnSpPr>
              <p:nvPr/>
            </p:nvCxnSpPr>
            <p:spPr>
              <a:xfrm flipV="1">
                <a:off x="5753750" y="1590384"/>
                <a:ext cx="724430" cy="573043"/>
              </a:xfrm>
              <a:prstGeom prst="line">
                <a:avLst/>
              </a:prstGeom>
              <a:noFill/>
              <a:ln w="9525" cap="flat" cmpd="sng" algn="ctr">
                <a:solidFill>
                  <a:schemeClr val="accent2">
                    <a:lumMod val="40000"/>
                    <a:lumOff val="60000"/>
                  </a:schemeClr>
                </a:solidFill>
                <a:prstDash val="solid"/>
              </a:ln>
              <a:effectLst/>
            </p:spPr>
          </p:cxnSp>
          <p:cxnSp>
            <p:nvCxnSpPr>
              <p:cNvPr id="90" name="Straight Connector 89"/>
              <p:cNvCxnSpPr>
                <a:stCxn id="97" idx="5"/>
              </p:cNvCxnSpPr>
              <p:nvPr/>
            </p:nvCxnSpPr>
            <p:spPr>
              <a:xfrm>
                <a:off x="5730921" y="1720154"/>
                <a:ext cx="754939" cy="469706"/>
              </a:xfrm>
              <a:prstGeom prst="line">
                <a:avLst/>
              </a:prstGeom>
              <a:noFill/>
              <a:ln w="9525" cap="flat" cmpd="sng" algn="ctr">
                <a:solidFill>
                  <a:schemeClr val="accent2">
                    <a:lumMod val="40000"/>
                    <a:lumOff val="60000"/>
                  </a:schemeClr>
                </a:solidFill>
                <a:prstDash val="solid"/>
              </a:ln>
              <a:effectLst/>
            </p:spPr>
          </p:cxnSp>
          <p:cxnSp>
            <p:nvCxnSpPr>
              <p:cNvPr id="91" name="Straight Connector 90"/>
              <p:cNvCxnSpPr/>
              <p:nvPr/>
            </p:nvCxnSpPr>
            <p:spPr>
              <a:xfrm>
                <a:off x="6096000" y="1424763"/>
                <a:ext cx="0" cy="978195"/>
              </a:xfrm>
              <a:prstGeom prst="line">
                <a:avLst/>
              </a:prstGeom>
              <a:noFill/>
              <a:ln w="9525" cap="flat" cmpd="sng" algn="ctr">
                <a:solidFill>
                  <a:schemeClr val="accent2">
                    <a:lumMod val="40000"/>
                    <a:lumOff val="60000"/>
                  </a:schemeClr>
                </a:solidFill>
                <a:prstDash val="solid"/>
              </a:ln>
              <a:effectLst/>
            </p:spPr>
          </p:cxnSp>
          <p:grpSp>
            <p:nvGrpSpPr>
              <p:cNvPr id="92" name="Group 91"/>
              <p:cNvGrpSpPr/>
              <p:nvPr/>
            </p:nvGrpSpPr>
            <p:grpSpPr>
              <a:xfrm>
                <a:off x="5355420" y="1208265"/>
                <a:ext cx="1481162" cy="1481162"/>
                <a:chOff x="1579396" y="1174679"/>
                <a:chExt cx="1481162" cy="1481162"/>
              </a:xfrm>
            </p:grpSpPr>
            <p:sp>
              <p:nvSpPr>
                <p:cNvPr id="99" name="Oval 98"/>
                <p:cNvSpPr/>
                <p:nvPr/>
              </p:nvSpPr>
              <p:spPr bwMode="gray">
                <a:xfrm>
                  <a:off x="2094338" y="1666130"/>
                  <a:ext cx="493809" cy="493809"/>
                </a:xfrm>
                <a:prstGeom prst="ellipse">
                  <a:avLst/>
                </a:prstGeom>
                <a:solidFill>
                  <a:srgbClr val="62B5E5"/>
                </a:solidFill>
                <a:ln w="76200" algn="ctr">
                  <a:solidFill>
                    <a:schemeClr val="accent2">
                      <a:lumMod val="40000"/>
                      <a:lumOff val="60000"/>
                    </a:schemeClr>
                  </a:solidFill>
                  <a:miter lim="800000"/>
                  <a:headEnd/>
                  <a:tailEnd/>
                </a:ln>
                <a:effectLst>
                  <a:glow rad="139700">
                    <a:srgbClr val="62B5E5">
                      <a:satMod val="175000"/>
                      <a:alpha val="40000"/>
                    </a:srgbClr>
                  </a:glow>
                </a:effectLst>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0" cap="none" spc="0" normalizeH="0" baseline="0" noProof="0" dirty="0">
                    <a:ln>
                      <a:noFill/>
                    </a:ln>
                    <a:solidFill>
                      <a:prstClr val="white"/>
                    </a:solidFill>
                    <a:effectLst/>
                    <a:uLnTx/>
                    <a:uFillTx/>
                    <a:latin typeface="Verdana"/>
                  </a:endParaRPr>
                </a:p>
              </p:txBody>
            </p:sp>
            <p:sp>
              <p:nvSpPr>
                <p:cNvPr id="100" name="Oval 99"/>
                <p:cNvSpPr/>
                <p:nvPr/>
              </p:nvSpPr>
              <p:spPr bwMode="gray">
                <a:xfrm>
                  <a:off x="1579396" y="1174679"/>
                  <a:ext cx="1481162" cy="1481162"/>
                </a:xfrm>
                <a:prstGeom prst="ellipse">
                  <a:avLst/>
                </a:prstGeom>
                <a:noFill/>
                <a:ln w="6350" algn="ctr">
                  <a:solidFill>
                    <a:schemeClr val="accent2">
                      <a:lumMod val="40000"/>
                      <a:lumOff val="60000"/>
                    </a:schemeClr>
                  </a:solidFill>
                  <a:prstDash val="lgDashDotDot"/>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0" cap="none" spc="0" normalizeH="0" baseline="0" noProof="0" dirty="0">
                    <a:ln>
                      <a:noFill/>
                    </a:ln>
                    <a:solidFill>
                      <a:prstClr val="white"/>
                    </a:solidFill>
                    <a:effectLst/>
                    <a:uLnTx/>
                    <a:uFillTx/>
                    <a:latin typeface="Verdana"/>
                  </a:endParaRPr>
                </a:p>
              </p:txBody>
            </p:sp>
          </p:grpSp>
          <p:sp>
            <p:nvSpPr>
              <p:cNvPr id="93" name="Oval 92"/>
              <p:cNvSpPr/>
              <p:nvPr/>
            </p:nvSpPr>
            <p:spPr bwMode="gray">
              <a:xfrm>
                <a:off x="5986625" y="2337229"/>
                <a:ext cx="217718" cy="217718"/>
              </a:xfrm>
              <a:prstGeom prst="ellipse">
                <a:avLst/>
              </a:prstGeom>
              <a:solidFill>
                <a:srgbClr val="62B5E5"/>
              </a:solidFill>
              <a:ln w="19050" algn="ctr">
                <a:solidFill>
                  <a:schemeClr val="accent2">
                    <a:lumMod val="40000"/>
                    <a:lumOff val="60000"/>
                  </a:schemeClr>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0" cap="none" spc="0" normalizeH="0" baseline="0" noProof="0" dirty="0">
                  <a:ln>
                    <a:noFill/>
                  </a:ln>
                  <a:solidFill>
                    <a:prstClr val="white"/>
                  </a:solidFill>
                  <a:effectLst/>
                  <a:uLnTx/>
                  <a:uFillTx/>
                  <a:latin typeface="Verdana"/>
                </a:endParaRPr>
              </a:p>
            </p:txBody>
          </p:sp>
          <p:sp>
            <p:nvSpPr>
              <p:cNvPr id="94" name="Oval 93"/>
              <p:cNvSpPr/>
              <p:nvPr/>
            </p:nvSpPr>
            <p:spPr bwMode="gray">
              <a:xfrm>
                <a:off x="6459524" y="2150106"/>
                <a:ext cx="217718" cy="217718"/>
              </a:xfrm>
              <a:prstGeom prst="ellipse">
                <a:avLst/>
              </a:prstGeom>
              <a:solidFill>
                <a:srgbClr val="62B5E5"/>
              </a:solidFill>
              <a:ln w="19050" algn="ctr">
                <a:solidFill>
                  <a:schemeClr val="accent2">
                    <a:lumMod val="40000"/>
                    <a:lumOff val="60000"/>
                  </a:schemeClr>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0" cap="none" spc="0" normalizeH="0" baseline="0" noProof="0" dirty="0">
                  <a:ln>
                    <a:noFill/>
                  </a:ln>
                  <a:solidFill>
                    <a:prstClr val="white"/>
                  </a:solidFill>
                  <a:effectLst/>
                  <a:uLnTx/>
                  <a:uFillTx/>
                  <a:latin typeface="Verdana"/>
                </a:endParaRPr>
              </a:p>
            </p:txBody>
          </p:sp>
          <p:sp>
            <p:nvSpPr>
              <p:cNvPr id="95" name="Oval 94"/>
              <p:cNvSpPr/>
              <p:nvPr/>
            </p:nvSpPr>
            <p:spPr bwMode="gray">
              <a:xfrm>
                <a:off x="6419600" y="1473873"/>
                <a:ext cx="217718" cy="217718"/>
              </a:xfrm>
              <a:prstGeom prst="ellipse">
                <a:avLst/>
              </a:prstGeom>
              <a:solidFill>
                <a:srgbClr val="62B5E5"/>
              </a:solidFill>
              <a:ln w="19050" algn="ctr">
                <a:solidFill>
                  <a:schemeClr val="accent2">
                    <a:lumMod val="40000"/>
                    <a:lumOff val="60000"/>
                  </a:schemeClr>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0" cap="none" spc="0" normalizeH="0" baseline="0" noProof="0" dirty="0">
                  <a:ln>
                    <a:noFill/>
                  </a:ln>
                  <a:solidFill>
                    <a:prstClr val="white"/>
                  </a:solidFill>
                  <a:effectLst/>
                  <a:uLnTx/>
                  <a:uFillTx/>
                  <a:latin typeface="Verdana"/>
                </a:endParaRPr>
              </a:p>
            </p:txBody>
          </p:sp>
          <p:sp>
            <p:nvSpPr>
              <p:cNvPr id="96" name="Oval 95"/>
              <p:cNvSpPr/>
              <p:nvPr/>
            </p:nvSpPr>
            <p:spPr bwMode="gray">
              <a:xfrm>
                <a:off x="5986625" y="1277095"/>
                <a:ext cx="217718" cy="217718"/>
              </a:xfrm>
              <a:prstGeom prst="ellipse">
                <a:avLst/>
              </a:prstGeom>
              <a:solidFill>
                <a:srgbClr val="62B5E5"/>
              </a:solidFill>
              <a:ln w="19050" algn="ctr">
                <a:solidFill>
                  <a:schemeClr val="accent2">
                    <a:lumMod val="40000"/>
                    <a:lumOff val="60000"/>
                  </a:schemeClr>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0" cap="none" spc="0" normalizeH="0" baseline="0" noProof="0" dirty="0">
                  <a:ln>
                    <a:noFill/>
                  </a:ln>
                  <a:solidFill>
                    <a:prstClr val="white"/>
                  </a:solidFill>
                  <a:effectLst/>
                  <a:uLnTx/>
                  <a:uFillTx/>
                  <a:latin typeface="Verdana"/>
                </a:endParaRPr>
              </a:p>
            </p:txBody>
          </p:sp>
          <p:sp>
            <p:nvSpPr>
              <p:cNvPr id="97" name="Oval 96"/>
              <p:cNvSpPr/>
              <p:nvPr/>
            </p:nvSpPr>
            <p:spPr bwMode="gray">
              <a:xfrm>
                <a:off x="5545087" y="1534320"/>
                <a:ext cx="217718" cy="217718"/>
              </a:xfrm>
              <a:prstGeom prst="ellipse">
                <a:avLst/>
              </a:prstGeom>
              <a:solidFill>
                <a:srgbClr val="62B5E5"/>
              </a:solidFill>
              <a:ln w="19050" algn="ctr">
                <a:solidFill>
                  <a:schemeClr val="accent2">
                    <a:lumMod val="40000"/>
                    <a:lumOff val="60000"/>
                  </a:schemeClr>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0" cap="none" spc="0" normalizeH="0" baseline="0" noProof="0" dirty="0">
                  <a:ln>
                    <a:noFill/>
                  </a:ln>
                  <a:solidFill>
                    <a:prstClr val="white"/>
                  </a:solidFill>
                  <a:effectLst/>
                  <a:uLnTx/>
                  <a:uFillTx/>
                  <a:latin typeface="Verdana"/>
                </a:endParaRPr>
              </a:p>
            </p:txBody>
          </p:sp>
          <p:sp>
            <p:nvSpPr>
              <p:cNvPr id="98" name="Oval 97"/>
              <p:cNvSpPr/>
              <p:nvPr/>
            </p:nvSpPr>
            <p:spPr bwMode="gray">
              <a:xfrm>
                <a:off x="5567916" y="2131543"/>
                <a:ext cx="217718" cy="217718"/>
              </a:xfrm>
              <a:prstGeom prst="ellipse">
                <a:avLst/>
              </a:prstGeom>
              <a:solidFill>
                <a:srgbClr val="62B5E5"/>
              </a:solidFill>
              <a:ln w="19050" algn="ctr">
                <a:solidFill>
                  <a:schemeClr val="accent2">
                    <a:lumMod val="40000"/>
                    <a:lumOff val="60000"/>
                  </a:schemeClr>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0" cap="none" spc="0" normalizeH="0" baseline="0" noProof="0" dirty="0">
                  <a:ln>
                    <a:noFill/>
                  </a:ln>
                  <a:solidFill>
                    <a:prstClr val="white"/>
                  </a:solidFill>
                  <a:effectLst/>
                  <a:uLnTx/>
                  <a:uFillTx/>
                  <a:latin typeface="Verdana"/>
                </a:endParaRPr>
              </a:p>
            </p:txBody>
          </p:sp>
        </p:grpSp>
        <p:pic>
          <p:nvPicPr>
            <p:cNvPr id="101" name="Picture 8" descr="Image result for magnifying glass icon"/>
            <p:cNvPicPr>
              <a:picLocks noChangeAspect="1" noChangeArrowheads="1"/>
            </p:cNvPicPr>
            <p:nvPr/>
          </p:nvPicPr>
          <p:blipFill>
            <a:blip r:embed="rId6" cstate="print">
              <a:clrChange>
                <a:clrFrom>
                  <a:srgbClr val="E2FAFE"/>
                </a:clrFrom>
                <a:clrTo>
                  <a:srgbClr val="E2FAFE">
                    <a:alpha val="0"/>
                  </a:srgbClr>
                </a:clrTo>
              </a:clrChange>
              <a:extLst>
                <a:ext uri="{28A0092B-C50C-407E-A947-70E740481C1C}">
                  <a14:useLocalDpi xmlns:a14="http://schemas.microsoft.com/office/drawing/2010/main" val="0"/>
                </a:ext>
              </a:extLst>
            </a:blip>
            <a:srcRect/>
            <a:stretch>
              <a:fillRect/>
            </a:stretch>
          </p:blipFill>
          <p:spPr bwMode="auto">
            <a:xfrm flipH="1">
              <a:off x="1059315" y="2665043"/>
              <a:ext cx="632024" cy="632024"/>
            </a:xfrm>
            <a:prstGeom prst="rect">
              <a:avLst/>
            </a:prstGeom>
            <a:noFill/>
            <a:extLst>
              <a:ext uri="{909E8E84-426E-40DD-AFC4-6F175D3DCCD1}">
                <a14:hiddenFill xmlns:a14="http://schemas.microsoft.com/office/drawing/2010/main">
                  <a:solidFill>
                    <a:srgbClr val="FFFFFF"/>
                  </a:solidFill>
                </a14:hiddenFill>
              </a:ext>
            </a:extLst>
          </p:spPr>
        </p:pic>
        <p:pic>
          <p:nvPicPr>
            <p:cNvPr id="102" name="Picture 8" descr="Image result for magnifying glass icon"/>
            <p:cNvPicPr>
              <a:picLocks noChangeAspect="1" noChangeArrowheads="1"/>
            </p:cNvPicPr>
            <p:nvPr/>
          </p:nvPicPr>
          <p:blipFill>
            <a:blip r:embed="rId7" cstate="print">
              <a:clrChange>
                <a:clrFrom>
                  <a:srgbClr val="E2FAFE"/>
                </a:clrFrom>
                <a:clrTo>
                  <a:srgbClr val="E2FAFE">
                    <a:alpha val="0"/>
                  </a:srgbClr>
                </a:clrTo>
              </a:clrChange>
              <a:extLst>
                <a:ext uri="{28A0092B-C50C-407E-A947-70E740481C1C}">
                  <a14:useLocalDpi xmlns:a14="http://schemas.microsoft.com/office/drawing/2010/main" val="0"/>
                </a:ext>
              </a:extLst>
            </a:blip>
            <a:srcRect/>
            <a:stretch>
              <a:fillRect/>
            </a:stretch>
          </p:blipFill>
          <p:spPr bwMode="auto">
            <a:xfrm>
              <a:off x="2243732" y="3112410"/>
              <a:ext cx="557539" cy="557539"/>
            </a:xfrm>
            <a:prstGeom prst="rect">
              <a:avLst/>
            </a:prstGeom>
            <a:noFill/>
            <a:extLst>
              <a:ext uri="{909E8E84-426E-40DD-AFC4-6F175D3DCCD1}">
                <a14:hiddenFill xmlns:a14="http://schemas.microsoft.com/office/drawing/2010/main">
                  <a:solidFill>
                    <a:srgbClr val="FFFFFF"/>
                  </a:solidFill>
                </a14:hiddenFill>
              </a:ext>
            </a:extLst>
          </p:spPr>
        </p:pic>
      </p:grpSp>
      <p:sp>
        <p:nvSpPr>
          <p:cNvPr id="104" name="Title 170"/>
          <p:cNvSpPr>
            <a:spLocks noGrp="1"/>
          </p:cNvSpPr>
          <p:nvPr/>
        </p:nvSpPr>
        <p:spPr bwMode="gray">
          <a:xfrm>
            <a:off x="6891825" y="1965312"/>
            <a:ext cx="1126453" cy="1116091"/>
          </a:xfrm>
          <a:prstGeom prst="ellipse">
            <a:avLst/>
          </a:prstGeom>
          <a:ln w="25400">
            <a:solidFill>
              <a:srgbClr val="FFC000"/>
            </a:solidFill>
          </a:ln>
          <a:effectLst>
            <a:glow rad="101600">
              <a:schemeClr val="accent1">
                <a:satMod val="175000"/>
                <a:alpha val="40000"/>
              </a:schemeClr>
            </a:glow>
            <a:outerShdw blurRad="63500" sx="102000" sy="102000" algn="ctr" rotWithShape="0">
              <a:prstClr val="black">
                <a:alpha val="40000"/>
              </a:prstClr>
            </a:outerShdw>
          </a:effectLst>
        </p:spPr>
        <p:txBody>
          <a:bodyPr vert="horz" lIns="108000" tIns="108000" rIns="108000" bIns="108000" rtlCol="0" anchor="ctr" anchorCtr="0">
            <a:normAutofit/>
          </a:bodyPr>
          <a:lstStyle/>
          <a:p>
            <a:endParaRPr lang="en-IN"/>
          </a:p>
        </p:txBody>
      </p:sp>
      <p:grpSp>
        <p:nvGrpSpPr>
          <p:cNvPr id="5" name="Group 4"/>
          <p:cNvGrpSpPr/>
          <p:nvPr/>
        </p:nvGrpSpPr>
        <p:grpSpPr>
          <a:xfrm>
            <a:off x="6963210" y="2062846"/>
            <a:ext cx="959119" cy="934272"/>
            <a:chOff x="6963210" y="1741782"/>
            <a:chExt cx="959119" cy="934272"/>
          </a:xfrm>
        </p:grpSpPr>
        <p:sp>
          <p:nvSpPr>
            <p:cNvPr id="106" name="Oval 105"/>
            <p:cNvSpPr/>
            <p:nvPr/>
          </p:nvSpPr>
          <p:spPr>
            <a:xfrm>
              <a:off x="7107012" y="1836547"/>
              <a:ext cx="734855" cy="690368"/>
            </a:xfrm>
            <a:prstGeom prst="ellipse">
              <a:avLst/>
            </a:prstGeom>
            <a:solidFill>
              <a:srgbClr val="00A3A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grpSp>
          <p:nvGrpSpPr>
            <p:cNvPr id="107" name="Group 106"/>
            <p:cNvGrpSpPr/>
            <p:nvPr/>
          </p:nvGrpSpPr>
          <p:grpSpPr>
            <a:xfrm rot="19800000">
              <a:off x="7530421" y="2320126"/>
              <a:ext cx="161794" cy="114201"/>
              <a:chOff x="2108841" y="2386040"/>
              <a:chExt cx="903997" cy="679207"/>
            </a:xfrm>
            <a:solidFill>
              <a:srgbClr val="F68D2E"/>
            </a:solidFill>
          </p:grpSpPr>
          <p:sp>
            <p:nvSpPr>
              <p:cNvPr id="268" name="Rounded Rectangle 267"/>
              <p:cNvSpPr/>
              <p:nvPr/>
            </p:nvSpPr>
            <p:spPr>
              <a:xfrm>
                <a:off x="2244927" y="2839996"/>
                <a:ext cx="631825" cy="114487"/>
              </a:xfrm>
              <a:prstGeom prst="roundRect">
                <a:avLst>
                  <a:gd name="adj" fmla="val 50000"/>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sp>
            <p:nvSpPr>
              <p:cNvPr id="269" name="Rectangle 2"/>
              <p:cNvSpPr/>
              <p:nvPr/>
            </p:nvSpPr>
            <p:spPr>
              <a:xfrm>
                <a:off x="2306046" y="2954677"/>
                <a:ext cx="509587" cy="110570"/>
              </a:xfrm>
              <a:custGeom>
                <a:avLst/>
                <a:gdLst>
                  <a:gd name="connsiteX0" fmla="*/ 0 w 509587"/>
                  <a:gd name="connsiteY0" fmla="*/ 0 h 161925"/>
                  <a:gd name="connsiteX1" fmla="*/ 509587 w 509587"/>
                  <a:gd name="connsiteY1" fmla="*/ 0 h 161925"/>
                  <a:gd name="connsiteX2" fmla="*/ 509587 w 509587"/>
                  <a:gd name="connsiteY2" fmla="*/ 161925 h 161925"/>
                  <a:gd name="connsiteX3" fmla="*/ 0 w 509587"/>
                  <a:gd name="connsiteY3" fmla="*/ 161925 h 161925"/>
                  <a:gd name="connsiteX4" fmla="*/ 0 w 509587"/>
                  <a:gd name="connsiteY4" fmla="*/ 0 h 161925"/>
                  <a:gd name="connsiteX0" fmla="*/ 0 w 509587"/>
                  <a:gd name="connsiteY0" fmla="*/ 0 h 161925"/>
                  <a:gd name="connsiteX1" fmla="*/ 509587 w 509587"/>
                  <a:gd name="connsiteY1" fmla="*/ 0 h 161925"/>
                  <a:gd name="connsiteX2" fmla="*/ 509587 w 509587"/>
                  <a:gd name="connsiteY2" fmla="*/ 161925 h 161925"/>
                  <a:gd name="connsiteX3" fmla="*/ 147637 w 509587"/>
                  <a:gd name="connsiteY3" fmla="*/ 90488 h 161925"/>
                  <a:gd name="connsiteX4" fmla="*/ 0 w 509587"/>
                  <a:gd name="connsiteY4" fmla="*/ 0 h 161925"/>
                  <a:gd name="connsiteX0" fmla="*/ 0 w 509587"/>
                  <a:gd name="connsiteY0" fmla="*/ 0 h 161925"/>
                  <a:gd name="connsiteX1" fmla="*/ 509587 w 509587"/>
                  <a:gd name="connsiteY1" fmla="*/ 0 h 161925"/>
                  <a:gd name="connsiteX2" fmla="*/ 509587 w 509587"/>
                  <a:gd name="connsiteY2" fmla="*/ 161925 h 161925"/>
                  <a:gd name="connsiteX3" fmla="*/ 147637 w 509587"/>
                  <a:gd name="connsiteY3" fmla="*/ 90488 h 161925"/>
                  <a:gd name="connsiteX4" fmla="*/ 0 w 509587"/>
                  <a:gd name="connsiteY4" fmla="*/ 0 h 161925"/>
                  <a:gd name="connsiteX0" fmla="*/ 0 w 509587"/>
                  <a:gd name="connsiteY0" fmla="*/ 0 h 161925"/>
                  <a:gd name="connsiteX1" fmla="*/ 509587 w 509587"/>
                  <a:gd name="connsiteY1" fmla="*/ 0 h 161925"/>
                  <a:gd name="connsiteX2" fmla="*/ 509587 w 509587"/>
                  <a:gd name="connsiteY2" fmla="*/ 161925 h 161925"/>
                  <a:gd name="connsiteX3" fmla="*/ 147637 w 509587"/>
                  <a:gd name="connsiteY3" fmla="*/ 90488 h 161925"/>
                  <a:gd name="connsiteX4" fmla="*/ 0 w 509587"/>
                  <a:gd name="connsiteY4" fmla="*/ 0 h 161925"/>
                  <a:gd name="connsiteX0" fmla="*/ 0 w 509587"/>
                  <a:gd name="connsiteY0" fmla="*/ 0 h 92868"/>
                  <a:gd name="connsiteX1" fmla="*/ 509587 w 509587"/>
                  <a:gd name="connsiteY1" fmla="*/ 0 h 92868"/>
                  <a:gd name="connsiteX2" fmla="*/ 314324 w 509587"/>
                  <a:gd name="connsiteY2" fmla="*/ 92868 h 92868"/>
                  <a:gd name="connsiteX3" fmla="*/ 147637 w 509587"/>
                  <a:gd name="connsiteY3" fmla="*/ 90488 h 92868"/>
                  <a:gd name="connsiteX4" fmla="*/ 0 w 509587"/>
                  <a:gd name="connsiteY4" fmla="*/ 0 h 92868"/>
                  <a:gd name="connsiteX0" fmla="*/ 0 w 509587"/>
                  <a:gd name="connsiteY0" fmla="*/ 0 h 92868"/>
                  <a:gd name="connsiteX1" fmla="*/ 509587 w 509587"/>
                  <a:gd name="connsiteY1" fmla="*/ 0 h 92868"/>
                  <a:gd name="connsiteX2" fmla="*/ 314324 w 509587"/>
                  <a:gd name="connsiteY2" fmla="*/ 92868 h 92868"/>
                  <a:gd name="connsiteX3" fmla="*/ 147637 w 509587"/>
                  <a:gd name="connsiteY3" fmla="*/ 90488 h 92868"/>
                  <a:gd name="connsiteX4" fmla="*/ 0 w 509587"/>
                  <a:gd name="connsiteY4" fmla="*/ 0 h 92868"/>
                  <a:gd name="connsiteX0" fmla="*/ 0 w 509587"/>
                  <a:gd name="connsiteY0" fmla="*/ 0 h 92868"/>
                  <a:gd name="connsiteX1" fmla="*/ 509587 w 509587"/>
                  <a:gd name="connsiteY1" fmla="*/ 0 h 92868"/>
                  <a:gd name="connsiteX2" fmla="*/ 314324 w 509587"/>
                  <a:gd name="connsiteY2" fmla="*/ 92868 h 92868"/>
                  <a:gd name="connsiteX3" fmla="*/ 159543 w 509587"/>
                  <a:gd name="connsiteY3" fmla="*/ 90488 h 92868"/>
                  <a:gd name="connsiteX4" fmla="*/ 0 w 509587"/>
                  <a:gd name="connsiteY4" fmla="*/ 0 h 92868"/>
                  <a:gd name="connsiteX0" fmla="*/ 0 w 509587"/>
                  <a:gd name="connsiteY0" fmla="*/ 0 h 105054"/>
                  <a:gd name="connsiteX1" fmla="*/ 509587 w 509587"/>
                  <a:gd name="connsiteY1" fmla="*/ 0 h 105054"/>
                  <a:gd name="connsiteX2" fmla="*/ 314324 w 509587"/>
                  <a:gd name="connsiteY2" fmla="*/ 92868 h 105054"/>
                  <a:gd name="connsiteX3" fmla="*/ 159543 w 509587"/>
                  <a:gd name="connsiteY3" fmla="*/ 90488 h 105054"/>
                  <a:gd name="connsiteX4" fmla="*/ 0 w 509587"/>
                  <a:gd name="connsiteY4" fmla="*/ 0 h 105054"/>
                  <a:gd name="connsiteX0" fmla="*/ 0 w 509587"/>
                  <a:gd name="connsiteY0" fmla="*/ 0 h 110570"/>
                  <a:gd name="connsiteX1" fmla="*/ 509587 w 509587"/>
                  <a:gd name="connsiteY1" fmla="*/ 0 h 110570"/>
                  <a:gd name="connsiteX2" fmla="*/ 314324 w 509587"/>
                  <a:gd name="connsiteY2" fmla="*/ 92868 h 110570"/>
                  <a:gd name="connsiteX3" fmla="*/ 159543 w 509587"/>
                  <a:gd name="connsiteY3" fmla="*/ 90488 h 110570"/>
                  <a:gd name="connsiteX4" fmla="*/ 0 w 509587"/>
                  <a:gd name="connsiteY4" fmla="*/ 0 h 110570"/>
                  <a:gd name="connsiteX0" fmla="*/ 0 w 509587"/>
                  <a:gd name="connsiteY0" fmla="*/ 0 h 110570"/>
                  <a:gd name="connsiteX1" fmla="*/ 509587 w 509587"/>
                  <a:gd name="connsiteY1" fmla="*/ 0 h 110570"/>
                  <a:gd name="connsiteX2" fmla="*/ 314324 w 509587"/>
                  <a:gd name="connsiteY2" fmla="*/ 92868 h 110570"/>
                  <a:gd name="connsiteX3" fmla="*/ 159543 w 509587"/>
                  <a:gd name="connsiteY3" fmla="*/ 90488 h 110570"/>
                  <a:gd name="connsiteX4" fmla="*/ 0 w 509587"/>
                  <a:gd name="connsiteY4" fmla="*/ 0 h 110570"/>
                  <a:gd name="connsiteX0" fmla="*/ 0 w 509587"/>
                  <a:gd name="connsiteY0" fmla="*/ 0 h 110570"/>
                  <a:gd name="connsiteX1" fmla="*/ 509587 w 509587"/>
                  <a:gd name="connsiteY1" fmla="*/ 0 h 110570"/>
                  <a:gd name="connsiteX2" fmla="*/ 321467 w 509587"/>
                  <a:gd name="connsiteY2" fmla="*/ 92868 h 110570"/>
                  <a:gd name="connsiteX3" fmla="*/ 159543 w 509587"/>
                  <a:gd name="connsiteY3" fmla="*/ 90488 h 110570"/>
                  <a:gd name="connsiteX4" fmla="*/ 0 w 509587"/>
                  <a:gd name="connsiteY4" fmla="*/ 0 h 1105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587" h="110570">
                    <a:moveTo>
                      <a:pt x="0" y="0"/>
                    </a:moveTo>
                    <a:lnTo>
                      <a:pt x="509587" y="0"/>
                    </a:lnTo>
                    <a:lnTo>
                      <a:pt x="321467" y="92868"/>
                    </a:lnTo>
                    <a:cubicBezTo>
                      <a:pt x="284161" y="111125"/>
                      <a:pt x="218281" y="122237"/>
                      <a:pt x="159543" y="90488"/>
                    </a:cubicBezTo>
                    <a:cubicBezTo>
                      <a:pt x="96044" y="41275"/>
                      <a:pt x="58737" y="13494"/>
                      <a:pt x="0" y="0"/>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sp>
            <p:nvSpPr>
              <p:cNvPr id="270" name="Rounded Rectangle 269"/>
              <p:cNvSpPr/>
              <p:nvPr/>
            </p:nvSpPr>
            <p:spPr>
              <a:xfrm>
                <a:off x="2108841" y="2691854"/>
                <a:ext cx="903997" cy="114487"/>
              </a:xfrm>
              <a:prstGeom prst="roundRect">
                <a:avLst>
                  <a:gd name="adj" fmla="val 50000"/>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sp>
            <p:nvSpPr>
              <p:cNvPr id="271" name="Rounded Rectangle 270"/>
              <p:cNvSpPr/>
              <p:nvPr/>
            </p:nvSpPr>
            <p:spPr>
              <a:xfrm>
                <a:off x="2108841" y="2536567"/>
                <a:ext cx="903997" cy="114487"/>
              </a:xfrm>
              <a:prstGeom prst="roundRect">
                <a:avLst>
                  <a:gd name="adj" fmla="val 50000"/>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sp>
            <p:nvSpPr>
              <p:cNvPr id="272" name="Rounded Rectangle 271"/>
              <p:cNvSpPr/>
              <p:nvPr/>
            </p:nvSpPr>
            <p:spPr>
              <a:xfrm>
                <a:off x="2108841" y="2386040"/>
                <a:ext cx="903997" cy="114487"/>
              </a:xfrm>
              <a:prstGeom prst="roundRect">
                <a:avLst>
                  <a:gd name="adj" fmla="val 50000"/>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grpSp>
        <p:grpSp>
          <p:nvGrpSpPr>
            <p:cNvPr id="108" name="Group 107"/>
            <p:cNvGrpSpPr/>
            <p:nvPr/>
          </p:nvGrpSpPr>
          <p:grpSpPr>
            <a:xfrm>
              <a:off x="7259297" y="1918659"/>
              <a:ext cx="392832" cy="448127"/>
              <a:chOff x="1163352" y="895794"/>
              <a:chExt cx="1997319" cy="2425294"/>
            </a:xfrm>
          </p:grpSpPr>
          <p:grpSp>
            <p:nvGrpSpPr>
              <p:cNvPr id="206" name="Group 205"/>
              <p:cNvGrpSpPr/>
              <p:nvPr/>
            </p:nvGrpSpPr>
            <p:grpSpPr>
              <a:xfrm>
                <a:off x="1375108" y="1870894"/>
                <a:ext cx="894231" cy="884786"/>
                <a:chOff x="1375108" y="1870894"/>
                <a:chExt cx="894231" cy="884786"/>
              </a:xfrm>
            </p:grpSpPr>
            <p:sp>
              <p:nvSpPr>
                <p:cNvPr id="260" name="Freeform 259"/>
                <p:cNvSpPr/>
                <p:nvPr/>
              </p:nvSpPr>
              <p:spPr>
                <a:xfrm rot="19800000">
                  <a:off x="1375108" y="1870894"/>
                  <a:ext cx="894231" cy="884786"/>
                </a:xfrm>
                <a:custGeom>
                  <a:avLst/>
                  <a:gdLst>
                    <a:gd name="connsiteX0" fmla="*/ 114541 w 1940329"/>
                    <a:gd name="connsiteY0" fmla="*/ 0 h 1919835"/>
                    <a:gd name="connsiteX1" fmla="*/ 756546 w 1940329"/>
                    <a:gd name="connsiteY1" fmla="*/ 370662 h 1919835"/>
                    <a:gd name="connsiteX2" fmla="*/ 761268 w 1940329"/>
                    <a:gd name="connsiteY2" fmla="*/ 366560 h 1919835"/>
                    <a:gd name="connsiteX3" fmla="*/ 778581 w 1940329"/>
                    <a:gd name="connsiteY3" fmla="*/ 335314 h 1919835"/>
                    <a:gd name="connsiteX4" fmla="*/ 785395 w 1940329"/>
                    <a:gd name="connsiteY4" fmla="*/ 284631 h 1919835"/>
                    <a:gd name="connsiteX5" fmla="*/ 794451 w 1940329"/>
                    <a:gd name="connsiteY5" fmla="*/ 196673 h 1919835"/>
                    <a:gd name="connsiteX6" fmla="*/ 959932 w 1940329"/>
                    <a:gd name="connsiteY6" fmla="*/ 158171 h 1919835"/>
                    <a:gd name="connsiteX7" fmla="*/ 1010289 w 1940329"/>
                    <a:gd name="connsiteY7" fmla="*/ 322586 h 1919835"/>
                    <a:gd name="connsiteX8" fmla="*/ 926705 w 1940329"/>
                    <a:gd name="connsiteY8" fmla="*/ 376713 h 1919835"/>
                    <a:gd name="connsiteX9" fmla="*/ 888738 w 1940329"/>
                    <a:gd name="connsiteY9" fmla="*/ 402792 h 1919835"/>
                    <a:gd name="connsiteX10" fmla="*/ 875234 w 1940329"/>
                    <a:gd name="connsiteY10" fmla="*/ 431687 h 1919835"/>
                    <a:gd name="connsiteX11" fmla="*/ 874465 w 1940329"/>
                    <a:gd name="connsiteY11" fmla="*/ 438742 h 1919835"/>
                    <a:gd name="connsiteX12" fmla="*/ 1940329 w 1940329"/>
                    <a:gd name="connsiteY12" fmla="*/ 1054119 h 1919835"/>
                    <a:gd name="connsiteX13" fmla="*/ 876785 w 1940329"/>
                    <a:gd name="connsiteY13" fmla="*/ 1668156 h 1919835"/>
                    <a:gd name="connsiteX14" fmla="*/ 870245 w 1940329"/>
                    <a:gd name="connsiteY14" fmla="*/ 1663382 h 1919835"/>
                    <a:gd name="connsiteX15" fmla="*/ 851934 w 1940329"/>
                    <a:gd name="connsiteY15" fmla="*/ 1637266 h 1919835"/>
                    <a:gd name="connsiteX16" fmla="*/ 848263 w 1940329"/>
                    <a:gd name="connsiteY16" fmla="*/ 1591352 h 1919835"/>
                    <a:gd name="connsiteX17" fmla="*/ 843030 w 1940329"/>
                    <a:gd name="connsiteY17" fmla="*/ 1491911 h 1919835"/>
                    <a:gd name="connsiteX18" fmla="*/ 675407 w 1940329"/>
                    <a:gd name="connsiteY18" fmla="*/ 1453565 h 1919835"/>
                    <a:gd name="connsiteX19" fmla="*/ 626254 w 1940329"/>
                    <a:gd name="connsiteY19" fmla="*/ 1616201 h 1919835"/>
                    <a:gd name="connsiteX20" fmla="*/ 697978 w 1940329"/>
                    <a:gd name="connsiteY20" fmla="*/ 1667915 h 1919835"/>
                    <a:gd name="connsiteX21" fmla="*/ 738511 w 1940329"/>
                    <a:gd name="connsiteY21" fmla="*/ 1699097 h 1919835"/>
                    <a:gd name="connsiteX22" fmla="*/ 756959 w 1940329"/>
                    <a:gd name="connsiteY22" fmla="*/ 1729686 h 1919835"/>
                    <a:gd name="connsiteX23" fmla="*/ 758304 w 1940329"/>
                    <a:gd name="connsiteY23" fmla="*/ 1736561 h 1919835"/>
                    <a:gd name="connsiteX24" fmla="*/ 440864 w 1940329"/>
                    <a:gd name="connsiteY24" fmla="*/ 1919835 h 1919835"/>
                    <a:gd name="connsiteX25" fmla="*/ 331440 w 1940329"/>
                    <a:gd name="connsiteY25" fmla="*/ 1765768 h 1919835"/>
                    <a:gd name="connsiteX26" fmla="*/ 0 w 1940329"/>
                    <a:gd name="connsiteY26" fmla="*/ 667560 h 1919835"/>
                    <a:gd name="connsiteX27" fmla="*/ 87249 w 1940329"/>
                    <a:gd name="connsiteY27" fmla="*/ 76383 h 1919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940329" h="1919835">
                      <a:moveTo>
                        <a:pt x="114541" y="0"/>
                      </a:moveTo>
                      <a:lnTo>
                        <a:pt x="756546" y="370662"/>
                      </a:lnTo>
                      <a:lnTo>
                        <a:pt x="761268" y="366560"/>
                      </a:lnTo>
                      <a:cubicBezTo>
                        <a:pt x="768173" y="358380"/>
                        <a:pt x="774359" y="348124"/>
                        <a:pt x="778581" y="335314"/>
                      </a:cubicBezTo>
                      <a:cubicBezTo>
                        <a:pt x="783153" y="321905"/>
                        <a:pt x="785673" y="300869"/>
                        <a:pt x="785395" y="284631"/>
                      </a:cubicBezTo>
                      <a:cubicBezTo>
                        <a:pt x="785864" y="255968"/>
                        <a:pt x="779057" y="223060"/>
                        <a:pt x="794451" y="196673"/>
                      </a:cubicBezTo>
                      <a:cubicBezTo>
                        <a:pt x="826637" y="141500"/>
                        <a:pt x="901728" y="124217"/>
                        <a:pt x="959932" y="158171"/>
                      </a:cubicBezTo>
                      <a:cubicBezTo>
                        <a:pt x="1020560" y="193540"/>
                        <a:pt x="1042475" y="267413"/>
                        <a:pt x="1010289" y="322586"/>
                      </a:cubicBezTo>
                      <a:cubicBezTo>
                        <a:pt x="992096" y="353771"/>
                        <a:pt x="959075" y="360229"/>
                        <a:pt x="926705" y="376713"/>
                      </a:cubicBezTo>
                      <a:cubicBezTo>
                        <a:pt x="915232" y="379665"/>
                        <a:pt x="899560" y="389814"/>
                        <a:pt x="888738" y="402792"/>
                      </a:cubicBezTo>
                      <a:cubicBezTo>
                        <a:pt x="881928" y="411680"/>
                        <a:pt x="877718" y="421683"/>
                        <a:pt x="875234" y="431687"/>
                      </a:cubicBezTo>
                      <a:lnTo>
                        <a:pt x="874465" y="438742"/>
                      </a:lnTo>
                      <a:lnTo>
                        <a:pt x="1940329" y="1054119"/>
                      </a:lnTo>
                      <a:lnTo>
                        <a:pt x="876785" y="1668156"/>
                      </a:lnTo>
                      <a:lnTo>
                        <a:pt x="870245" y="1663382"/>
                      </a:lnTo>
                      <a:cubicBezTo>
                        <a:pt x="862812" y="1656239"/>
                        <a:pt x="856242" y="1647601"/>
                        <a:pt x="851934" y="1637266"/>
                      </a:cubicBezTo>
                      <a:cubicBezTo>
                        <a:pt x="846081" y="1621414"/>
                        <a:pt x="845100" y="1602769"/>
                        <a:pt x="848263" y="1591352"/>
                      </a:cubicBezTo>
                      <a:cubicBezTo>
                        <a:pt x="850118" y="1555074"/>
                        <a:pt x="860988" y="1523231"/>
                        <a:pt x="843030" y="1491911"/>
                      </a:cubicBezTo>
                      <a:cubicBezTo>
                        <a:pt x="811259" y="1436498"/>
                        <a:pt x="736299" y="1418652"/>
                        <a:pt x="675407" y="1453565"/>
                      </a:cubicBezTo>
                      <a:cubicBezTo>
                        <a:pt x="616950" y="1487082"/>
                        <a:pt x="594483" y="1560788"/>
                        <a:pt x="626254" y="1616201"/>
                      </a:cubicBezTo>
                      <a:cubicBezTo>
                        <a:pt x="641449" y="1642703"/>
                        <a:pt x="673367" y="1653214"/>
                        <a:pt x="697978" y="1667915"/>
                      </a:cubicBezTo>
                      <a:cubicBezTo>
                        <a:pt x="712192" y="1675772"/>
                        <a:pt x="729168" y="1688447"/>
                        <a:pt x="738511" y="1699097"/>
                      </a:cubicBezTo>
                      <a:cubicBezTo>
                        <a:pt x="747508" y="1709144"/>
                        <a:pt x="753313" y="1719622"/>
                        <a:pt x="756959" y="1729686"/>
                      </a:cubicBezTo>
                      <a:lnTo>
                        <a:pt x="758304" y="1736561"/>
                      </a:lnTo>
                      <a:lnTo>
                        <a:pt x="440864" y="1919835"/>
                      </a:lnTo>
                      <a:lnTo>
                        <a:pt x="331440" y="1765768"/>
                      </a:lnTo>
                      <a:cubicBezTo>
                        <a:pt x="122185" y="1444039"/>
                        <a:pt x="0" y="1079292"/>
                        <a:pt x="0" y="667560"/>
                      </a:cubicBezTo>
                      <a:cubicBezTo>
                        <a:pt x="0" y="461694"/>
                        <a:pt x="30546" y="263136"/>
                        <a:pt x="87249" y="76383"/>
                      </a:cubicBezTo>
                      <a:close/>
                    </a:path>
                  </a:pathLst>
                </a:custGeom>
                <a:solidFill>
                  <a:srgbClr val="4A0A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grpSp>
              <p:nvGrpSpPr>
                <p:cNvPr id="261" name="Group 260"/>
                <p:cNvGrpSpPr/>
                <p:nvPr/>
              </p:nvGrpSpPr>
              <p:grpSpPr>
                <a:xfrm>
                  <a:off x="1503452" y="2236405"/>
                  <a:ext cx="308242" cy="271572"/>
                  <a:chOff x="1503452" y="2236404"/>
                  <a:chExt cx="24990189" cy="22017226"/>
                </a:xfrm>
                <a:solidFill>
                  <a:srgbClr val="FFFFFF"/>
                </a:solidFill>
                <a:effectLst/>
              </p:grpSpPr>
              <p:grpSp>
                <p:nvGrpSpPr>
                  <p:cNvPr id="262" name="Group 261"/>
                  <p:cNvGrpSpPr/>
                  <p:nvPr/>
                </p:nvGrpSpPr>
                <p:grpSpPr>
                  <a:xfrm>
                    <a:off x="1503452" y="13942418"/>
                    <a:ext cx="13562574" cy="10311212"/>
                    <a:chOff x="1503452" y="13942444"/>
                    <a:chExt cx="696086" cy="529213"/>
                  </a:xfrm>
                  <a:grpFill/>
                </p:grpSpPr>
                <p:grpSp>
                  <p:nvGrpSpPr>
                    <p:cNvPr id="264" name="Group 263"/>
                    <p:cNvGrpSpPr/>
                    <p:nvPr/>
                  </p:nvGrpSpPr>
                  <p:grpSpPr>
                    <a:xfrm>
                      <a:off x="1503452" y="14120191"/>
                      <a:ext cx="696086" cy="351466"/>
                      <a:chOff x="1503452" y="14120191"/>
                      <a:chExt cx="275154" cy="138930"/>
                    </a:xfrm>
                    <a:grpFill/>
                  </p:grpSpPr>
                  <p:sp>
                    <p:nvSpPr>
                      <p:cNvPr id="266" name="Freeform 265"/>
                      <p:cNvSpPr>
                        <a:spLocks/>
                      </p:cNvSpPr>
                      <p:nvPr/>
                    </p:nvSpPr>
                    <p:spPr bwMode="auto">
                      <a:xfrm rot="60000">
                        <a:off x="1503452" y="14126545"/>
                        <a:ext cx="273540" cy="132576"/>
                      </a:xfrm>
                      <a:custGeom>
                        <a:avLst/>
                        <a:gdLst>
                          <a:gd name="T0" fmla="*/ 2 w 172"/>
                          <a:gd name="T1" fmla="*/ 0 h 85"/>
                          <a:gd name="T2" fmla="*/ 172 w 172"/>
                          <a:gd name="T3" fmla="*/ 76 h 85"/>
                          <a:gd name="T4" fmla="*/ 172 w 172"/>
                          <a:gd name="T5" fmla="*/ 78 h 85"/>
                          <a:gd name="T6" fmla="*/ 170 w 172"/>
                          <a:gd name="T7" fmla="*/ 81 h 85"/>
                          <a:gd name="T8" fmla="*/ 169 w 172"/>
                          <a:gd name="T9" fmla="*/ 82 h 85"/>
                          <a:gd name="T10" fmla="*/ 166 w 172"/>
                          <a:gd name="T11" fmla="*/ 85 h 85"/>
                          <a:gd name="T12" fmla="*/ 163 w 172"/>
                          <a:gd name="T13" fmla="*/ 85 h 85"/>
                          <a:gd name="T14" fmla="*/ 160 w 172"/>
                          <a:gd name="T15" fmla="*/ 84 h 85"/>
                          <a:gd name="T16" fmla="*/ 4 w 172"/>
                          <a:gd name="T17" fmla="*/ 14 h 85"/>
                          <a:gd name="T18" fmla="*/ 2 w 172"/>
                          <a:gd name="T19" fmla="*/ 12 h 85"/>
                          <a:gd name="T20" fmla="*/ 0 w 172"/>
                          <a:gd name="T21" fmla="*/ 10 h 85"/>
                          <a:gd name="T22" fmla="*/ 0 w 172"/>
                          <a:gd name="T23" fmla="*/ 7 h 85"/>
                          <a:gd name="T24" fmla="*/ 0 w 172"/>
                          <a:gd name="T25" fmla="*/ 3 h 85"/>
                          <a:gd name="T26" fmla="*/ 2 w 172"/>
                          <a:gd name="T27" fmla="*/ 1 h 85"/>
                          <a:gd name="T28" fmla="*/ 2 w 172"/>
                          <a:gd name="T29" fmla="*/ 0 h 85"/>
                          <a:gd name="connsiteX0" fmla="*/ 116 w 10000"/>
                          <a:gd name="connsiteY0" fmla="*/ 0 h 10000"/>
                          <a:gd name="connsiteX1" fmla="*/ 10000 w 10000"/>
                          <a:gd name="connsiteY1" fmla="*/ 8941 h 10000"/>
                          <a:gd name="connsiteX2" fmla="*/ 10000 w 10000"/>
                          <a:gd name="connsiteY2" fmla="*/ 9176 h 10000"/>
                          <a:gd name="connsiteX3" fmla="*/ 9884 w 10000"/>
                          <a:gd name="connsiteY3" fmla="*/ 9529 h 10000"/>
                          <a:gd name="connsiteX4" fmla="*/ 9826 w 10000"/>
                          <a:gd name="connsiteY4" fmla="*/ 9647 h 10000"/>
                          <a:gd name="connsiteX5" fmla="*/ 9651 w 10000"/>
                          <a:gd name="connsiteY5" fmla="*/ 10000 h 10000"/>
                          <a:gd name="connsiteX6" fmla="*/ 9477 w 10000"/>
                          <a:gd name="connsiteY6" fmla="*/ 10000 h 10000"/>
                          <a:gd name="connsiteX7" fmla="*/ 9302 w 10000"/>
                          <a:gd name="connsiteY7" fmla="*/ 9882 h 10000"/>
                          <a:gd name="connsiteX8" fmla="*/ 233 w 10000"/>
                          <a:gd name="connsiteY8" fmla="*/ 1647 h 10000"/>
                          <a:gd name="connsiteX9" fmla="*/ 116 w 10000"/>
                          <a:gd name="connsiteY9" fmla="*/ 1412 h 10000"/>
                          <a:gd name="connsiteX10" fmla="*/ 0 w 10000"/>
                          <a:gd name="connsiteY10" fmla="*/ 824 h 10000"/>
                          <a:gd name="connsiteX11" fmla="*/ 0 w 10000"/>
                          <a:gd name="connsiteY11" fmla="*/ 353 h 10000"/>
                          <a:gd name="connsiteX12" fmla="*/ 116 w 10000"/>
                          <a:gd name="connsiteY12" fmla="*/ 118 h 10000"/>
                          <a:gd name="connsiteX13" fmla="*/ 116 w 10000"/>
                          <a:gd name="connsiteY13" fmla="*/ 0 h 10000"/>
                          <a:gd name="connsiteX0" fmla="*/ 116 w 10000"/>
                          <a:gd name="connsiteY0" fmla="*/ 0 h 10000"/>
                          <a:gd name="connsiteX1" fmla="*/ 10000 w 10000"/>
                          <a:gd name="connsiteY1" fmla="*/ 8941 h 10000"/>
                          <a:gd name="connsiteX2" fmla="*/ 10000 w 10000"/>
                          <a:gd name="connsiteY2" fmla="*/ 9176 h 10000"/>
                          <a:gd name="connsiteX3" fmla="*/ 9884 w 10000"/>
                          <a:gd name="connsiteY3" fmla="*/ 9529 h 10000"/>
                          <a:gd name="connsiteX4" fmla="*/ 9826 w 10000"/>
                          <a:gd name="connsiteY4" fmla="*/ 9647 h 10000"/>
                          <a:gd name="connsiteX5" fmla="*/ 9651 w 10000"/>
                          <a:gd name="connsiteY5" fmla="*/ 10000 h 10000"/>
                          <a:gd name="connsiteX6" fmla="*/ 9477 w 10000"/>
                          <a:gd name="connsiteY6" fmla="*/ 10000 h 10000"/>
                          <a:gd name="connsiteX7" fmla="*/ 9302 w 10000"/>
                          <a:gd name="connsiteY7" fmla="*/ 9882 h 10000"/>
                          <a:gd name="connsiteX8" fmla="*/ 233 w 10000"/>
                          <a:gd name="connsiteY8" fmla="*/ 1647 h 10000"/>
                          <a:gd name="connsiteX9" fmla="*/ 116 w 10000"/>
                          <a:gd name="connsiteY9" fmla="*/ 1412 h 10000"/>
                          <a:gd name="connsiteX10" fmla="*/ 0 w 10000"/>
                          <a:gd name="connsiteY10" fmla="*/ 824 h 10000"/>
                          <a:gd name="connsiteX11" fmla="*/ 116 w 10000"/>
                          <a:gd name="connsiteY11" fmla="*/ 118 h 10000"/>
                          <a:gd name="connsiteX12" fmla="*/ 116 w 10000"/>
                          <a:gd name="connsiteY12" fmla="*/ 0 h 10000"/>
                          <a:gd name="connsiteX0" fmla="*/ 9 w 9893"/>
                          <a:gd name="connsiteY0" fmla="*/ 0 h 10000"/>
                          <a:gd name="connsiteX1" fmla="*/ 9893 w 9893"/>
                          <a:gd name="connsiteY1" fmla="*/ 8941 h 10000"/>
                          <a:gd name="connsiteX2" fmla="*/ 9893 w 9893"/>
                          <a:gd name="connsiteY2" fmla="*/ 9176 h 10000"/>
                          <a:gd name="connsiteX3" fmla="*/ 9777 w 9893"/>
                          <a:gd name="connsiteY3" fmla="*/ 9529 h 10000"/>
                          <a:gd name="connsiteX4" fmla="*/ 9719 w 9893"/>
                          <a:gd name="connsiteY4" fmla="*/ 9647 h 10000"/>
                          <a:gd name="connsiteX5" fmla="*/ 9544 w 9893"/>
                          <a:gd name="connsiteY5" fmla="*/ 10000 h 10000"/>
                          <a:gd name="connsiteX6" fmla="*/ 9370 w 9893"/>
                          <a:gd name="connsiteY6" fmla="*/ 10000 h 10000"/>
                          <a:gd name="connsiteX7" fmla="*/ 9195 w 9893"/>
                          <a:gd name="connsiteY7" fmla="*/ 9882 h 10000"/>
                          <a:gd name="connsiteX8" fmla="*/ 126 w 9893"/>
                          <a:gd name="connsiteY8" fmla="*/ 1647 h 10000"/>
                          <a:gd name="connsiteX9" fmla="*/ 9 w 9893"/>
                          <a:gd name="connsiteY9" fmla="*/ 1412 h 10000"/>
                          <a:gd name="connsiteX10" fmla="*/ 9 w 9893"/>
                          <a:gd name="connsiteY10" fmla="*/ 118 h 10000"/>
                          <a:gd name="connsiteX11" fmla="*/ 9 w 9893"/>
                          <a:gd name="connsiteY11" fmla="*/ 0 h 10000"/>
                          <a:gd name="connsiteX0" fmla="*/ 0 w 9991"/>
                          <a:gd name="connsiteY0" fmla="*/ 0 h 10000"/>
                          <a:gd name="connsiteX1" fmla="*/ 9991 w 9991"/>
                          <a:gd name="connsiteY1" fmla="*/ 8941 h 10000"/>
                          <a:gd name="connsiteX2" fmla="*/ 9991 w 9991"/>
                          <a:gd name="connsiteY2" fmla="*/ 9176 h 10000"/>
                          <a:gd name="connsiteX3" fmla="*/ 9874 w 9991"/>
                          <a:gd name="connsiteY3" fmla="*/ 9529 h 10000"/>
                          <a:gd name="connsiteX4" fmla="*/ 9815 w 9991"/>
                          <a:gd name="connsiteY4" fmla="*/ 9647 h 10000"/>
                          <a:gd name="connsiteX5" fmla="*/ 9638 w 9991"/>
                          <a:gd name="connsiteY5" fmla="*/ 10000 h 10000"/>
                          <a:gd name="connsiteX6" fmla="*/ 9462 w 9991"/>
                          <a:gd name="connsiteY6" fmla="*/ 10000 h 10000"/>
                          <a:gd name="connsiteX7" fmla="*/ 9285 w 9991"/>
                          <a:gd name="connsiteY7" fmla="*/ 9882 h 10000"/>
                          <a:gd name="connsiteX8" fmla="*/ 118 w 9991"/>
                          <a:gd name="connsiteY8" fmla="*/ 1647 h 10000"/>
                          <a:gd name="connsiteX9" fmla="*/ 0 w 9991"/>
                          <a:gd name="connsiteY9" fmla="*/ 118 h 10000"/>
                          <a:gd name="connsiteX10" fmla="*/ 0 w 9991"/>
                          <a:gd name="connsiteY10" fmla="*/ 0 h 10000"/>
                          <a:gd name="connsiteX0" fmla="*/ 60 w 10060"/>
                          <a:gd name="connsiteY0" fmla="*/ 0 h 10000"/>
                          <a:gd name="connsiteX1" fmla="*/ 10060 w 10060"/>
                          <a:gd name="connsiteY1" fmla="*/ 8941 h 10000"/>
                          <a:gd name="connsiteX2" fmla="*/ 10060 w 10060"/>
                          <a:gd name="connsiteY2" fmla="*/ 9176 h 10000"/>
                          <a:gd name="connsiteX3" fmla="*/ 9943 w 10060"/>
                          <a:gd name="connsiteY3" fmla="*/ 9529 h 10000"/>
                          <a:gd name="connsiteX4" fmla="*/ 9884 w 10060"/>
                          <a:gd name="connsiteY4" fmla="*/ 9647 h 10000"/>
                          <a:gd name="connsiteX5" fmla="*/ 9707 w 10060"/>
                          <a:gd name="connsiteY5" fmla="*/ 10000 h 10000"/>
                          <a:gd name="connsiteX6" fmla="*/ 9531 w 10060"/>
                          <a:gd name="connsiteY6" fmla="*/ 10000 h 10000"/>
                          <a:gd name="connsiteX7" fmla="*/ 9353 w 10060"/>
                          <a:gd name="connsiteY7" fmla="*/ 9882 h 10000"/>
                          <a:gd name="connsiteX8" fmla="*/ 178 w 10060"/>
                          <a:gd name="connsiteY8" fmla="*/ 1647 h 10000"/>
                          <a:gd name="connsiteX9" fmla="*/ 60 w 10060"/>
                          <a:gd name="connsiteY9" fmla="*/ 118 h 10000"/>
                          <a:gd name="connsiteX10" fmla="*/ 60 w 10060"/>
                          <a:gd name="connsiteY10" fmla="*/ 0 h 10000"/>
                          <a:gd name="connsiteX0" fmla="*/ 60 w 10060"/>
                          <a:gd name="connsiteY0" fmla="*/ 0 h 9882"/>
                          <a:gd name="connsiteX1" fmla="*/ 10060 w 10060"/>
                          <a:gd name="connsiteY1" fmla="*/ 8823 h 9882"/>
                          <a:gd name="connsiteX2" fmla="*/ 10060 w 10060"/>
                          <a:gd name="connsiteY2" fmla="*/ 9058 h 9882"/>
                          <a:gd name="connsiteX3" fmla="*/ 9943 w 10060"/>
                          <a:gd name="connsiteY3" fmla="*/ 9411 h 9882"/>
                          <a:gd name="connsiteX4" fmla="*/ 9884 w 10060"/>
                          <a:gd name="connsiteY4" fmla="*/ 9529 h 9882"/>
                          <a:gd name="connsiteX5" fmla="*/ 9707 w 10060"/>
                          <a:gd name="connsiteY5" fmla="*/ 9882 h 9882"/>
                          <a:gd name="connsiteX6" fmla="*/ 9531 w 10060"/>
                          <a:gd name="connsiteY6" fmla="*/ 9882 h 9882"/>
                          <a:gd name="connsiteX7" fmla="*/ 9353 w 10060"/>
                          <a:gd name="connsiteY7" fmla="*/ 9764 h 9882"/>
                          <a:gd name="connsiteX8" fmla="*/ 178 w 10060"/>
                          <a:gd name="connsiteY8" fmla="*/ 1529 h 9882"/>
                          <a:gd name="connsiteX9" fmla="*/ 60 w 10060"/>
                          <a:gd name="connsiteY9" fmla="*/ 0 h 9882"/>
                          <a:gd name="connsiteX0" fmla="*/ 173 w 10113"/>
                          <a:gd name="connsiteY0" fmla="*/ 0 h 10000"/>
                          <a:gd name="connsiteX1" fmla="*/ 10113 w 10113"/>
                          <a:gd name="connsiteY1" fmla="*/ 8928 h 10000"/>
                          <a:gd name="connsiteX2" fmla="*/ 10113 w 10113"/>
                          <a:gd name="connsiteY2" fmla="*/ 9166 h 10000"/>
                          <a:gd name="connsiteX3" fmla="*/ 9997 w 10113"/>
                          <a:gd name="connsiteY3" fmla="*/ 9523 h 10000"/>
                          <a:gd name="connsiteX4" fmla="*/ 9938 w 10113"/>
                          <a:gd name="connsiteY4" fmla="*/ 9643 h 10000"/>
                          <a:gd name="connsiteX5" fmla="*/ 9762 w 10113"/>
                          <a:gd name="connsiteY5" fmla="*/ 10000 h 10000"/>
                          <a:gd name="connsiteX6" fmla="*/ 9587 w 10113"/>
                          <a:gd name="connsiteY6" fmla="*/ 10000 h 10000"/>
                          <a:gd name="connsiteX7" fmla="*/ 9410 w 10113"/>
                          <a:gd name="connsiteY7" fmla="*/ 9881 h 10000"/>
                          <a:gd name="connsiteX8" fmla="*/ 290 w 10113"/>
                          <a:gd name="connsiteY8" fmla="*/ 1547 h 10000"/>
                          <a:gd name="connsiteX9" fmla="*/ 173 w 10113"/>
                          <a:gd name="connsiteY9" fmla="*/ 0 h 10000"/>
                          <a:gd name="connsiteX0" fmla="*/ 99 w 10039"/>
                          <a:gd name="connsiteY0" fmla="*/ 0 h 10000"/>
                          <a:gd name="connsiteX1" fmla="*/ 10039 w 10039"/>
                          <a:gd name="connsiteY1" fmla="*/ 8928 h 10000"/>
                          <a:gd name="connsiteX2" fmla="*/ 10039 w 10039"/>
                          <a:gd name="connsiteY2" fmla="*/ 9166 h 10000"/>
                          <a:gd name="connsiteX3" fmla="*/ 9923 w 10039"/>
                          <a:gd name="connsiteY3" fmla="*/ 9523 h 10000"/>
                          <a:gd name="connsiteX4" fmla="*/ 9864 w 10039"/>
                          <a:gd name="connsiteY4" fmla="*/ 9643 h 10000"/>
                          <a:gd name="connsiteX5" fmla="*/ 9688 w 10039"/>
                          <a:gd name="connsiteY5" fmla="*/ 10000 h 10000"/>
                          <a:gd name="connsiteX6" fmla="*/ 9513 w 10039"/>
                          <a:gd name="connsiteY6" fmla="*/ 10000 h 10000"/>
                          <a:gd name="connsiteX7" fmla="*/ 9336 w 10039"/>
                          <a:gd name="connsiteY7" fmla="*/ 9881 h 10000"/>
                          <a:gd name="connsiteX8" fmla="*/ 216 w 10039"/>
                          <a:gd name="connsiteY8" fmla="*/ 1547 h 10000"/>
                          <a:gd name="connsiteX9" fmla="*/ 99 w 10039"/>
                          <a:gd name="connsiteY9" fmla="*/ 0 h 10000"/>
                          <a:gd name="connsiteX0" fmla="*/ 128 w 10068"/>
                          <a:gd name="connsiteY0" fmla="*/ 0 h 10000"/>
                          <a:gd name="connsiteX1" fmla="*/ 10068 w 10068"/>
                          <a:gd name="connsiteY1" fmla="*/ 8928 h 10000"/>
                          <a:gd name="connsiteX2" fmla="*/ 10068 w 10068"/>
                          <a:gd name="connsiteY2" fmla="*/ 9166 h 10000"/>
                          <a:gd name="connsiteX3" fmla="*/ 9952 w 10068"/>
                          <a:gd name="connsiteY3" fmla="*/ 9523 h 10000"/>
                          <a:gd name="connsiteX4" fmla="*/ 9893 w 10068"/>
                          <a:gd name="connsiteY4" fmla="*/ 9643 h 10000"/>
                          <a:gd name="connsiteX5" fmla="*/ 9717 w 10068"/>
                          <a:gd name="connsiteY5" fmla="*/ 10000 h 10000"/>
                          <a:gd name="connsiteX6" fmla="*/ 9542 w 10068"/>
                          <a:gd name="connsiteY6" fmla="*/ 10000 h 10000"/>
                          <a:gd name="connsiteX7" fmla="*/ 9365 w 10068"/>
                          <a:gd name="connsiteY7" fmla="*/ 9881 h 10000"/>
                          <a:gd name="connsiteX8" fmla="*/ 245 w 10068"/>
                          <a:gd name="connsiteY8" fmla="*/ 1547 h 10000"/>
                          <a:gd name="connsiteX9" fmla="*/ 128 w 10068"/>
                          <a:gd name="connsiteY9" fmla="*/ 0 h 10000"/>
                          <a:gd name="connsiteX0" fmla="*/ 160 w 10100"/>
                          <a:gd name="connsiteY0" fmla="*/ 0 h 10000"/>
                          <a:gd name="connsiteX1" fmla="*/ 10100 w 10100"/>
                          <a:gd name="connsiteY1" fmla="*/ 8928 h 10000"/>
                          <a:gd name="connsiteX2" fmla="*/ 10100 w 10100"/>
                          <a:gd name="connsiteY2" fmla="*/ 9166 h 10000"/>
                          <a:gd name="connsiteX3" fmla="*/ 9984 w 10100"/>
                          <a:gd name="connsiteY3" fmla="*/ 9523 h 10000"/>
                          <a:gd name="connsiteX4" fmla="*/ 9925 w 10100"/>
                          <a:gd name="connsiteY4" fmla="*/ 9643 h 10000"/>
                          <a:gd name="connsiteX5" fmla="*/ 9749 w 10100"/>
                          <a:gd name="connsiteY5" fmla="*/ 10000 h 10000"/>
                          <a:gd name="connsiteX6" fmla="*/ 9574 w 10100"/>
                          <a:gd name="connsiteY6" fmla="*/ 10000 h 10000"/>
                          <a:gd name="connsiteX7" fmla="*/ 9397 w 10100"/>
                          <a:gd name="connsiteY7" fmla="*/ 9881 h 10000"/>
                          <a:gd name="connsiteX8" fmla="*/ 277 w 10100"/>
                          <a:gd name="connsiteY8" fmla="*/ 1547 h 10000"/>
                          <a:gd name="connsiteX9" fmla="*/ 160 w 10100"/>
                          <a:gd name="connsiteY9" fmla="*/ 0 h 10000"/>
                          <a:gd name="connsiteX0" fmla="*/ 130 w 10070"/>
                          <a:gd name="connsiteY0" fmla="*/ 0 h 10000"/>
                          <a:gd name="connsiteX1" fmla="*/ 10070 w 10070"/>
                          <a:gd name="connsiteY1" fmla="*/ 8928 h 10000"/>
                          <a:gd name="connsiteX2" fmla="*/ 10070 w 10070"/>
                          <a:gd name="connsiteY2" fmla="*/ 9166 h 10000"/>
                          <a:gd name="connsiteX3" fmla="*/ 9954 w 10070"/>
                          <a:gd name="connsiteY3" fmla="*/ 9523 h 10000"/>
                          <a:gd name="connsiteX4" fmla="*/ 9895 w 10070"/>
                          <a:gd name="connsiteY4" fmla="*/ 9643 h 10000"/>
                          <a:gd name="connsiteX5" fmla="*/ 9719 w 10070"/>
                          <a:gd name="connsiteY5" fmla="*/ 10000 h 10000"/>
                          <a:gd name="connsiteX6" fmla="*/ 9544 w 10070"/>
                          <a:gd name="connsiteY6" fmla="*/ 10000 h 10000"/>
                          <a:gd name="connsiteX7" fmla="*/ 9367 w 10070"/>
                          <a:gd name="connsiteY7" fmla="*/ 9881 h 10000"/>
                          <a:gd name="connsiteX8" fmla="*/ 247 w 10070"/>
                          <a:gd name="connsiteY8" fmla="*/ 1547 h 10000"/>
                          <a:gd name="connsiteX9" fmla="*/ 130 w 10070"/>
                          <a:gd name="connsiteY9" fmla="*/ 0 h 10000"/>
                          <a:gd name="connsiteX0" fmla="*/ 136 w 10076"/>
                          <a:gd name="connsiteY0" fmla="*/ 0 h 10000"/>
                          <a:gd name="connsiteX1" fmla="*/ 10076 w 10076"/>
                          <a:gd name="connsiteY1" fmla="*/ 8928 h 10000"/>
                          <a:gd name="connsiteX2" fmla="*/ 10076 w 10076"/>
                          <a:gd name="connsiteY2" fmla="*/ 9166 h 10000"/>
                          <a:gd name="connsiteX3" fmla="*/ 9960 w 10076"/>
                          <a:gd name="connsiteY3" fmla="*/ 9523 h 10000"/>
                          <a:gd name="connsiteX4" fmla="*/ 9901 w 10076"/>
                          <a:gd name="connsiteY4" fmla="*/ 9643 h 10000"/>
                          <a:gd name="connsiteX5" fmla="*/ 9725 w 10076"/>
                          <a:gd name="connsiteY5" fmla="*/ 10000 h 10000"/>
                          <a:gd name="connsiteX6" fmla="*/ 9550 w 10076"/>
                          <a:gd name="connsiteY6" fmla="*/ 10000 h 10000"/>
                          <a:gd name="connsiteX7" fmla="*/ 9373 w 10076"/>
                          <a:gd name="connsiteY7" fmla="*/ 9881 h 10000"/>
                          <a:gd name="connsiteX8" fmla="*/ 253 w 10076"/>
                          <a:gd name="connsiteY8" fmla="*/ 1547 h 10000"/>
                          <a:gd name="connsiteX9" fmla="*/ 136 w 10076"/>
                          <a:gd name="connsiteY9" fmla="*/ 0 h 10000"/>
                          <a:gd name="connsiteX0" fmla="*/ 136 w 10076"/>
                          <a:gd name="connsiteY0" fmla="*/ 0 h 10000"/>
                          <a:gd name="connsiteX1" fmla="*/ 10076 w 10076"/>
                          <a:gd name="connsiteY1" fmla="*/ 8928 h 10000"/>
                          <a:gd name="connsiteX2" fmla="*/ 10076 w 10076"/>
                          <a:gd name="connsiteY2" fmla="*/ 9166 h 10000"/>
                          <a:gd name="connsiteX3" fmla="*/ 9960 w 10076"/>
                          <a:gd name="connsiteY3" fmla="*/ 9523 h 10000"/>
                          <a:gd name="connsiteX4" fmla="*/ 9901 w 10076"/>
                          <a:gd name="connsiteY4" fmla="*/ 9643 h 10000"/>
                          <a:gd name="connsiteX5" fmla="*/ 9550 w 10076"/>
                          <a:gd name="connsiteY5" fmla="*/ 10000 h 10000"/>
                          <a:gd name="connsiteX6" fmla="*/ 9373 w 10076"/>
                          <a:gd name="connsiteY6" fmla="*/ 9881 h 10000"/>
                          <a:gd name="connsiteX7" fmla="*/ 253 w 10076"/>
                          <a:gd name="connsiteY7" fmla="*/ 1547 h 10000"/>
                          <a:gd name="connsiteX8" fmla="*/ 136 w 10076"/>
                          <a:gd name="connsiteY8" fmla="*/ 0 h 10000"/>
                          <a:gd name="connsiteX0" fmla="*/ 136 w 10076"/>
                          <a:gd name="connsiteY0" fmla="*/ 0 h 10000"/>
                          <a:gd name="connsiteX1" fmla="*/ 10076 w 10076"/>
                          <a:gd name="connsiteY1" fmla="*/ 8928 h 10000"/>
                          <a:gd name="connsiteX2" fmla="*/ 10076 w 10076"/>
                          <a:gd name="connsiteY2" fmla="*/ 9166 h 10000"/>
                          <a:gd name="connsiteX3" fmla="*/ 9960 w 10076"/>
                          <a:gd name="connsiteY3" fmla="*/ 9523 h 10000"/>
                          <a:gd name="connsiteX4" fmla="*/ 9550 w 10076"/>
                          <a:gd name="connsiteY4" fmla="*/ 10000 h 10000"/>
                          <a:gd name="connsiteX5" fmla="*/ 9373 w 10076"/>
                          <a:gd name="connsiteY5" fmla="*/ 9881 h 10000"/>
                          <a:gd name="connsiteX6" fmla="*/ 253 w 10076"/>
                          <a:gd name="connsiteY6" fmla="*/ 1547 h 10000"/>
                          <a:gd name="connsiteX7" fmla="*/ 136 w 10076"/>
                          <a:gd name="connsiteY7" fmla="*/ 0 h 10000"/>
                          <a:gd name="connsiteX0" fmla="*/ 136 w 10076"/>
                          <a:gd name="connsiteY0" fmla="*/ 0 h 10000"/>
                          <a:gd name="connsiteX1" fmla="*/ 10076 w 10076"/>
                          <a:gd name="connsiteY1" fmla="*/ 8928 h 10000"/>
                          <a:gd name="connsiteX2" fmla="*/ 10076 w 10076"/>
                          <a:gd name="connsiteY2" fmla="*/ 9166 h 10000"/>
                          <a:gd name="connsiteX3" fmla="*/ 9550 w 10076"/>
                          <a:gd name="connsiteY3" fmla="*/ 10000 h 10000"/>
                          <a:gd name="connsiteX4" fmla="*/ 9373 w 10076"/>
                          <a:gd name="connsiteY4" fmla="*/ 9881 h 10000"/>
                          <a:gd name="connsiteX5" fmla="*/ 253 w 10076"/>
                          <a:gd name="connsiteY5" fmla="*/ 1547 h 10000"/>
                          <a:gd name="connsiteX6" fmla="*/ 136 w 10076"/>
                          <a:gd name="connsiteY6" fmla="*/ 0 h 10000"/>
                          <a:gd name="connsiteX0" fmla="*/ 136 w 10076"/>
                          <a:gd name="connsiteY0" fmla="*/ 0 h 10000"/>
                          <a:gd name="connsiteX1" fmla="*/ 10076 w 10076"/>
                          <a:gd name="connsiteY1" fmla="*/ 8928 h 10000"/>
                          <a:gd name="connsiteX2" fmla="*/ 9550 w 10076"/>
                          <a:gd name="connsiteY2" fmla="*/ 10000 h 10000"/>
                          <a:gd name="connsiteX3" fmla="*/ 9373 w 10076"/>
                          <a:gd name="connsiteY3" fmla="*/ 9881 h 10000"/>
                          <a:gd name="connsiteX4" fmla="*/ 253 w 10076"/>
                          <a:gd name="connsiteY4" fmla="*/ 1547 h 10000"/>
                          <a:gd name="connsiteX5" fmla="*/ 136 w 10076"/>
                          <a:gd name="connsiteY5" fmla="*/ 0 h 10000"/>
                          <a:gd name="connsiteX0" fmla="*/ 136 w 10076"/>
                          <a:gd name="connsiteY0" fmla="*/ 0 h 9881"/>
                          <a:gd name="connsiteX1" fmla="*/ 10076 w 10076"/>
                          <a:gd name="connsiteY1" fmla="*/ 8928 h 9881"/>
                          <a:gd name="connsiteX2" fmla="*/ 9373 w 10076"/>
                          <a:gd name="connsiteY2" fmla="*/ 9881 h 9881"/>
                          <a:gd name="connsiteX3" fmla="*/ 253 w 10076"/>
                          <a:gd name="connsiteY3" fmla="*/ 1547 h 9881"/>
                          <a:gd name="connsiteX4" fmla="*/ 136 w 10076"/>
                          <a:gd name="connsiteY4" fmla="*/ 0 h 9881"/>
                          <a:gd name="connsiteX0" fmla="*/ 135 w 10000"/>
                          <a:gd name="connsiteY0" fmla="*/ 0 h 10110"/>
                          <a:gd name="connsiteX1" fmla="*/ 10000 w 10000"/>
                          <a:gd name="connsiteY1" fmla="*/ 9036 h 10110"/>
                          <a:gd name="connsiteX2" fmla="*/ 9302 w 10000"/>
                          <a:gd name="connsiteY2" fmla="*/ 10000 h 10110"/>
                          <a:gd name="connsiteX3" fmla="*/ 251 w 10000"/>
                          <a:gd name="connsiteY3" fmla="*/ 1566 h 10110"/>
                          <a:gd name="connsiteX4" fmla="*/ 135 w 10000"/>
                          <a:gd name="connsiteY4" fmla="*/ 0 h 10110"/>
                          <a:gd name="connsiteX0" fmla="*/ 135 w 10000"/>
                          <a:gd name="connsiteY0" fmla="*/ 0 h 10122"/>
                          <a:gd name="connsiteX1" fmla="*/ 10000 w 10000"/>
                          <a:gd name="connsiteY1" fmla="*/ 9036 h 10122"/>
                          <a:gd name="connsiteX2" fmla="*/ 9302 w 10000"/>
                          <a:gd name="connsiteY2" fmla="*/ 10000 h 10122"/>
                          <a:gd name="connsiteX3" fmla="*/ 251 w 10000"/>
                          <a:gd name="connsiteY3" fmla="*/ 1566 h 10122"/>
                          <a:gd name="connsiteX4" fmla="*/ 135 w 10000"/>
                          <a:gd name="connsiteY4" fmla="*/ 0 h 10122"/>
                          <a:gd name="connsiteX0" fmla="*/ 135 w 10000"/>
                          <a:gd name="connsiteY0" fmla="*/ 0 h 10068"/>
                          <a:gd name="connsiteX1" fmla="*/ 10000 w 10000"/>
                          <a:gd name="connsiteY1" fmla="*/ 9036 h 10068"/>
                          <a:gd name="connsiteX2" fmla="*/ 9302 w 10000"/>
                          <a:gd name="connsiteY2" fmla="*/ 10000 h 10068"/>
                          <a:gd name="connsiteX3" fmla="*/ 251 w 10000"/>
                          <a:gd name="connsiteY3" fmla="*/ 1566 h 10068"/>
                          <a:gd name="connsiteX4" fmla="*/ 135 w 10000"/>
                          <a:gd name="connsiteY4" fmla="*/ 0 h 10068"/>
                          <a:gd name="connsiteX0" fmla="*/ 135 w 9999"/>
                          <a:gd name="connsiteY0" fmla="*/ 0 h 10062"/>
                          <a:gd name="connsiteX1" fmla="*/ 9999 w 9999"/>
                          <a:gd name="connsiteY1" fmla="*/ 8934 h 10062"/>
                          <a:gd name="connsiteX2" fmla="*/ 9302 w 9999"/>
                          <a:gd name="connsiteY2" fmla="*/ 10000 h 10062"/>
                          <a:gd name="connsiteX3" fmla="*/ 251 w 9999"/>
                          <a:gd name="connsiteY3" fmla="*/ 1566 h 10062"/>
                          <a:gd name="connsiteX4" fmla="*/ 135 w 9999"/>
                          <a:gd name="connsiteY4" fmla="*/ 0 h 10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99" h="10062">
                            <a:moveTo>
                              <a:pt x="135" y="0"/>
                            </a:moveTo>
                            <a:cubicBezTo>
                              <a:pt x="3423" y="3012"/>
                              <a:pt x="6711" y="5922"/>
                              <a:pt x="9999" y="8934"/>
                            </a:cubicBezTo>
                            <a:cubicBezTo>
                              <a:pt x="9912" y="9407"/>
                              <a:pt x="9744" y="10307"/>
                              <a:pt x="9302" y="10000"/>
                            </a:cubicBezTo>
                            <a:lnTo>
                              <a:pt x="251" y="1566"/>
                            </a:lnTo>
                            <a:cubicBezTo>
                              <a:pt x="-166" y="1113"/>
                              <a:pt x="39" y="237"/>
                              <a:pt x="13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267" name="Freeform 266"/>
                      <p:cNvSpPr>
                        <a:spLocks noEditPoints="1"/>
                      </p:cNvSpPr>
                      <p:nvPr/>
                    </p:nvSpPr>
                    <p:spPr bwMode="auto">
                      <a:xfrm>
                        <a:off x="1508731" y="14120191"/>
                        <a:ext cx="269875" cy="123825"/>
                      </a:xfrm>
                      <a:custGeom>
                        <a:avLst/>
                        <a:gdLst>
                          <a:gd name="T0" fmla="*/ 42 w 170"/>
                          <a:gd name="T1" fmla="*/ 6 h 78"/>
                          <a:gd name="T2" fmla="*/ 59 w 170"/>
                          <a:gd name="T3" fmla="*/ 15 h 78"/>
                          <a:gd name="T4" fmla="*/ 121 w 170"/>
                          <a:gd name="T5" fmla="*/ 42 h 78"/>
                          <a:gd name="T6" fmla="*/ 139 w 170"/>
                          <a:gd name="T7" fmla="*/ 51 h 78"/>
                          <a:gd name="T8" fmla="*/ 170 w 170"/>
                          <a:gd name="T9" fmla="*/ 78 h 78"/>
                          <a:gd name="T10" fmla="*/ 85 w 170"/>
                          <a:gd name="T11" fmla="*/ 39 h 78"/>
                          <a:gd name="T12" fmla="*/ 0 w 170"/>
                          <a:gd name="T13" fmla="*/ 0 h 78"/>
                          <a:gd name="T14" fmla="*/ 42 w 170"/>
                          <a:gd name="T15" fmla="*/ 6 h 78"/>
                          <a:gd name="T16" fmla="*/ 89 w 170"/>
                          <a:gd name="T17" fmla="*/ 30 h 78"/>
                          <a:gd name="T18" fmla="*/ 43 w 170"/>
                          <a:gd name="T19" fmla="*/ 10 h 78"/>
                          <a:gd name="T20" fmla="*/ 27 w 170"/>
                          <a:gd name="T21" fmla="*/ 9 h 78"/>
                          <a:gd name="T22" fmla="*/ 87 w 170"/>
                          <a:gd name="T23" fmla="*/ 36 h 78"/>
                          <a:gd name="T24" fmla="*/ 146 w 170"/>
                          <a:gd name="T25" fmla="*/ 64 h 78"/>
                          <a:gd name="T26" fmla="*/ 134 w 170"/>
                          <a:gd name="T27" fmla="*/ 51 h 78"/>
                          <a:gd name="T28" fmla="*/ 89 w 170"/>
                          <a:gd name="T29" fmla="*/ 3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0" h="78">
                            <a:moveTo>
                              <a:pt x="42" y="6"/>
                            </a:moveTo>
                            <a:lnTo>
                              <a:pt x="59" y="15"/>
                            </a:lnTo>
                            <a:lnTo>
                              <a:pt x="121" y="42"/>
                            </a:lnTo>
                            <a:lnTo>
                              <a:pt x="139" y="51"/>
                            </a:lnTo>
                            <a:lnTo>
                              <a:pt x="170" y="78"/>
                            </a:lnTo>
                            <a:lnTo>
                              <a:pt x="85" y="39"/>
                            </a:lnTo>
                            <a:lnTo>
                              <a:pt x="0" y="0"/>
                            </a:lnTo>
                            <a:lnTo>
                              <a:pt x="42" y="6"/>
                            </a:lnTo>
                            <a:close/>
                            <a:moveTo>
                              <a:pt x="89" y="30"/>
                            </a:moveTo>
                            <a:lnTo>
                              <a:pt x="43" y="10"/>
                            </a:lnTo>
                            <a:lnTo>
                              <a:pt x="27" y="9"/>
                            </a:lnTo>
                            <a:lnTo>
                              <a:pt x="87" y="36"/>
                            </a:lnTo>
                            <a:lnTo>
                              <a:pt x="146" y="64"/>
                            </a:lnTo>
                            <a:lnTo>
                              <a:pt x="134" y="51"/>
                            </a:lnTo>
                            <a:lnTo>
                              <a:pt x="89" y="3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grpSp>
                <p:sp>
                  <p:nvSpPr>
                    <p:cNvPr id="265" name="Freeform 264"/>
                    <p:cNvSpPr>
                      <a:spLocks noEditPoints="1"/>
                    </p:cNvSpPr>
                    <p:nvPr/>
                  </p:nvSpPr>
                  <p:spPr bwMode="auto">
                    <a:xfrm rot="13500000">
                      <a:off x="1803158" y="14037412"/>
                      <a:ext cx="354976" cy="165040"/>
                    </a:xfrm>
                    <a:custGeom>
                      <a:avLst/>
                      <a:gdLst>
                        <a:gd name="T0" fmla="*/ 455 w 810"/>
                        <a:gd name="T1" fmla="*/ 251 h 388"/>
                        <a:gd name="T2" fmla="*/ 543 w 810"/>
                        <a:gd name="T3" fmla="*/ 276 h 388"/>
                        <a:gd name="T4" fmla="*/ 607 w 810"/>
                        <a:gd name="T5" fmla="*/ 314 h 388"/>
                        <a:gd name="T6" fmla="*/ 595 w 810"/>
                        <a:gd name="T7" fmla="*/ 378 h 388"/>
                        <a:gd name="T8" fmla="*/ 547 w 810"/>
                        <a:gd name="T9" fmla="*/ 342 h 388"/>
                        <a:gd name="T10" fmla="*/ 479 w 810"/>
                        <a:gd name="T11" fmla="*/ 313 h 388"/>
                        <a:gd name="T12" fmla="*/ 397 w 810"/>
                        <a:gd name="T13" fmla="*/ 304 h 388"/>
                        <a:gd name="T14" fmla="*/ 318 w 810"/>
                        <a:gd name="T15" fmla="*/ 321 h 388"/>
                        <a:gd name="T16" fmla="*/ 246 w 810"/>
                        <a:gd name="T17" fmla="*/ 360 h 388"/>
                        <a:gd name="T18" fmla="*/ 175 w 810"/>
                        <a:gd name="T19" fmla="*/ 348 h 388"/>
                        <a:gd name="T20" fmla="*/ 245 w 810"/>
                        <a:gd name="T21" fmla="*/ 293 h 388"/>
                        <a:gd name="T22" fmla="*/ 324 w 810"/>
                        <a:gd name="T23" fmla="*/ 259 h 388"/>
                        <a:gd name="T24" fmla="*/ 411 w 810"/>
                        <a:gd name="T25" fmla="*/ 248 h 388"/>
                        <a:gd name="T26" fmla="*/ 485 w 810"/>
                        <a:gd name="T27" fmla="*/ 130 h 388"/>
                        <a:gd name="T28" fmla="*/ 594 w 810"/>
                        <a:gd name="T29" fmla="*/ 163 h 388"/>
                        <a:gd name="T30" fmla="*/ 684 w 810"/>
                        <a:gd name="T31" fmla="*/ 216 h 388"/>
                        <a:gd name="T32" fmla="*/ 682 w 810"/>
                        <a:gd name="T33" fmla="*/ 291 h 388"/>
                        <a:gd name="T34" fmla="*/ 611 w 810"/>
                        <a:gd name="T35" fmla="*/ 236 h 388"/>
                        <a:gd name="T36" fmla="*/ 521 w 810"/>
                        <a:gd name="T37" fmla="*/ 196 h 388"/>
                        <a:gd name="T38" fmla="*/ 419 w 810"/>
                        <a:gd name="T39" fmla="*/ 180 h 388"/>
                        <a:gd name="T40" fmla="*/ 318 w 810"/>
                        <a:gd name="T41" fmla="*/ 191 h 388"/>
                        <a:gd name="T42" fmla="*/ 231 w 810"/>
                        <a:gd name="T43" fmla="*/ 224 h 388"/>
                        <a:gd name="T44" fmla="*/ 159 w 810"/>
                        <a:gd name="T45" fmla="*/ 270 h 388"/>
                        <a:gd name="T46" fmla="*/ 88 w 810"/>
                        <a:gd name="T47" fmla="*/ 260 h 388"/>
                        <a:gd name="T48" fmla="*/ 173 w 810"/>
                        <a:gd name="T49" fmla="*/ 192 h 388"/>
                        <a:gd name="T50" fmla="*/ 270 w 810"/>
                        <a:gd name="T51" fmla="*/ 146 h 388"/>
                        <a:gd name="T52" fmla="*/ 376 w 810"/>
                        <a:gd name="T53" fmla="*/ 125 h 388"/>
                        <a:gd name="T54" fmla="*/ 412 w 810"/>
                        <a:gd name="T55" fmla="*/ 0 h 388"/>
                        <a:gd name="T56" fmla="*/ 529 w 810"/>
                        <a:gd name="T57" fmla="*/ 12 h 388"/>
                        <a:gd name="T58" fmla="*/ 644 w 810"/>
                        <a:gd name="T59" fmla="*/ 50 h 388"/>
                        <a:gd name="T60" fmla="*/ 734 w 810"/>
                        <a:gd name="T61" fmla="*/ 100 h 388"/>
                        <a:gd name="T62" fmla="*/ 810 w 810"/>
                        <a:gd name="T63" fmla="*/ 163 h 388"/>
                        <a:gd name="T64" fmla="*/ 737 w 810"/>
                        <a:gd name="T65" fmla="*/ 173 h 388"/>
                        <a:gd name="T66" fmla="*/ 662 w 810"/>
                        <a:gd name="T67" fmla="*/ 121 h 388"/>
                        <a:gd name="T68" fmla="*/ 564 w 810"/>
                        <a:gd name="T69" fmla="*/ 80 h 388"/>
                        <a:gd name="T70" fmla="*/ 449 w 810"/>
                        <a:gd name="T71" fmla="*/ 57 h 388"/>
                        <a:gd name="T72" fmla="*/ 336 w 810"/>
                        <a:gd name="T73" fmla="*/ 62 h 388"/>
                        <a:gd name="T74" fmla="*/ 225 w 810"/>
                        <a:gd name="T75" fmla="*/ 90 h 388"/>
                        <a:gd name="T76" fmla="*/ 127 w 810"/>
                        <a:gd name="T77" fmla="*/ 141 h 388"/>
                        <a:gd name="T78" fmla="*/ 40 w 810"/>
                        <a:gd name="T79" fmla="*/ 212 h 388"/>
                        <a:gd name="T80" fmla="*/ 43 w 810"/>
                        <a:gd name="T81" fmla="*/ 132 h 388"/>
                        <a:gd name="T82" fmla="*/ 138 w 810"/>
                        <a:gd name="T83" fmla="*/ 69 h 388"/>
                        <a:gd name="T84" fmla="*/ 243 w 810"/>
                        <a:gd name="T85" fmla="*/ 24 h 388"/>
                        <a:gd name="T86" fmla="*/ 355 w 810"/>
                        <a:gd name="T87" fmla="*/ 2 h 3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10" h="388">
                          <a:moveTo>
                            <a:pt x="411" y="248"/>
                          </a:moveTo>
                          <a:lnTo>
                            <a:pt x="455" y="251"/>
                          </a:lnTo>
                          <a:lnTo>
                            <a:pt x="499" y="260"/>
                          </a:lnTo>
                          <a:lnTo>
                            <a:pt x="543" y="276"/>
                          </a:lnTo>
                          <a:lnTo>
                            <a:pt x="577" y="293"/>
                          </a:lnTo>
                          <a:lnTo>
                            <a:pt x="607" y="314"/>
                          </a:lnTo>
                          <a:lnTo>
                            <a:pt x="635" y="338"/>
                          </a:lnTo>
                          <a:lnTo>
                            <a:pt x="595" y="378"/>
                          </a:lnTo>
                          <a:lnTo>
                            <a:pt x="572" y="359"/>
                          </a:lnTo>
                          <a:lnTo>
                            <a:pt x="547" y="342"/>
                          </a:lnTo>
                          <a:lnTo>
                            <a:pt x="519" y="327"/>
                          </a:lnTo>
                          <a:lnTo>
                            <a:pt x="479" y="313"/>
                          </a:lnTo>
                          <a:lnTo>
                            <a:pt x="438" y="305"/>
                          </a:lnTo>
                          <a:lnTo>
                            <a:pt x="397" y="304"/>
                          </a:lnTo>
                          <a:lnTo>
                            <a:pt x="356" y="310"/>
                          </a:lnTo>
                          <a:lnTo>
                            <a:pt x="318" y="321"/>
                          </a:lnTo>
                          <a:lnTo>
                            <a:pt x="280" y="338"/>
                          </a:lnTo>
                          <a:lnTo>
                            <a:pt x="246" y="360"/>
                          </a:lnTo>
                          <a:lnTo>
                            <a:pt x="215" y="388"/>
                          </a:lnTo>
                          <a:lnTo>
                            <a:pt x="175" y="348"/>
                          </a:lnTo>
                          <a:lnTo>
                            <a:pt x="208" y="318"/>
                          </a:lnTo>
                          <a:lnTo>
                            <a:pt x="245" y="293"/>
                          </a:lnTo>
                          <a:lnTo>
                            <a:pt x="283" y="274"/>
                          </a:lnTo>
                          <a:lnTo>
                            <a:pt x="324" y="259"/>
                          </a:lnTo>
                          <a:lnTo>
                            <a:pt x="367" y="251"/>
                          </a:lnTo>
                          <a:lnTo>
                            <a:pt x="411" y="248"/>
                          </a:lnTo>
                          <a:close/>
                          <a:moveTo>
                            <a:pt x="431" y="124"/>
                          </a:moveTo>
                          <a:lnTo>
                            <a:pt x="485" y="130"/>
                          </a:lnTo>
                          <a:lnTo>
                            <a:pt x="539" y="142"/>
                          </a:lnTo>
                          <a:lnTo>
                            <a:pt x="594" y="163"/>
                          </a:lnTo>
                          <a:lnTo>
                            <a:pt x="640" y="187"/>
                          </a:lnTo>
                          <a:lnTo>
                            <a:pt x="684" y="216"/>
                          </a:lnTo>
                          <a:lnTo>
                            <a:pt x="723" y="251"/>
                          </a:lnTo>
                          <a:lnTo>
                            <a:pt x="682" y="291"/>
                          </a:lnTo>
                          <a:lnTo>
                            <a:pt x="648" y="261"/>
                          </a:lnTo>
                          <a:lnTo>
                            <a:pt x="611" y="236"/>
                          </a:lnTo>
                          <a:lnTo>
                            <a:pt x="571" y="214"/>
                          </a:lnTo>
                          <a:lnTo>
                            <a:pt x="521" y="196"/>
                          </a:lnTo>
                          <a:lnTo>
                            <a:pt x="470" y="185"/>
                          </a:lnTo>
                          <a:lnTo>
                            <a:pt x="419" y="180"/>
                          </a:lnTo>
                          <a:lnTo>
                            <a:pt x="367" y="182"/>
                          </a:lnTo>
                          <a:lnTo>
                            <a:pt x="318" y="191"/>
                          </a:lnTo>
                          <a:lnTo>
                            <a:pt x="270" y="205"/>
                          </a:lnTo>
                          <a:lnTo>
                            <a:pt x="231" y="224"/>
                          </a:lnTo>
                          <a:lnTo>
                            <a:pt x="193" y="244"/>
                          </a:lnTo>
                          <a:lnTo>
                            <a:pt x="159" y="270"/>
                          </a:lnTo>
                          <a:lnTo>
                            <a:pt x="128" y="300"/>
                          </a:lnTo>
                          <a:lnTo>
                            <a:pt x="88" y="260"/>
                          </a:lnTo>
                          <a:lnTo>
                            <a:pt x="128" y="223"/>
                          </a:lnTo>
                          <a:lnTo>
                            <a:pt x="173" y="192"/>
                          </a:lnTo>
                          <a:lnTo>
                            <a:pt x="220" y="166"/>
                          </a:lnTo>
                          <a:lnTo>
                            <a:pt x="270" y="146"/>
                          </a:lnTo>
                          <a:lnTo>
                            <a:pt x="322" y="132"/>
                          </a:lnTo>
                          <a:lnTo>
                            <a:pt x="376" y="125"/>
                          </a:lnTo>
                          <a:lnTo>
                            <a:pt x="431" y="124"/>
                          </a:lnTo>
                          <a:close/>
                          <a:moveTo>
                            <a:pt x="412" y="0"/>
                          </a:moveTo>
                          <a:lnTo>
                            <a:pt x="471" y="3"/>
                          </a:lnTo>
                          <a:lnTo>
                            <a:pt x="529" y="12"/>
                          </a:lnTo>
                          <a:lnTo>
                            <a:pt x="586" y="28"/>
                          </a:lnTo>
                          <a:lnTo>
                            <a:pt x="644" y="50"/>
                          </a:lnTo>
                          <a:lnTo>
                            <a:pt x="690" y="73"/>
                          </a:lnTo>
                          <a:lnTo>
                            <a:pt x="734" y="100"/>
                          </a:lnTo>
                          <a:lnTo>
                            <a:pt x="774" y="130"/>
                          </a:lnTo>
                          <a:lnTo>
                            <a:pt x="810" y="163"/>
                          </a:lnTo>
                          <a:lnTo>
                            <a:pt x="770" y="202"/>
                          </a:lnTo>
                          <a:lnTo>
                            <a:pt x="737" y="173"/>
                          </a:lnTo>
                          <a:lnTo>
                            <a:pt x="701" y="146"/>
                          </a:lnTo>
                          <a:lnTo>
                            <a:pt x="662" y="121"/>
                          </a:lnTo>
                          <a:lnTo>
                            <a:pt x="620" y="101"/>
                          </a:lnTo>
                          <a:lnTo>
                            <a:pt x="564" y="80"/>
                          </a:lnTo>
                          <a:lnTo>
                            <a:pt x="507" y="65"/>
                          </a:lnTo>
                          <a:lnTo>
                            <a:pt x="449" y="57"/>
                          </a:lnTo>
                          <a:lnTo>
                            <a:pt x="392" y="56"/>
                          </a:lnTo>
                          <a:lnTo>
                            <a:pt x="336" y="62"/>
                          </a:lnTo>
                          <a:lnTo>
                            <a:pt x="280" y="73"/>
                          </a:lnTo>
                          <a:lnTo>
                            <a:pt x="225" y="90"/>
                          </a:lnTo>
                          <a:lnTo>
                            <a:pt x="175" y="113"/>
                          </a:lnTo>
                          <a:lnTo>
                            <a:pt x="127" y="141"/>
                          </a:lnTo>
                          <a:lnTo>
                            <a:pt x="82" y="174"/>
                          </a:lnTo>
                          <a:lnTo>
                            <a:pt x="40" y="212"/>
                          </a:lnTo>
                          <a:lnTo>
                            <a:pt x="0" y="173"/>
                          </a:lnTo>
                          <a:lnTo>
                            <a:pt x="43" y="132"/>
                          </a:lnTo>
                          <a:lnTo>
                            <a:pt x="89" y="98"/>
                          </a:lnTo>
                          <a:lnTo>
                            <a:pt x="138" y="69"/>
                          </a:lnTo>
                          <a:lnTo>
                            <a:pt x="190" y="43"/>
                          </a:lnTo>
                          <a:lnTo>
                            <a:pt x="243" y="24"/>
                          </a:lnTo>
                          <a:lnTo>
                            <a:pt x="298" y="11"/>
                          </a:lnTo>
                          <a:lnTo>
                            <a:pt x="355" y="2"/>
                          </a:lnTo>
                          <a:lnTo>
                            <a:pt x="4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grpSp>
              <p:sp>
                <p:nvSpPr>
                  <p:cNvPr id="263" name="Rectangle 95"/>
                  <p:cNvSpPr/>
                  <p:nvPr/>
                </p:nvSpPr>
                <p:spPr>
                  <a:xfrm>
                    <a:off x="12450355" y="2236404"/>
                    <a:ext cx="14043286" cy="17080721"/>
                  </a:xfrm>
                  <a:custGeom>
                    <a:avLst/>
                    <a:gdLst>
                      <a:gd name="connsiteX0" fmla="*/ 0 w 6635262"/>
                      <a:gd name="connsiteY0" fmla="*/ 0 h 8042031"/>
                      <a:gd name="connsiteX1" fmla="*/ 6635262 w 6635262"/>
                      <a:gd name="connsiteY1" fmla="*/ 0 h 8042031"/>
                      <a:gd name="connsiteX2" fmla="*/ 6635262 w 6635262"/>
                      <a:gd name="connsiteY2" fmla="*/ 8042031 h 8042031"/>
                      <a:gd name="connsiteX3" fmla="*/ 0 w 6635262"/>
                      <a:gd name="connsiteY3" fmla="*/ 8042031 h 8042031"/>
                      <a:gd name="connsiteX4" fmla="*/ 0 w 6635262"/>
                      <a:gd name="connsiteY4" fmla="*/ 0 h 8042031"/>
                      <a:gd name="connsiteX0" fmla="*/ 0 w 6635262"/>
                      <a:gd name="connsiteY0" fmla="*/ 0 h 8042031"/>
                      <a:gd name="connsiteX1" fmla="*/ 6635262 w 6635262"/>
                      <a:gd name="connsiteY1" fmla="*/ 0 h 8042031"/>
                      <a:gd name="connsiteX2" fmla="*/ 6635262 w 6635262"/>
                      <a:gd name="connsiteY2" fmla="*/ 8042031 h 8042031"/>
                      <a:gd name="connsiteX3" fmla="*/ 1266093 w 6635262"/>
                      <a:gd name="connsiteY3" fmla="*/ 1477108 h 8042031"/>
                      <a:gd name="connsiteX4" fmla="*/ 0 w 6635262"/>
                      <a:gd name="connsiteY4" fmla="*/ 0 h 8042031"/>
                      <a:gd name="connsiteX0" fmla="*/ 23446 w 5369169"/>
                      <a:gd name="connsiteY0" fmla="*/ 492369 h 8042031"/>
                      <a:gd name="connsiteX1" fmla="*/ 5369169 w 5369169"/>
                      <a:gd name="connsiteY1" fmla="*/ 0 h 8042031"/>
                      <a:gd name="connsiteX2" fmla="*/ 5369169 w 5369169"/>
                      <a:gd name="connsiteY2" fmla="*/ 8042031 h 8042031"/>
                      <a:gd name="connsiteX3" fmla="*/ 0 w 5369169"/>
                      <a:gd name="connsiteY3" fmla="*/ 1477108 h 8042031"/>
                      <a:gd name="connsiteX4" fmla="*/ 23446 w 5369169"/>
                      <a:gd name="connsiteY4" fmla="*/ 492369 h 8042031"/>
                      <a:gd name="connsiteX0" fmla="*/ 23446 w 5369169"/>
                      <a:gd name="connsiteY0" fmla="*/ 914400 h 8464062"/>
                      <a:gd name="connsiteX1" fmla="*/ 2719754 w 5369169"/>
                      <a:gd name="connsiteY1" fmla="*/ 0 h 8464062"/>
                      <a:gd name="connsiteX2" fmla="*/ 5369169 w 5369169"/>
                      <a:gd name="connsiteY2" fmla="*/ 8464062 h 8464062"/>
                      <a:gd name="connsiteX3" fmla="*/ 0 w 5369169"/>
                      <a:gd name="connsiteY3" fmla="*/ 1899139 h 8464062"/>
                      <a:gd name="connsiteX4" fmla="*/ 23446 w 5369169"/>
                      <a:gd name="connsiteY4" fmla="*/ 914400 h 8464062"/>
                      <a:gd name="connsiteX0" fmla="*/ 93785 w 5369169"/>
                      <a:gd name="connsiteY0" fmla="*/ 937846 h 8464062"/>
                      <a:gd name="connsiteX1" fmla="*/ 2719754 w 5369169"/>
                      <a:gd name="connsiteY1" fmla="*/ 0 h 8464062"/>
                      <a:gd name="connsiteX2" fmla="*/ 5369169 w 5369169"/>
                      <a:gd name="connsiteY2" fmla="*/ 8464062 h 8464062"/>
                      <a:gd name="connsiteX3" fmla="*/ 0 w 5369169"/>
                      <a:gd name="connsiteY3" fmla="*/ 1899139 h 8464062"/>
                      <a:gd name="connsiteX4" fmla="*/ 93785 w 5369169"/>
                      <a:gd name="connsiteY4" fmla="*/ 937846 h 8464062"/>
                      <a:gd name="connsiteX0" fmla="*/ 251632 w 5527016"/>
                      <a:gd name="connsiteY0" fmla="*/ 937846 h 8464062"/>
                      <a:gd name="connsiteX1" fmla="*/ 2877601 w 5527016"/>
                      <a:gd name="connsiteY1" fmla="*/ 0 h 8464062"/>
                      <a:gd name="connsiteX2" fmla="*/ 5527016 w 5527016"/>
                      <a:gd name="connsiteY2" fmla="*/ 8464062 h 8464062"/>
                      <a:gd name="connsiteX3" fmla="*/ 157847 w 5527016"/>
                      <a:gd name="connsiteY3" fmla="*/ 1899139 h 8464062"/>
                      <a:gd name="connsiteX4" fmla="*/ 251632 w 5527016"/>
                      <a:gd name="connsiteY4" fmla="*/ 937846 h 8464062"/>
                      <a:gd name="connsiteX0" fmla="*/ 337921 w 5613305"/>
                      <a:gd name="connsiteY0" fmla="*/ 937846 h 8464062"/>
                      <a:gd name="connsiteX1" fmla="*/ 2963890 w 5613305"/>
                      <a:gd name="connsiteY1" fmla="*/ 0 h 8464062"/>
                      <a:gd name="connsiteX2" fmla="*/ 5613305 w 5613305"/>
                      <a:gd name="connsiteY2" fmla="*/ 8464062 h 8464062"/>
                      <a:gd name="connsiteX3" fmla="*/ 244136 w 5613305"/>
                      <a:gd name="connsiteY3" fmla="*/ 1899139 h 8464062"/>
                      <a:gd name="connsiteX4" fmla="*/ 337921 w 5613305"/>
                      <a:gd name="connsiteY4" fmla="*/ 937846 h 8464062"/>
                      <a:gd name="connsiteX0" fmla="*/ 310695 w 5586079"/>
                      <a:gd name="connsiteY0" fmla="*/ 937846 h 8464062"/>
                      <a:gd name="connsiteX1" fmla="*/ 2936664 w 5586079"/>
                      <a:gd name="connsiteY1" fmla="*/ 0 h 8464062"/>
                      <a:gd name="connsiteX2" fmla="*/ 5586079 w 5586079"/>
                      <a:gd name="connsiteY2" fmla="*/ 8464062 h 8464062"/>
                      <a:gd name="connsiteX3" fmla="*/ 216910 w 5586079"/>
                      <a:gd name="connsiteY3" fmla="*/ 1899139 h 8464062"/>
                      <a:gd name="connsiteX4" fmla="*/ 310695 w 5586079"/>
                      <a:gd name="connsiteY4" fmla="*/ 937846 h 8464062"/>
                      <a:gd name="connsiteX0" fmla="*/ 346551 w 5621935"/>
                      <a:gd name="connsiteY0" fmla="*/ 937846 h 8464062"/>
                      <a:gd name="connsiteX1" fmla="*/ 2972520 w 5621935"/>
                      <a:gd name="connsiteY1" fmla="*/ 0 h 8464062"/>
                      <a:gd name="connsiteX2" fmla="*/ 5621935 w 5621935"/>
                      <a:gd name="connsiteY2" fmla="*/ 8464062 h 8464062"/>
                      <a:gd name="connsiteX3" fmla="*/ 252766 w 5621935"/>
                      <a:gd name="connsiteY3" fmla="*/ 1899139 h 8464062"/>
                      <a:gd name="connsiteX4" fmla="*/ 346551 w 5621935"/>
                      <a:gd name="connsiteY4" fmla="*/ 937846 h 8464062"/>
                      <a:gd name="connsiteX0" fmla="*/ 346551 w 5621935"/>
                      <a:gd name="connsiteY0" fmla="*/ 937846 h 8464062"/>
                      <a:gd name="connsiteX1" fmla="*/ 2972520 w 5621935"/>
                      <a:gd name="connsiteY1" fmla="*/ 0 h 8464062"/>
                      <a:gd name="connsiteX2" fmla="*/ 5621935 w 5621935"/>
                      <a:gd name="connsiteY2" fmla="*/ 8464062 h 8464062"/>
                      <a:gd name="connsiteX3" fmla="*/ 3371105 w 5621935"/>
                      <a:gd name="connsiteY3" fmla="*/ 5673970 h 8464062"/>
                      <a:gd name="connsiteX4" fmla="*/ 252766 w 5621935"/>
                      <a:gd name="connsiteY4" fmla="*/ 1899139 h 8464062"/>
                      <a:gd name="connsiteX5" fmla="*/ 346551 w 5621935"/>
                      <a:gd name="connsiteY5" fmla="*/ 937846 h 8464062"/>
                      <a:gd name="connsiteX0" fmla="*/ 346551 w 5621935"/>
                      <a:gd name="connsiteY0" fmla="*/ 937846 h 8464062"/>
                      <a:gd name="connsiteX1" fmla="*/ 2972520 w 5621935"/>
                      <a:gd name="connsiteY1" fmla="*/ 0 h 8464062"/>
                      <a:gd name="connsiteX2" fmla="*/ 5621935 w 5621935"/>
                      <a:gd name="connsiteY2" fmla="*/ 8464062 h 8464062"/>
                      <a:gd name="connsiteX3" fmla="*/ 346551 w 5621935"/>
                      <a:gd name="connsiteY3" fmla="*/ 4783016 h 8464062"/>
                      <a:gd name="connsiteX4" fmla="*/ 252766 w 5621935"/>
                      <a:gd name="connsiteY4" fmla="*/ 1899139 h 8464062"/>
                      <a:gd name="connsiteX5" fmla="*/ 346551 w 5621935"/>
                      <a:gd name="connsiteY5" fmla="*/ 937846 h 8464062"/>
                      <a:gd name="connsiteX0" fmla="*/ 346551 w 5621935"/>
                      <a:gd name="connsiteY0" fmla="*/ 937846 h 8464062"/>
                      <a:gd name="connsiteX1" fmla="*/ 2972520 w 5621935"/>
                      <a:gd name="connsiteY1" fmla="*/ 0 h 8464062"/>
                      <a:gd name="connsiteX2" fmla="*/ 5621935 w 5621935"/>
                      <a:gd name="connsiteY2" fmla="*/ 8464062 h 8464062"/>
                      <a:gd name="connsiteX3" fmla="*/ 346551 w 5621935"/>
                      <a:gd name="connsiteY3" fmla="*/ 4783016 h 8464062"/>
                      <a:gd name="connsiteX4" fmla="*/ 252766 w 5621935"/>
                      <a:gd name="connsiteY4" fmla="*/ 1899139 h 8464062"/>
                      <a:gd name="connsiteX5" fmla="*/ 346551 w 5621935"/>
                      <a:gd name="connsiteY5" fmla="*/ 937846 h 8464062"/>
                      <a:gd name="connsiteX0" fmla="*/ 346551 w 5621935"/>
                      <a:gd name="connsiteY0" fmla="*/ 937846 h 8464062"/>
                      <a:gd name="connsiteX1" fmla="*/ 2972520 w 5621935"/>
                      <a:gd name="connsiteY1" fmla="*/ 0 h 8464062"/>
                      <a:gd name="connsiteX2" fmla="*/ 5621935 w 5621935"/>
                      <a:gd name="connsiteY2" fmla="*/ 8464062 h 8464062"/>
                      <a:gd name="connsiteX3" fmla="*/ 346551 w 5621935"/>
                      <a:gd name="connsiteY3" fmla="*/ 4783016 h 8464062"/>
                      <a:gd name="connsiteX4" fmla="*/ 252766 w 5621935"/>
                      <a:gd name="connsiteY4" fmla="*/ 1899139 h 8464062"/>
                      <a:gd name="connsiteX5" fmla="*/ 346551 w 5621935"/>
                      <a:gd name="connsiteY5" fmla="*/ 937846 h 8464062"/>
                      <a:gd name="connsiteX0" fmla="*/ 272597 w 5547981"/>
                      <a:gd name="connsiteY0" fmla="*/ 937846 h 8464062"/>
                      <a:gd name="connsiteX1" fmla="*/ 2898566 w 5547981"/>
                      <a:gd name="connsiteY1" fmla="*/ 0 h 8464062"/>
                      <a:gd name="connsiteX2" fmla="*/ 5547981 w 5547981"/>
                      <a:gd name="connsiteY2" fmla="*/ 8464062 h 8464062"/>
                      <a:gd name="connsiteX3" fmla="*/ 272597 w 5547981"/>
                      <a:gd name="connsiteY3" fmla="*/ 4783016 h 8464062"/>
                      <a:gd name="connsiteX4" fmla="*/ 366381 w 5547981"/>
                      <a:gd name="connsiteY4" fmla="*/ 1852247 h 8464062"/>
                      <a:gd name="connsiteX5" fmla="*/ 272597 w 5547981"/>
                      <a:gd name="connsiteY5" fmla="*/ 937846 h 8464062"/>
                      <a:gd name="connsiteX0" fmla="*/ 299301 w 5574685"/>
                      <a:gd name="connsiteY0" fmla="*/ 937846 h 8464062"/>
                      <a:gd name="connsiteX1" fmla="*/ 2925270 w 5574685"/>
                      <a:gd name="connsiteY1" fmla="*/ 0 h 8464062"/>
                      <a:gd name="connsiteX2" fmla="*/ 5574685 w 5574685"/>
                      <a:gd name="connsiteY2" fmla="*/ 8464062 h 8464062"/>
                      <a:gd name="connsiteX3" fmla="*/ 299301 w 5574685"/>
                      <a:gd name="connsiteY3" fmla="*/ 4783016 h 8464062"/>
                      <a:gd name="connsiteX4" fmla="*/ 393085 w 5574685"/>
                      <a:gd name="connsiteY4" fmla="*/ 1852247 h 8464062"/>
                      <a:gd name="connsiteX5" fmla="*/ 299301 w 5574685"/>
                      <a:gd name="connsiteY5" fmla="*/ 937846 h 8464062"/>
                      <a:gd name="connsiteX0" fmla="*/ 299301 w 5574685"/>
                      <a:gd name="connsiteY0" fmla="*/ 937846 h 8464062"/>
                      <a:gd name="connsiteX1" fmla="*/ 2925270 w 5574685"/>
                      <a:gd name="connsiteY1" fmla="*/ 0 h 8464062"/>
                      <a:gd name="connsiteX2" fmla="*/ 5574685 w 5574685"/>
                      <a:gd name="connsiteY2" fmla="*/ 8464062 h 8464062"/>
                      <a:gd name="connsiteX3" fmla="*/ 1518501 w 5574685"/>
                      <a:gd name="connsiteY3" fmla="*/ 5650524 h 8464062"/>
                      <a:gd name="connsiteX4" fmla="*/ 299301 w 5574685"/>
                      <a:gd name="connsiteY4" fmla="*/ 4783016 h 8464062"/>
                      <a:gd name="connsiteX5" fmla="*/ 393085 w 5574685"/>
                      <a:gd name="connsiteY5" fmla="*/ 1852247 h 8464062"/>
                      <a:gd name="connsiteX6" fmla="*/ 299301 w 5574685"/>
                      <a:gd name="connsiteY6" fmla="*/ 937846 h 8464062"/>
                      <a:gd name="connsiteX0" fmla="*/ 586154 w 5861538"/>
                      <a:gd name="connsiteY0" fmla="*/ 937846 h 8464062"/>
                      <a:gd name="connsiteX1" fmla="*/ 3212123 w 5861538"/>
                      <a:gd name="connsiteY1" fmla="*/ 0 h 8464062"/>
                      <a:gd name="connsiteX2" fmla="*/ 5861538 w 5861538"/>
                      <a:gd name="connsiteY2" fmla="*/ 8464062 h 8464062"/>
                      <a:gd name="connsiteX3" fmla="*/ 0 w 5861538"/>
                      <a:gd name="connsiteY3" fmla="*/ 6611816 h 8464062"/>
                      <a:gd name="connsiteX4" fmla="*/ 586154 w 5861538"/>
                      <a:gd name="connsiteY4" fmla="*/ 4783016 h 8464062"/>
                      <a:gd name="connsiteX5" fmla="*/ 679938 w 5861538"/>
                      <a:gd name="connsiteY5" fmla="*/ 1852247 h 8464062"/>
                      <a:gd name="connsiteX6" fmla="*/ 586154 w 5861538"/>
                      <a:gd name="connsiteY6" fmla="*/ 937846 h 8464062"/>
                      <a:gd name="connsiteX0" fmla="*/ 874836 w 6150220"/>
                      <a:gd name="connsiteY0" fmla="*/ 937846 h 8464062"/>
                      <a:gd name="connsiteX1" fmla="*/ 3500805 w 6150220"/>
                      <a:gd name="connsiteY1" fmla="*/ 0 h 8464062"/>
                      <a:gd name="connsiteX2" fmla="*/ 6150220 w 6150220"/>
                      <a:gd name="connsiteY2" fmla="*/ 8464062 h 8464062"/>
                      <a:gd name="connsiteX3" fmla="*/ 288682 w 6150220"/>
                      <a:gd name="connsiteY3" fmla="*/ 6611816 h 8464062"/>
                      <a:gd name="connsiteX4" fmla="*/ 874836 w 6150220"/>
                      <a:gd name="connsiteY4" fmla="*/ 4783016 h 8464062"/>
                      <a:gd name="connsiteX5" fmla="*/ 968620 w 6150220"/>
                      <a:gd name="connsiteY5" fmla="*/ 1852247 h 8464062"/>
                      <a:gd name="connsiteX6" fmla="*/ 874836 w 6150220"/>
                      <a:gd name="connsiteY6" fmla="*/ 937846 h 8464062"/>
                      <a:gd name="connsiteX0" fmla="*/ 874836 w 6150220"/>
                      <a:gd name="connsiteY0" fmla="*/ 937846 h 8464062"/>
                      <a:gd name="connsiteX1" fmla="*/ 3500805 w 6150220"/>
                      <a:gd name="connsiteY1" fmla="*/ 0 h 8464062"/>
                      <a:gd name="connsiteX2" fmla="*/ 6150220 w 6150220"/>
                      <a:gd name="connsiteY2" fmla="*/ 8464062 h 8464062"/>
                      <a:gd name="connsiteX3" fmla="*/ 2703636 w 6150220"/>
                      <a:gd name="connsiteY3" fmla="*/ 7385539 h 8464062"/>
                      <a:gd name="connsiteX4" fmla="*/ 288682 w 6150220"/>
                      <a:gd name="connsiteY4" fmla="*/ 6611816 h 8464062"/>
                      <a:gd name="connsiteX5" fmla="*/ 874836 w 6150220"/>
                      <a:gd name="connsiteY5" fmla="*/ 4783016 h 8464062"/>
                      <a:gd name="connsiteX6" fmla="*/ 968620 w 6150220"/>
                      <a:gd name="connsiteY6" fmla="*/ 1852247 h 8464062"/>
                      <a:gd name="connsiteX7" fmla="*/ 874836 w 6150220"/>
                      <a:gd name="connsiteY7" fmla="*/ 937846 h 8464062"/>
                      <a:gd name="connsiteX0" fmla="*/ 874836 w 6150220"/>
                      <a:gd name="connsiteY0" fmla="*/ 937846 h 8464062"/>
                      <a:gd name="connsiteX1" fmla="*/ 3500805 w 6150220"/>
                      <a:gd name="connsiteY1" fmla="*/ 0 h 8464062"/>
                      <a:gd name="connsiteX2" fmla="*/ 6150220 w 6150220"/>
                      <a:gd name="connsiteY2" fmla="*/ 8464062 h 8464062"/>
                      <a:gd name="connsiteX3" fmla="*/ 804498 w 6150220"/>
                      <a:gd name="connsiteY3" fmla="*/ 6869724 h 8464062"/>
                      <a:gd name="connsiteX4" fmla="*/ 288682 w 6150220"/>
                      <a:gd name="connsiteY4" fmla="*/ 6611816 h 8464062"/>
                      <a:gd name="connsiteX5" fmla="*/ 874836 w 6150220"/>
                      <a:gd name="connsiteY5" fmla="*/ 4783016 h 8464062"/>
                      <a:gd name="connsiteX6" fmla="*/ 968620 w 6150220"/>
                      <a:gd name="connsiteY6" fmla="*/ 1852247 h 8464062"/>
                      <a:gd name="connsiteX7" fmla="*/ 874836 w 6150220"/>
                      <a:gd name="connsiteY7" fmla="*/ 937846 h 8464062"/>
                      <a:gd name="connsiteX0" fmla="*/ 874836 w 6150220"/>
                      <a:gd name="connsiteY0" fmla="*/ 937846 h 8464062"/>
                      <a:gd name="connsiteX1" fmla="*/ 3500805 w 6150220"/>
                      <a:gd name="connsiteY1" fmla="*/ 0 h 8464062"/>
                      <a:gd name="connsiteX2" fmla="*/ 6150220 w 6150220"/>
                      <a:gd name="connsiteY2" fmla="*/ 8464062 h 8464062"/>
                      <a:gd name="connsiteX3" fmla="*/ 804498 w 6150220"/>
                      <a:gd name="connsiteY3" fmla="*/ 6869724 h 8464062"/>
                      <a:gd name="connsiteX4" fmla="*/ 288682 w 6150220"/>
                      <a:gd name="connsiteY4" fmla="*/ 6611816 h 8464062"/>
                      <a:gd name="connsiteX5" fmla="*/ 874836 w 6150220"/>
                      <a:gd name="connsiteY5" fmla="*/ 4783016 h 8464062"/>
                      <a:gd name="connsiteX6" fmla="*/ 968620 w 6150220"/>
                      <a:gd name="connsiteY6" fmla="*/ 1852247 h 8464062"/>
                      <a:gd name="connsiteX7" fmla="*/ 874836 w 6150220"/>
                      <a:gd name="connsiteY7" fmla="*/ 937846 h 8464062"/>
                      <a:gd name="connsiteX0" fmla="*/ 874836 w 6150220"/>
                      <a:gd name="connsiteY0" fmla="*/ 937846 h 8464062"/>
                      <a:gd name="connsiteX1" fmla="*/ 3500805 w 6150220"/>
                      <a:gd name="connsiteY1" fmla="*/ 0 h 8464062"/>
                      <a:gd name="connsiteX2" fmla="*/ 6150220 w 6150220"/>
                      <a:gd name="connsiteY2" fmla="*/ 8464062 h 8464062"/>
                      <a:gd name="connsiteX3" fmla="*/ 3430467 w 6150220"/>
                      <a:gd name="connsiteY3" fmla="*/ 7620001 h 8464062"/>
                      <a:gd name="connsiteX4" fmla="*/ 804498 w 6150220"/>
                      <a:gd name="connsiteY4" fmla="*/ 6869724 h 8464062"/>
                      <a:gd name="connsiteX5" fmla="*/ 288682 w 6150220"/>
                      <a:gd name="connsiteY5" fmla="*/ 6611816 h 8464062"/>
                      <a:gd name="connsiteX6" fmla="*/ 874836 w 6150220"/>
                      <a:gd name="connsiteY6" fmla="*/ 4783016 h 8464062"/>
                      <a:gd name="connsiteX7" fmla="*/ 968620 w 6150220"/>
                      <a:gd name="connsiteY7" fmla="*/ 1852247 h 8464062"/>
                      <a:gd name="connsiteX8" fmla="*/ 874836 w 6150220"/>
                      <a:gd name="connsiteY8" fmla="*/ 937846 h 8464062"/>
                      <a:gd name="connsiteX0" fmla="*/ 874836 w 6150220"/>
                      <a:gd name="connsiteY0" fmla="*/ 937846 h 8464062"/>
                      <a:gd name="connsiteX1" fmla="*/ 3500805 w 6150220"/>
                      <a:gd name="connsiteY1" fmla="*/ 0 h 8464062"/>
                      <a:gd name="connsiteX2" fmla="*/ 6150220 w 6150220"/>
                      <a:gd name="connsiteY2" fmla="*/ 8464062 h 8464062"/>
                      <a:gd name="connsiteX3" fmla="*/ 781051 w 6150220"/>
                      <a:gd name="connsiteY3" fmla="*/ 7408985 h 8464062"/>
                      <a:gd name="connsiteX4" fmla="*/ 804498 w 6150220"/>
                      <a:gd name="connsiteY4" fmla="*/ 6869724 h 8464062"/>
                      <a:gd name="connsiteX5" fmla="*/ 288682 w 6150220"/>
                      <a:gd name="connsiteY5" fmla="*/ 6611816 h 8464062"/>
                      <a:gd name="connsiteX6" fmla="*/ 874836 w 6150220"/>
                      <a:gd name="connsiteY6" fmla="*/ 4783016 h 8464062"/>
                      <a:gd name="connsiteX7" fmla="*/ 968620 w 6150220"/>
                      <a:gd name="connsiteY7" fmla="*/ 1852247 h 8464062"/>
                      <a:gd name="connsiteX8" fmla="*/ 874836 w 6150220"/>
                      <a:gd name="connsiteY8" fmla="*/ 937846 h 8464062"/>
                      <a:gd name="connsiteX0" fmla="*/ 874836 w 6150220"/>
                      <a:gd name="connsiteY0" fmla="*/ 937846 h 8464062"/>
                      <a:gd name="connsiteX1" fmla="*/ 3500805 w 6150220"/>
                      <a:gd name="connsiteY1" fmla="*/ 0 h 8464062"/>
                      <a:gd name="connsiteX2" fmla="*/ 6150220 w 6150220"/>
                      <a:gd name="connsiteY2" fmla="*/ 8464062 h 8464062"/>
                      <a:gd name="connsiteX3" fmla="*/ 3008436 w 6150220"/>
                      <a:gd name="connsiteY3" fmla="*/ 7877908 h 8464062"/>
                      <a:gd name="connsiteX4" fmla="*/ 781051 w 6150220"/>
                      <a:gd name="connsiteY4" fmla="*/ 7408985 h 8464062"/>
                      <a:gd name="connsiteX5" fmla="*/ 804498 w 6150220"/>
                      <a:gd name="connsiteY5" fmla="*/ 6869724 h 8464062"/>
                      <a:gd name="connsiteX6" fmla="*/ 288682 w 6150220"/>
                      <a:gd name="connsiteY6" fmla="*/ 6611816 h 8464062"/>
                      <a:gd name="connsiteX7" fmla="*/ 874836 w 6150220"/>
                      <a:gd name="connsiteY7" fmla="*/ 4783016 h 8464062"/>
                      <a:gd name="connsiteX8" fmla="*/ 968620 w 6150220"/>
                      <a:gd name="connsiteY8" fmla="*/ 1852247 h 8464062"/>
                      <a:gd name="connsiteX9" fmla="*/ 874836 w 6150220"/>
                      <a:gd name="connsiteY9" fmla="*/ 937846 h 8464062"/>
                      <a:gd name="connsiteX0" fmla="*/ 874836 w 6150220"/>
                      <a:gd name="connsiteY0" fmla="*/ 937846 h 8464062"/>
                      <a:gd name="connsiteX1" fmla="*/ 3500805 w 6150220"/>
                      <a:gd name="connsiteY1" fmla="*/ 0 h 8464062"/>
                      <a:gd name="connsiteX2" fmla="*/ 6150220 w 6150220"/>
                      <a:gd name="connsiteY2" fmla="*/ 8464062 h 8464062"/>
                      <a:gd name="connsiteX3" fmla="*/ 1015513 w 6150220"/>
                      <a:gd name="connsiteY3" fmla="*/ 8042031 h 8464062"/>
                      <a:gd name="connsiteX4" fmla="*/ 781051 w 6150220"/>
                      <a:gd name="connsiteY4" fmla="*/ 7408985 h 8464062"/>
                      <a:gd name="connsiteX5" fmla="*/ 804498 w 6150220"/>
                      <a:gd name="connsiteY5" fmla="*/ 6869724 h 8464062"/>
                      <a:gd name="connsiteX6" fmla="*/ 288682 w 6150220"/>
                      <a:gd name="connsiteY6" fmla="*/ 6611816 h 8464062"/>
                      <a:gd name="connsiteX7" fmla="*/ 874836 w 6150220"/>
                      <a:gd name="connsiteY7" fmla="*/ 4783016 h 8464062"/>
                      <a:gd name="connsiteX8" fmla="*/ 968620 w 6150220"/>
                      <a:gd name="connsiteY8" fmla="*/ 1852247 h 8464062"/>
                      <a:gd name="connsiteX9" fmla="*/ 874836 w 6150220"/>
                      <a:gd name="connsiteY9" fmla="*/ 937846 h 8464062"/>
                      <a:gd name="connsiteX0" fmla="*/ 874836 w 6150220"/>
                      <a:gd name="connsiteY0" fmla="*/ 937846 h 8464062"/>
                      <a:gd name="connsiteX1" fmla="*/ 3500805 w 6150220"/>
                      <a:gd name="connsiteY1" fmla="*/ 0 h 8464062"/>
                      <a:gd name="connsiteX2" fmla="*/ 6150220 w 6150220"/>
                      <a:gd name="connsiteY2" fmla="*/ 8464062 h 8464062"/>
                      <a:gd name="connsiteX3" fmla="*/ 1015513 w 6150220"/>
                      <a:gd name="connsiteY3" fmla="*/ 8042031 h 8464062"/>
                      <a:gd name="connsiteX4" fmla="*/ 781051 w 6150220"/>
                      <a:gd name="connsiteY4" fmla="*/ 7408985 h 8464062"/>
                      <a:gd name="connsiteX5" fmla="*/ 804498 w 6150220"/>
                      <a:gd name="connsiteY5" fmla="*/ 6869724 h 8464062"/>
                      <a:gd name="connsiteX6" fmla="*/ 288682 w 6150220"/>
                      <a:gd name="connsiteY6" fmla="*/ 6611816 h 8464062"/>
                      <a:gd name="connsiteX7" fmla="*/ 874836 w 6150220"/>
                      <a:gd name="connsiteY7" fmla="*/ 4783016 h 8464062"/>
                      <a:gd name="connsiteX8" fmla="*/ 968620 w 6150220"/>
                      <a:gd name="connsiteY8" fmla="*/ 1852247 h 8464062"/>
                      <a:gd name="connsiteX9" fmla="*/ 874836 w 6150220"/>
                      <a:gd name="connsiteY9" fmla="*/ 937846 h 8464062"/>
                      <a:gd name="connsiteX0" fmla="*/ 874836 w 6150220"/>
                      <a:gd name="connsiteY0" fmla="*/ 937846 h 8464062"/>
                      <a:gd name="connsiteX1" fmla="*/ 3500805 w 6150220"/>
                      <a:gd name="connsiteY1" fmla="*/ 0 h 8464062"/>
                      <a:gd name="connsiteX2" fmla="*/ 6150220 w 6150220"/>
                      <a:gd name="connsiteY2" fmla="*/ 8464062 h 8464062"/>
                      <a:gd name="connsiteX3" fmla="*/ 1015513 w 6150220"/>
                      <a:gd name="connsiteY3" fmla="*/ 8042031 h 8464062"/>
                      <a:gd name="connsiteX4" fmla="*/ 781051 w 6150220"/>
                      <a:gd name="connsiteY4" fmla="*/ 7408985 h 8464062"/>
                      <a:gd name="connsiteX5" fmla="*/ 804498 w 6150220"/>
                      <a:gd name="connsiteY5" fmla="*/ 6869724 h 8464062"/>
                      <a:gd name="connsiteX6" fmla="*/ 288682 w 6150220"/>
                      <a:gd name="connsiteY6" fmla="*/ 6611816 h 8464062"/>
                      <a:gd name="connsiteX7" fmla="*/ 874836 w 6150220"/>
                      <a:gd name="connsiteY7" fmla="*/ 4783016 h 8464062"/>
                      <a:gd name="connsiteX8" fmla="*/ 968620 w 6150220"/>
                      <a:gd name="connsiteY8" fmla="*/ 1852247 h 8464062"/>
                      <a:gd name="connsiteX9" fmla="*/ 874836 w 6150220"/>
                      <a:gd name="connsiteY9" fmla="*/ 937846 h 8464062"/>
                      <a:gd name="connsiteX0" fmla="*/ 874836 w 6150220"/>
                      <a:gd name="connsiteY0" fmla="*/ 937846 h 8464062"/>
                      <a:gd name="connsiteX1" fmla="*/ 3500805 w 6150220"/>
                      <a:gd name="connsiteY1" fmla="*/ 0 h 8464062"/>
                      <a:gd name="connsiteX2" fmla="*/ 6150220 w 6150220"/>
                      <a:gd name="connsiteY2" fmla="*/ 8464062 h 8464062"/>
                      <a:gd name="connsiteX3" fmla="*/ 1015513 w 6150220"/>
                      <a:gd name="connsiteY3" fmla="*/ 8042031 h 8464062"/>
                      <a:gd name="connsiteX4" fmla="*/ 781051 w 6150220"/>
                      <a:gd name="connsiteY4" fmla="*/ 7408985 h 8464062"/>
                      <a:gd name="connsiteX5" fmla="*/ 804498 w 6150220"/>
                      <a:gd name="connsiteY5" fmla="*/ 6869724 h 8464062"/>
                      <a:gd name="connsiteX6" fmla="*/ 288682 w 6150220"/>
                      <a:gd name="connsiteY6" fmla="*/ 6611816 h 8464062"/>
                      <a:gd name="connsiteX7" fmla="*/ 874836 w 6150220"/>
                      <a:gd name="connsiteY7" fmla="*/ 4783016 h 8464062"/>
                      <a:gd name="connsiteX8" fmla="*/ 968620 w 6150220"/>
                      <a:gd name="connsiteY8" fmla="*/ 1852247 h 8464062"/>
                      <a:gd name="connsiteX9" fmla="*/ 874836 w 6150220"/>
                      <a:gd name="connsiteY9" fmla="*/ 937846 h 8464062"/>
                      <a:gd name="connsiteX0" fmla="*/ 874836 w 6150220"/>
                      <a:gd name="connsiteY0" fmla="*/ 937846 h 8464062"/>
                      <a:gd name="connsiteX1" fmla="*/ 3500805 w 6150220"/>
                      <a:gd name="connsiteY1" fmla="*/ 0 h 8464062"/>
                      <a:gd name="connsiteX2" fmla="*/ 6150220 w 6150220"/>
                      <a:gd name="connsiteY2" fmla="*/ 8464062 h 8464062"/>
                      <a:gd name="connsiteX3" fmla="*/ 1015513 w 6150220"/>
                      <a:gd name="connsiteY3" fmla="*/ 8042031 h 8464062"/>
                      <a:gd name="connsiteX4" fmla="*/ 781051 w 6150220"/>
                      <a:gd name="connsiteY4" fmla="*/ 7408985 h 8464062"/>
                      <a:gd name="connsiteX5" fmla="*/ 804498 w 6150220"/>
                      <a:gd name="connsiteY5" fmla="*/ 6869724 h 8464062"/>
                      <a:gd name="connsiteX6" fmla="*/ 288682 w 6150220"/>
                      <a:gd name="connsiteY6" fmla="*/ 6611816 h 8464062"/>
                      <a:gd name="connsiteX7" fmla="*/ 874836 w 6150220"/>
                      <a:gd name="connsiteY7" fmla="*/ 4783016 h 8464062"/>
                      <a:gd name="connsiteX8" fmla="*/ 968620 w 6150220"/>
                      <a:gd name="connsiteY8" fmla="*/ 1852247 h 8464062"/>
                      <a:gd name="connsiteX9" fmla="*/ 874836 w 6150220"/>
                      <a:gd name="connsiteY9" fmla="*/ 937846 h 8464062"/>
                      <a:gd name="connsiteX0" fmla="*/ 874836 w 6150220"/>
                      <a:gd name="connsiteY0" fmla="*/ 937846 h 8464062"/>
                      <a:gd name="connsiteX1" fmla="*/ 3500805 w 6150220"/>
                      <a:gd name="connsiteY1" fmla="*/ 0 h 8464062"/>
                      <a:gd name="connsiteX2" fmla="*/ 6150220 w 6150220"/>
                      <a:gd name="connsiteY2" fmla="*/ 8464062 h 8464062"/>
                      <a:gd name="connsiteX3" fmla="*/ 945175 w 6150220"/>
                      <a:gd name="connsiteY3" fmla="*/ 7831015 h 8464062"/>
                      <a:gd name="connsiteX4" fmla="*/ 781051 w 6150220"/>
                      <a:gd name="connsiteY4" fmla="*/ 7408985 h 8464062"/>
                      <a:gd name="connsiteX5" fmla="*/ 804498 w 6150220"/>
                      <a:gd name="connsiteY5" fmla="*/ 6869724 h 8464062"/>
                      <a:gd name="connsiteX6" fmla="*/ 288682 w 6150220"/>
                      <a:gd name="connsiteY6" fmla="*/ 6611816 h 8464062"/>
                      <a:gd name="connsiteX7" fmla="*/ 874836 w 6150220"/>
                      <a:gd name="connsiteY7" fmla="*/ 4783016 h 8464062"/>
                      <a:gd name="connsiteX8" fmla="*/ 968620 w 6150220"/>
                      <a:gd name="connsiteY8" fmla="*/ 1852247 h 8464062"/>
                      <a:gd name="connsiteX9" fmla="*/ 874836 w 6150220"/>
                      <a:gd name="connsiteY9" fmla="*/ 937846 h 8464062"/>
                      <a:gd name="connsiteX0" fmla="*/ 874836 w 6150220"/>
                      <a:gd name="connsiteY0" fmla="*/ 937846 h 8464062"/>
                      <a:gd name="connsiteX1" fmla="*/ 3500805 w 6150220"/>
                      <a:gd name="connsiteY1" fmla="*/ 0 h 8464062"/>
                      <a:gd name="connsiteX2" fmla="*/ 6150220 w 6150220"/>
                      <a:gd name="connsiteY2" fmla="*/ 8464062 h 8464062"/>
                      <a:gd name="connsiteX3" fmla="*/ 945175 w 6150220"/>
                      <a:gd name="connsiteY3" fmla="*/ 7831015 h 8464062"/>
                      <a:gd name="connsiteX4" fmla="*/ 781051 w 6150220"/>
                      <a:gd name="connsiteY4" fmla="*/ 7408985 h 8464062"/>
                      <a:gd name="connsiteX5" fmla="*/ 804498 w 6150220"/>
                      <a:gd name="connsiteY5" fmla="*/ 6869724 h 8464062"/>
                      <a:gd name="connsiteX6" fmla="*/ 288682 w 6150220"/>
                      <a:gd name="connsiteY6" fmla="*/ 6611816 h 8464062"/>
                      <a:gd name="connsiteX7" fmla="*/ 874836 w 6150220"/>
                      <a:gd name="connsiteY7" fmla="*/ 4783016 h 8464062"/>
                      <a:gd name="connsiteX8" fmla="*/ 968620 w 6150220"/>
                      <a:gd name="connsiteY8" fmla="*/ 1852247 h 8464062"/>
                      <a:gd name="connsiteX9" fmla="*/ 874836 w 6150220"/>
                      <a:gd name="connsiteY9" fmla="*/ 937846 h 8464062"/>
                      <a:gd name="connsiteX0" fmla="*/ 874836 w 6150220"/>
                      <a:gd name="connsiteY0" fmla="*/ 937846 h 8464062"/>
                      <a:gd name="connsiteX1" fmla="*/ 3500805 w 6150220"/>
                      <a:gd name="connsiteY1" fmla="*/ 0 h 8464062"/>
                      <a:gd name="connsiteX2" fmla="*/ 6150220 w 6150220"/>
                      <a:gd name="connsiteY2" fmla="*/ 8464062 h 8464062"/>
                      <a:gd name="connsiteX3" fmla="*/ 1883021 w 6150220"/>
                      <a:gd name="connsiteY3" fmla="*/ 7924801 h 8464062"/>
                      <a:gd name="connsiteX4" fmla="*/ 945175 w 6150220"/>
                      <a:gd name="connsiteY4" fmla="*/ 7831015 h 8464062"/>
                      <a:gd name="connsiteX5" fmla="*/ 781051 w 6150220"/>
                      <a:gd name="connsiteY5" fmla="*/ 7408985 h 8464062"/>
                      <a:gd name="connsiteX6" fmla="*/ 804498 w 6150220"/>
                      <a:gd name="connsiteY6" fmla="*/ 6869724 h 8464062"/>
                      <a:gd name="connsiteX7" fmla="*/ 288682 w 6150220"/>
                      <a:gd name="connsiteY7" fmla="*/ 6611816 h 8464062"/>
                      <a:gd name="connsiteX8" fmla="*/ 874836 w 6150220"/>
                      <a:gd name="connsiteY8" fmla="*/ 4783016 h 8464062"/>
                      <a:gd name="connsiteX9" fmla="*/ 968620 w 6150220"/>
                      <a:gd name="connsiteY9" fmla="*/ 1852247 h 8464062"/>
                      <a:gd name="connsiteX10" fmla="*/ 874836 w 6150220"/>
                      <a:gd name="connsiteY10" fmla="*/ 937846 h 8464062"/>
                      <a:gd name="connsiteX0" fmla="*/ 874836 w 6150220"/>
                      <a:gd name="connsiteY0" fmla="*/ 937846 h 8464062"/>
                      <a:gd name="connsiteX1" fmla="*/ 3500805 w 6150220"/>
                      <a:gd name="connsiteY1" fmla="*/ 0 h 8464062"/>
                      <a:gd name="connsiteX2" fmla="*/ 6150220 w 6150220"/>
                      <a:gd name="connsiteY2" fmla="*/ 8464062 h 8464062"/>
                      <a:gd name="connsiteX3" fmla="*/ 1179636 w 6150220"/>
                      <a:gd name="connsiteY3" fmla="*/ 8393724 h 8464062"/>
                      <a:gd name="connsiteX4" fmla="*/ 945175 w 6150220"/>
                      <a:gd name="connsiteY4" fmla="*/ 7831015 h 8464062"/>
                      <a:gd name="connsiteX5" fmla="*/ 781051 w 6150220"/>
                      <a:gd name="connsiteY5" fmla="*/ 7408985 h 8464062"/>
                      <a:gd name="connsiteX6" fmla="*/ 804498 w 6150220"/>
                      <a:gd name="connsiteY6" fmla="*/ 6869724 h 8464062"/>
                      <a:gd name="connsiteX7" fmla="*/ 288682 w 6150220"/>
                      <a:gd name="connsiteY7" fmla="*/ 6611816 h 8464062"/>
                      <a:gd name="connsiteX8" fmla="*/ 874836 w 6150220"/>
                      <a:gd name="connsiteY8" fmla="*/ 4783016 h 8464062"/>
                      <a:gd name="connsiteX9" fmla="*/ 968620 w 6150220"/>
                      <a:gd name="connsiteY9" fmla="*/ 1852247 h 8464062"/>
                      <a:gd name="connsiteX10" fmla="*/ 874836 w 6150220"/>
                      <a:gd name="connsiteY10" fmla="*/ 937846 h 8464062"/>
                      <a:gd name="connsiteX0" fmla="*/ 874836 w 6150220"/>
                      <a:gd name="connsiteY0" fmla="*/ 937846 h 8464062"/>
                      <a:gd name="connsiteX1" fmla="*/ 3500805 w 6150220"/>
                      <a:gd name="connsiteY1" fmla="*/ 0 h 8464062"/>
                      <a:gd name="connsiteX2" fmla="*/ 6150220 w 6150220"/>
                      <a:gd name="connsiteY2" fmla="*/ 8464062 h 8464062"/>
                      <a:gd name="connsiteX3" fmla="*/ 1179636 w 6150220"/>
                      <a:gd name="connsiteY3" fmla="*/ 8393724 h 8464062"/>
                      <a:gd name="connsiteX4" fmla="*/ 945175 w 6150220"/>
                      <a:gd name="connsiteY4" fmla="*/ 7831015 h 8464062"/>
                      <a:gd name="connsiteX5" fmla="*/ 781051 w 6150220"/>
                      <a:gd name="connsiteY5" fmla="*/ 7408985 h 8464062"/>
                      <a:gd name="connsiteX6" fmla="*/ 804498 w 6150220"/>
                      <a:gd name="connsiteY6" fmla="*/ 6869724 h 8464062"/>
                      <a:gd name="connsiteX7" fmla="*/ 288682 w 6150220"/>
                      <a:gd name="connsiteY7" fmla="*/ 6611816 h 8464062"/>
                      <a:gd name="connsiteX8" fmla="*/ 874836 w 6150220"/>
                      <a:gd name="connsiteY8" fmla="*/ 4783016 h 8464062"/>
                      <a:gd name="connsiteX9" fmla="*/ 968620 w 6150220"/>
                      <a:gd name="connsiteY9" fmla="*/ 1852247 h 8464062"/>
                      <a:gd name="connsiteX10" fmla="*/ 874836 w 6150220"/>
                      <a:gd name="connsiteY10" fmla="*/ 937846 h 8464062"/>
                      <a:gd name="connsiteX0" fmla="*/ 874836 w 6150220"/>
                      <a:gd name="connsiteY0" fmla="*/ 937846 h 8464062"/>
                      <a:gd name="connsiteX1" fmla="*/ 3500805 w 6150220"/>
                      <a:gd name="connsiteY1" fmla="*/ 0 h 8464062"/>
                      <a:gd name="connsiteX2" fmla="*/ 6150220 w 6150220"/>
                      <a:gd name="connsiteY2" fmla="*/ 8464062 h 8464062"/>
                      <a:gd name="connsiteX3" fmla="*/ 3196005 w 6150220"/>
                      <a:gd name="connsiteY3" fmla="*/ 8417170 h 8464062"/>
                      <a:gd name="connsiteX4" fmla="*/ 1179636 w 6150220"/>
                      <a:gd name="connsiteY4" fmla="*/ 8393724 h 8464062"/>
                      <a:gd name="connsiteX5" fmla="*/ 945175 w 6150220"/>
                      <a:gd name="connsiteY5" fmla="*/ 7831015 h 8464062"/>
                      <a:gd name="connsiteX6" fmla="*/ 781051 w 6150220"/>
                      <a:gd name="connsiteY6" fmla="*/ 7408985 h 8464062"/>
                      <a:gd name="connsiteX7" fmla="*/ 804498 w 6150220"/>
                      <a:gd name="connsiteY7" fmla="*/ 6869724 h 8464062"/>
                      <a:gd name="connsiteX8" fmla="*/ 288682 w 6150220"/>
                      <a:gd name="connsiteY8" fmla="*/ 6611816 h 8464062"/>
                      <a:gd name="connsiteX9" fmla="*/ 874836 w 6150220"/>
                      <a:gd name="connsiteY9" fmla="*/ 4783016 h 8464062"/>
                      <a:gd name="connsiteX10" fmla="*/ 968620 w 6150220"/>
                      <a:gd name="connsiteY10" fmla="*/ 1852247 h 8464062"/>
                      <a:gd name="connsiteX11" fmla="*/ 874836 w 6150220"/>
                      <a:gd name="connsiteY11" fmla="*/ 937846 h 8464062"/>
                      <a:gd name="connsiteX0" fmla="*/ 874836 w 6150220"/>
                      <a:gd name="connsiteY0" fmla="*/ 937846 h 9472247"/>
                      <a:gd name="connsiteX1" fmla="*/ 3500805 w 6150220"/>
                      <a:gd name="connsiteY1" fmla="*/ 0 h 9472247"/>
                      <a:gd name="connsiteX2" fmla="*/ 6150220 w 6150220"/>
                      <a:gd name="connsiteY2" fmla="*/ 8464062 h 9472247"/>
                      <a:gd name="connsiteX3" fmla="*/ 1672005 w 6150220"/>
                      <a:gd name="connsiteY3" fmla="*/ 9472247 h 9472247"/>
                      <a:gd name="connsiteX4" fmla="*/ 1179636 w 6150220"/>
                      <a:gd name="connsiteY4" fmla="*/ 8393724 h 9472247"/>
                      <a:gd name="connsiteX5" fmla="*/ 945175 w 6150220"/>
                      <a:gd name="connsiteY5" fmla="*/ 7831015 h 9472247"/>
                      <a:gd name="connsiteX6" fmla="*/ 781051 w 6150220"/>
                      <a:gd name="connsiteY6" fmla="*/ 7408985 h 9472247"/>
                      <a:gd name="connsiteX7" fmla="*/ 804498 w 6150220"/>
                      <a:gd name="connsiteY7" fmla="*/ 6869724 h 9472247"/>
                      <a:gd name="connsiteX8" fmla="*/ 288682 w 6150220"/>
                      <a:gd name="connsiteY8" fmla="*/ 6611816 h 9472247"/>
                      <a:gd name="connsiteX9" fmla="*/ 874836 w 6150220"/>
                      <a:gd name="connsiteY9" fmla="*/ 4783016 h 9472247"/>
                      <a:gd name="connsiteX10" fmla="*/ 968620 w 6150220"/>
                      <a:gd name="connsiteY10" fmla="*/ 1852247 h 9472247"/>
                      <a:gd name="connsiteX11" fmla="*/ 874836 w 6150220"/>
                      <a:gd name="connsiteY11" fmla="*/ 937846 h 9472247"/>
                      <a:gd name="connsiteX0" fmla="*/ 874836 w 6150220"/>
                      <a:gd name="connsiteY0" fmla="*/ 937846 h 9472247"/>
                      <a:gd name="connsiteX1" fmla="*/ 3500805 w 6150220"/>
                      <a:gd name="connsiteY1" fmla="*/ 0 h 9472247"/>
                      <a:gd name="connsiteX2" fmla="*/ 6150220 w 6150220"/>
                      <a:gd name="connsiteY2" fmla="*/ 8464062 h 9472247"/>
                      <a:gd name="connsiteX3" fmla="*/ 1672005 w 6150220"/>
                      <a:gd name="connsiteY3" fmla="*/ 9472247 h 9472247"/>
                      <a:gd name="connsiteX4" fmla="*/ 1179636 w 6150220"/>
                      <a:gd name="connsiteY4" fmla="*/ 8393724 h 9472247"/>
                      <a:gd name="connsiteX5" fmla="*/ 945175 w 6150220"/>
                      <a:gd name="connsiteY5" fmla="*/ 7831015 h 9472247"/>
                      <a:gd name="connsiteX6" fmla="*/ 781051 w 6150220"/>
                      <a:gd name="connsiteY6" fmla="*/ 7408985 h 9472247"/>
                      <a:gd name="connsiteX7" fmla="*/ 804498 w 6150220"/>
                      <a:gd name="connsiteY7" fmla="*/ 6869724 h 9472247"/>
                      <a:gd name="connsiteX8" fmla="*/ 288682 w 6150220"/>
                      <a:gd name="connsiteY8" fmla="*/ 6611816 h 9472247"/>
                      <a:gd name="connsiteX9" fmla="*/ 874836 w 6150220"/>
                      <a:gd name="connsiteY9" fmla="*/ 4783016 h 9472247"/>
                      <a:gd name="connsiteX10" fmla="*/ 968620 w 6150220"/>
                      <a:gd name="connsiteY10" fmla="*/ 1852247 h 9472247"/>
                      <a:gd name="connsiteX11" fmla="*/ 874836 w 6150220"/>
                      <a:gd name="connsiteY11" fmla="*/ 937846 h 9472247"/>
                      <a:gd name="connsiteX0" fmla="*/ 874836 w 6150220"/>
                      <a:gd name="connsiteY0" fmla="*/ 937846 h 9472247"/>
                      <a:gd name="connsiteX1" fmla="*/ 3500805 w 6150220"/>
                      <a:gd name="connsiteY1" fmla="*/ 0 h 9472247"/>
                      <a:gd name="connsiteX2" fmla="*/ 6150220 w 6150220"/>
                      <a:gd name="connsiteY2" fmla="*/ 8464062 h 9472247"/>
                      <a:gd name="connsiteX3" fmla="*/ 1672005 w 6150220"/>
                      <a:gd name="connsiteY3" fmla="*/ 9472247 h 9472247"/>
                      <a:gd name="connsiteX4" fmla="*/ 1179636 w 6150220"/>
                      <a:gd name="connsiteY4" fmla="*/ 8393724 h 9472247"/>
                      <a:gd name="connsiteX5" fmla="*/ 945175 w 6150220"/>
                      <a:gd name="connsiteY5" fmla="*/ 7831015 h 9472247"/>
                      <a:gd name="connsiteX6" fmla="*/ 781051 w 6150220"/>
                      <a:gd name="connsiteY6" fmla="*/ 7408985 h 9472247"/>
                      <a:gd name="connsiteX7" fmla="*/ 804498 w 6150220"/>
                      <a:gd name="connsiteY7" fmla="*/ 6869724 h 9472247"/>
                      <a:gd name="connsiteX8" fmla="*/ 288682 w 6150220"/>
                      <a:gd name="connsiteY8" fmla="*/ 6611816 h 9472247"/>
                      <a:gd name="connsiteX9" fmla="*/ 874836 w 6150220"/>
                      <a:gd name="connsiteY9" fmla="*/ 4783016 h 9472247"/>
                      <a:gd name="connsiteX10" fmla="*/ 968620 w 6150220"/>
                      <a:gd name="connsiteY10" fmla="*/ 1852247 h 9472247"/>
                      <a:gd name="connsiteX11" fmla="*/ 874836 w 6150220"/>
                      <a:gd name="connsiteY11" fmla="*/ 937846 h 9472247"/>
                      <a:gd name="connsiteX0" fmla="*/ 874836 w 6150220"/>
                      <a:gd name="connsiteY0" fmla="*/ 937846 h 9472247"/>
                      <a:gd name="connsiteX1" fmla="*/ 3500805 w 6150220"/>
                      <a:gd name="connsiteY1" fmla="*/ 0 h 9472247"/>
                      <a:gd name="connsiteX2" fmla="*/ 6150220 w 6150220"/>
                      <a:gd name="connsiteY2" fmla="*/ 8464062 h 9472247"/>
                      <a:gd name="connsiteX3" fmla="*/ 4180744 w 6150220"/>
                      <a:gd name="connsiteY3" fmla="*/ 8956431 h 9472247"/>
                      <a:gd name="connsiteX4" fmla="*/ 1672005 w 6150220"/>
                      <a:gd name="connsiteY4" fmla="*/ 9472247 h 9472247"/>
                      <a:gd name="connsiteX5" fmla="*/ 1179636 w 6150220"/>
                      <a:gd name="connsiteY5" fmla="*/ 8393724 h 9472247"/>
                      <a:gd name="connsiteX6" fmla="*/ 945175 w 6150220"/>
                      <a:gd name="connsiteY6" fmla="*/ 7831015 h 9472247"/>
                      <a:gd name="connsiteX7" fmla="*/ 781051 w 6150220"/>
                      <a:gd name="connsiteY7" fmla="*/ 7408985 h 9472247"/>
                      <a:gd name="connsiteX8" fmla="*/ 804498 w 6150220"/>
                      <a:gd name="connsiteY8" fmla="*/ 6869724 h 9472247"/>
                      <a:gd name="connsiteX9" fmla="*/ 288682 w 6150220"/>
                      <a:gd name="connsiteY9" fmla="*/ 6611816 h 9472247"/>
                      <a:gd name="connsiteX10" fmla="*/ 874836 w 6150220"/>
                      <a:gd name="connsiteY10" fmla="*/ 4783016 h 9472247"/>
                      <a:gd name="connsiteX11" fmla="*/ 968620 w 6150220"/>
                      <a:gd name="connsiteY11" fmla="*/ 1852247 h 9472247"/>
                      <a:gd name="connsiteX12" fmla="*/ 874836 w 6150220"/>
                      <a:gd name="connsiteY12" fmla="*/ 937846 h 9472247"/>
                      <a:gd name="connsiteX0" fmla="*/ 874836 w 6150220"/>
                      <a:gd name="connsiteY0" fmla="*/ 937846 h 9472247"/>
                      <a:gd name="connsiteX1" fmla="*/ 3500805 w 6150220"/>
                      <a:gd name="connsiteY1" fmla="*/ 0 h 9472247"/>
                      <a:gd name="connsiteX2" fmla="*/ 6150220 w 6150220"/>
                      <a:gd name="connsiteY2" fmla="*/ 8464062 h 9472247"/>
                      <a:gd name="connsiteX3" fmla="*/ 3242897 w 6150220"/>
                      <a:gd name="connsiteY3" fmla="*/ 8815754 h 9472247"/>
                      <a:gd name="connsiteX4" fmla="*/ 1672005 w 6150220"/>
                      <a:gd name="connsiteY4" fmla="*/ 9472247 h 9472247"/>
                      <a:gd name="connsiteX5" fmla="*/ 1179636 w 6150220"/>
                      <a:gd name="connsiteY5" fmla="*/ 8393724 h 9472247"/>
                      <a:gd name="connsiteX6" fmla="*/ 945175 w 6150220"/>
                      <a:gd name="connsiteY6" fmla="*/ 7831015 h 9472247"/>
                      <a:gd name="connsiteX7" fmla="*/ 781051 w 6150220"/>
                      <a:gd name="connsiteY7" fmla="*/ 7408985 h 9472247"/>
                      <a:gd name="connsiteX8" fmla="*/ 804498 w 6150220"/>
                      <a:gd name="connsiteY8" fmla="*/ 6869724 h 9472247"/>
                      <a:gd name="connsiteX9" fmla="*/ 288682 w 6150220"/>
                      <a:gd name="connsiteY9" fmla="*/ 6611816 h 9472247"/>
                      <a:gd name="connsiteX10" fmla="*/ 874836 w 6150220"/>
                      <a:gd name="connsiteY10" fmla="*/ 4783016 h 9472247"/>
                      <a:gd name="connsiteX11" fmla="*/ 968620 w 6150220"/>
                      <a:gd name="connsiteY11" fmla="*/ 1852247 h 9472247"/>
                      <a:gd name="connsiteX12" fmla="*/ 874836 w 6150220"/>
                      <a:gd name="connsiteY12" fmla="*/ 937846 h 9472247"/>
                      <a:gd name="connsiteX0" fmla="*/ 874836 w 6150220"/>
                      <a:gd name="connsiteY0" fmla="*/ 937846 h 9472247"/>
                      <a:gd name="connsiteX1" fmla="*/ 3500805 w 6150220"/>
                      <a:gd name="connsiteY1" fmla="*/ 0 h 9472247"/>
                      <a:gd name="connsiteX2" fmla="*/ 6150220 w 6150220"/>
                      <a:gd name="connsiteY2" fmla="*/ 8464062 h 9472247"/>
                      <a:gd name="connsiteX3" fmla="*/ 4977913 w 6150220"/>
                      <a:gd name="connsiteY3" fmla="*/ 8604739 h 9472247"/>
                      <a:gd name="connsiteX4" fmla="*/ 3242897 w 6150220"/>
                      <a:gd name="connsiteY4" fmla="*/ 8815754 h 9472247"/>
                      <a:gd name="connsiteX5" fmla="*/ 1672005 w 6150220"/>
                      <a:gd name="connsiteY5" fmla="*/ 9472247 h 9472247"/>
                      <a:gd name="connsiteX6" fmla="*/ 1179636 w 6150220"/>
                      <a:gd name="connsiteY6" fmla="*/ 8393724 h 9472247"/>
                      <a:gd name="connsiteX7" fmla="*/ 945175 w 6150220"/>
                      <a:gd name="connsiteY7" fmla="*/ 7831015 h 9472247"/>
                      <a:gd name="connsiteX8" fmla="*/ 781051 w 6150220"/>
                      <a:gd name="connsiteY8" fmla="*/ 7408985 h 9472247"/>
                      <a:gd name="connsiteX9" fmla="*/ 804498 w 6150220"/>
                      <a:gd name="connsiteY9" fmla="*/ 6869724 h 9472247"/>
                      <a:gd name="connsiteX10" fmla="*/ 288682 w 6150220"/>
                      <a:gd name="connsiteY10" fmla="*/ 6611816 h 9472247"/>
                      <a:gd name="connsiteX11" fmla="*/ 874836 w 6150220"/>
                      <a:gd name="connsiteY11" fmla="*/ 4783016 h 9472247"/>
                      <a:gd name="connsiteX12" fmla="*/ 968620 w 6150220"/>
                      <a:gd name="connsiteY12" fmla="*/ 1852247 h 9472247"/>
                      <a:gd name="connsiteX13" fmla="*/ 874836 w 6150220"/>
                      <a:gd name="connsiteY13" fmla="*/ 937846 h 9472247"/>
                      <a:gd name="connsiteX0" fmla="*/ 874836 w 6150220"/>
                      <a:gd name="connsiteY0" fmla="*/ 937846 h 9472247"/>
                      <a:gd name="connsiteX1" fmla="*/ 3500805 w 6150220"/>
                      <a:gd name="connsiteY1" fmla="*/ 0 h 9472247"/>
                      <a:gd name="connsiteX2" fmla="*/ 6150220 w 6150220"/>
                      <a:gd name="connsiteY2" fmla="*/ 8464062 h 9472247"/>
                      <a:gd name="connsiteX3" fmla="*/ 3758713 w 6150220"/>
                      <a:gd name="connsiteY3" fmla="*/ 8839201 h 9472247"/>
                      <a:gd name="connsiteX4" fmla="*/ 3242897 w 6150220"/>
                      <a:gd name="connsiteY4" fmla="*/ 8815754 h 9472247"/>
                      <a:gd name="connsiteX5" fmla="*/ 1672005 w 6150220"/>
                      <a:gd name="connsiteY5" fmla="*/ 9472247 h 9472247"/>
                      <a:gd name="connsiteX6" fmla="*/ 1179636 w 6150220"/>
                      <a:gd name="connsiteY6" fmla="*/ 8393724 h 9472247"/>
                      <a:gd name="connsiteX7" fmla="*/ 945175 w 6150220"/>
                      <a:gd name="connsiteY7" fmla="*/ 7831015 h 9472247"/>
                      <a:gd name="connsiteX8" fmla="*/ 781051 w 6150220"/>
                      <a:gd name="connsiteY8" fmla="*/ 7408985 h 9472247"/>
                      <a:gd name="connsiteX9" fmla="*/ 804498 w 6150220"/>
                      <a:gd name="connsiteY9" fmla="*/ 6869724 h 9472247"/>
                      <a:gd name="connsiteX10" fmla="*/ 288682 w 6150220"/>
                      <a:gd name="connsiteY10" fmla="*/ 6611816 h 9472247"/>
                      <a:gd name="connsiteX11" fmla="*/ 874836 w 6150220"/>
                      <a:gd name="connsiteY11" fmla="*/ 4783016 h 9472247"/>
                      <a:gd name="connsiteX12" fmla="*/ 968620 w 6150220"/>
                      <a:gd name="connsiteY12" fmla="*/ 1852247 h 9472247"/>
                      <a:gd name="connsiteX13" fmla="*/ 874836 w 6150220"/>
                      <a:gd name="connsiteY13" fmla="*/ 937846 h 9472247"/>
                      <a:gd name="connsiteX0" fmla="*/ 874836 w 5048251"/>
                      <a:gd name="connsiteY0" fmla="*/ 937846 h 10245970"/>
                      <a:gd name="connsiteX1" fmla="*/ 3500805 w 5048251"/>
                      <a:gd name="connsiteY1" fmla="*/ 0 h 10245970"/>
                      <a:gd name="connsiteX2" fmla="*/ 5048251 w 5048251"/>
                      <a:gd name="connsiteY2" fmla="*/ 10245970 h 10245970"/>
                      <a:gd name="connsiteX3" fmla="*/ 3758713 w 5048251"/>
                      <a:gd name="connsiteY3" fmla="*/ 8839201 h 10245970"/>
                      <a:gd name="connsiteX4" fmla="*/ 3242897 w 5048251"/>
                      <a:gd name="connsiteY4" fmla="*/ 8815754 h 10245970"/>
                      <a:gd name="connsiteX5" fmla="*/ 1672005 w 5048251"/>
                      <a:gd name="connsiteY5" fmla="*/ 9472247 h 10245970"/>
                      <a:gd name="connsiteX6" fmla="*/ 1179636 w 5048251"/>
                      <a:gd name="connsiteY6" fmla="*/ 8393724 h 10245970"/>
                      <a:gd name="connsiteX7" fmla="*/ 945175 w 5048251"/>
                      <a:gd name="connsiteY7" fmla="*/ 7831015 h 10245970"/>
                      <a:gd name="connsiteX8" fmla="*/ 781051 w 5048251"/>
                      <a:gd name="connsiteY8" fmla="*/ 7408985 h 10245970"/>
                      <a:gd name="connsiteX9" fmla="*/ 804498 w 5048251"/>
                      <a:gd name="connsiteY9" fmla="*/ 6869724 h 10245970"/>
                      <a:gd name="connsiteX10" fmla="*/ 288682 w 5048251"/>
                      <a:gd name="connsiteY10" fmla="*/ 6611816 h 10245970"/>
                      <a:gd name="connsiteX11" fmla="*/ 874836 w 5048251"/>
                      <a:gd name="connsiteY11" fmla="*/ 4783016 h 10245970"/>
                      <a:gd name="connsiteX12" fmla="*/ 968620 w 5048251"/>
                      <a:gd name="connsiteY12" fmla="*/ 1852247 h 10245970"/>
                      <a:gd name="connsiteX13" fmla="*/ 874836 w 5048251"/>
                      <a:gd name="connsiteY13" fmla="*/ 937846 h 10245970"/>
                      <a:gd name="connsiteX0" fmla="*/ 874836 w 5048251"/>
                      <a:gd name="connsiteY0" fmla="*/ 937846 h 10245970"/>
                      <a:gd name="connsiteX1" fmla="*/ 3500805 w 5048251"/>
                      <a:gd name="connsiteY1" fmla="*/ 0 h 10245970"/>
                      <a:gd name="connsiteX2" fmla="*/ 5048251 w 5048251"/>
                      <a:gd name="connsiteY2" fmla="*/ 10245970 h 10245970"/>
                      <a:gd name="connsiteX3" fmla="*/ 3758713 w 5048251"/>
                      <a:gd name="connsiteY3" fmla="*/ 8839201 h 10245970"/>
                      <a:gd name="connsiteX4" fmla="*/ 3242897 w 5048251"/>
                      <a:gd name="connsiteY4" fmla="*/ 8815754 h 10245970"/>
                      <a:gd name="connsiteX5" fmla="*/ 1672005 w 5048251"/>
                      <a:gd name="connsiteY5" fmla="*/ 9472247 h 10245970"/>
                      <a:gd name="connsiteX6" fmla="*/ 1179636 w 5048251"/>
                      <a:gd name="connsiteY6" fmla="*/ 8393724 h 10245970"/>
                      <a:gd name="connsiteX7" fmla="*/ 945175 w 5048251"/>
                      <a:gd name="connsiteY7" fmla="*/ 7831015 h 10245970"/>
                      <a:gd name="connsiteX8" fmla="*/ 781051 w 5048251"/>
                      <a:gd name="connsiteY8" fmla="*/ 7408985 h 10245970"/>
                      <a:gd name="connsiteX9" fmla="*/ 804498 w 5048251"/>
                      <a:gd name="connsiteY9" fmla="*/ 6869724 h 10245970"/>
                      <a:gd name="connsiteX10" fmla="*/ 288682 w 5048251"/>
                      <a:gd name="connsiteY10" fmla="*/ 6611816 h 10245970"/>
                      <a:gd name="connsiteX11" fmla="*/ 874836 w 5048251"/>
                      <a:gd name="connsiteY11" fmla="*/ 4783016 h 10245970"/>
                      <a:gd name="connsiteX12" fmla="*/ 968620 w 5048251"/>
                      <a:gd name="connsiteY12" fmla="*/ 1852247 h 10245970"/>
                      <a:gd name="connsiteX13" fmla="*/ 874836 w 5048251"/>
                      <a:gd name="connsiteY13" fmla="*/ 937846 h 10245970"/>
                      <a:gd name="connsiteX0" fmla="*/ 874836 w 5048251"/>
                      <a:gd name="connsiteY0" fmla="*/ 937846 h 10245970"/>
                      <a:gd name="connsiteX1" fmla="*/ 3500805 w 5048251"/>
                      <a:gd name="connsiteY1" fmla="*/ 0 h 10245970"/>
                      <a:gd name="connsiteX2" fmla="*/ 5048251 w 5048251"/>
                      <a:gd name="connsiteY2" fmla="*/ 10245970 h 10245970"/>
                      <a:gd name="connsiteX3" fmla="*/ 3758713 w 5048251"/>
                      <a:gd name="connsiteY3" fmla="*/ 8839201 h 10245970"/>
                      <a:gd name="connsiteX4" fmla="*/ 3242897 w 5048251"/>
                      <a:gd name="connsiteY4" fmla="*/ 8815754 h 10245970"/>
                      <a:gd name="connsiteX5" fmla="*/ 1672005 w 5048251"/>
                      <a:gd name="connsiteY5" fmla="*/ 9472247 h 10245970"/>
                      <a:gd name="connsiteX6" fmla="*/ 1179636 w 5048251"/>
                      <a:gd name="connsiteY6" fmla="*/ 8393724 h 10245970"/>
                      <a:gd name="connsiteX7" fmla="*/ 945175 w 5048251"/>
                      <a:gd name="connsiteY7" fmla="*/ 7831015 h 10245970"/>
                      <a:gd name="connsiteX8" fmla="*/ 781051 w 5048251"/>
                      <a:gd name="connsiteY8" fmla="*/ 7408985 h 10245970"/>
                      <a:gd name="connsiteX9" fmla="*/ 804498 w 5048251"/>
                      <a:gd name="connsiteY9" fmla="*/ 6869724 h 10245970"/>
                      <a:gd name="connsiteX10" fmla="*/ 288682 w 5048251"/>
                      <a:gd name="connsiteY10" fmla="*/ 6611816 h 10245970"/>
                      <a:gd name="connsiteX11" fmla="*/ 874836 w 5048251"/>
                      <a:gd name="connsiteY11" fmla="*/ 4783016 h 10245970"/>
                      <a:gd name="connsiteX12" fmla="*/ 968620 w 5048251"/>
                      <a:gd name="connsiteY12" fmla="*/ 1852247 h 10245970"/>
                      <a:gd name="connsiteX13" fmla="*/ 874836 w 5048251"/>
                      <a:gd name="connsiteY13" fmla="*/ 937846 h 10245970"/>
                      <a:gd name="connsiteX0" fmla="*/ 874836 w 5048251"/>
                      <a:gd name="connsiteY0" fmla="*/ 937846 h 10245970"/>
                      <a:gd name="connsiteX1" fmla="*/ 3500805 w 5048251"/>
                      <a:gd name="connsiteY1" fmla="*/ 0 h 10245970"/>
                      <a:gd name="connsiteX2" fmla="*/ 5048251 w 5048251"/>
                      <a:gd name="connsiteY2" fmla="*/ 10245970 h 10245970"/>
                      <a:gd name="connsiteX3" fmla="*/ 3758713 w 5048251"/>
                      <a:gd name="connsiteY3" fmla="*/ 8839201 h 10245970"/>
                      <a:gd name="connsiteX4" fmla="*/ 2984989 w 5048251"/>
                      <a:gd name="connsiteY4" fmla="*/ 8932984 h 10245970"/>
                      <a:gd name="connsiteX5" fmla="*/ 1672005 w 5048251"/>
                      <a:gd name="connsiteY5" fmla="*/ 9472247 h 10245970"/>
                      <a:gd name="connsiteX6" fmla="*/ 1179636 w 5048251"/>
                      <a:gd name="connsiteY6" fmla="*/ 8393724 h 10245970"/>
                      <a:gd name="connsiteX7" fmla="*/ 945175 w 5048251"/>
                      <a:gd name="connsiteY7" fmla="*/ 7831015 h 10245970"/>
                      <a:gd name="connsiteX8" fmla="*/ 781051 w 5048251"/>
                      <a:gd name="connsiteY8" fmla="*/ 7408985 h 10245970"/>
                      <a:gd name="connsiteX9" fmla="*/ 804498 w 5048251"/>
                      <a:gd name="connsiteY9" fmla="*/ 6869724 h 10245970"/>
                      <a:gd name="connsiteX10" fmla="*/ 288682 w 5048251"/>
                      <a:gd name="connsiteY10" fmla="*/ 6611816 h 10245970"/>
                      <a:gd name="connsiteX11" fmla="*/ 874836 w 5048251"/>
                      <a:gd name="connsiteY11" fmla="*/ 4783016 h 10245970"/>
                      <a:gd name="connsiteX12" fmla="*/ 968620 w 5048251"/>
                      <a:gd name="connsiteY12" fmla="*/ 1852247 h 10245970"/>
                      <a:gd name="connsiteX13" fmla="*/ 874836 w 5048251"/>
                      <a:gd name="connsiteY13" fmla="*/ 937846 h 10245970"/>
                      <a:gd name="connsiteX0" fmla="*/ 874836 w 5048251"/>
                      <a:gd name="connsiteY0" fmla="*/ 937846 h 10245970"/>
                      <a:gd name="connsiteX1" fmla="*/ 3500805 w 5048251"/>
                      <a:gd name="connsiteY1" fmla="*/ 0 h 10245970"/>
                      <a:gd name="connsiteX2" fmla="*/ 5048251 w 5048251"/>
                      <a:gd name="connsiteY2" fmla="*/ 10245970 h 10245970"/>
                      <a:gd name="connsiteX3" fmla="*/ 3758713 w 5048251"/>
                      <a:gd name="connsiteY3" fmla="*/ 8839201 h 10245970"/>
                      <a:gd name="connsiteX4" fmla="*/ 2984989 w 5048251"/>
                      <a:gd name="connsiteY4" fmla="*/ 8932984 h 10245970"/>
                      <a:gd name="connsiteX5" fmla="*/ 1672005 w 5048251"/>
                      <a:gd name="connsiteY5" fmla="*/ 9472247 h 10245970"/>
                      <a:gd name="connsiteX6" fmla="*/ 1179636 w 5048251"/>
                      <a:gd name="connsiteY6" fmla="*/ 8393724 h 10245970"/>
                      <a:gd name="connsiteX7" fmla="*/ 945175 w 5048251"/>
                      <a:gd name="connsiteY7" fmla="*/ 7831015 h 10245970"/>
                      <a:gd name="connsiteX8" fmla="*/ 781051 w 5048251"/>
                      <a:gd name="connsiteY8" fmla="*/ 7408985 h 10245970"/>
                      <a:gd name="connsiteX9" fmla="*/ 804498 w 5048251"/>
                      <a:gd name="connsiteY9" fmla="*/ 6869724 h 10245970"/>
                      <a:gd name="connsiteX10" fmla="*/ 288682 w 5048251"/>
                      <a:gd name="connsiteY10" fmla="*/ 6611816 h 10245970"/>
                      <a:gd name="connsiteX11" fmla="*/ 874836 w 5048251"/>
                      <a:gd name="connsiteY11" fmla="*/ 4783016 h 10245970"/>
                      <a:gd name="connsiteX12" fmla="*/ 968620 w 5048251"/>
                      <a:gd name="connsiteY12" fmla="*/ 1852247 h 10245970"/>
                      <a:gd name="connsiteX13" fmla="*/ 874836 w 5048251"/>
                      <a:gd name="connsiteY13" fmla="*/ 937846 h 10245970"/>
                      <a:gd name="connsiteX0" fmla="*/ 874836 w 5048251"/>
                      <a:gd name="connsiteY0" fmla="*/ 937846 h 10245970"/>
                      <a:gd name="connsiteX1" fmla="*/ 3500805 w 5048251"/>
                      <a:gd name="connsiteY1" fmla="*/ 0 h 10245970"/>
                      <a:gd name="connsiteX2" fmla="*/ 5048251 w 5048251"/>
                      <a:gd name="connsiteY2" fmla="*/ 10245970 h 10245970"/>
                      <a:gd name="connsiteX3" fmla="*/ 3758713 w 5048251"/>
                      <a:gd name="connsiteY3" fmla="*/ 8839201 h 10245970"/>
                      <a:gd name="connsiteX4" fmla="*/ 2984989 w 5048251"/>
                      <a:gd name="connsiteY4" fmla="*/ 8932984 h 10245970"/>
                      <a:gd name="connsiteX5" fmla="*/ 1672005 w 5048251"/>
                      <a:gd name="connsiteY5" fmla="*/ 9472247 h 10245970"/>
                      <a:gd name="connsiteX6" fmla="*/ 1179636 w 5048251"/>
                      <a:gd name="connsiteY6" fmla="*/ 8393724 h 10245970"/>
                      <a:gd name="connsiteX7" fmla="*/ 945175 w 5048251"/>
                      <a:gd name="connsiteY7" fmla="*/ 7831015 h 10245970"/>
                      <a:gd name="connsiteX8" fmla="*/ 781051 w 5048251"/>
                      <a:gd name="connsiteY8" fmla="*/ 7408985 h 10245970"/>
                      <a:gd name="connsiteX9" fmla="*/ 804498 w 5048251"/>
                      <a:gd name="connsiteY9" fmla="*/ 6869724 h 10245970"/>
                      <a:gd name="connsiteX10" fmla="*/ 288682 w 5048251"/>
                      <a:gd name="connsiteY10" fmla="*/ 6611816 h 10245970"/>
                      <a:gd name="connsiteX11" fmla="*/ 874836 w 5048251"/>
                      <a:gd name="connsiteY11" fmla="*/ 4783016 h 10245970"/>
                      <a:gd name="connsiteX12" fmla="*/ 968620 w 5048251"/>
                      <a:gd name="connsiteY12" fmla="*/ 1852247 h 10245970"/>
                      <a:gd name="connsiteX13" fmla="*/ 874836 w 5048251"/>
                      <a:gd name="connsiteY13" fmla="*/ 937846 h 10245970"/>
                      <a:gd name="connsiteX0" fmla="*/ 874836 w 5048251"/>
                      <a:gd name="connsiteY0" fmla="*/ 937846 h 10245970"/>
                      <a:gd name="connsiteX1" fmla="*/ 3500805 w 5048251"/>
                      <a:gd name="connsiteY1" fmla="*/ 0 h 10245970"/>
                      <a:gd name="connsiteX2" fmla="*/ 5048251 w 5048251"/>
                      <a:gd name="connsiteY2" fmla="*/ 10245970 h 10245970"/>
                      <a:gd name="connsiteX3" fmla="*/ 3758713 w 5048251"/>
                      <a:gd name="connsiteY3" fmla="*/ 8839201 h 10245970"/>
                      <a:gd name="connsiteX4" fmla="*/ 2984989 w 5048251"/>
                      <a:gd name="connsiteY4" fmla="*/ 8932984 h 10245970"/>
                      <a:gd name="connsiteX5" fmla="*/ 1672005 w 5048251"/>
                      <a:gd name="connsiteY5" fmla="*/ 9472247 h 10245970"/>
                      <a:gd name="connsiteX6" fmla="*/ 1179636 w 5048251"/>
                      <a:gd name="connsiteY6" fmla="*/ 8393724 h 10245970"/>
                      <a:gd name="connsiteX7" fmla="*/ 945175 w 5048251"/>
                      <a:gd name="connsiteY7" fmla="*/ 7831015 h 10245970"/>
                      <a:gd name="connsiteX8" fmla="*/ 781051 w 5048251"/>
                      <a:gd name="connsiteY8" fmla="*/ 7408985 h 10245970"/>
                      <a:gd name="connsiteX9" fmla="*/ 804498 w 5048251"/>
                      <a:gd name="connsiteY9" fmla="*/ 6869724 h 10245970"/>
                      <a:gd name="connsiteX10" fmla="*/ 288682 w 5048251"/>
                      <a:gd name="connsiteY10" fmla="*/ 6611816 h 10245970"/>
                      <a:gd name="connsiteX11" fmla="*/ 874836 w 5048251"/>
                      <a:gd name="connsiteY11" fmla="*/ 4783016 h 10245970"/>
                      <a:gd name="connsiteX12" fmla="*/ 968620 w 5048251"/>
                      <a:gd name="connsiteY12" fmla="*/ 1852247 h 10245970"/>
                      <a:gd name="connsiteX13" fmla="*/ 874836 w 5048251"/>
                      <a:gd name="connsiteY13" fmla="*/ 937846 h 10245970"/>
                      <a:gd name="connsiteX0" fmla="*/ 874836 w 5048251"/>
                      <a:gd name="connsiteY0" fmla="*/ 937846 h 10245970"/>
                      <a:gd name="connsiteX1" fmla="*/ 3500805 w 5048251"/>
                      <a:gd name="connsiteY1" fmla="*/ 0 h 10245970"/>
                      <a:gd name="connsiteX2" fmla="*/ 5048251 w 5048251"/>
                      <a:gd name="connsiteY2" fmla="*/ 10245970 h 10245970"/>
                      <a:gd name="connsiteX3" fmla="*/ 3758713 w 5048251"/>
                      <a:gd name="connsiteY3" fmla="*/ 8839201 h 10245970"/>
                      <a:gd name="connsiteX4" fmla="*/ 2984989 w 5048251"/>
                      <a:gd name="connsiteY4" fmla="*/ 8932984 h 10245970"/>
                      <a:gd name="connsiteX5" fmla="*/ 1672005 w 5048251"/>
                      <a:gd name="connsiteY5" fmla="*/ 9472247 h 10245970"/>
                      <a:gd name="connsiteX6" fmla="*/ 1179636 w 5048251"/>
                      <a:gd name="connsiteY6" fmla="*/ 8393724 h 10245970"/>
                      <a:gd name="connsiteX7" fmla="*/ 945175 w 5048251"/>
                      <a:gd name="connsiteY7" fmla="*/ 7831015 h 10245970"/>
                      <a:gd name="connsiteX8" fmla="*/ 781051 w 5048251"/>
                      <a:gd name="connsiteY8" fmla="*/ 7408985 h 10245970"/>
                      <a:gd name="connsiteX9" fmla="*/ 804498 w 5048251"/>
                      <a:gd name="connsiteY9" fmla="*/ 6869724 h 10245970"/>
                      <a:gd name="connsiteX10" fmla="*/ 288682 w 5048251"/>
                      <a:gd name="connsiteY10" fmla="*/ 6611816 h 10245970"/>
                      <a:gd name="connsiteX11" fmla="*/ 874836 w 5048251"/>
                      <a:gd name="connsiteY11" fmla="*/ 4783016 h 10245970"/>
                      <a:gd name="connsiteX12" fmla="*/ 968620 w 5048251"/>
                      <a:gd name="connsiteY12" fmla="*/ 1852247 h 10245970"/>
                      <a:gd name="connsiteX13" fmla="*/ 874836 w 5048251"/>
                      <a:gd name="connsiteY13" fmla="*/ 937846 h 10245970"/>
                      <a:gd name="connsiteX0" fmla="*/ 874836 w 5048251"/>
                      <a:gd name="connsiteY0" fmla="*/ 937846 h 10245970"/>
                      <a:gd name="connsiteX1" fmla="*/ 3500805 w 5048251"/>
                      <a:gd name="connsiteY1" fmla="*/ 0 h 10245970"/>
                      <a:gd name="connsiteX2" fmla="*/ 5048251 w 5048251"/>
                      <a:gd name="connsiteY2" fmla="*/ 10245970 h 10245970"/>
                      <a:gd name="connsiteX3" fmla="*/ 3758713 w 5048251"/>
                      <a:gd name="connsiteY3" fmla="*/ 8839201 h 10245970"/>
                      <a:gd name="connsiteX4" fmla="*/ 2891205 w 5048251"/>
                      <a:gd name="connsiteY4" fmla="*/ 8932984 h 10245970"/>
                      <a:gd name="connsiteX5" fmla="*/ 1672005 w 5048251"/>
                      <a:gd name="connsiteY5" fmla="*/ 9472247 h 10245970"/>
                      <a:gd name="connsiteX6" fmla="*/ 1179636 w 5048251"/>
                      <a:gd name="connsiteY6" fmla="*/ 8393724 h 10245970"/>
                      <a:gd name="connsiteX7" fmla="*/ 945175 w 5048251"/>
                      <a:gd name="connsiteY7" fmla="*/ 7831015 h 10245970"/>
                      <a:gd name="connsiteX8" fmla="*/ 781051 w 5048251"/>
                      <a:gd name="connsiteY8" fmla="*/ 7408985 h 10245970"/>
                      <a:gd name="connsiteX9" fmla="*/ 804498 w 5048251"/>
                      <a:gd name="connsiteY9" fmla="*/ 6869724 h 10245970"/>
                      <a:gd name="connsiteX10" fmla="*/ 288682 w 5048251"/>
                      <a:gd name="connsiteY10" fmla="*/ 6611816 h 10245970"/>
                      <a:gd name="connsiteX11" fmla="*/ 874836 w 5048251"/>
                      <a:gd name="connsiteY11" fmla="*/ 4783016 h 10245970"/>
                      <a:gd name="connsiteX12" fmla="*/ 968620 w 5048251"/>
                      <a:gd name="connsiteY12" fmla="*/ 1852247 h 10245970"/>
                      <a:gd name="connsiteX13" fmla="*/ 874836 w 5048251"/>
                      <a:gd name="connsiteY13" fmla="*/ 937846 h 10245970"/>
                      <a:gd name="connsiteX0" fmla="*/ 874836 w 5048251"/>
                      <a:gd name="connsiteY0" fmla="*/ 937846 h 10245970"/>
                      <a:gd name="connsiteX1" fmla="*/ 3500805 w 5048251"/>
                      <a:gd name="connsiteY1" fmla="*/ 0 h 10245970"/>
                      <a:gd name="connsiteX2" fmla="*/ 5048251 w 5048251"/>
                      <a:gd name="connsiteY2" fmla="*/ 10245970 h 10245970"/>
                      <a:gd name="connsiteX3" fmla="*/ 3758713 w 5048251"/>
                      <a:gd name="connsiteY3" fmla="*/ 8839201 h 10245970"/>
                      <a:gd name="connsiteX4" fmla="*/ 2891205 w 5048251"/>
                      <a:gd name="connsiteY4" fmla="*/ 8932984 h 10245970"/>
                      <a:gd name="connsiteX5" fmla="*/ 1672005 w 5048251"/>
                      <a:gd name="connsiteY5" fmla="*/ 9472247 h 10245970"/>
                      <a:gd name="connsiteX6" fmla="*/ 1179636 w 5048251"/>
                      <a:gd name="connsiteY6" fmla="*/ 8393724 h 10245970"/>
                      <a:gd name="connsiteX7" fmla="*/ 945175 w 5048251"/>
                      <a:gd name="connsiteY7" fmla="*/ 7831015 h 10245970"/>
                      <a:gd name="connsiteX8" fmla="*/ 781051 w 5048251"/>
                      <a:gd name="connsiteY8" fmla="*/ 7408985 h 10245970"/>
                      <a:gd name="connsiteX9" fmla="*/ 804498 w 5048251"/>
                      <a:gd name="connsiteY9" fmla="*/ 6869724 h 10245970"/>
                      <a:gd name="connsiteX10" fmla="*/ 288682 w 5048251"/>
                      <a:gd name="connsiteY10" fmla="*/ 6611816 h 10245970"/>
                      <a:gd name="connsiteX11" fmla="*/ 874836 w 5048251"/>
                      <a:gd name="connsiteY11" fmla="*/ 4783016 h 10245970"/>
                      <a:gd name="connsiteX12" fmla="*/ 968620 w 5048251"/>
                      <a:gd name="connsiteY12" fmla="*/ 1852247 h 10245970"/>
                      <a:gd name="connsiteX13" fmla="*/ 874836 w 5048251"/>
                      <a:gd name="connsiteY13" fmla="*/ 937846 h 10245970"/>
                      <a:gd name="connsiteX0" fmla="*/ 874836 w 5048251"/>
                      <a:gd name="connsiteY0" fmla="*/ 937846 h 10245970"/>
                      <a:gd name="connsiteX1" fmla="*/ 3500805 w 5048251"/>
                      <a:gd name="connsiteY1" fmla="*/ 0 h 10245970"/>
                      <a:gd name="connsiteX2" fmla="*/ 5048251 w 5048251"/>
                      <a:gd name="connsiteY2" fmla="*/ 10245970 h 10245970"/>
                      <a:gd name="connsiteX3" fmla="*/ 3758713 w 5048251"/>
                      <a:gd name="connsiteY3" fmla="*/ 8839201 h 10245970"/>
                      <a:gd name="connsiteX4" fmla="*/ 2891205 w 5048251"/>
                      <a:gd name="connsiteY4" fmla="*/ 8932984 h 10245970"/>
                      <a:gd name="connsiteX5" fmla="*/ 1672005 w 5048251"/>
                      <a:gd name="connsiteY5" fmla="*/ 9472247 h 10245970"/>
                      <a:gd name="connsiteX6" fmla="*/ 1179636 w 5048251"/>
                      <a:gd name="connsiteY6" fmla="*/ 8393724 h 10245970"/>
                      <a:gd name="connsiteX7" fmla="*/ 945175 w 5048251"/>
                      <a:gd name="connsiteY7" fmla="*/ 7831015 h 10245970"/>
                      <a:gd name="connsiteX8" fmla="*/ 781051 w 5048251"/>
                      <a:gd name="connsiteY8" fmla="*/ 7408985 h 10245970"/>
                      <a:gd name="connsiteX9" fmla="*/ 804498 w 5048251"/>
                      <a:gd name="connsiteY9" fmla="*/ 6869724 h 10245970"/>
                      <a:gd name="connsiteX10" fmla="*/ 288682 w 5048251"/>
                      <a:gd name="connsiteY10" fmla="*/ 6611816 h 10245970"/>
                      <a:gd name="connsiteX11" fmla="*/ 874836 w 5048251"/>
                      <a:gd name="connsiteY11" fmla="*/ 4783016 h 10245970"/>
                      <a:gd name="connsiteX12" fmla="*/ 968620 w 5048251"/>
                      <a:gd name="connsiteY12" fmla="*/ 1852247 h 10245970"/>
                      <a:gd name="connsiteX13" fmla="*/ 874836 w 5048251"/>
                      <a:gd name="connsiteY13" fmla="*/ 937846 h 10245970"/>
                      <a:gd name="connsiteX0" fmla="*/ 874836 w 4977913"/>
                      <a:gd name="connsiteY0" fmla="*/ 937846 h 10222524"/>
                      <a:gd name="connsiteX1" fmla="*/ 3500805 w 4977913"/>
                      <a:gd name="connsiteY1" fmla="*/ 0 h 10222524"/>
                      <a:gd name="connsiteX2" fmla="*/ 4977913 w 4977913"/>
                      <a:gd name="connsiteY2" fmla="*/ 10222524 h 10222524"/>
                      <a:gd name="connsiteX3" fmla="*/ 3758713 w 4977913"/>
                      <a:gd name="connsiteY3" fmla="*/ 8839201 h 10222524"/>
                      <a:gd name="connsiteX4" fmla="*/ 2891205 w 4977913"/>
                      <a:gd name="connsiteY4" fmla="*/ 8932984 h 10222524"/>
                      <a:gd name="connsiteX5" fmla="*/ 1672005 w 4977913"/>
                      <a:gd name="connsiteY5" fmla="*/ 9472247 h 10222524"/>
                      <a:gd name="connsiteX6" fmla="*/ 1179636 w 4977913"/>
                      <a:gd name="connsiteY6" fmla="*/ 8393724 h 10222524"/>
                      <a:gd name="connsiteX7" fmla="*/ 945175 w 4977913"/>
                      <a:gd name="connsiteY7" fmla="*/ 7831015 h 10222524"/>
                      <a:gd name="connsiteX8" fmla="*/ 781051 w 4977913"/>
                      <a:gd name="connsiteY8" fmla="*/ 7408985 h 10222524"/>
                      <a:gd name="connsiteX9" fmla="*/ 804498 w 4977913"/>
                      <a:gd name="connsiteY9" fmla="*/ 6869724 h 10222524"/>
                      <a:gd name="connsiteX10" fmla="*/ 288682 w 4977913"/>
                      <a:gd name="connsiteY10" fmla="*/ 6611816 h 10222524"/>
                      <a:gd name="connsiteX11" fmla="*/ 874836 w 4977913"/>
                      <a:gd name="connsiteY11" fmla="*/ 4783016 h 10222524"/>
                      <a:gd name="connsiteX12" fmla="*/ 968620 w 4977913"/>
                      <a:gd name="connsiteY12" fmla="*/ 1852247 h 10222524"/>
                      <a:gd name="connsiteX13" fmla="*/ 874836 w 4977913"/>
                      <a:gd name="connsiteY13" fmla="*/ 937846 h 10222524"/>
                      <a:gd name="connsiteX0" fmla="*/ 874836 w 4977913"/>
                      <a:gd name="connsiteY0" fmla="*/ 937846 h 10222524"/>
                      <a:gd name="connsiteX1" fmla="*/ 3500805 w 4977913"/>
                      <a:gd name="connsiteY1" fmla="*/ 0 h 10222524"/>
                      <a:gd name="connsiteX2" fmla="*/ 4368314 w 4977913"/>
                      <a:gd name="connsiteY2" fmla="*/ 5955323 h 10222524"/>
                      <a:gd name="connsiteX3" fmla="*/ 4977913 w 4977913"/>
                      <a:gd name="connsiteY3" fmla="*/ 10222524 h 10222524"/>
                      <a:gd name="connsiteX4" fmla="*/ 3758713 w 4977913"/>
                      <a:gd name="connsiteY4" fmla="*/ 8839201 h 10222524"/>
                      <a:gd name="connsiteX5" fmla="*/ 2891205 w 4977913"/>
                      <a:gd name="connsiteY5" fmla="*/ 8932984 h 10222524"/>
                      <a:gd name="connsiteX6" fmla="*/ 1672005 w 4977913"/>
                      <a:gd name="connsiteY6" fmla="*/ 9472247 h 10222524"/>
                      <a:gd name="connsiteX7" fmla="*/ 1179636 w 4977913"/>
                      <a:gd name="connsiteY7" fmla="*/ 8393724 h 10222524"/>
                      <a:gd name="connsiteX8" fmla="*/ 945175 w 4977913"/>
                      <a:gd name="connsiteY8" fmla="*/ 7831015 h 10222524"/>
                      <a:gd name="connsiteX9" fmla="*/ 781051 w 4977913"/>
                      <a:gd name="connsiteY9" fmla="*/ 7408985 h 10222524"/>
                      <a:gd name="connsiteX10" fmla="*/ 804498 w 4977913"/>
                      <a:gd name="connsiteY10" fmla="*/ 6869724 h 10222524"/>
                      <a:gd name="connsiteX11" fmla="*/ 288682 w 4977913"/>
                      <a:gd name="connsiteY11" fmla="*/ 6611816 h 10222524"/>
                      <a:gd name="connsiteX12" fmla="*/ 874836 w 4977913"/>
                      <a:gd name="connsiteY12" fmla="*/ 4783016 h 10222524"/>
                      <a:gd name="connsiteX13" fmla="*/ 968620 w 4977913"/>
                      <a:gd name="connsiteY13" fmla="*/ 1852247 h 10222524"/>
                      <a:gd name="connsiteX14" fmla="*/ 874836 w 4977913"/>
                      <a:gd name="connsiteY14" fmla="*/ 937846 h 10222524"/>
                      <a:gd name="connsiteX0" fmla="*/ 874836 w 7603883"/>
                      <a:gd name="connsiteY0" fmla="*/ 937846 h 10222524"/>
                      <a:gd name="connsiteX1" fmla="*/ 3500805 w 7603883"/>
                      <a:gd name="connsiteY1" fmla="*/ 0 h 10222524"/>
                      <a:gd name="connsiteX2" fmla="*/ 7603883 w 7603883"/>
                      <a:gd name="connsiteY2" fmla="*/ 7971692 h 10222524"/>
                      <a:gd name="connsiteX3" fmla="*/ 4977913 w 7603883"/>
                      <a:gd name="connsiteY3" fmla="*/ 10222524 h 10222524"/>
                      <a:gd name="connsiteX4" fmla="*/ 3758713 w 7603883"/>
                      <a:gd name="connsiteY4" fmla="*/ 8839201 h 10222524"/>
                      <a:gd name="connsiteX5" fmla="*/ 2891205 w 7603883"/>
                      <a:gd name="connsiteY5" fmla="*/ 8932984 h 10222524"/>
                      <a:gd name="connsiteX6" fmla="*/ 1672005 w 7603883"/>
                      <a:gd name="connsiteY6" fmla="*/ 9472247 h 10222524"/>
                      <a:gd name="connsiteX7" fmla="*/ 1179636 w 7603883"/>
                      <a:gd name="connsiteY7" fmla="*/ 8393724 h 10222524"/>
                      <a:gd name="connsiteX8" fmla="*/ 945175 w 7603883"/>
                      <a:gd name="connsiteY8" fmla="*/ 7831015 h 10222524"/>
                      <a:gd name="connsiteX9" fmla="*/ 781051 w 7603883"/>
                      <a:gd name="connsiteY9" fmla="*/ 7408985 h 10222524"/>
                      <a:gd name="connsiteX10" fmla="*/ 804498 w 7603883"/>
                      <a:gd name="connsiteY10" fmla="*/ 6869724 h 10222524"/>
                      <a:gd name="connsiteX11" fmla="*/ 288682 w 7603883"/>
                      <a:gd name="connsiteY11" fmla="*/ 6611816 h 10222524"/>
                      <a:gd name="connsiteX12" fmla="*/ 874836 w 7603883"/>
                      <a:gd name="connsiteY12" fmla="*/ 4783016 h 10222524"/>
                      <a:gd name="connsiteX13" fmla="*/ 968620 w 7603883"/>
                      <a:gd name="connsiteY13" fmla="*/ 1852247 h 10222524"/>
                      <a:gd name="connsiteX14" fmla="*/ 874836 w 7603883"/>
                      <a:gd name="connsiteY14" fmla="*/ 937846 h 10222524"/>
                      <a:gd name="connsiteX0" fmla="*/ 874836 w 7603883"/>
                      <a:gd name="connsiteY0" fmla="*/ 937846 h 10222524"/>
                      <a:gd name="connsiteX1" fmla="*/ 3500805 w 7603883"/>
                      <a:gd name="connsiteY1" fmla="*/ 0 h 10222524"/>
                      <a:gd name="connsiteX2" fmla="*/ 5259268 w 7603883"/>
                      <a:gd name="connsiteY2" fmla="*/ 3399692 h 10222524"/>
                      <a:gd name="connsiteX3" fmla="*/ 7603883 w 7603883"/>
                      <a:gd name="connsiteY3" fmla="*/ 7971692 h 10222524"/>
                      <a:gd name="connsiteX4" fmla="*/ 4977913 w 7603883"/>
                      <a:gd name="connsiteY4" fmla="*/ 10222524 h 10222524"/>
                      <a:gd name="connsiteX5" fmla="*/ 3758713 w 7603883"/>
                      <a:gd name="connsiteY5" fmla="*/ 8839201 h 10222524"/>
                      <a:gd name="connsiteX6" fmla="*/ 2891205 w 7603883"/>
                      <a:gd name="connsiteY6" fmla="*/ 8932984 h 10222524"/>
                      <a:gd name="connsiteX7" fmla="*/ 1672005 w 7603883"/>
                      <a:gd name="connsiteY7" fmla="*/ 9472247 h 10222524"/>
                      <a:gd name="connsiteX8" fmla="*/ 1179636 w 7603883"/>
                      <a:gd name="connsiteY8" fmla="*/ 8393724 h 10222524"/>
                      <a:gd name="connsiteX9" fmla="*/ 945175 w 7603883"/>
                      <a:gd name="connsiteY9" fmla="*/ 7831015 h 10222524"/>
                      <a:gd name="connsiteX10" fmla="*/ 781051 w 7603883"/>
                      <a:gd name="connsiteY10" fmla="*/ 7408985 h 10222524"/>
                      <a:gd name="connsiteX11" fmla="*/ 804498 w 7603883"/>
                      <a:gd name="connsiteY11" fmla="*/ 6869724 h 10222524"/>
                      <a:gd name="connsiteX12" fmla="*/ 288682 w 7603883"/>
                      <a:gd name="connsiteY12" fmla="*/ 6611816 h 10222524"/>
                      <a:gd name="connsiteX13" fmla="*/ 874836 w 7603883"/>
                      <a:gd name="connsiteY13" fmla="*/ 4783016 h 10222524"/>
                      <a:gd name="connsiteX14" fmla="*/ 968620 w 7603883"/>
                      <a:gd name="connsiteY14" fmla="*/ 1852247 h 10222524"/>
                      <a:gd name="connsiteX15" fmla="*/ 874836 w 7603883"/>
                      <a:gd name="connsiteY15" fmla="*/ 937846 h 10222524"/>
                      <a:gd name="connsiteX0" fmla="*/ 874836 w 7603883"/>
                      <a:gd name="connsiteY0" fmla="*/ 937846 h 10222524"/>
                      <a:gd name="connsiteX1" fmla="*/ 3500805 w 7603883"/>
                      <a:gd name="connsiteY1" fmla="*/ 0 h 10222524"/>
                      <a:gd name="connsiteX2" fmla="*/ 7345975 w 7603883"/>
                      <a:gd name="connsiteY2" fmla="*/ 5931877 h 10222524"/>
                      <a:gd name="connsiteX3" fmla="*/ 7603883 w 7603883"/>
                      <a:gd name="connsiteY3" fmla="*/ 7971692 h 10222524"/>
                      <a:gd name="connsiteX4" fmla="*/ 4977913 w 7603883"/>
                      <a:gd name="connsiteY4" fmla="*/ 10222524 h 10222524"/>
                      <a:gd name="connsiteX5" fmla="*/ 3758713 w 7603883"/>
                      <a:gd name="connsiteY5" fmla="*/ 8839201 h 10222524"/>
                      <a:gd name="connsiteX6" fmla="*/ 2891205 w 7603883"/>
                      <a:gd name="connsiteY6" fmla="*/ 8932984 h 10222524"/>
                      <a:gd name="connsiteX7" fmla="*/ 1672005 w 7603883"/>
                      <a:gd name="connsiteY7" fmla="*/ 9472247 h 10222524"/>
                      <a:gd name="connsiteX8" fmla="*/ 1179636 w 7603883"/>
                      <a:gd name="connsiteY8" fmla="*/ 8393724 h 10222524"/>
                      <a:gd name="connsiteX9" fmla="*/ 945175 w 7603883"/>
                      <a:gd name="connsiteY9" fmla="*/ 7831015 h 10222524"/>
                      <a:gd name="connsiteX10" fmla="*/ 781051 w 7603883"/>
                      <a:gd name="connsiteY10" fmla="*/ 7408985 h 10222524"/>
                      <a:gd name="connsiteX11" fmla="*/ 804498 w 7603883"/>
                      <a:gd name="connsiteY11" fmla="*/ 6869724 h 10222524"/>
                      <a:gd name="connsiteX12" fmla="*/ 288682 w 7603883"/>
                      <a:gd name="connsiteY12" fmla="*/ 6611816 h 10222524"/>
                      <a:gd name="connsiteX13" fmla="*/ 874836 w 7603883"/>
                      <a:gd name="connsiteY13" fmla="*/ 4783016 h 10222524"/>
                      <a:gd name="connsiteX14" fmla="*/ 968620 w 7603883"/>
                      <a:gd name="connsiteY14" fmla="*/ 1852247 h 10222524"/>
                      <a:gd name="connsiteX15" fmla="*/ 874836 w 7603883"/>
                      <a:gd name="connsiteY15" fmla="*/ 937846 h 10222524"/>
                      <a:gd name="connsiteX0" fmla="*/ 874836 w 7603883"/>
                      <a:gd name="connsiteY0" fmla="*/ 937846 h 10222524"/>
                      <a:gd name="connsiteX1" fmla="*/ 3500805 w 7603883"/>
                      <a:gd name="connsiteY1" fmla="*/ 0 h 10222524"/>
                      <a:gd name="connsiteX2" fmla="*/ 7345975 w 7603883"/>
                      <a:gd name="connsiteY2" fmla="*/ 5931877 h 10222524"/>
                      <a:gd name="connsiteX3" fmla="*/ 7603883 w 7603883"/>
                      <a:gd name="connsiteY3" fmla="*/ 7971692 h 10222524"/>
                      <a:gd name="connsiteX4" fmla="*/ 4977913 w 7603883"/>
                      <a:gd name="connsiteY4" fmla="*/ 10222524 h 10222524"/>
                      <a:gd name="connsiteX5" fmla="*/ 3758713 w 7603883"/>
                      <a:gd name="connsiteY5" fmla="*/ 8839201 h 10222524"/>
                      <a:gd name="connsiteX6" fmla="*/ 2891205 w 7603883"/>
                      <a:gd name="connsiteY6" fmla="*/ 8932984 h 10222524"/>
                      <a:gd name="connsiteX7" fmla="*/ 1672005 w 7603883"/>
                      <a:gd name="connsiteY7" fmla="*/ 9472247 h 10222524"/>
                      <a:gd name="connsiteX8" fmla="*/ 1179636 w 7603883"/>
                      <a:gd name="connsiteY8" fmla="*/ 8393724 h 10222524"/>
                      <a:gd name="connsiteX9" fmla="*/ 945175 w 7603883"/>
                      <a:gd name="connsiteY9" fmla="*/ 7831015 h 10222524"/>
                      <a:gd name="connsiteX10" fmla="*/ 781051 w 7603883"/>
                      <a:gd name="connsiteY10" fmla="*/ 7408985 h 10222524"/>
                      <a:gd name="connsiteX11" fmla="*/ 804498 w 7603883"/>
                      <a:gd name="connsiteY11" fmla="*/ 6869724 h 10222524"/>
                      <a:gd name="connsiteX12" fmla="*/ 288682 w 7603883"/>
                      <a:gd name="connsiteY12" fmla="*/ 6611816 h 10222524"/>
                      <a:gd name="connsiteX13" fmla="*/ 874836 w 7603883"/>
                      <a:gd name="connsiteY13" fmla="*/ 4783016 h 10222524"/>
                      <a:gd name="connsiteX14" fmla="*/ 968620 w 7603883"/>
                      <a:gd name="connsiteY14" fmla="*/ 1852247 h 10222524"/>
                      <a:gd name="connsiteX15" fmla="*/ 874836 w 7603883"/>
                      <a:gd name="connsiteY15" fmla="*/ 937846 h 10222524"/>
                      <a:gd name="connsiteX0" fmla="*/ 874836 w 7603883"/>
                      <a:gd name="connsiteY0" fmla="*/ 937846 h 10222524"/>
                      <a:gd name="connsiteX1" fmla="*/ 3500805 w 7603883"/>
                      <a:gd name="connsiteY1" fmla="*/ 0 h 10222524"/>
                      <a:gd name="connsiteX2" fmla="*/ 7345975 w 7603883"/>
                      <a:gd name="connsiteY2" fmla="*/ 5931877 h 10222524"/>
                      <a:gd name="connsiteX3" fmla="*/ 7603883 w 7603883"/>
                      <a:gd name="connsiteY3" fmla="*/ 7971692 h 10222524"/>
                      <a:gd name="connsiteX4" fmla="*/ 4977913 w 7603883"/>
                      <a:gd name="connsiteY4" fmla="*/ 10222524 h 10222524"/>
                      <a:gd name="connsiteX5" fmla="*/ 3758713 w 7603883"/>
                      <a:gd name="connsiteY5" fmla="*/ 8839201 h 10222524"/>
                      <a:gd name="connsiteX6" fmla="*/ 2891205 w 7603883"/>
                      <a:gd name="connsiteY6" fmla="*/ 8932984 h 10222524"/>
                      <a:gd name="connsiteX7" fmla="*/ 1672005 w 7603883"/>
                      <a:gd name="connsiteY7" fmla="*/ 9472247 h 10222524"/>
                      <a:gd name="connsiteX8" fmla="*/ 1179636 w 7603883"/>
                      <a:gd name="connsiteY8" fmla="*/ 8393724 h 10222524"/>
                      <a:gd name="connsiteX9" fmla="*/ 945175 w 7603883"/>
                      <a:gd name="connsiteY9" fmla="*/ 7831015 h 10222524"/>
                      <a:gd name="connsiteX10" fmla="*/ 781051 w 7603883"/>
                      <a:gd name="connsiteY10" fmla="*/ 7408985 h 10222524"/>
                      <a:gd name="connsiteX11" fmla="*/ 804498 w 7603883"/>
                      <a:gd name="connsiteY11" fmla="*/ 6869724 h 10222524"/>
                      <a:gd name="connsiteX12" fmla="*/ 288682 w 7603883"/>
                      <a:gd name="connsiteY12" fmla="*/ 6611816 h 10222524"/>
                      <a:gd name="connsiteX13" fmla="*/ 874836 w 7603883"/>
                      <a:gd name="connsiteY13" fmla="*/ 4783016 h 10222524"/>
                      <a:gd name="connsiteX14" fmla="*/ 968620 w 7603883"/>
                      <a:gd name="connsiteY14" fmla="*/ 1852247 h 10222524"/>
                      <a:gd name="connsiteX15" fmla="*/ 874836 w 7603883"/>
                      <a:gd name="connsiteY15" fmla="*/ 937846 h 10222524"/>
                      <a:gd name="connsiteX0" fmla="*/ 874836 w 7603883"/>
                      <a:gd name="connsiteY0" fmla="*/ 937846 h 10222524"/>
                      <a:gd name="connsiteX1" fmla="*/ 3500805 w 7603883"/>
                      <a:gd name="connsiteY1" fmla="*/ 0 h 10222524"/>
                      <a:gd name="connsiteX2" fmla="*/ 7345975 w 7603883"/>
                      <a:gd name="connsiteY2" fmla="*/ 5931877 h 10222524"/>
                      <a:gd name="connsiteX3" fmla="*/ 7603883 w 7603883"/>
                      <a:gd name="connsiteY3" fmla="*/ 7971692 h 10222524"/>
                      <a:gd name="connsiteX4" fmla="*/ 4977913 w 7603883"/>
                      <a:gd name="connsiteY4" fmla="*/ 10222524 h 10222524"/>
                      <a:gd name="connsiteX5" fmla="*/ 3758713 w 7603883"/>
                      <a:gd name="connsiteY5" fmla="*/ 8839201 h 10222524"/>
                      <a:gd name="connsiteX6" fmla="*/ 2891205 w 7603883"/>
                      <a:gd name="connsiteY6" fmla="*/ 8932984 h 10222524"/>
                      <a:gd name="connsiteX7" fmla="*/ 1672005 w 7603883"/>
                      <a:gd name="connsiteY7" fmla="*/ 9472247 h 10222524"/>
                      <a:gd name="connsiteX8" fmla="*/ 1179636 w 7603883"/>
                      <a:gd name="connsiteY8" fmla="*/ 8393724 h 10222524"/>
                      <a:gd name="connsiteX9" fmla="*/ 945175 w 7603883"/>
                      <a:gd name="connsiteY9" fmla="*/ 7831015 h 10222524"/>
                      <a:gd name="connsiteX10" fmla="*/ 781051 w 7603883"/>
                      <a:gd name="connsiteY10" fmla="*/ 7408985 h 10222524"/>
                      <a:gd name="connsiteX11" fmla="*/ 804498 w 7603883"/>
                      <a:gd name="connsiteY11" fmla="*/ 6869724 h 10222524"/>
                      <a:gd name="connsiteX12" fmla="*/ 288682 w 7603883"/>
                      <a:gd name="connsiteY12" fmla="*/ 6611816 h 10222524"/>
                      <a:gd name="connsiteX13" fmla="*/ 874836 w 7603883"/>
                      <a:gd name="connsiteY13" fmla="*/ 4783016 h 10222524"/>
                      <a:gd name="connsiteX14" fmla="*/ 968620 w 7603883"/>
                      <a:gd name="connsiteY14" fmla="*/ 1852247 h 10222524"/>
                      <a:gd name="connsiteX15" fmla="*/ 874836 w 7603883"/>
                      <a:gd name="connsiteY15" fmla="*/ 937846 h 10222524"/>
                      <a:gd name="connsiteX0" fmla="*/ 874836 w 7603883"/>
                      <a:gd name="connsiteY0" fmla="*/ 937846 h 10222524"/>
                      <a:gd name="connsiteX1" fmla="*/ 3500805 w 7603883"/>
                      <a:gd name="connsiteY1" fmla="*/ 0 h 10222524"/>
                      <a:gd name="connsiteX2" fmla="*/ 5728191 w 7603883"/>
                      <a:gd name="connsiteY2" fmla="*/ 3423138 h 10222524"/>
                      <a:gd name="connsiteX3" fmla="*/ 7345975 w 7603883"/>
                      <a:gd name="connsiteY3" fmla="*/ 5931877 h 10222524"/>
                      <a:gd name="connsiteX4" fmla="*/ 7603883 w 7603883"/>
                      <a:gd name="connsiteY4" fmla="*/ 7971692 h 10222524"/>
                      <a:gd name="connsiteX5" fmla="*/ 4977913 w 7603883"/>
                      <a:gd name="connsiteY5" fmla="*/ 10222524 h 10222524"/>
                      <a:gd name="connsiteX6" fmla="*/ 3758713 w 7603883"/>
                      <a:gd name="connsiteY6" fmla="*/ 8839201 h 10222524"/>
                      <a:gd name="connsiteX7" fmla="*/ 2891205 w 7603883"/>
                      <a:gd name="connsiteY7" fmla="*/ 8932984 h 10222524"/>
                      <a:gd name="connsiteX8" fmla="*/ 1672005 w 7603883"/>
                      <a:gd name="connsiteY8" fmla="*/ 9472247 h 10222524"/>
                      <a:gd name="connsiteX9" fmla="*/ 1179636 w 7603883"/>
                      <a:gd name="connsiteY9" fmla="*/ 8393724 h 10222524"/>
                      <a:gd name="connsiteX10" fmla="*/ 945175 w 7603883"/>
                      <a:gd name="connsiteY10" fmla="*/ 7831015 h 10222524"/>
                      <a:gd name="connsiteX11" fmla="*/ 781051 w 7603883"/>
                      <a:gd name="connsiteY11" fmla="*/ 7408985 h 10222524"/>
                      <a:gd name="connsiteX12" fmla="*/ 804498 w 7603883"/>
                      <a:gd name="connsiteY12" fmla="*/ 6869724 h 10222524"/>
                      <a:gd name="connsiteX13" fmla="*/ 288682 w 7603883"/>
                      <a:gd name="connsiteY13" fmla="*/ 6611816 h 10222524"/>
                      <a:gd name="connsiteX14" fmla="*/ 874836 w 7603883"/>
                      <a:gd name="connsiteY14" fmla="*/ 4783016 h 10222524"/>
                      <a:gd name="connsiteX15" fmla="*/ 968620 w 7603883"/>
                      <a:gd name="connsiteY15" fmla="*/ 1852247 h 10222524"/>
                      <a:gd name="connsiteX16" fmla="*/ 874836 w 7603883"/>
                      <a:gd name="connsiteY16" fmla="*/ 937846 h 10222524"/>
                      <a:gd name="connsiteX0" fmla="*/ 874836 w 8588622"/>
                      <a:gd name="connsiteY0" fmla="*/ 937846 h 10222524"/>
                      <a:gd name="connsiteX1" fmla="*/ 3500805 w 8588622"/>
                      <a:gd name="connsiteY1" fmla="*/ 0 h 10222524"/>
                      <a:gd name="connsiteX2" fmla="*/ 8588622 w 8588622"/>
                      <a:gd name="connsiteY2" fmla="*/ 4009292 h 10222524"/>
                      <a:gd name="connsiteX3" fmla="*/ 7345975 w 8588622"/>
                      <a:gd name="connsiteY3" fmla="*/ 5931877 h 10222524"/>
                      <a:gd name="connsiteX4" fmla="*/ 7603883 w 8588622"/>
                      <a:gd name="connsiteY4" fmla="*/ 7971692 h 10222524"/>
                      <a:gd name="connsiteX5" fmla="*/ 4977913 w 8588622"/>
                      <a:gd name="connsiteY5" fmla="*/ 10222524 h 10222524"/>
                      <a:gd name="connsiteX6" fmla="*/ 3758713 w 8588622"/>
                      <a:gd name="connsiteY6" fmla="*/ 8839201 h 10222524"/>
                      <a:gd name="connsiteX7" fmla="*/ 2891205 w 8588622"/>
                      <a:gd name="connsiteY7" fmla="*/ 8932984 h 10222524"/>
                      <a:gd name="connsiteX8" fmla="*/ 1672005 w 8588622"/>
                      <a:gd name="connsiteY8" fmla="*/ 9472247 h 10222524"/>
                      <a:gd name="connsiteX9" fmla="*/ 1179636 w 8588622"/>
                      <a:gd name="connsiteY9" fmla="*/ 8393724 h 10222524"/>
                      <a:gd name="connsiteX10" fmla="*/ 945175 w 8588622"/>
                      <a:gd name="connsiteY10" fmla="*/ 7831015 h 10222524"/>
                      <a:gd name="connsiteX11" fmla="*/ 781051 w 8588622"/>
                      <a:gd name="connsiteY11" fmla="*/ 7408985 h 10222524"/>
                      <a:gd name="connsiteX12" fmla="*/ 804498 w 8588622"/>
                      <a:gd name="connsiteY12" fmla="*/ 6869724 h 10222524"/>
                      <a:gd name="connsiteX13" fmla="*/ 288682 w 8588622"/>
                      <a:gd name="connsiteY13" fmla="*/ 6611816 h 10222524"/>
                      <a:gd name="connsiteX14" fmla="*/ 874836 w 8588622"/>
                      <a:gd name="connsiteY14" fmla="*/ 4783016 h 10222524"/>
                      <a:gd name="connsiteX15" fmla="*/ 968620 w 8588622"/>
                      <a:gd name="connsiteY15" fmla="*/ 1852247 h 10222524"/>
                      <a:gd name="connsiteX16" fmla="*/ 874836 w 8588622"/>
                      <a:gd name="connsiteY16" fmla="*/ 937846 h 10222524"/>
                      <a:gd name="connsiteX0" fmla="*/ 874836 w 8588622"/>
                      <a:gd name="connsiteY0" fmla="*/ 937846 h 10222524"/>
                      <a:gd name="connsiteX1" fmla="*/ 3500805 w 8588622"/>
                      <a:gd name="connsiteY1" fmla="*/ 0 h 10222524"/>
                      <a:gd name="connsiteX2" fmla="*/ 8588622 w 8588622"/>
                      <a:gd name="connsiteY2" fmla="*/ 4009292 h 10222524"/>
                      <a:gd name="connsiteX3" fmla="*/ 7345975 w 8588622"/>
                      <a:gd name="connsiteY3" fmla="*/ 5931877 h 10222524"/>
                      <a:gd name="connsiteX4" fmla="*/ 7603883 w 8588622"/>
                      <a:gd name="connsiteY4" fmla="*/ 7971692 h 10222524"/>
                      <a:gd name="connsiteX5" fmla="*/ 4977913 w 8588622"/>
                      <a:gd name="connsiteY5" fmla="*/ 10222524 h 10222524"/>
                      <a:gd name="connsiteX6" fmla="*/ 3758713 w 8588622"/>
                      <a:gd name="connsiteY6" fmla="*/ 8839201 h 10222524"/>
                      <a:gd name="connsiteX7" fmla="*/ 2891205 w 8588622"/>
                      <a:gd name="connsiteY7" fmla="*/ 8932984 h 10222524"/>
                      <a:gd name="connsiteX8" fmla="*/ 1672005 w 8588622"/>
                      <a:gd name="connsiteY8" fmla="*/ 9472247 h 10222524"/>
                      <a:gd name="connsiteX9" fmla="*/ 1179636 w 8588622"/>
                      <a:gd name="connsiteY9" fmla="*/ 8393724 h 10222524"/>
                      <a:gd name="connsiteX10" fmla="*/ 945175 w 8588622"/>
                      <a:gd name="connsiteY10" fmla="*/ 7831015 h 10222524"/>
                      <a:gd name="connsiteX11" fmla="*/ 781051 w 8588622"/>
                      <a:gd name="connsiteY11" fmla="*/ 7408985 h 10222524"/>
                      <a:gd name="connsiteX12" fmla="*/ 804498 w 8588622"/>
                      <a:gd name="connsiteY12" fmla="*/ 6869724 h 10222524"/>
                      <a:gd name="connsiteX13" fmla="*/ 288682 w 8588622"/>
                      <a:gd name="connsiteY13" fmla="*/ 6611816 h 10222524"/>
                      <a:gd name="connsiteX14" fmla="*/ 874836 w 8588622"/>
                      <a:gd name="connsiteY14" fmla="*/ 4783016 h 10222524"/>
                      <a:gd name="connsiteX15" fmla="*/ 968620 w 8588622"/>
                      <a:gd name="connsiteY15" fmla="*/ 1852247 h 10222524"/>
                      <a:gd name="connsiteX16" fmla="*/ 874836 w 8588622"/>
                      <a:gd name="connsiteY16" fmla="*/ 937846 h 10222524"/>
                      <a:gd name="connsiteX0" fmla="*/ 874836 w 8494838"/>
                      <a:gd name="connsiteY0" fmla="*/ 937846 h 10222524"/>
                      <a:gd name="connsiteX1" fmla="*/ 3500805 w 8494838"/>
                      <a:gd name="connsiteY1" fmla="*/ 0 h 10222524"/>
                      <a:gd name="connsiteX2" fmla="*/ 8494838 w 8494838"/>
                      <a:gd name="connsiteY2" fmla="*/ 3938954 h 10222524"/>
                      <a:gd name="connsiteX3" fmla="*/ 7345975 w 8494838"/>
                      <a:gd name="connsiteY3" fmla="*/ 5931877 h 10222524"/>
                      <a:gd name="connsiteX4" fmla="*/ 7603883 w 8494838"/>
                      <a:gd name="connsiteY4" fmla="*/ 7971692 h 10222524"/>
                      <a:gd name="connsiteX5" fmla="*/ 4977913 w 8494838"/>
                      <a:gd name="connsiteY5" fmla="*/ 10222524 h 10222524"/>
                      <a:gd name="connsiteX6" fmla="*/ 3758713 w 8494838"/>
                      <a:gd name="connsiteY6" fmla="*/ 8839201 h 10222524"/>
                      <a:gd name="connsiteX7" fmla="*/ 2891205 w 8494838"/>
                      <a:gd name="connsiteY7" fmla="*/ 8932984 h 10222524"/>
                      <a:gd name="connsiteX8" fmla="*/ 1672005 w 8494838"/>
                      <a:gd name="connsiteY8" fmla="*/ 9472247 h 10222524"/>
                      <a:gd name="connsiteX9" fmla="*/ 1179636 w 8494838"/>
                      <a:gd name="connsiteY9" fmla="*/ 8393724 h 10222524"/>
                      <a:gd name="connsiteX10" fmla="*/ 945175 w 8494838"/>
                      <a:gd name="connsiteY10" fmla="*/ 7831015 h 10222524"/>
                      <a:gd name="connsiteX11" fmla="*/ 781051 w 8494838"/>
                      <a:gd name="connsiteY11" fmla="*/ 7408985 h 10222524"/>
                      <a:gd name="connsiteX12" fmla="*/ 804498 w 8494838"/>
                      <a:gd name="connsiteY12" fmla="*/ 6869724 h 10222524"/>
                      <a:gd name="connsiteX13" fmla="*/ 288682 w 8494838"/>
                      <a:gd name="connsiteY13" fmla="*/ 6611816 h 10222524"/>
                      <a:gd name="connsiteX14" fmla="*/ 874836 w 8494838"/>
                      <a:gd name="connsiteY14" fmla="*/ 4783016 h 10222524"/>
                      <a:gd name="connsiteX15" fmla="*/ 968620 w 8494838"/>
                      <a:gd name="connsiteY15" fmla="*/ 1852247 h 10222524"/>
                      <a:gd name="connsiteX16" fmla="*/ 874836 w 8494838"/>
                      <a:gd name="connsiteY16" fmla="*/ 937846 h 10222524"/>
                      <a:gd name="connsiteX0" fmla="*/ 874836 w 8497540"/>
                      <a:gd name="connsiteY0" fmla="*/ 937846 h 10222524"/>
                      <a:gd name="connsiteX1" fmla="*/ 3500805 w 8497540"/>
                      <a:gd name="connsiteY1" fmla="*/ 0 h 10222524"/>
                      <a:gd name="connsiteX2" fmla="*/ 8494838 w 8497540"/>
                      <a:gd name="connsiteY2" fmla="*/ 3938954 h 10222524"/>
                      <a:gd name="connsiteX3" fmla="*/ 7345975 w 8497540"/>
                      <a:gd name="connsiteY3" fmla="*/ 5931877 h 10222524"/>
                      <a:gd name="connsiteX4" fmla="*/ 7603883 w 8497540"/>
                      <a:gd name="connsiteY4" fmla="*/ 7971692 h 10222524"/>
                      <a:gd name="connsiteX5" fmla="*/ 4977913 w 8497540"/>
                      <a:gd name="connsiteY5" fmla="*/ 10222524 h 10222524"/>
                      <a:gd name="connsiteX6" fmla="*/ 3758713 w 8497540"/>
                      <a:gd name="connsiteY6" fmla="*/ 8839201 h 10222524"/>
                      <a:gd name="connsiteX7" fmla="*/ 2891205 w 8497540"/>
                      <a:gd name="connsiteY7" fmla="*/ 8932984 h 10222524"/>
                      <a:gd name="connsiteX8" fmla="*/ 1672005 w 8497540"/>
                      <a:gd name="connsiteY8" fmla="*/ 9472247 h 10222524"/>
                      <a:gd name="connsiteX9" fmla="*/ 1179636 w 8497540"/>
                      <a:gd name="connsiteY9" fmla="*/ 8393724 h 10222524"/>
                      <a:gd name="connsiteX10" fmla="*/ 945175 w 8497540"/>
                      <a:gd name="connsiteY10" fmla="*/ 7831015 h 10222524"/>
                      <a:gd name="connsiteX11" fmla="*/ 781051 w 8497540"/>
                      <a:gd name="connsiteY11" fmla="*/ 7408985 h 10222524"/>
                      <a:gd name="connsiteX12" fmla="*/ 804498 w 8497540"/>
                      <a:gd name="connsiteY12" fmla="*/ 6869724 h 10222524"/>
                      <a:gd name="connsiteX13" fmla="*/ 288682 w 8497540"/>
                      <a:gd name="connsiteY13" fmla="*/ 6611816 h 10222524"/>
                      <a:gd name="connsiteX14" fmla="*/ 874836 w 8497540"/>
                      <a:gd name="connsiteY14" fmla="*/ 4783016 h 10222524"/>
                      <a:gd name="connsiteX15" fmla="*/ 968620 w 8497540"/>
                      <a:gd name="connsiteY15" fmla="*/ 1852247 h 10222524"/>
                      <a:gd name="connsiteX16" fmla="*/ 874836 w 8497540"/>
                      <a:gd name="connsiteY16" fmla="*/ 937846 h 10222524"/>
                      <a:gd name="connsiteX0" fmla="*/ 874836 w 8497698"/>
                      <a:gd name="connsiteY0" fmla="*/ 937846 h 10222524"/>
                      <a:gd name="connsiteX1" fmla="*/ 3500805 w 8497698"/>
                      <a:gd name="connsiteY1" fmla="*/ 0 h 10222524"/>
                      <a:gd name="connsiteX2" fmla="*/ 8494838 w 8497698"/>
                      <a:gd name="connsiteY2" fmla="*/ 3938954 h 10222524"/>
                      <a:gd name="connsiteX3" fmla="*/ 7345975 w 8497698"/>
                      <a:gd name="connsiteY3" fmla="*/ 5931877 h 10222524"/>
                      <a:gd name="connsiteX4" fmla="*/ 7603883 w 8497698"/>
                      <a:gd name="connsiteY4" fmla="*/ 7971692 h 10222524"/>
                      <a:gd name="connsiteX5" fmla="*/ 4977913 w 8497698"/>
                      <a:gd name="connsiteY5" fmla="*/ 10222524 h 10222524"/>
                      <a:gd name="connsiteX6" fmla="*/ 3758713 w 8497698"/>
                      <a:gd name="connsiteY6" fmla="*/ 8839201 h 10222524"/>
                      <a:gd name="connsiteX7" fmla="*/ 2891205 w 8497698"/>
                      <a:gd name="connsiteY7" fmla="*/ 8932984 h 10222524"/>
                      <a:gd name="connsiteX8" fmla="*/ 1672005 w 8497698"/>
                      <a:gd name="connsiteY8" fmla="*/ 9472247 h 10222524"/>
                      <a:gd name="connsiteX9" fmla="*/ 1179636 w 8497698"/>
                      <a:gd name="connsiteY9" fmla="*/ 8393724 h 10222524"/>
                      <a:gd name="connsiteX10" fmla="*/ 945175 w 8497698"/>
                      <a:gd name="connsiteY10" fmla="*/ 7831015 h 10222524"/>
                      <a:gd name="connsiteX11" fmla="*/ 781051 w 8497698"/>
                      <a:gd name="connsiteY11" fmla="*/ 7408985 h 10222524"/>
                      <a:gd name="connsiteX12" fmla="*/ 804498 w 8497698"/>
                      <a:gd name="connsiteY12" fmla="*/ 6869724 h 10222524"/>
                      <a:gd name="connsiteX13" fmla="*/ 288682 w 8497698"/>
                      <a:gd name="connsiteY13" fmla="*/ 6611816 h 10222524"/>
                      <a:gd name="connsiteX14" fmla="*/ 874836 w 8497698"/>
                      <a:gd name="connsiteY14" fmla="*/ 4783016 h 10222524"/>
                      <a:gd name="connsiteX15" fmla="*/ 968620 w 8497698"/>
                      <a:gd name="connsiteY15" fmla="*/ 1852247 h 10222524"/>
                      <a:gd name="connsiteX16" fmla="*/ 874836 w 8497698"/>
                      <a:gd name="connsiteY16" fmla="*/ 937846 h 10222524"/>
                      <a:gd name="connsiteX0" fmla="*/ 874836 w 8497698"/>
                      <a:gd name="connsiteY0" fmla="*/ 937846 h 10222524"/>
                      <a:gd name="connsiteX1" fmla="*/ 3500805 w 8497698"/>
                      <a:gd name="connsiteY1" fmla="*/ 0 h 10222524"/>
                      <a:gd name="connsiteX2" fmla="*/ 8494838 w 8497698"/>
                      <a:gd name="connsiteY2" fmla="*/ 3938954 h 10222524"/>
                      <a:gd name="connsiteX3" fmla="*/ 7345975 w 8497698"/>
                      <a:gd name="connsiteY3" fmla="*/ 5931877 h 10222524"/>
                      <a:gd name="connsiteX4" fmla="*/ 7603883 w 8497698"/>
                      <a:gd name="connsiteY4" fmla="*/ 7971692 h 10222524"/>
                      <a:gd name="connsiteX5" fmla="*/ 4977913 w 8497698"/>
                      <a:gd name="connsiteY5" fmla="*/ 10222524 h 10222524"/>
                      <a:gd name="connsiteX6" fmla="*/ 3758713 w 8497698"/>
                      <a:gd name="connsiteY6" fmla="*/ 8839201 h 10222524"/>
                      <a:gd name="connsiteX7" fmla="*/ 2891205 w 8497698"/>
                      <a:gd name="connsiteY7" fmla="*/ 8932984 h 10222524"/>
                      <a:gd name="connsiteX8" fmla="*/ 1672005 w 8497698"/>
                      <a:gd name="connsiteY8" fmla="*/ 9472247 h 10222524"/>
                      <a:gd name="connsiteX9" fmla="*/ 1179636 w 8497698"/>
                      <a:gd name="connsiteY9" fmla="*/ 8393724 h 10222524"/>
                      <a:gd name="connsiteX10" fmla="*/ 945175 w 8497698"/>
                      <a:gd name="connsiteY10" fmla="*/ 7831015 h 10222524"/>
                      <a:gd name="connsiteX11" fmla="*/ 781051 w 8497698"/>
                      <a:gd name="connsiteY11" fmla="*/ 7408985 h 10222524"/>
                      <a:gd name="connsiteX12" fmla="*/ 804498 w 8497698"/>
                      <a:gd name="connsiteY12" fmla="*/ 6869724 h 10222524"/>
                      <a:gd name="connsiteX13" fmla="*/ 288682 w 8497698"/>
                      <a:gd name="connsiteY13" fmla="*/ 6611816 h 10222524"/>
                      <a:gd name="connsiteX14" fmla="*/ 874836 w 8497698"/>
                      <a:gd name="connsiteY14" fmla="*/ 4783016 h 10222524"/>
                      <a:gd name="connsiteX15" fmla="*/ 968620 w 8497698"/>
                      <a:gd name="connsiteY15" fmla="*/ 1852247 h 10222524"/>
                      <a:gd name="connsiteX16" fmla="*/ 874836 w 8497698"/>
                      <a:gd name="connsiteY16" fmla="*/ 937846 h 10222524"/>
                      <a:gd name="connsiteX0" fmla="*/ 874836 w 8497698"/>
                      <a:gd name="connsiteY0" fmla="*/ 937846 h 10222524"/>
                      <a:gd name="connsiteX1" fmla="*/ 3500805 w 8497698"/>
                      <a:gd name="connsiteY1" fmla="*/ 0 h 10222524"/>
                      <a:gd name="connsiteX2" fmla="*/ 8494838 w 8497698"/>
                      <a:gd name="connsiteY2" fmla="*/ 3938954 h 10222524"/>
                      <a:gd name="connsiteX3" fmla="*/ 7345975 w 8497698"/>
                      <a:gd name="connsiteY3" fmla="*/ 5931877 h 10222524"/>
                      <a:gd name="connsiteX4" fmla="*/ 7603883 w 8497698"/>
                      <a:gd name="connsiteY4" fmla="*/ 7971692 h 10222524"/>
                      <a:gd name="connsiteX5" fmla="*/ 4977913 w 8497698"/>
                      <a:gd name="connsiteY5" fmla="*/ 10222524 h 10222524"/>
                      <a:gd name="connsiteX6" fmla="*/ 3758713 w 8497698"/>
                      <a:gd name="connsiteY6" fmla="*/ 8839201 h 10222524"/>
                      <a:gd name="connsiteX7" fmla="*/ 2891205 w 8497698"/>
                      <a:gd name="connsiteY7" fmla="*/ 8932984 h 10222524"/>
                      <a:gd name="connsiteX8" fmla="*/ 1672005 w 8497698"/>
                      <a:gd name="connsiteY8" fmla="*/ 9472247 h 10222524"/>
                      <a:gd name="connsiteX9" fmla="*/ 1179636 w 8497698"/>
                      <a:gd name="connsiteY9" fmla="*/ 8393724 h 10222524"/>
                      <a:gd name="connsiteX10" fmla="*/ 945175 w 8497698"/>
                      <a:gd name="connsiteY10" fmla="*/ 7831015 h 10222524"/>
                      <a:gd name="connsiteX11" fmla="*/ 781051 w 8497698"/>
                      <a:gd name="connsiteY11" fmla="*/ 7408985 h 10222524"/>
                      <a:gd name="connsiteX12" fmla="*/ 804498 w 8497698"/>
                      <a:gd name="connsiteY12" fmla="*/ 6869724 h 10222524"/>
                      <a:gd name="connsiteX13" fmla="*/ 288682 w 8497698"/>
                      <a:gd name="connsiteY13" fmla="*/ 6611816 h 10222524"/>
                      <a:gd name="connsiteX14" fmla="*/ 874836 w 8497698"/>
                      <a:gd name="connsiteY14" fmla="*/ 4783016 h 10222524"/>
                      <a:gd name="connsiteX15" fmla="*/ 968620 w 8497698"/>
                      <a:gd name="connsiteY15" fmla="*/ 1852247 h 10222524"/>
                      <a:gd name="connsiteX16" fmla="*/ 874836 w 8497698"/>
                      <a:gd name="connsiteY16" fmla="*/ 937846 h 10222524"/>
                      <a:gd name="connsiteX0" fmla="*/ 874836 w 8497616"/>
                      <a:gd name="connsiteY0" fmla="*/ 937846 h 10222524"/>
                      <a:gd name="connsiteX1" fmla="*/ 3500805 w 8497616"/>
                      <a:gd name="connsiteY1" fmla="*/ 0 h 10222524"/>
                      <a:gd name="connsiteX2" fmla="*/ 8494838 w 8497616"/>
                      <a:gd name="connsiteY2" fmla="*/ 3938954 h 10222524"/>
                      <a:gd name="connsiteX3" fmla="*/ 7322528 w 8497616"/>
                      <a:gd name="connsiteY3" fmla="*/ 5861538 h 10222524"/>
                      <a:gd name="connsiteX4" fmla="*/ 7603883 w 8497616"/>
                      <a:gd name="connsiteY4" fmla="*/ 7971692 h 10222524"/>
                      <a:gd name="connsiteX5" fmla="*/ 4977913 w 8497616"/>
                      <a:gd name="connsiteY5" fmla="*/ 10222524 h 10222524"/>
                      <a:gd name="connsiteX6" fmla="*/ 3758713 w 8497616"/>
                      <a:gd name="connsiteY6" fmla="*/ 8839201 h 10222524"/>
                      <a:gd name="connsiteX7" fmla="*/ 2891205 w 8497616"/>
                      <a:gd name="connsiteY7" fmla="*/ 8932984 h 10222524"/>
                      <a:gd name="connsiteX8" fmla="*/ 1672005 w 8497616"/>
                      <a:gd name="connsiteY8" fmla="*/ 9472247 h 10222524"/>
                      <a:gd name="connsiteX9" fmla="*/ 1179636 w 8497616"/>
                      <a:gd name="connsiteY9" fmla="*/ 8393724 h 10222524"/>
                      <a:gd name="connsiteX10" fmla="*/ 945175 w 8497616"/>
                      <a:gd name="connsiteY10" fmla="*/ 7831015 h 10222524"/>
                      <a:gd name="connsiteX11" fmla="*/ 781051 w 8497616"/>
                      <a:gd name="connsiteY11" fmla="*/ 7408985 h 10222524"/>
                      <a:gd name="connsiteX12" fmla="*/ 804498 w 8497616"/>
                      <a:gd name="connsiteY12" fmla="*/ 6869724 h 10222524"/>
                      <a:gd name="connsiteX13" fmla="*/ 288682 w 8497616"/>
                      <a:gd name="connsiteY13" fmla="*/ 6611816 h 10222524"/>
                      <a:gd name="connsiteX14" fmla="*/ 874836 w 8497616"/>
                      <a:gd name="connsiteY14" fmla="*/ 4783016 h 10222524"/>
                      <a:gd name="connsiteX15" fmla="*/ 968620 w 8497616"/>
                      <a:gd name="connsiteY15" fmla="*/ 1852247 h 10222524"/>
                      <a:gd name="connsiteX16" fmla="*/ 874836 w 8497616"/>
                      <a:gd name="connsiteY16" fmla="*/ 937846 h 10222524"/>
                      <a:gd name="connsiteX0" fmla="*/ 874836 w 8497616"/>
                      <a:gd name="connsiteY0" fmla="*/ 937846 h 10222524"/>
                      <a:gd name="connsiteX1" fmla="*/ 3500805 w 8497616"/>
                      <a:gd name="connsiteY1" fmla="*/ 0 h 10222524"/>
                      <a:gd name="connsiteX2" fmla="*/ 8494838 w 8497616"/>
                      <a:gd name="connsiteY2" fmla="*/ 3938954 h 10222524"/>
                      <a:gd name="connsiteX3" fmla="*/ 7322528 w 8497616"/>
                      <a:gd name="connsiteY3" fmla="*/ 5861538 h 10222524"/>
                      <a:gd name="connsiteX4" fmla="*/ 7603883 w 8497616"/>
                      <a:gd name="connsiteY4" fmla="*/ 7971692 h 10222524"/>
                      <a:gd name="connsiteX5" fmla="*/ 4977913 w 8497616"/>
                      <a:gd name="connsiteY5" fmla="*/ 10222524 h 10222524"/>
                      <a:gd name="connsiteX6" fmla="*/ 3758713 w 8497616"/>
                      <a:gd name="connsiteY6" fmla="*/ 8839201 h 10222524"/>
                      <a:gd name="connsiteX7" fmla="*/ 2891205 w 8497616"/>
                      <a:gd name="connsiteY7" fmla="*/ 8932984 h 10222524"/>
                      <a:gd name="connsiteX8" fmla="*/ 1672005 w 8497616"/>
                      <a:gd name="connsiteY8" fmla="*/ 9472247 h 10222524"/>
                      <a:gd name="connsiteX9" fmla="*/ 1179636 w 8497616"/>
                      <a:gd name="connsiteY9" fmla="*/ 8393724 h 10222524"/>
                      <a:gd name="connsiteX10" fmla="*/ 945175 w 8497616"/>
                      <a:gd name="connsiteY10" fmla="*/ 7831015 h 10222524"/>
                      <a:gd name="connsiteX11" fmla="*/ 781051 w 8497616"/>
                      <a:gd name="connsiteY11" fmla="*/ 7408985 h 10222524"/>
                      <a:gd name="connsiteX12" fmla="*/ 804498 w 8497616"/>
                      <a:gd name="connsiteY12" fmla="*/ 6869724 h 10222524"/>
                      <a:gd name="connsiteX13" fmla="*/ 288682 w 8497616"/>
                      <a:gd name="connsiteY13" fmla="*/ 6611816 h 10222524"/>
                      <a:gd name="connsiteX14" fmla="*/ 874836 w 8497616"/>
                      <a:gd name="connsiteY14" fmla="*/ 4783016 h 10222524"/>
                      <a:gd name="connsiteX15" fmla="*/ 968620 w 8497616"/>
                      <a:gd name="connsiteY15" fmla="*/ 1852247 h 10222524"/>
                      <a:gd name="connsiteX16" fmla="*/ 874836 w 8497616"/>
                      <a:gd name="connsiteY16" fmla="*/ 937846 h 10222524"/>
                      <a:gd name="connsiteX0" fmla="*/ 874836 w 8497616"/>
                      <a:gd name="connsiteY0" fmla="*/ 937846 h 10222524"/>
                      <a:gd name="connsiteX1" fmla="*/ 3500805 w 8497616"/>
                      <a:gd name="connsiteY1" fmla="*/ 0 h 10222524"/>
                      <a:gd name="connsiteX2" fmla="*/ 6032990 w 8497616"/>
                      <a:gd name="connsiteY2" fmla="*/ 1992923 h 10222524"/>
                      <a:gd name="connsiteX3" fmla="*/ 8494838 w 8497616"/>
                      <a:gd name="connsiteY3" fmla="*/ 3938954 h 10222524"/>
                      <a:gd name="connsiteX4" fmla="*/ 7322528 w 8497616"/>
                      <a:gd name="connsiteY4" fmla="*/ 5861538 h 10222524"/>
                      <a:gd name="connsiteX5" fmla="*/ 7603883 w 8497616"/>
                      <a:gd name="connsiteY5" fmla="*/ 7971692 h 10222524"/>
                      <a:gd name="connsiteX6" fmla="*/ 4977913 w 8497616"/>
                      <a:gd name="connsiteY6" fmla="*/ 10222524 h 10222524"/>
                      <a:gd name="connsiteX7" fmla="*/ 3758713 w 8497616"/>
                      <a:gd name="connsiteY7" fmla="*/ 8839201 h 10222524"/>
                      <a:gd name="connsiteX8" fmla="*/ 2891205 w 8497616"/>
                      <a:gd name="connsiteY8" fmla="*/ 8932984 h 10222524"/>
                      <a:gd name="connsiteX9" fmla="*/ 1672005 w 8497616"/>
                      <a:gd name="connsiteY9" fmla="*/ 9472247 h 10222524"/>
                      <a:gd name="connsiteX10" fmla="*/ 1179636 w 8497616"/>
                      <a:gd name="connsiteY10" fmla="*/ 8393724 h 10222524"/>
                      <a:gd name="connsiteX11" fmla="*/ 945175 w 8497616"/>
                      <a:gd name="connsiteY11" fmla="*/ 7831015 h 10222524"/>
                      <a:gd name="connsiteX12" fmla="*/ 781051 w 8497616"/>
                      <a:gd name="connsiteY12" fmla="*/ 7408985 h 10222524"/>
                      <a:gd name="connsiteX13" fmla="*/ 804498 w 8497616"/>
                      <a:gd name="connsiteY13" fmla="*/ 6869724 h 10222524"/>
                      <a:gd name="connsiteX14" fmla="*/ 288682 w 8497616"/>
                      <a:gd name="connsiteY14" fmla="*/ 6611816 h 10222524"/>
                      <a:gd name="connsiteX15" fmla="*/ 874836 w 8497616"/>
                      <a:gd name="connsiteY15" fmla="*/ 4783016 h 10222524"/>
                      <a:gd name="connsiteX16" fmla="*/ 968620 w 8497616"/>
                      <a:gd name="connsiteY16" fmla="*/ 1852247 h 10222524"/>
                      <a:gd name="connsiteX17" fmla="*/ 874836 w 8497616"/>
                      <a:gd name="connsiteY17" fmla="*/ 937846 h 10222524"/>
                      <a:gd name="connsiteX0" fmla="*/ 874836 w 8497616"/>
                      <a:gd name="connsiteY0" fmla="*/ 937846 h 10222524"/>
                      <a:gd name="connsiteX1" fmla="*/ 3500805 w 8497616"/>
                      <a:gd name="connsiteY1" fmla="*/ 0 h 10222524"/>
                      <a:gd name="connsiteX2" fmla="*/ 7955575 w 8497616"/>
                      <a:gd name="connsiteY2" fmla="*/ 3962400 h 10222524"/>
                      <a:gd name="connsiteX3" fmla="*/ 8494838 w 8497616"/>
                      <a:gd name="connsiteY3" fmla="*/ 3938954 h 10222524"/>
                      <a:gd name="connsiteX4" fmla="*/ 7322528 w 8497616"/>
                      <a:gd name="connsiteY4" fmla="*/ 5861538 h 10222524"/>
                      <a:gd name="connsiteX5" fmla="*/ 7603883 w 8497616"/>
                      <a:gd name="connsiteY5" fmla="*/ 7971692 h 10222524"/>
                      <a:gd name="connsiteX6" fmla="*/ 4977913 w 8497616"/>
                      <a:gd name="connsiteY6" fmla="*/ 10222524 h 10222524"/>
                      <a:gd name="connsiteX7" fmla="*/ 3758713 w 8497616"/>
                      <a:gd name="connsiteY7" fmla="*/ 8839201 h 10222524"/>
                      <a:gd name="connsiteX8" fmla="*/ 2891205 w 8497616"/>
                      <a:gd name="connsiteY8" fmla="*/ 8932984 h 10222524"/>
                      <a:gd name="connsiteX9" fmla="*/ 1672005 w 8497616"/>
                      <a:gd name="connsiteY9" fmla="*/ 9472247 h 10222524"/>
                      <a:gd name="connsiteX10" fmla="*/ 1179636 w 8497616"/>
                      <a:gd name="connsiteY10" fmla="*/ 8393724 h 10222524"/>
                      <a:gd name="connsiteX11" fmla="*/ 945175 w 8497616"/>
                      <a:gd name="connsiteY11" fmla="*/ 7831015 h 10222524"/>
                      <a:gd name="connsiteX12" fmla="*/ 781051 w 8497616"/>
                      <a:gd name="connsiteY12" fmla="*/ 7408985 h 10222524"/>
                      <a:gd name="connsiteX13" fmla="*/ 804498 w 8497616"/>
                      <a:gd name="connsiteY13" fmla="*/ 6869724 h 10222524"/>
                      <a:gd name="connsiteX14" fmla="*/ 288682 w 8497616"/>
                      <a:gd name="connsiteY14" fmla="*/ 6611816 h 10222524"/>
                      <a:gd name="connsiteX15" fmla="*/ 874836 w 8497616"/>
                      <a:gd name="connsiteY15" fmla="*/ 4783016 h 10222524"/>
                      <a:gd name="connsiteX16" fmla="*/ 968620 w 8497616"/>
                      <a:gd name="connsiteY16" fmla="*/ 1852247 h 10222524"/>
                      <a:gd name="connsiteX17" fmla="*/ 874836 w 8497616"/>
                      <a:gd name="connsiteY17" fmla="*/ 937846 h 10222524"/>
                      <a:gd name="connsiteX0" fmla="*/ 874836 w 8497616"/>
                      <a:gd name="connsiteY0" fmla="*/ 937846 h 10222524"/>
                      <a:gd name="connsiteX1" fmla="*/ 3500805 w 8497616"/>
                      <a:gd name="connsiteY1" fmla="*/ 0 h 10222524"/>
                      <a:gd name="connsiteX2" fmla="*/ 6759821 w 8497616"/>
                      <a:gd name="connsiteY2" fmla="*/ 2813538 h 10222524"/>
                      <a:gd name="connsiteX3" fmla="*/ 7955575 w 8497616"/>
                      <a:gd name="connsiteY3" fmla="*/ 3962400 h 10222524"/>
                      <a:gd name="connsiteX4" fmla="*/ 8494838 w 8497616"/>
                      <a:gd name="connsiteY4" fmla="*/ 3938954 h 10222524"/>
                      <a:gd name="connsiteX5" fmla="*/ 7322528 w 8497616"/>
                      <a:gd name="connsiteY5" fmla="*/ 5861538 h 10222524"/>
                      <a:gd name="connsiteX6" fmla="*/ 7603883 w 8497616"/>
                      <a:gd name="connsiteY6" fmla="*/ 7971692 h 10222524"/>
                      <a:gd name="connsiteX7" fmla="*/ 4977913 w 8497616"/>
                      <a:gd name="connsiteY7" fmla="*/ 10222524 h 10222524"/>
                      <a:gd name="connsiteX8" fmla="*/ 3758713 w 8497616"/>
                      <a:gd name="connsiteY8" fmla="*/ 8839201 h 10222524"/>
                      <a:gd name="connsiteX9" fmla="*/ 2891205 w 8497616"/>
                      <a:gd name="connsiteY9" fmla="*/ 8932984 h 10222524"/>
                      <a:gd name="connsiteX10" fmla="*/ 1672005 w 8497616"/>
                      <a:gd name="connsiteY10" fmla="*/ 9472247 h 10222524"/>
                      <a:gd name="connsiteX11" fmla="*/ 1179636 w 8497616"/>
                      <a:gd name="connsiteY11" fmla="*/ 8393724 h 10222524"/>
                      <a:gd name="connsiteX12" fmla="*/ 945175 w 8497616"/>
                      <a:gd name="connsiteY12" fmla="*/ 7831015 h 10222524"/>
                      <a:gd name="connsiteX13" fmla="*/ 781051 w 8497616"/>
                      <a:gd name="connsiteY13" fmla="*/ 7408985 h 10222524"/>
                      <a:gd name="connsiteX14" fmla="*/ 804498 w 8497616"/>
                      <a:gd name="connsiteY14" fmla="*/ 6869724 h 10222524"/>
                      <a:gd name="connsiteX15" fmla="*/ 288682 w 8497616"/>
                      <a:gd name="connsiteY15" fmla="*/ 6611816 h 10222524"/>
                      <a:gd name="connsiteX16" fmla="*/ 874836 w 8497616"/>
                      <a:gd name="connsiteY16" fmla="*/ 4783016 h 10222524"/>
                      <a:gd name="connsiteX17" fmla="*/ 968620 w 8497616"/>
                      <a:gd name="connsiteY17" fmla="*/ 1852247 h 10222524"/>
                      <a:gd name="connsiteX18" fmla="*/ 874836 w 8497616"/>
                      <a:gd name="connsiteY18" fmla="*/ 937846 h 10222524"/>
                      <a:gd name="connsiteX0" fmla="*/ 874836 w 8497616"/>
                      <a:gd name="connsiteY0" fmla="*/ 937846 h 10222524"/>
                      <a:gd name="connsiteX1" fmla="*/ 3500805 w 8497616"/>
                      <a:gd name="connsiteY1" fmla="*/ 0 h 10222524"/>
                      <a:gd name="connsiteX2" fmla="*/ 7814898 w 8497616"/>
                      <a:gd name="connsiteY2" fmla="*/ 5064369 h 10222524"/>
                      <a:gd name="connsiteX3" fmla="*/ 7955575 w 8497616"/>
                      <a:gd name="connsiteY3" fmla="*/ 3962400 h 10222524"/>
                      <a:gd name="connsiteX4" fmla="*/ 8494838 w 8497616"/>
                      <a:gd name="connsiteY4" fmla="*/ 3938954 h 10222524"/>
                      <a:gd name="connsiteX5" fmla="*/ 7322528 w 8497616"/>
                      <a:gd name="connsiteY5" fmla="*/ 5861538 h 10222524"/>
                      <a:gd name="connsiteX6" fmla="*/ 7603883 w 8497616"/>
                      <a:gd name="connsiteY6" fmla="*/ 7971692 h 10222524"/>
                      <a:gd name="connsiteX7" fmla="*/ 4977913 w 8497616"/>
                      <a:gd name="connsiteY7" fmla="*/ 10222524 h 10222524"/>
                      <a:gd name="connsiteX8" fmla="*/ 3758713 w 8497616"/>
                      <a:gd name="connsiteY8" fmla="*/ 8839201 h 10222524"/>
                      <a:gd name="connsiteX9" fmla="*/ 2891205 w 8497616"/>
                      <a:gd name="connsiteY9" fmla="*/ 8932984 h 10222524"/>
                      <a:gd name="connsiteX10" fmla="*/ 1672005 w 8497616"/>
                      <a:gd name="connsiteY10" fmla="*/ 9472247 h 10222524"/>
                      <a:gd name="connsiteX11" fmla="*/ 1179636 w 8497616"/>
                      <a:gd name="connsiteY11" fmla="*/ 8393724 h 10222524"/>
                      <a:gd name="connsiteX12" fmla="*/ 945175 w 8497616"/>
                      <a:gd name="connsiteY12" fmla="*/ 7831015 h 10222524"/>
                      <a:gd name="connsiteX13" fmla="*/ 781051 w 8497616"/>
                      <a:gd name="connsiteY13" fmla="*/ 7408985 h 10222524"/>
                      <a:gd name="connsiteX14" fmla="*/ 804498 w 8497616"/>
                      <a:gd name="connsiteY14" fmla="*/ 6869724 h 10222524"/>
                      <a:gd name="connsiteX15" fmla="*/ 288682 w 8497616"/>
                      <a:gd name="connsiteY15" fmla="*/ 6611816 h 10222524"/>
                      <a:gd name="connsiteX16" fmla="*/ 874836 w 8497616"/>
                      <a:gd name="connsiteY16" fmla="*/ 4783016 h 10222524"/>
                      <a:gd name="connsiteX17" fmla="*/ 968620 w 8497616"/>
                      <a:gd name="connsiteY17" fmla="*/ 1852247 h 10222524"/>
                      <a:gd name="connsiteX18" fmla="*/ 874836 w 8497616"/>
                      <a:gd name="connsiteY18" fmla="*/ 937846 h 10222524"/>
                      <a:gd name="connsiteX0" fmla="*/ 874836 w 8497616"/>
                      <a:gd name="connsiteY0" fmla="*/ 937846 h 10222524"/>
                      <a:gd name="connsiteX1" fmla="*/ 3500805 w 8497616"/>
                      <a:gd name="connsiteY1" fmla="*/ 0 h 10222524"/>
                      <a:gd name="connsiteX2" fmla="*/ 5470282 w 8497616"/>
                      <a:gd name="connsiteY2" fmla="*/ 2250830 h 10222524"/>
                      <a:gd name="connsiteX3" fmla="*/ 7814898 w 8497616"/>
                      <a:gd name="connsiteY3" fmla="*/ 5064369 h 10222524"/>
                      <a:gd name="connsiteX4" fmla="*/ 7955575 w 8497616"/>
                      <a:gd name="connsiteY4" fmla="*/ 3962400 h 10222524"/>
                      <a:gd name="connsiteX5" fmla="*/ 8494838 w 8497616"/>
                      <a:gd name="connsiteY5" fmla="*/ 3938954 h 10222524"/>
                      <a:gd name="connsiteX6" fmla="*/ 7322528 w 8497616"/>
                      <a:gd name="connsiteY6" fmla="*/ 5861538 h 10222524"/>
                      <a:gd name="connsiteX7" fmla="*/ 7603883 w 8497616"/>
                      <a:gd name="connsiteY7" fmla="*/ 7971692 h 10222524"/>
                      <a:gd name="connsiteX8" fmla="*/ 4977913 w 8497616"/>
                      <a:gd name="connsiteY8" fmla="*/ 10222524 h 10222524"/>
                      <a:gd name="connsiteX9" fmla="*/ 3758713 w 8497616"/>
                      <a:gd name="connsiteY9" fmla="*/ 8839201 h 10222524"/>
                      <a:gd name="connsiteX10" fmla="*/ 2891205 w 8497616"/>
                      <a:gd name="connsiteY10" fmla="*/ 8932984 h 10222524"/>
                      <a:gd name="connsiteX11" fmla="*/ 1672005 w 8497616"/>
                      <a:gd name="connsiteY11" fmla="*/ 9472247 h 10222524"/>
                      <a:gd name="connsiteX12" fmla="*/ 1179636 w 8497616"/>
                      <a:gd name="connsiteY12" fmla="*/ 8393724 h 10222524"/>
                      <a:gd name="connsiteX13" fmla="*/ 945175 w 8497616"/>
                      <a:gd name="connsiteY13" fmla="*/ 7831015 h 10222524"/>
                      <a:gd name="connsiteX14" fmla="*/ 781051 w 8497616"/>
                      <a:gd name="connsiteY14" fmla="*/ 7408985 h 10222524"/>
                      <a:gd name="connsiteX15" fmla="*/ 804498 w 8497616"/>
                      <a:gd name="connsiteY15" fmla="*/ 6869724 h 10222524"/>
                      <a:gd name="connsiteX16" fmla="*/ 288682 w 8497616"/>
                      <a:gd name="connsiteY16" fmla="*/ 6611816 h 10222524"/>
                      <a:gd name="connsiteX17" fmla="*/ 874836 w 8497616"/>
                      <a:gd name="connsiteY17" fmla="*/ 4783016 h 10222524"/>
                      <a:gd name="connsiteX18" fmla="*/ 968620 w 8497616"/>
                      <a:gd name="connsiteY18" fmla="*/ 1852247 h 10222524"/>
                      <a:gd name="connsiteX19" fmla="*/ 874836 w 8497616"/>
                      <a:gd name="connsiteY19" fmla="*/ 937846 h 10222524"/>
                      <a:gd name="connsiteX0" fmla="*/ 874836 w 8497616"/>
                      <a:gd name="connsiteY0" fmla="*/ 937846 h 10222524"/>
                      <a:gd name="connsiteX1" fmla="*/ 3500805 w 8497616"/>
                      <a:gd name="connsiteY1" fmla="*/ 0 h 10222524"/>
                      <a:gd name="connsiteX2" fmla="*/ 5798529 w 8497616"/>
                      <a:gd name="connsiteY2" fmla="*/ 5040922 h 10222524"/>
                      <a:gd name="connsiteX3" fmla="*/ 7814898 w 8497616"/>
                      <a:gd name="connsiteY3" fmla="*/ 5064369 h 10222524"/>
                      <a:gd name="connsiteX4" fmla="*/ 7955575 w 8497616"/>
                      <a:gd name="connsiteY4" fmla="*/ 3962400 h 10222524"/>
                      <a:gd name="connsiteX5" fmla="*/ 8494838 w 8497616"/>
                      <a:gd name="connsiteY5" fmla="*/ 3938954 h 10222524"/>
                      <a:gd name="connsiteX6" fmla="*/ 7322528 w 8497616"/>
                      <a:gd name="connsiteY6" fmla="*/ 5861538 h 10222524"/>
                      <a:gd name="connsiteX7" fmla="*/ 7603883 w 8497616"/>
                      <a:gd name="connsiteY7" fmla="*/ 7971692 h 10222524"/>
                      <a:gd name="connsiteX8" fmla="*/ 4977913 w 8497616"/>
                      <a:gd name="connsiteY8" fmla="*/ 10222524 h 10222524"/>
                      <a:gd name="connsiteX9" fmla="*/ 3758713 w 8497616"/>
                      <a:gd name="connsiteY9" fmla="*/ 8839201 h 10222524"/>
                      <a:gd name="connsiteX10" fmla="*/ 2891205 w 8497616"/>
                      <a:gd name="connsiteY10" fmla="*/ 8932984 h 10222524"/>
                      <a:gd name="connsiteX11" fmla="*/ 1672005 w 8497616"/>
                      <a:gd name="connsiteY11" fmla="*/ 9472247 h 10222524"/>
                      <a:gd name="connsiteX12" fmla="*/ 1179636 w 8497616"/>
                      <a:gd name="connsiteY12" fmla="*/ 8393724 h 10222524"/>
                      <a:gd name="connsiteX13" fmla="*/ 945175 w 8497616"/>
                      <a:gd name="connsiteY13" fmla="*/ 7831015 h 10222524"/>
                      <a:gd name="connsiteX14" fmla="*/ 781051 w 8497616"/>
                      <a:gd name="connsiteY14" fmla="*/ 7408985 h 10222524"/>
                      <a:gd name="connsiteX15" fmla="*/ 804498 w 8497616"/>
                      <a:gd name="connsiteY15" fmla="*/ 6869724 h 10222524"/>
                      <a:gd name="connsiteX16" fmla="*/ 288682 w 8497616"/>
                      <a:gd name="connsiteY16" fmla="*/ 6611816 h 10222524"/>
                      <a:gd name="connsiteX17" fmla="*/ 874836 w 8497616"/>
                      <a:gd name="connsiteY17" fmla="*/ 4783016 h 10222524"/>
                      <a:gd name="connsiteX18" fmla="*/ 968620 w 8497616"/>
                      <a:gd name="connsiteY18" fmla="*/ 1852247 h 10222524"/>
                      <a:gd name="connsiteX19" fmla="*/ 874836 w 8497616"/>
                      <a:gd name="connsiteY19" fmla="*/ 937846 h 10222524"/>
                      <a:gd name="connsiteX0" fmla="*/ 874836 w 8497616"/>
                      <a:gd name="connsiteY0" fmla="*/ 937846 h 10222524"/>
                      <a:gd name="connsiteX1" fmla="*/ 3500805 w 8497616"/>
                      <a:gd name="connsiteY1" fmla="*/ 0 h 10222524"/>
                      <a:gd name="connsiteX2" fmla="*/ 4860682 w 8497616"/>
                      <a:gd name="connsiteY2" fmla="*/ 3048000 h 10222524"/>
                      <a:gd name="connsiteX3" fmla="*/ 5798529 w 8497616"/>
                      <a:gd name="connsiteY3" fmla="*/ 5040922 h 10222524"/>
                      <a:gd name="connsiteX4" fmla="*/ 7814898 w 8497616"/>
                      <a:gd name="connsiteY4" fmla="*/ 5064369 h 10222524"/>
                      <a:gd name="connsiteX5" fmla="*/ 7955575 w 8497616"/>
                      <a:gd name="connsiteY5" fmla="*/ 3962400 h 10222524"/>
                      <a:gd name="connsiteX6" fmla="*/ 8494838 w 8497616"/>
                      <a:gd name="connsiteY6" fmla="*/ 3938954 h 10222524"/>
                      <a:gd name="connsiteX7" fmla="*/ 7322528 w 8497616"/>
                      <a:gd name="connsiteY7" fmla="*/ 5861538 h 10222524"/>
                      <a:gd name="connsiteX8" fmla="*/ 7603883 w 8497616"/>
                      <a:gd name="connsiteY8" fmla="*/ 7971692 h 10222524"/>
                      <a:gd name="connsiteX9" fmla="*/ 4977913 w 8497616"/>
                      <a:gd name="connsiteY9" fmla="*/ 10222524 h 10222524"/>
                      <a:gd name="connsiteX10" fmla="*/ 3758713 w 8497616"/>
                      <a:gd name="connsiteY10" fmla="*/ 8839201 h 10222524"/>
                      <a:gd name="connsiteX11" fmla="*/ 2891205 w 8497616"/>
                      <a:gd name="connsiteY11" fmla="*/ 8932984 h 10222524"/>
                      <a:gd name="connsiteX12" fmla="*/ 1672005 w 8497616"/>
                      <a:gd name="connsiteY12" fmla="*/ 9472247 h 10222524"/>
                      <a:gd name="connsiteX13" fmla="*/ 1179636 w 8497616"/>
                      <a:gd name="connsiteY13" fmla="*/ 8393724 h 10222524"/>
                      <a:gd name="connsiteX14" fmla="*/ 945175 w 8497616"/>
                      <a:gd name="connsiteY14" fmla="*/ 7831015 h 10222524"/>
                      <a:gd name="connsiteX15" fmla="*/ 781051 w 8497616"/>
                      <a:gd name="connsiteY15" fmla="*/ 7408985 h 10222524"/>
                      <a:gd name="connsiteX16" fmla="*/ 804498 w 8497616"/>
                      <a:gd name="connsiteY16" fmla="*/ 6869724 h 10222524"/>
                      <a:gd name="connsiteX17" fmla="*/ 288682 w 8497616"/>
                      <a:gd name="connsiteY17" fmla="*/ 6611816 h 10222524"/>
                      <a:gd name="connsiteX18" fmla="*/ 874836 w 8497616"/>
                      <a:gd name="connsiteY18" fmla="*/ 4783016 h 10222524"/>
                      <a:gd name="connsiteX19" fmla="*/ 968620 w 8497616"/>
                      <a:gd name="connsiteY19" fmla="*/ 1852247 h 10222524"/>
                      <a:gd name="connsiteX20" fmla="*/ 874836 w 8497616"/>
                      <a:gd name="connsiteY20" fmla="*/ 937846 h 10222524"/>
                      <a:gd name="connsiteX0" fmla="*/ 874836 w 8497616"/>
                      <a:gd name="connsiteY0" fmla="*/ 937846 h 10222524"/>
                      <a:gd name="connsiteX1" fmla="*/ 3500805 w 8497616"/>
                      <a:gd name="connsiteY1" fmla="*/ 0 h 10222524"/>
                      <a:gd name="connsiteX2" fmla="*/ 5775082 w 8497616"/>
                      <a:gd name="connsiteY2" fmla="*/ 3962400 h 10222524"/>
                      <a:gd name="connsiteX3" fmla="*/ 5798529 w 8497616"/>
                      <a:gd name="connsiteY3" fmla="*/ 5040922 h 10222524"/>
                      <a:gd name="connsiteX4" fmla="*/ 7814898 w 8497616"/>
                      <a:gd name="connsiteY4" fmla="*/ 5064369 h 10222524"/>
                      <a:gd name="connsiteX5" fmla="*/ 7955575 w 8497616"/>
                      <a:gd name="connsiteY5" fmla="*/ 3962400 h 10222524"/>
                      <a:gd name="connsiteX6" fmla="*/ 8494838 w 8497616"/>
                      <a:gd name="connsiteY6" fmla="*/ 3938954 h 10222524"/>
                      <a:gd name="connsiteX7" fmla="*/ 7322528 w 8497616"/>
                      <a:gd name="connsiteY7" fmla="*/ 5861538 h 10222524"/>
                      <a:gd name="connsiteX8" fmla="*/ 7603883 w 8497616"/>
                      <a:gd name="connsiteY8" fmla="*/ 7971692 h 10222524"/>
                      <a:gd name="connsiteX9" fmla="*/ 4977913 w 8497616"/>
                      <a:gd name="connsiteY9" fmla="*/ 10222524 h 10222524"/>
                      <a:gd name="connsiteX10" fmla="*/ 3758713 w 8497616"/>
                      <a:gd name="connsiteY10" fmla="*/ 8839201 h 10222524"/>
                      <a:gd name="connsiteX11" fmla="*/ 2891205 w 8497616"/>
                      <a:gd name="connsiteY11" fmla="*/ 8932984 h 10222524"/>
                      <a:gd name="connsiteX12" fmla="*/ 1672005 w 8497616"/>
                      <a:gd name="connsiteY12" fmla="*/ 9472247 h 10222524"/>
                      <a:gd name="connsiteX13" fmla="*/ 1179636 w 8497616"/>
                      <a:gd name="connsiteY13" fmla="*/ 8393724 h 10222524"/>
                      <a:gd name="connsiteX14" fmla="*/ 945175 w 8497616"/>
                      <a:gd name="connsiteY14" fmla="*/ 7831015 h 10222524"/>
                      <a:gd name="connsiteX15" fmla="*/ 781051 w 8497616"/>
                      <a:gd name="connsiteY15" fmla="*/ 7408985 h 10222524"/>
                      <a:gd name="connsiteX16" fmla="*/ 804498 w 8497616"/>
                      <a:gd name="connsiteY16" fmla="*/ 6869724 h 10222524"/>
                      <a:gd name="connsiteX17" fmla="*/ 288682 w 8497616"/>
                      <a:gd name="connsiteY17" fmla="*/ 6611816 h 10222524"/>
                      <a:gd name="connsiteX18" fmla="*/ 874836 w 8497616"/>
                      <a:gd name="connsiteY18" fmla="*/ 4783016 h 10222524"/>
                      <a:gd name="connsiteX19" fmla="*/ 968620 w 8497616"/>
                      <a:gd name="connsiteY19" fmla="*/ 1852247 h 10222524"/>
                      <a:gd name="connsiteX20" fmla="*/ 874836 w 8497616"/>
                      <a:gd name="connsiteY20" fmla="*/ 937846 h 10222524"/>
                      <a:gd name="connsiteX0" fmla="*/ 874836 w 8497616"/>
                      <a:gd name="connsiteY0" fmla="*/ 937846 h 10222524"/>
                      <a:gd name="connsiteX1" fmla="*/ 3500805 w 8497616"/>
                      <a:gd name="connsiteY1" fmla="*/ 0 h 10222524"/>
                      <a:gd name="connsiteX2" fmla="*/ 4720005 w 8497616"/>
                      <a:gd name="connsiteY2" fmla="*/ 2180492 h 10222524"/>
                      <a:gd name="connsiteX3" fmla="*/ 5775082 w 8497616"/>
                      <a:gd name="connsiteY3" fmla="*/ 3962400 h 10222524"/>
                      <a:gd name="connsiteX4" fmla="*/ 5798529 w 8497616"/>
                      <a:gd name="connsiteY4" fmla="*/ 5040922 h 10222524"/>
                      <a:gd name="connsiteX5" fmla="*/ 7814898 w 8497616"/>
                      <a:gd name="connsiteY5" fmla="*/ 5064369 h 10222524"/>
                      <a:gd name="connsiteX6" fmla="*/ 7955575 w 8497616"/>
                      <a:gd name="connsiteY6" fmla="*/ 3962400 h 10222524"/>
                      <a:gd name="connsiteX7" fmla="*/ 8494838 w 8497616"/>
                      <a:gd name="connsiteY7" fmla="*/ 3938954 h 10222524"/>
                      <a:gd name="connsiteX8" fmla="*/ 7322528 w 8497616"/>
                      <a:gd name="connsiteY8" fmla="*/ 5861538 h 10222524"/>
                      <a:gd name="connsiteX9" fmla="*/ 7603883 w 8497616"/>
                      <a:gd name="connsiteY9" fmla="*/ 7971692 h 10222524"/>
                      <a:gd name="connsiteX10" fmla="*/ 4977913 w 8497616"/>
                      <a:gd name="connsiteY10" fmla="*/ 10222524 h 10222524"/>
                      <a:gd name="connsiteX11" fmla="*/ 3758713 w 8497616"/>
                      <a:gd name="connsiteY11" fmla="*/ 8839201 h 10222524"/>
                      <a:gd name="connsiteX12" fmla="*/ 2891205 w 8497616"/>
                      <a:gd name="connsiteY12" fmla="*/ 8932984 h 10222524"/>
                      <a:gd name="connsiteX13" fmla="*/ 1672005 w 8497616"/>
                      <a:gd name="connsiteY13" fmla="*/ 9472247 h 10222524"/>
                      <a:gd name="connsiteX14" fmla="*/ 1179636 w 8497616"/>
                      <a:gd name="connsiteY14" fmla="*/ 8393724 h 10222524"/>
                      <a:gd name="connsiteX15" fmla="*/ 945175 w 8497616"/>
                      <a:gd name="connsiteY15" fmla="*/ 7831015 h 10222524"/>
                      <a:gd name="connsiteX16" fmla="*/ 781051 w 8497616"/>
                      <a:gd name="connsiteY16" fmla="*/ 7408985 h 10222524"/>
                      <a:gd name="connsiteX17" fmla="*/ 804498 w 8497616"/>
                      <a:gd name="connsiteY17" fmla="*/ 6869724 h 10222524"/>
                      <a:gd name="connsiteX18" fmla="*/ 288682 w 8497616"/>
                      <a:gd name="connsiteY18" fmla="*/ 6611816 h 10222524"/>
                      <a:gd name="connsiteX19" fmla="*/ 874836 w 8497616"/>
                      <a:gd name="connsiteY19" fmla="*/ 4783016 h 10222524"/>
                      <a:gd name="connsiteX20" fmla="*/ 968620 w 8497616"/>
                      <a:gd name="connsiteY20" fmla="*/ 1852247 h 10222524"/>
                      <a:gd name="connsiteX21" fmla="*/ 874836 w 8497616"/>
                      <a:gd name="connsiteY21" fmla="*/ 937846 h 10222524"/>
                      <a:gd name="connsiteX0" fmla="*/ 874836 w 8497616"/>
                      <a:gd name="connsiteY0" fmla="*/ 937846 h 10222524"/>
                      <a:gd name="connsiteX1" fmla="*/ 3500805 w 8497616"/>
                      <a:gd name="connsiteY1" fmla="*/ 0 h 10222524"/>
                      <a:gd name="connsiteX2" fmla="*/ 3500805 w 8497616"/>
                      <a:gd name="connsiteY2" fmla="*/ 3915508 h 10222524"/>
                      <a:gd name="connsiteX3" fmla="*/ 5775082 w 8497616"/>
                      <a:gd name="connsiteY3" fmla="*/ 3962400 h 10222524"/>
                      <a:gd name="connsiteX4" fmla="*/ 5798529 w 8497616"/>
                      <a:gd name="connsiteY4" fmla="*/ 5040922 h 10222524"/>
                      <a:gd name="connsiteX5" fmla="*/ 7814898 w 8497616"/>
                      <a:gd name="connsiteY5" fmla="*/ 5064369 h 10222524"/>
                      <a:gd name="connsiteX6" fmla="*/ 7955575 w 8497616"/>
                      <a:gd name="connsiteY6" fmla="*/ 3962400 h 10222524"/>
                      <a:gd name="connsiteX7" fmla="*/ 8494838 w 8497616"/>
                      <a:gd name="connsiteY7" fmla="*/ 3938954 h 10222524"/>
                      <a:gd name="connsiteX8" fmla="*/ 7322528 w 8497616"/>
                      <a:gd name="connsiteY8" fmla="*/ 5861538 h 10222524"/>
                      <a:gd name="connsiteX9" fmla="*/ 7603883 w 8497616"/>
                      <a:gd name="connsiteY9" fmla="*/ 7971692 h 10222524"/>
                      <a:gd name="connsiteX10" fmla="*/ 4977913 w 8497616"/>
                      <a:gd name="connsiteY10" fmla="*/ 10222524 h 10222524"/>
                      <a:gd name="connsiteX11" fmla="*/ 3758713 w 8497616"/>
                      <a:gd name="connsiteY11" fmla="*/ 8839201 h 10222524"/>
                      <a:gd name="connsiteX12" fmla="*/ 2891205 w 8497616"/>
                      <a:gd name="connsiteY12" fmla="*/ 8932984 h 10222524"/>
                      <a:gd name="connsiteX13" fmla="*/ 1672005 w 8497616"/>
                      <a:gd name="connsiteY13" fmla="*/ 9472247 h 10222524"/>
                      <a:gd name="connsiteX14" fmla="*/ 1179636 w 8497616"/>
                      <a:gd name="connsiteY14" fmla="*/ 8393724 h 10222524"/>
                      <a:gd name="connsiteX15" fmla="*/ 945175 w 8497616"/>
                      <a:gd name="connsiteY15" fmla="*/ 7831015 h 10222524"/>
                      <a:gd name="connsiteX16" fmla="*/ 781051 w 8497616"/>
                      <a:gd name="connsiteY16" fmla="*/ 7408985 h 10222524"/>
                      <a:gd name="connsiteX17" fmla="*/ 804498 w 8497616"/>
                      <a:gd name="connsiteY17" fmla="*/ 6869724 h 10222524"/>
                      <a:gd name="connsiteX18" fmla="*/ 288682 w 8497616"/>
                      <a:gd name="connsiteY18" fmla="*/ 6611816 h 10222524"/>
                      <a:gd name="connsiteX19" fmla="*/ 874836 w 8497616"/>
                      <a:gd name="connsiteY19" fmla="*/ 4783016 h 10222524"/>
                      <a:gd name="connsiteX20" fmla="*/ 968620 w 8497616"/>
                      <a:gd name="connsiteY20" fmla="*/ 1852247 h 10222524"/>
                      <a:gd name="connsiteX21" fmla="*/ 874836 w 8497616"/>
                      <a:gd name="connsiteY21" fmla="*/ 937846 h 10222524"/>
                      <a:gd name="connsiteX0" fmla="*/ 874836 w 8497616"/>
                      <a:gd name="connsiteY0" fmla="*/ 937846 h 10222524"/>
                      <a:gd name="connsiteX1" fmla="*/ 3500805 w 8497616"/>
                      <a:gd name="connsiteY1" fmla="*/ 0 h 10222524"/>
                      <a:gd name="connsiteX2" fmla="*/ 3477359 w 8497616"/>
                      <a:gd name="connsiteY2" fmla="*/ 2133600 h 10222524"/>
                      <a:gd name="connsiteX3" fmla="*/ 3500805 w 8497616"/>
                      <a:gd name="connsiteY3" fmla="*/ 3915508 h 10222524"/>
                      <a:gd name="connsiteX4" fmla="*/ 5775082 w 8497616"/>
                      <a:gd name="connsiteY4" fmla="*/ 3962400 h 10222524"/>
                      <a:gd name="connsiteX5" fmla="*/ 5798529 w 8497616"/>
                      <a:gd name="connsiteY5" fmla="*/ 5040922 h 10222524"/>
                      <a:gd name="connsiteX6" fmla="*/ 7814898 w 8497616"/>
                      <a:gd name="connsiteY6" fmla="*/ 5064369 h 10222524"/>
                      <a:gd name="connsiteX7" fmla="*/ 7955575 w 8497616"/>
                      <a:gd name="connsiteY7" fmla="*/ 3962400 h 10222524"/>
                      <a:gd name="connsiteX8" fmla="*/ 8494838 w 8497616"/>
                      <a:gd name="connsiteY8" fmla="*/ 3938954 h 10222524"/>
                      <a:gd name="connsiteX9" fmla="*/ 7322528 w 8497616"/>
                      <a:gd name="connsiteY9" fmla="*/ 5861538 h 10222524"/>
                      <a:gd name="connsiteX10" fmla="*/ 7603883 w 8497616"/>
                      <a:gd name="connsiteY10" fmla="*/ 7971692 h 10222524"/>
                      <a:gd name="connsiteX11" fmla="*/ 4977913 w 8497616"/>
                      <a:gd name="connsiteY11" fmla="*/ 10222524 h 10222524"/>
                      <a:gd name="connsiteX12" fmla="*/ 3758713 w 8497616"/>
                      <a:gd name="connsiteY12" fmla="*/ 8839201 h 10222524"/>
                      <a:gd name="connsiteX13" fmla="*/ 2891205 w 8497616"/>
                      <a:gd name="connsiteY13" fmla="*/ 8932984 h 10222524"/>
                      <a:gd name="connsiteX14" fmla="*/ 1672005 w 8497616"/>
                      <a:gd name="connsiteY14" fmla="*/ 9472247 h 10222524"/>
                      <a:gd name="connsiteX15" fmla="*/ 1179636 w 8497616"/>
                      <a:gd name="connsiteY15" fmla="*/ 8393724 h 10222524"/>
                      <a:gd name="connsiteX16" fmla="*/ 945175 w 8497616"/>
                      <a:gd name="connsiteY16" fmla="*/ 7831015 h 10222524"/>
                      <a:gd name="connsiteX17" fmla="*/ 781051 w 8497616"/>
                      <a:gd name="connsiteY17" fmla="*/ 7408985 h 10222524"/>
                      <a:gd name="connsiteX18" fmla="*/ 804498 w 8497616"/>
                      <a:gd name="connsiteY18" fmla="*/ 6869724 h 10222524"/>
                      <a:gd name="connsiteX19" fmla="*/ 288682 w 8497616"/>
                      <a:gd name="connsiteY19" fmla="*/ 6611816 h 10222524"/>
                      <a:gd name="connsiteX20" fmla="*/ 874836 w 8497616"/>
                      <a:gd name="connsiteY20" fmla="*/ 4783016 h 10222524"/>
                      <a:gd name="connsiteX21" fmla="*/ 968620 w 8497616"/>
                      <a:gd name="connsiteY21" fmla="*/ 1852247 h 10222524"/>
                      <a:gd name="connsiteX22" fmla="*/ 874836 w 8497616"/>
                      <a:gd name="connsiteY22" fmla="*/ 937846 h 10222524"/>
                      <a:gd name="connsiteX0" fmla="*/ 874836 w 8497616"/>
                      <a:gd name="connsiteY0" fmla="*/ 937846 h 10222524"/>
                      <a:gd name="connsiteX1" fmla="*/ 3500805 w 8497616"/>
                      <a:gd name="connsiteY1" fmla="*/ 0 h 10222524"/>
                      <a:gd name="connsiteX2" fmla="*/ 4649667 w 8497616"/>
                      <a:gd name="connsiteY2" fmla="*/ 2766646 h 10222524"/>
                      <a:gd name="connsiteX3" fmla="*/ 3500805 w 8497616"/>
                      <a:gd name="connsiteY3" fmla="*/ 3915508 h 10222524"/>
                      <a:gd name="connsiteX4" fmla="*/ 5775082 w 8497616"/>
                      <a:gd name="connsiteY4" fmla="*/ 3962400 h 10222524"/>
                      <a:gd name="connsiteX5" fmla="*/ 5798529 w 8497616"/>
                      <a:gd name="connsiteY5" fmla="*/ 5040922 h 10222524"/>
                      <a:gd name="connsiteX6" fmla="*/ 7814898 w 8497616"/>
                      <a:gd name="connsiteY6" fmla="*/ 5064369 h 10222524"/>
                      <a:gd name="connsiteX7" fmla="*/ 7955575 w 8497616"/>
                      <a:gd name="connsiteY7" fmla="*/ 3962400 h 10222524"/>
                      <a:gd name="connsiteX8" fmla="*/ 8494838 w 8497616"/>
                      <a:gd name="connsiteY8" fmla="*/ 3938954 h 10222524"/>
                      <a:gd name="connsiteX9" fmla="*/ 7322528 w 8497616"/>
                      <a:gd name="connsiteY9" fmla="*/ 5861538 h 10222524"/>
                      <a:gd name="connsiteX10" fmla="*/ 7603883 w 8497616"/>
                      <a:gd name="connsiteY10" fmla="*/ 7971692 h 10222524"/>
                      <a:gd name="connsiteX11" fmla="*/ 4977913 w 8497616"/>
                      <a:gd name="connsiteY11" fmla="*/ 10222524 h 10222524"/>
                      <a:gd name="connsiteX12" fmla="*/ 3758713 w 8497616"/>
                      <a:gd name="connsiteY12" fmla="*/ 8839201 h 10222524"/>
                      <a:gd name="connsiteX13" fmla="*/ 2891205 w 8497616"/>
                      <a:gd name="connsiteY13" fmla="*/ 8932984 h 10222524"/>
                      <a:gd name="connsiteX14" fmla="*/ 1672005 w 8497616"/>
                      <a:gd name="connsiteY14" fmla="*/ 9472247 h 10222524"/>
                      <a:gd name="connsiteX15" fmla="*/ 1179636 w 8497616"/>
                      <a:gd name="connsiteY15" fmla="*/ 8393724 h 10222524"/>
                      <a:gd name="connsiteX16" fmla="*/ 945175 w 8497616"/>
                      <a:gd name="connsiteY16" fmla="*/ 7831015 h 10222524"/>
                      <a:gd name="connsiteX17" fmla="*/ 781051 w 8497616"/>
                      <a:gd name="connsiteY17" fmla="*/ 7408985 h 10222524"/>
                      <a:gd name="connsiteX18" fmla="*/ 804498 w 8497616"/>
                      <a:gd name="connsiteY18" fmla="*/ 6869724 h 10222524"/>
                      <a:gd name="connsiteX19" fmla="*/ 288682 w 8497616"/>
                      <a:gd name="connsiteY19" fmla="*/ 6611816 h 10222524"/>
                      <a:gd name="connsiteX20" fmla="*/ 874836 w 8497616"/>
                      <a:gd name="connsiteY20" fmla="*/ 4783016 h 10222524"/>
                      <a:gd name="connsiteX21" fmla="*/ 968620 w 8497616"/>
                      <a:gd name="connsiteY21" fmla="*/ 1852247 h 10222524"/>
                      <a:gd name="connsiteX22" fmla="*/ 874836 w 8497616"/>
                      <a:gd name="connsiteY22" fmla="*/ 937846 h 10222524"/>
                      <a:gd name="connsiteX0" fmla="*/ 874836 w 8497616"/>
                      <a:gd name="connsiteY0" fmla="*/ 937846 h 10222524"/>
                      <a:gd name="connsiteX1" fmla="*/ 3500805 w 8497616"/>
                      <a:gd name="connsiteY1" fmla="*/ 0 h 10222524"/>
                      <a:gd name="connsiteX2" fmla="*/ 4649667 w 8497616"/>
                      <a:gd name="connsiteY2" fmla="*/ 2766646 h 10222524"/>
                      <a:gd name="connsiteX3" fmla="*/ 4040067 w 8497616"/>
                      <a:gd name="connsiteY3" fmla="*/ 3329354 h 10222524"/>
                      <a:gd name="connsiteX4" fmla="*/ 3500805 w 8497616"/>
                      <a:gd name="connsiteY4" fmla="*/ 3915508 h 10222524"/>
                      <a:gd name="connsiteX5" fmla="*/ 5775082 w 8497616"/>
                      <a:gd name="connsiteY5" fmla="*/ 3962400 h 10222524"/>
                      <a:gd name="connsiteX6" fmla="*/ 5798529 w 8497616"/>
                      <a:gd name="connsiteY6" fmla="*/ 5040922 h 10222524"/>
                      <a:gd name="connsiteX7" fmla="*/ 7814898 w 8497616"/>
                      <a:gd name="connsiteY7" fmla="*/ 5064369 h 10222524"/>
                      <a:gd name="connsiteX8" fmla="*/ 7955575 w 8497616"/>
                      <a:gd name="connsiteY8" fmla="*/ 3962400 h 10222524"/>
                      <a:gd name="connsiteX9" fmla="*/ 8494838 w 8497616"/>
                      <a:gd name="connsiteY9" fmla="*/ 3938954 h 10222524"/>
                      <a:gd name="connsiteX10" fmla="*/ 7322528 w 8497616"/>
                      <a:gd name="connsiteY10" fmla="*/ 5861538 h 10222524"/>
                      <a:gd name="connsiteX11" fmla="*/ 7603883 w 8497616"/>
                      <a:gd name="connsiteY11" fmla="*/ 7971692 h 10222524"/>
                      <a:gd name="connsiteX12" fmla="*/ 4977913 w 8497616"/>
                      <a:gd name="connsiteY12" fmla="*/ 10222524 h 10222524"/>
                      <a:gd name="connsiteX13" fmla="*/ 3758713 w 8497616"/>
                      <a:gd name="connsiteY13" fmla="*/ 8839201 h 10222524"/>
                      <a:gd name="connsiteX14" fmla="*/ 2891205 w 8497616"/>
                      <a:gd name="connsiteY14" fmla="*/ 8932984 h 10222524"/>
                      <a:gd name="connsiteX15" fmla="*/ 1672005 w 8497616"/>
                      <a:gd name="connsiteY15" fmla="*/ 9472247 h 10222524"/>
                      <a:gd name="connsiteX16" fmla="*/ 1179636 w 8497616"/>
                      <a:gd name="connsiteY16" fmla="*/ 8393724 h 10222524"/>
                      <a:gd name="connsiteX17" fmla="*/ 945175 w 8497616"/>
                      <a:gd name="connsiteY17" fmla="*/ 7831015 h 10222524"/>
                      <a:gd name="connsiteX18" fmla="*/ 781051 w 8497616"/>
                      <a:gd name="connsiteY18" fmla="*/ 7408985 h 10222524"/>
                      <a:gd name="connsiteX19" fmla="*/ 804498 w 8497616"/>
                      <a:gd name="connsiteY19" fmla="*/ 6869724 h 10222524"/>
                      <a:gd name="connsiteX20" fmla="*/ 288682 w 8497616"/>
                      <a:gd name="connsiteY20" fmla="*/ 6611816 h 10222524"/>
                      <a:gd name="connsiteX21" fmla="*/ 874836 w 8497616"/>
                      <a:gd name="connsiteY21" fmla="*/ 4783016 h 10222524"/>
                      <a:gd name="connsiteX22" fmla="*/ 968620 w 8497616"/>
                      <a:gd name="connsiteY22" fmla="*/ 1852247 h 10222524"/>
                      <a:gd name="connsiteX23" fmla="*/ 874836 w 8497616"/>
                      <a:gd name="connsiteY23" fmla="*/ 937846 h 10222524"/>
                      <a:gd name="connsiteX0" fmla="*/ 874836 w 8497616"/>
                      <a:gd name="connsiteY0" fmla="*/ 937846 h 10222524"/>
                      <a:gd name="connsiteX1" fmla="*/ 3500805 w 8497616"/>
                      <a:gd name="connsiteY1" fmla="*/ 0 h 10222524"/>
                      <a:gd name="connsiteX2" fmla="*/ 4649667 w 8497616"/>
                      <a:gd name="connsiteY2" fmla="*/ 2766646 h 10222524"/>
                      <a:gd name="connsiteX3" fmla="*/ 3664929 w 8497616"/>
                      <a:gd name="connsiteY3" fmla="*/ 2836985 h 10222524"/>
                      <a:gd name="connsiteX4" fmla="*/ 3500805 w 8497616"/>
                      <a:gd name="connsiteY4" fmla="*/ 3915508 h 10222524"/>
                      <a:gd name="connsiteX5" fmla="*/ 5775082 w 8497616"/>
                      <a:gd name="connsiteY5" fmla="*/ 3962400 h 10222524"/>
                      <a:gd name="connsiteX6" fmla="*/ 5798529 w 8497616"/>
                      <a:gd name="connsiteY6" fmla="*/ 5040922 h 10222524"/>
                      <a:gd name="connsiteX7" fmla="*/ 7814898 w 8497616"/>
                      <a:gd name="connsiteY7" fmla="*/ 5064369 h 10222524"/>
                      <a:gd name="connsiteX8" fmla="*/ 7955575 w 8497616"/>
                      <a:gd name="connsiteY8" fmla="*/ 3962400 h 10222524"/>
                      <a:gd name="connsiteX9" fmla="*/ 8494838 w 8497616"/>
                      <a:gd name="connsiteY9" fmla="*/ 3938954 h 10222524"/>
                      <a:gd name="connsiteX10" fmla="*/ 7322528 w 8497616"/>
                      <a:gd name="connsiteY10" fmla="*/ 5861538 h 10222524"/>
                      <a:gd name="connsiteX11" fmla="*/ 7603883 w 8497616"/>
                      <a:gd name="connsiteY11" fmla="*/ 7971692 h 10222524"/>
                      <a:gd name="connsiteX12" fmla="*/ 4977913 w 8497616"/>
                      <a:gd name="connsiteY12" fmla="*/ 10222524 h 10222524"/>
                      <a:gd name="connsiteX13" fmla="*/ 3758713 w 8497616"/>
                      <a:gd name="connsiteY13" fmla="*/ 8839201 h 10222524"/>
                      <a:gd name="connsiteX14" fmla="*/ 2891205 w 8497616"/>
                      <a:gd name="connsiteY14" fmla="*/ 8932984 h 10222524"/>
                      <a:gd name="connsiteX15" fmla="*/ 1672005 w 8497616"/>
                      <a:gd name="connsiteY15" fmla="*/ 9472247 h 10222524"/>
                      <a:gd name="connsiteX16" fmla="*/ 1179636 w 8497616"/>
                      <a:gd name="connsiteY16" fmla="*/ 8393724 h 10222524"/>
                      <a:gd name="connsiteX17" fmla="*/ 945175 w 8497616"/>
                      <a:gd name="connsiteY17" fmla="*/ 7831015 h 10222524"/>
                      <a:gd name="connsiteX18" fmla="*/ 781051 w 8497616"/>
                      <a:gd name="connsiteY18" fmla="*/ 7408985 h 10222524"/>
                      <a:gd name="connsiteX19" fmla="*/ 804498 w 8497616"/>
                      <a:gd name="connsiteY19" fmla="*/ 6869724 h 10222524"/>
                      <a:gd name="connsiteX20" fmla="*/ 288682 w 8497616"/>
                      <a:gd name="connsiteY20" fmla="*/ 6611816 h 10222524"/>
                      <a:gd name="connsiteX21" fmla="*/ 874836 w 8497616"/>
                      <a:gd name="connsiteY21" fmla="*/ 4783016 h 10222524"/>
                      <a:gd name="connsiteX22" fmla="*/ 968620 w 8497616"/>
                      <a:gd name="connsiteY22" fmla="*/ 1852247 h 10222524"/>
                      <a:gd name="connsiteX23" fmla="*/ 874836 w 8497616"/>
                      <a:gd name="connsiteY23" fmla="*/ 937846 h 10222524"/>
                      <a:gd name="connsiteX0" fmla="*/ 874836 w 8497616"/>
                      <a:gd name="connsiteY0" fmla="*/ 937846 h 10222524"/>
                      <a:gd name="connsiteX1" fmla="*/ 3500805 w 8497616"/>
                      <a:gd name="connsiteY1" fmla="*/ 0 h 10222524"/>
                      <a:gd name="connsiteX2" fmla="*/ 4649667 w 8497616"/>
                      <a:gd name="connsiteY2" fmla="*/ 2766646 h 10222524"/>
                      <a:gd name="connsiteX3" fmla="*/ 3524252 w 8497616"/>
                      <a:gd name="connsiteY3" fmla="*/ 2836985 h 10222524"/>
                      <a:gd name="connsiteX4" fmla="*/ 3500805 w 8497616"/>
                      <a:gd name="connsiteY4" fmla="*/ 3915508 h 10222524"/>
                      <a:gd name="connsiteX5" fmla="*/ 5775082 w 8497616"/>
                      <a:gd name="connsiteY5" fmla="*/ 3962400 h 10222524"/>
                      <a:gd name="connsiteX6" fmla="*/ 5798529 w 8497616"/>
                      <a:gd name="connsiteY6" fmla="*/ 5040922 h 10222524"/>
                      <a:gd name="connsiteX7" fmla="*/ 7814898 w 8497616"/>
                      <a:gd name="connsiteY7" fmla="*/ 5064369 h 10222524"/>
                      <a:gd name="connsiteX8" fmla="*/ 7955575 w 8497616"/>
                      <a:gd name="connsiteY8" fmla="*/ 3962400 h 10222524"/>
                      <a:gd name="connsiteX9" fmla="*/ 8494838 w 8497616"/>
                      <a:gd name="connsiteY9" fmla="*/ 3938954 h 10222524"/>
                      <a:gd name="connsiteX10" fmla="*/ 7322528 w 8497616"/>
                      <a:gd name="connsiteY10" fmla="*/ 5861538 h 10222524"/>
                      <a:gd name="connsiteX11" fmla="*/ 7603883 w 8497616"/>
                      <a:gd name="connsiteY11" fmla="*/ 7971692 h 10222524"/>
                      <a:gd name="connsiteX12" fmla="*/ 4977913 w 8497616"/>
                      <a:gd name="connsiteY12" fmla="*/ 10222524 h 10222524"/>
                      <a:gd name="connsiteX13" fmla="*/ 3758713 w 8497616"/>
                      <a:gd name="connsiteY13" fmla="*/ 8839201 h 10222524"/>
                      <a:gd name="connsiteX14" fmla="*/ 2891205 w 8497616"/>
                      <a:gd name="connsiteY14" fmla="*/ 8932984 h 10222524"/>
                      <a:gd name="connsiteX15" fmla="*/ 1672005 w 8497616"/>
                      <a:gd name="connsiteY15" fmla="*/ 9472247 h 10222524"/>
                      <a:gd name="connsiteX16" fmla="*/ 1179636 w 8497616"/>
                      <a:gd name="connsiteY16" fmla="*/ 8393724 h 10222524"/>
                      <a:gd name="connsiteX17" fmla="*/ 945175 w 8497616"/>
                      <a:gd name="connsiteY17" fmla="*/ 7831015 h 10222524"/>
                      <a:gd name="connsiteX18" fmla="*/ 781051 w 8497616"/>
                      <a:gd name="connsiteY18" fmla="*/ 7408985 h 10222524"/>
                      <a:gd name="connsiteX19" fmla="*/ 804498 w 8497616"/>
                      <a:gd name="connsiteY19" fmla="*/ 6869724 h 10222524"/>
                      <a:gd name="connsiteX20" fmla="*/ 288682 w 8497616"/>
                      <a:gd name="connsiteY20" fmla="*/ 6611816 h 10222524"/>
                      <a:gd name="connsiteX21" fmla="*/ 874836 w 8497616"/>
                      <a:gd name="connsiteY21" fmla="*/ 4783016 h 10222524"/>
                      <a:gd name="connsiteX22" fmla="*/ 968620 w 8497616"/>
                      <a:gd name="connsiteY22" fmla="*/ 1852247 h 10222524"/>
                      <a:gd name="connsiteX23" fmla="*/ 874836 w 8497616"/>
                      <a:gd name="connsiteY23" fmla="*/ 937846 h 10222524"/>
                      <a:gd name="connsiteX0" fmla="*/ 874836 w 8497616"/>
                      <a:gd name="connsiteY0" fmla="*/ 937846 h 10222524"/>
                      <a:gd name="connsiteX1" fmla="*/ 3500805 w 8497616"/>
                      <a:gd name="connsiteY1" fmla="*/ 0 h 10222524"/>
                      <a:gd name="connsiteX2" fmla="*/ 4086959 w 8497616"/>
                      <a:gd name="connsiteY2" fmla="*/ 1430215 h 10222524"/>
                      <a:gd name="connsiteX3" fmla="*/ 4649667 w 8497616"/>
                      <a:gd name="connsiteY3" fmla="*/ 2766646 h 10222524"/>
                      <a:gd name="connsiteX4" fmla="*/ 3524252 w 8497616"/>
                      <a:gd name="connsiteY4" fmla="*/ 2836985 h 10222524"/>
                      <a:gd name="connsiteX5" fmla="*/ 3500805 w 8497616"/>
                      <a:gd name="connsiteY5" fmla="*/ 3915508 h 10222524"/>
                      <a:gd name="connsiteX6" fmla="*/ 5775082 w 8497616"/>
                      <a:gd name="connsiteY6" fmla="*/ 3962400 h 10222524"/>
                      <a:gd name="connsiteX7" fmla="*/ 5798529 w 8497616"/>
                      <a:gd name="connsiteY7" fmla="*/ 5040922 h 10222524"/>
                      <a:gd name="connsiteX8" fmla="*/ 7814898 w 8497616"/>
                      <a:gd name="connsiteY8" fmla="*/ 5064369 h 10222524"/>
                      <a:gd name="connsiteX9" fmla="*/ 7955575 w 8497616"/>
                      <a:gd name="connsiteY9" fmla="*/ 3962400 h 10222524"/>
                      <a:gd name="connsiteX10" fmla="*/ 8494838 w 8497616"/>
                      <a:gd name="connsiteY10" fmla="*/ 3938954 h 10222524"/>
                      <a:gd name="connsiteX11" fmla="*/ 7322528 w 8497616"/>
                      <a:gd name="connsiteY11" fmla="*/ 5861538 h 10222524"/>
                      <a:gd name="connsiteX12" fmla="*/ 7603883 w 8497616"/>
                      <a:gd name="connsiteY12" fmla="*/ 7971692 h 10222524"/>
                      <a:gd name="connsiteX13" fmla="*/ 4977913 w 8497616"/>
                      <a:gd name="connsiteY13" fmla="*/ 10222524 h 10222524"/>
                      <a:gd name="connsiteX14" fmla="*/ 3758713 w 8497616"/>
                      <a:gd name="connsiteY14" fmla="*/ 8839201 h 10222524"/>
                      <a:gd name="connsiteX15" fmla="*/ 2891205 w 8497616"/>
                      <a:gd name="connsiteY15" fmla="*/ 8932984 h 10222524"/>
                      <a:gd name="connsiteX16" fmla="*/ 1672005 w 8497616"/>
                      <a:gd name="connsiteY16" fmla="*/ 9472247 h 10222524"/>
                      <a:gd name="connsiteX17" fmla="*/ 1179636 w 8497616"/>
                      <a:gd name="connsiteY17" fmla="*/ 8393724 h 10222524"/>
                      <a:gd name="connsiteX18" fmla="*/ 945175 w 8497616"/>
                      <a:gd name="connsiteY18" fmla="*/ 7831015 h 10222524"/>
                      <a:gd name="connsiteX19" fmla="*/ 781051 w 8497616"/>
                      <a:gd name="connsiteY19" fmla="*/ 7408985 h 10222524"/>
                      <a:gd name="connsiteX20" fmla="*/ 804498 w 8497616"/>
                      <a:gd name="connsiteY20" fmla="*/ 6869724 h 10222524"/>
                      <a:gd name="connsiteX21" fmla="*/ 288682 w 8497616"/>
                      <a:gd name="connsiteY21" fmla="*/ 6611816 h 10222524"/>
                      <a:gd name="connsiteX22" fmla="*/ 874836 w 8497616"/>
                      <a:gd name="connsiteY22" fmla="*/ 4783016 h 10222524"/>
                      <a:gd name="connsiteX23" fmla="*/ 968620 w 8497616"/>
                      <a:gd name="connsiteY23" fmla="*/ 1852247 h 10222524"/>
                      <a:gd name="connsiteX24" fmla="*/ 874836 w 8497616"/>
                      <a:gd name="connsiteY24" fmla="*/ 937846 h 10222524"/>
                      <a:gd name="connsiteX0" fmla="*/ 874836 w 8497616"/>
                      <a:gd name="connsiteY0" fmla="*/ 937846 h 10222524"/>
                      <a:gd name="connsiteX1" fmla="*/ 3500805 w 8497616"/>
                      <a:gd name="connsiteY1" fmla="*/ 0 h 10222524"/>
                      <a:gd name="connsiteX2" fmla="*/ 4649667 w 8497616"/>
                      <a:gd name="connsiteY2" fmla="*/ 656492 h 10222524"/>
                      <a:gd name="connsiteX3" fmla="*/ 4649667 w 8497616"/>
                      <a:gd name="connsiteY3" fmla="*/ 2766646 h 10222524"/>
                      <a:gd name="connsiteX4" fmla="*/ 3524252 w 8497616"/>
                      <a:gd name="connsiteY4" fmla="*/ 2836985 h 10222524"/>
                      <a:gd name="connsiteX5" fmla="*/ 3500805 w 8497616"/>
                      <a:gd name="connsiteY5" fmla="*/ 3915508 h 10222524"/>
                      <a:gd name="connsiteX6" fmla="*/ 5775082 w 8497616"/>
                      <a:gd name="connsiteY6" fmla="*/ 3962400 h 10222524"/>
                      <a:gd name="connsiteX7" fmla="*/ 5798529 w 8497616"/>
                      <a:gd name="connsiteY7" fmla="*/ 5040922 h 10222524"/>
                      <a:gd name="connsiteX8" fmla="*/ 7814898 w 8497616"/>
                      <a:gd name="connsiteY8" fmla="*/ 5064369 h 10222524"/>
                      <a:gd name="connsiteX9" fmla="*/ 7955575 w 8497616"/>
                      <a:gd name="connsiteY9" fmla="*/ 3962400 h 10222524"/>
                      <a:gd name="connsiteX10" fmla="*/ 8494838 w 8497616"/>
                      <a:gd name="connsiteY10" fmla="*/ 3938954 h 10222524"/>
                      <a:gd name="connsiteX11" fmla="*/ 7322528 w 8497616"/>
                      <a:gd name="connsiteY11" fmla="*/ 5861538 h 10222524"/>
                      <a:gd name="connsiteX12" fmla="*/ 7603883 w 8497616"/>
                      <a:gd name="connsiteY12" fmla="*/ 7971692 h 10222524"/>
                      <a:gd name="connsiteX13" fmla="*/ 4977913 w 8497616"/>
                      <a:gd name="connsiteY13" fmla="*/ 10222524 h 10222524"/>
                      <a:gd name="connsiteX14" fmla="*/ 3758713 w 8497616"/>
                      <a:gd name="connsiteY14" fmla="*/ 8839201 h 10222524"/>
                      <a:gd name="connsiteX15" fmla="*/ 2891205 w 8497616"/>
                      <a:gd name="connsiteY15" fmla="*/ 8932984 h 10222524"/>
                      <a:gd name="connsiteX16" fmla="*/ 1672005 w 8497616"/>
                      <a:gd name="connsiteY16" fmla="*/ 9472247 h 10222524"/>
                      <a:gd name="connsiteX17" fmla="*/ 1179636 w 8497616"/>
                      <a:gd name="connsiteY17" fmla="*/ 8393724 h 10222524"/>
                      <a:gd name="connsiteX18" fmla="*/ 945175 w 8497616"/>
                      <a:gd name="connsiteY18" fmla="*/ 7831015 h 10222524"/>
                      <a:gd name="connsiteX19" fmla="*/ 781051 w 8497616"/>
                      <a:gd name="connsiteY19" fmla="*/ 7408985 h 10222524"/>
                      <a:gd name="connsiteX20" fmla="*/ 804498 w 8497616"/>
                      <a:gd name="connsiteY20" fmla="*/ 6869724 h 10222524"/>
                      <a:gd name="connsiteX21" fmla="*/ 288682 w 8497616"/>
                      <a:gd name="connsiteY21" fmla="*/ 6611816 h 10222524"/>
                      <a:gd name="connsiteX22" fmla="*/ 874836 w 8497616"/>
                      <a:gd name="connsiteY22" fmla="*/ 4783016 h 10222524"/>
                      <a:gd name="connsiteX23" fmla="*/ 968620 w 8497616"/>
                      <a:gd name="connsiteY23" fmla="*/ 1852247 h 10222524"/>
                      <a:gd name="connsiteX24" fmla="*/ 874836 w 8497616"/>
                      <a:gd name="connsiteY24" fmla="*/ 937846 h 10222524"/>
                      <a:gd name="connsiteX0" fmla="*/ 874836 w 8497616"/>
                      <a:gd name="connsiteY0" fmla="*/ 937846 h 10222524"/>
                      <a:gd name="connsiteX1" fmla="*/ 3500805 w 8497616"/>
                      <a:gd name="connsiteY1" fmla="*/ 0 h 10222524"/>
                      <a:gd name="connsiteX2" fmla="*/ 3993175 w 8497616"/>
                      <a:gd name="connsiteY2" fmla="*/ 257907 h 10222524"/>
                      <a:gd name="connsiteX3" fmla="*/ 4649667 w 8497616"/>
                      <a:gd name="connsiteY3" fmla="*/ 656492 h 10222524"/>
                      <a:gd name="connsiteX4" fmla="*/ 4649667 w 8497616"/>
                      <a:gd name="connsiteY4" fmla="*/ 2766646 h 10222524"/>
                      <a:gd name="connsiteX5" fmla="*/ 3524252 w 8497616"/>
                      <a:gd name="connsiteY5" fmla="*/ 2836985 h 10222524"/>
                      <a:gd name="connsiteX6" fmla="*/ 3500805 w 8497616"/>
                      <a:gd name="connsiteY6" fmla="*/ 3915508 h 10222524"/>
                      <a:gd name="connsiteX7" fmla="*/ 5775082 w 8497616"/>
                      <a:gd name="connsiteY7" fmla="*/ 3962400 h 10222524"/>
                      <a:gd name="connsiteX8" fmla="*/ 5798529 w 8497616"/>
                      <a:gd name="connsiteY8" fmla="*/ 5040922 h 10222524"/>
                      <a:gd name="connsiteX9" fmla="*/ 7814898 w 8497616"/>
                      <a:gd name="connsiteY9" fmla="*/ 5064369 h 10222524"/>
                      <a:gd name="connsiteX10" fmla="*/ 7955575 w 8497616"/>
                      <a:gd name="connsiteY10" fmla="*/ 3962400 h 10222524"/>
                      <a:gd name="connsiteX11" fmla="*/ 8494838 w 8497616"/>
                      <a:gd name="connsiteY11" fmla="*/ 3938954 h 10222524"/>
                      <a:gd name="connsiteX12" fmla="*/ 7322528 w 8497616"/>
                      <a:gd name="connsiteY12" fmla="*/ 5861538 h 10222524"/>
                      <a:gd name="connsiteX13" fmla="*/ 7603883 w 8497616"/>
                      <a:gd name="connsiteY13" fmla="*/ 7971692 h 10222524"/>
                      <a:gd name="connsiteX14" fmla="*/ 4977913 w 8497616"/>
                      <a:gd name="connsiteY14" fmla="*/ 10222524 h 10222524"/>
                      <a:gd name="connsiteX15" fmla="*/ 3758713 w 8497616"/>
                      <a:gd name="connsiteY15" fmla="*/ 8839201 h 10222524"/>
                      <a:gd name="connsiteX16" fmla="*/ 2891205 w 8497616"/>
                      <a:gd name="connsiteY16" fmla="*/ 8932984 h 10222524"/>
                      <a:gd name="connsiteX17" fmla="*/ 1672005 w 8497616"/>
                      <a:gd name="connsiteY17" fmla="*/ 9472247 h 10222524"/>
                      <a:gd name="connsiteX18" fmla="*/ 1179636 w 8497616"/>
                      <a:gd name="connsiteY18" fmla="*/ 8393724 h 10222524"/>
                      <a:gd name="connsiteX19" fmla="*/ 945175 w 8497616"/>
                      <a:gd name="connsiteY19" fmla="*/ 7831015 h 10222524"/>
                      <a:gd name="connsiteX20" fmla="*/ 781051 w 8497616"/>
                      <a:gd name="connsiteY20" fmla="*/ 7408985 h 10222524"/>
                      <a:gd name="connsiteX21" fmla="*/ 804498 w 8497616"/>
                      <a:gd name="connsiteY21" fmla="*/ 6869724 h 10222524"/>
                      <a:gd name="connsiteX22" fmla="*/ 288682 w 8497616"/>
                      <a:gd name="connsiteY22" fmla="*/ 6611816 h 10222524"/>
                      <a:gd name="connsiteX23" fmla="*/ 874836 w 8497616"/>
                      <a:gd name="connsiteY23" fmla="*/ 4783016 h 10222524"/>
                      <a:gd name="connsiteX24" fmla="*/ 968620 w 8497616"/>
                      <a:gd name="connsiteY24" fmla="*/ 1852247 h 10222524"/>
                      <a:gd name="connsiteX25" fmla="*/ 874836 w 8497616"/>
                      <a:gd name="connsiteY25" fmla="*/ 937846 h 10222524"/>
                      <a:gd name="connsiteX0" fmla="*/ 874836 w 8497616"/>
                      <a:gd name="connsiteY0" fmla="*/ 937846 h 10222524"/>
                      <a:gd name="connsiteX1" fmla="*/ 3500805 w 8497616"/>
                      <a:gd name="connsiteY1" fmla="*/ 0 h 10222524"/>
                      <a:gd name="connsiteX2" fmla="*/ 3500806 w 8497616"/>
                      <a:gd name="connsiteY2" fmla="*/ 656491 h 10222524"/>
                      <a:gd name="connsiteX3" fmla="*/ 4649667 w 8497616"/>
                      <a:gd name="connsiteY3" fmla="*/ 656492 h 10222524"/>
                      <a:gd name="connsiteX4" fmla="*/ 4649667 w 8497616"/>
                      <a:gd name="connsiteY4" fmla="*/ 2766646 h 10222524"/>
                      <a:gd name="connsiteX5" fmla="*/ 3524252 w 8497616"/>
                      <a:gd name="connsiteY5" fmla="*/ 2836985 h 10222524"/>
                      <a:gd name="connsiteX6" fmla="*/ 3500805 w 8497616"/>
                      <a:gd name="connsiteY6" fmla="*/ 3915508 h 10222524"/>
                      <a:gd name="connsiteX7" fmla="*/ 5775082 w 8497616"/>
                      <a:gd name="connsiteY7" fmla="*/ 3962400 h 10222524"/>
                      <a:gd name="connsiteX8" fmla="*/ 5798529 w 8497616"/>
                      <a:gd name="connsiteY8" fmla="*/ 5040922 h 10222524"/>
                      <a:gd name="connsiteX9" fmla="*/ 7814898 w 8497616"/>
                      <a:gd name="connsiteY9" fmla="*/ 5064369 h 10222524"/>
                      <a:gd name="connsiteX10" fmla="*/ 7955575 w 8497616"/>
                      <a:gd name="connsiteY10" fmla="*/ 3962400 h 10222524"/>
                      <a:gd name="connsiteX11" fmla="*/ 8494838 w 8497616"/>
                      <a:gd name="connsiteY11" fmla="*/ 3938954 h 10222524"/>
                      <a:gd name="connsiteX12" fmla="*/ 7322528 w 8497616"/>
                      <a:gd name="connsiteY12" fmla="*/ 5861538 h 10222524"/>
                      <a:gd name="connsiteX13" fmla="*/ 7603883 w 8497616"/>
                      <a:gd name="connsiteY13" fmla="*/ 7971692 h 10222524"/>
                      <a:gd name="connsiteX14" fmla="*/ 4977913 w 8497616"/>
                      <a:gd name="connsiteY14" fmla="*/ 10222524 h 10222524"/>
                      <a:gd name="connsiteX15" fmla="*/ 3758713 w 8497616"/>
                      <a:gd name="connsiteY15" fmla="*/ 8839201 h 10222524"/>
                      <a:gd name="connsiteX16" fmla="*/ 2891205 w 8497616"/>
                      <a:gd name="connsiteY16" fmla="*/ 8932984 h 10222524"/>
                      <a:gd name="connsiteX17" fmla="*/ 1672005 w 8497616"/>
                      <a:gd name="connsiteY17" fmla="*/ 9472247 h 10222524"/>
                      <a:gd name="connsiteX18" fmla="*/ 1179636 w 8497616"/>
                      <a:gd name="connsiteY18" fmla="*/ 8393724 h 10222524"/>
                      <a:gd name="connsiteX19" fmla="*/ 945175 w 8497616"/>
                      <a:gd name="connsiteY19" fmla="*/ 7831015 h 10222524"/>
                      <a:gd name="connsiteX20" fmla="*/ 781051 w 8497616"/>
                      <a:gd name="connsiteY20" fmla="*/ 7408985 h 10222524"/>
                      <a:gd name="connsiteX21" fmla="*/ 804498 w 8497616"/>
                      <a:gd name="connsiteY21" fmla="*/ 6869724 h 10222524"/>
                      <a:gd name="connsiteX22" fmla="*/ 288682 w 8497616"/>
                      <a:gd name="connsiteY22" fmla="*/ 6611816 h 10222524"/>
                      <a:gd name="connsiteX23" fmla="*/ 874836 w 8497616"/>
                      <a:gd name="connsiteY23" fmla="*/ 4783016 h 10222524"/>
                      <a:gd name="connsiteX24" fmla="*/ 968620 w 8497616"/>
                      <a:gd name="connsiteY24" fmla="*/ 1852247 h 10222524"/>
                      <a:gd name="connsiteX25" fmla="*/ 874836 w 8497616"/>
                      <a:gd name="connsiteY25" fmla="*/ 937846 h 10222524"/>
                      <a:gd name="connsiteX0" fmla="*/ 874836 w 8497616"/>
                      <a:gd name="connsiteY0" fmla="*/ 937846 h 10222524"/>
                      <a:gd name="connsiteX1" fmla="*/ 3500805 w 8497616"/>
                      <a:gd name="connsiteY1" fmla="*/ 0 h 10222524"/>
                      <a:gd name="connsiteX2" fmla="*/ 3500806 w 8497616"/>
                      <a:gd name="connsiteY2" fmla="*/ 656491 h 10222524"/>
                      <a:gd name="connsiteX3" fmla="*/ 4649667 w 8497616"/>
                      <a:gd name="connsiteY3" fmla="*/ 656492 h 10222524"/>
                      <a:gd name="connsiteX4" fmla="*/ 4649667 w 8497616"/>
                      <a:gd name="connsiteY4" fmla="*/ 2836984 h 10222524"/>
                      <a:gd name="connsiteX5" fmla="*/ 3524252 w 8497616"/>
                      <a:gd name="connsiteY5" fmla="*/ 2836985 h 10222524"/>
                      <a:gd name="connsiteX6" fmla="*/ 3500805 w 8497616"/>
                      <a:gd name="connsiteY6" fmla="*/ 3915508 h 10222524"/>
                      <a:gd name="connsiteX7" fmla="*/ 5775082 w 8497616"/>
                      <a:gd name="connsiteY7" fmla="*/ 3962400 h 10222524"/>
                      <a:gd name="connsiteX8" fmla="*/ 5798529 w 8497616"/>
                      <a:gd name="connsiteY8" fmla="*/ 5040922 h 10222524"/>
                      <a:gd name="connsiteX9" fmla="*/ 7814898 w 8497616"/>
                      <a:gd name="connsiteY9" fmla="*/ 5064369 h 10222524"/>
                      <a:gd name="connsiteX10" fmla="*/ 7955575 w 8497616"/>
                      <a:gd name="connsiteY10" fmla="*/ 3962400 h 10222524"/>
                      <a:gd name="connsiteX11" fmla="*/ 8494838 w 8497616"/>
                      <a:gd name="connsiteY11" fmla="*/ 3938954 h 10222524"/>
                      <a:gd name="connsiteX12" fmla="*/ 7322528 w 8497616"/>
                      <a:gd name="connsiteY12" fmla="*/ 5861538 h 10222524"/>
                      <a:gd name="connsiteX13" fmla="*/ 7603883 w 8497616"/>
                      <a:gd name="connsiteY13" fmla="*/ 7971692 h 10222524"/>
                      <a:gd name="connsiteX14" fmla="*/ 4977913 w 8497616"/>
                      <a:gd name="connsiteY14" fmla="*/ 10222524 h 10222524"/>
                      <a:gd name="connsiteX15" fmla="*/ 3758713 w 8497616"/>
                      <a:gd name="connsiteY15" fmla="*/ 8839201 h 10222524"/>
                      <a:gd name="connsiteX16" fmla="*/ 2891205 w 8497616"/>
                      <a:gd name="connsiteY16" fmla="*/ 8932984 h 10222524"/>
                      <a:gd name="connsiteX17" fmla="*/ 1672005 w 8497616"/>
                      <a:gd name="connsiteY17" fmla="*/ 9472247 h 10222524"/>
                      <a:gd name="connsiteX18" fmla="*/ 1179636 w 8497616"/>
                      <a:gd name="connsiteY18" fmla="*/ 8393724 h 10222524"/>
                      <a:gd name="connsiteX19" fmla="*/ 945175 w 8497616"/>
                      <a:gd name="connsiteY19" fmla="*/ 7831015 h 10222524"/>
                      <a:gd name="connsiteX20" fmla="*/ 781051 w 8497616"/>
                      <a:gd name="connsiteY20" fmla="*/ 7408985 h 10222524"/>
                      <a:gd name="connsiteX21" fmla="*/ 804498 w 8497616"/>
                      <a:gd name="connsiteY21" fmla="*/ 6869724 h 10222524"/>
                      <a:gd name="connsiteX22" fmla="*/ 288682 w 8497616"/>
                      <a:gd name="connsiteY22" fmla="*/ 6611816 h 10222524"/>
                      <a:gd name="connsiteX23" fmla="*/ 874836 w 8497616"/>
                      <a:gd name="connsiteY23" fmla="*/ 4783016 h 10222524"/>
                      <a:gd name="connsiteX24" fmla="*/ 968620 w 8497616"/>
                      <a:gd name="connsiteY24" fmla="*/ 1852247 h 10222524"/>
                      <a:gd name="connsiteX25" fmla="*/ 874836 w 8497616"/>
                      <a:gd name="connsiteY25" fmla="*/ 937846 h 10222524"/>
                      <a:gd name="connsiteX0" fmla="*/ 874836 w 8497616"/>
                      <a:gd name="connsiteY0" fmla="*/ 937846 h 10222524"/>
                      <a:gd name="connsiteX1" fmla="*/ 3500805 w 8497616"/>
                      <a:gd name="connsiteY1" fmla="*/ 0 h 10222524"/>
                      <a:gd name="connsiteX2" fmla="*/ 3500806 w 8497616"/>
                      <a:gd name="connsiteY2" fmla="*/ 656491 h 10222524"/>
                      <a:gd name="connsiteX3" fmla="*/ 4649667 w 8497616"/>
                      <a:gd name="connsiteY3" fmla="*/ 656492 h 10222524"/>
                      <a:gd name="connsiteX4" fmla="*/ 4649667 w 8497616"/>
                      <a:gd name="connsiteY4" fmla="*/ 2836984 h 10222524"/>
                      <a:gd name="connsiteX5" fmla="*/ 3524252 w 8497616"/>
                      <a:gd name="connsiteY5" fmla="*/ 2836985 h 10222524"/>
                      <a:gd name="connsiteX6" fmla="*/ 3500805 w 8497616"/>
                      <a:gd name="connsiteY6" fmla="*/ 3915508 h 10222524"/>
                      <a:gd name="connsiteX7" fmla="*/ 5751635 w 8497616"/>
                      <a:gd name="connsiteY7" fmla="*/ 3892061 h 10222524"/>
                      <a:gd name="connsiteX8" fmla="*/ 5798529 w 8497616"/>
                      <a:gd name="connsiteY8" fmla="*/ 5040922 h 10222524"/>
                      <a:gd name="connsiteX9" fmla="*/ 7814898 w 8497616"/>
                      <a:gd name="connsiteY9" fmla="*/ 5064369 h 10222524"/>
                      <a:gd name="connsiteX10" fmla="*/ 7955575 w 8497616"/>
                      <a:gd name="connsiteY10" fmla="*/ 3962400 h 10222524"/>
                      <a:gd name="connsiteX11" fmla="*/ 8494838 w 8497616"/>
                      <a:gd name="connsiteY11" fmla="*/ 3938954 h 10222524"/>
                      <a:gd name="connsiteX12" fmla="*/ 7322528 w 8497616"/>
                      <a:gd name="connsiteY12" fmla="*/ 5861538 h 10222524"/>
                      <a:gd name="connsiteX13" fmla="*/ 7603883 w 8497616"/>
                      <a:gd name="connsiteY13" fmla="*/ 7971692 h 10222524"/>
                      <a:gd name="connsiteX14" fmla="*/ 4977913 w 8497616"/>
                      <a:gd name="connsiteY14" fmla="*/ 10222524 h 10222524"/>
                      <a:gd name="connsiteX15" fmla="*/ 3758713 w 8497616"/>
                      <a:gd name="connsiteY15" fmla="*/ 8839201 h 10222524"/>
                      <a:gd name="connsiteX16" fmla="*/ 2891205 w 8497616"/>
                      <a:gd name="connsiteY16" fmla="*/ 8932984 h 10222524"/>
                      <a:gd name="connsiteX17" fmla="*/ 1672005 w 8497616"/>
                      <a:gd name="connsiteY17" fmla="*/ 9472247 h 10222524"/>
                      <a:gd name="connsiteX18" fmla="*/ 1179636 w 8497616"/>
                      <a:gd name="connsiteY18" fmla="*/ 8393724 h 10222524"/>
                      <a:gd name="connsiteX19" fmla="*/ 945175 w 8497616"/>
                      <a:gd name="connsiteY19" fmla="*/ 7831015 h 10222524"/>
                      <a:gd name="connsiteX20" fmla="*/ 781051 w 8497616"/>
                      <a:gd name="connsiteY20" fmla="*/ 7408985 h 10222524"/>
                      <a:gd name="connsiteX21" fmla="*/ 804498 w 8497616"/>
                      <a:gd name="connsiteY21" fmla="*/ 6869724 h 10222524"/>
                      <a:gd name="connsiteX22" fmla="*/ 288682 w 8497616"/>
                      <a:gd name="connsiteY22" fmla="*/ 6611816 h 10222524"/>
                      <a:gd name="connsiteX23" fmla="*/ 874836 w 8497616"/>
                      <a:gd name="connsiteY23" fmla="*/ 4783016 h 10222524"/>
                      <a:gd name="connsiteX24" fmla="*/ 968620 w 8497616"/>
                      <a:gd name="connsiteY24" fmla="*/ 1852247 h 10222524"/>
                      <a:gd name="connsiteX25" fmla="*/ 874836 w 8497616"/>
                      <a:gd name="connsiteY25" fmla="*/ 937846 h 10222524"/>
                      <a:gd name="connsiteX0" fmla="*/ 874836 w 8497616"/>
                      <a:gd name="connsiteY0" fmla="*/ 937846 h 10222524"/>
                      <a:gd name="connsiteX1" fmla="*/ 3500805 w 8497616"/>
                      <a:gd name="connsiteY1" fmla="*/ 0 h 10222524"/>
                      <a:gd name="connsiteX2" fmla="*/ 3500806 w 8497616"/>
                      <a:gd name="connsiteY2" fmla="*/ 656491 h 10222524"/>
                      <a:gd name="connsiteX3" fmla="*/ 4649667 w 8497616"/>
                      <a:gd name="connsiteY3" fmla="*/ 656492 h 10222524"/>
                      <a:gd name="connsiteX4" fmla="*/ 4649667 w 8497616"/>
                      <a:gd name="connsiteY4" fmla="*/ 2836984 h 10222524"/>
                      <a:gd name="connsiteX5" fmla="*/ 3524252 w 8497616"/>
                      <a:gd name="connsiteY5" fmla="*/ 2836985 h 10222524"/>
                      <a:gd name="connsiteX6" fmla="*/ 3500805 w 8497616"/>
                      <a:gd name="connsiteY6" fmla="*/ 3915508 h 10222524"/>
                      <a:gd name="connsiteX7" fmla="*/ 5751635 w 8497616"/>
                      <a:gd name="connsiteY7" fmla="*/ 3892061 h 10222524"/>
                      <a:gd name="connsiteX8" fmla="*/ 5728190 w 8497616"/>
                      <a:gd name="connsiteY8" fmla="*/ 5040922 h 10222524"/>
                      <a:gd name="connsiteX9" fmla="*/ 7814898 w 8497616"/>
                      <a:gd name="connsiteY9" fmla="*/ 5064369 h 10222524"/>
                      <a:gd name="connsiteX10" fmla="*/ 7955575 w 8497616"/>
                      <a:gd name="connsiteY10" fmla="*/ 3962400 h 10222524"/>
                      <a:gd name="connsiteX11" fmla="*/ 8494838 w 8497616"/>
                      <a:gd name="connsiteY11" fmla="*/ 3938954 h 10222524"/>
                      <a:gd name="connsiteX12" fmla="*/ 7322528 w 8497616"/>
                      <a:gd name="connsiteY12" fmla="*/ 5861538 h 10222524"/>
                      <a:gd name="connsiteX13" fmla="*/ 7603883 w 8497616"/>
                      <a:gd name="connsiteY13" fmla="*/ 7971692 h 10222524"/>
                      <a:gd name="connsiteX14" fmla="*/ 4977913 w 8497616"/>
                      <a:gd name="connsiteY14" fmla="*/ 10222524 h 10222524"/>
                      <a:gd name="connsiteX15" fmla="*/ 3758713 w 8497616"/>
                      <a:gd name="connsiteY15" fmla="*/ 8839201 h 10222524"/>
                      <a:gd name="connsiteX16" fmla="*/ 2891205 w 8497616"/>
                      <a:gd name="connsiteY16" fmla="*/ 8932984 h 10222524"/>
                      <a:gd name="connsiteX17" fmla="*/ 1672005 w 8497616"/>
                      <a:gd name="connsiteY17" fmla="*/ 9472247 h 10222524"/>
                      <a:gd name="connsiteX18" fmla="*/ 1179636 w 8497616"/>
                      <a:gd name="connsiteY18" fmla="*/ 8393724 h 10222524"/>
                      <a:gd name="connsiteX19" fmla="*/ 945175 w 8497616"/>
                      <a:gd name="connsiteY19" fmla="*/ 7831015 h 10222524"/>
                      <a:gd name="connsiteX20" fmla="*/ 781051 w 8497616"/>
                      <a:gd name="connsiteY20" fmla="*/ 7408985 h 10222524"/>
                      <a:gd name="connsiteX21" fmla="*/ 804498 w 8497616"/>
                      <a:gd name="connsiteY21" fmla="*/ 6869724 h 10222524"/>
                      <a:gd name="connsiteX22" fmla="*/ 288682 w 8497616"/>
                      <a:gd name="connsiteY22" fmla="*/ 6611816 h 10222524"/>
                      <a:gd name="connsiteX23" fmla="*/ 874836 w 8497616"/>
                      <a:gd name="connsiteY23" fmla="*/ 4783016 h 10222524"/>
                      <a:gd name="connsiteX24" fmla="*/ 968620 w 8497616"/>
                      <a:gd name="connsiteY24" fmla="*/ 1852247 h 10222524"/>
                      <a:gd name="connsiteX25" fmla="*/ 874836 w 8497616"/>
                      <a:gd name="connsiteY25" fmla="*/ 937846 h 10222524"/>
                      <a:gd name="connsiteX0" fmla="*/ 874836 w 8497616"/>
                      <a:gd name="connsiteY0" fmla="*/ 937846 h 10222524"/>
                      <a:gd name="connsiteX1" fmla="*/ 3500805 w 8497616"/>
                      <a:gd name="connsiteY1" fmla="*/ 0 h 10222524"/>
                      <a:gd name="connsiteX2" fmla="*/ 3500806 w 8497616"/>
                      <a:gd name="connsiteY2" fmla="*/ 656491 h 10222524"/>
                      <a:gd name="connsiteX3" fmla="*/ 4649667 w 8497616"/>
                      <a:gd name="connsiteY3" fmla="*/ 656492 h 10222524"/>
                      <a:gd name="connsiteX4" fmla="*/ 4649667 w 8497616"/>
                      <a:gd name="connsiteY4" fmla="*/ 2836984 h 10222524"/>
                      <a:gd name="connsiteX5" fmla="*/ 3524252 w 8497616"/>
                      <a:gd name="connsiteY5" fmla="*/ 2836985 h 10222524"/>
                      <a:gd name="connsiteX6" fmla="*/ 3500805 w 8497616"/>
                      <a:gd name="connsiteY6" fmla="*/ 3915508 h 10222524"/>
                      <a:gd name="connsiteX7" fmla="*/ 5751635 w 8497616"/>
                      <a:gd name="connsiteY7" fmla="*/ 3892061 h 10222524"/>
                      <a:gd name="connsiteX8" fmla="*/ 5728190 w 8497616"/>
                      <a:gd name="connsiteY8" fmla="*/ 5040922 h 10222524"/>
                      <a:gd name="connsiteX9" fmla="*/ 7814898 w 8497616"/>
                      <a:gd name="connsiteY9" fmla="*/ 5064369 h 10222524"/>
                      <a:gd name="connsiteX10" fmla="*/ 7814898 w 8497616"/>
                      <a:gd name="connsiteY10" fmla="*/ 3985846 h 10222524"/>
                      <a:gd name="connsiteX11" fmla="*/ 8494838 w 8497616"/>
                      <a:gd name="connsiteY11" fmla="*/ 3938954 h 10222524"/>
                      <a:gd name="connsiteX12" fmla="*/ 7322528 w 8497616"/>
                      <a:gd name="connsiteY12" fmla="*/ 5861538 h 10222524"/>
                      <a:gd name="connsiteX13" fmla="*/ 7603883 w 8497616"/>
                      <a:gd name="connsiteY13" fmla="*/ 7971692 h 10222524"/>
                      <a:gd name="connsiteX14" fmla="*/ 4977913 w 8497616"/>
                      <a:gd name="connsiteY14" fmla="*/ 10222524 h 10222524"/>
                      <a:gd name="connsiteX15" fmla="*/ 3758713 w 8497616"/>
                      <a:gd name="connsiteY15" fmla="*/ 8839201 h 10222524"/>
                      <a:gd name="connsiteX16" fmla="*/ 2891205 w 8497616"/>
                      <a:gd name="connsiteY16" fmla="*/ 8932984 h 10222524"/>
                      <a:gd name="connsiteX17" fmla="*/ 1672005 w 8497616"/>
                      <a:gd name="connsiteY17" fmla="*/ 9472247 h 10222524"/>
                      <a:gd name="connsiteX18" fmla="*/ 1179636 w 8497616"/>
                      <a:gd name="connsiteY18" fmla="*/ 8393724 h 10222524"/>
                      <a:gd name="connsiteX19" fmla="*/ 945175 w 8497616"/>
                      <a:gd name="connsiteY19" fmla="*/ 7831015 h 10222524"/>
                      <a:gd name="connsiteX20" fmla="*/ 781051 w 8497616"/>
                      <a:gd name="connsiteY20" fmla="*/ 7408985 h 10222524"/>
                      <a:gd name="connsiteX21" fmla="*/ 804498 w 8497616"/>
                      <a:gd name="connsiteY21" fmla="*/ 6869724 h 10222524"/>
                      <a:gd name="connsiteX22" fmla="*/ 288682 w 8497616"/>
                      <a:gd name="connsiteY22" fmla="*/ 6611816 h 10222524"/>
                      <a:gd name="connsiteX23" fmla="*/ 874836 w 8497616"/>
                      <a:gd name="connsiteY23" fmla="*/ 4783016 h 10222524"/>
                      <a:gd name="connsiteX24" fmla="*/ 968620 w 8497616"/>
                      <a:gd name="connsiteY24" fmla="*/ 1852247 h 10222524"/>
                      <a:gd name="connsiteX25" fmla="*/ 874836 w 8497616"/>
                      <a:gd name="connsiteY25" fmla="*/ 937846 h 10222524"/>
                      <a:gd name="connsiteX0" fmla="*/ 874836 w 8497616"/>
                      <a:gd name="connsiteY0" fmla="*/ 937846 h 10222524"/>
                      <a:gd name="connsiteX1" fmla="*/ 3500805 w 8497616"/>
                      <a:gd name="connsiteY1" fmla="*/ 0 h 10222524"/>
                      <a:gd name="connsiteX2" fmla="*/ 3500806 w 8497616"/>
                      <a:gd name="connsiteY2" fmla="*/ 656491 h 10222524"/>
                      <a:gd name="connsiteX3" fmla="*/ 4649667 w 8497616"/>
                      <a:gd name="connsiteY3" fmla="*/ 656492 h 10222524"/>
                      <a:gd name="connsiteX4" fmla="*/ 4649667 w 8497616"/>
                      <a:gd name="connsiteY4" fmla="*/ 2836984 h 10222524"/>
                      <a:gd name="connsiteX5" fmla="*/ 3524252 w 8497616"/>
                      <a:gd name="connsiteY5" fmla="*/ 2836985 h 10222524"/>
                      <a:gd name="connsiteX6" fmla="*/ 3500805 w 8497616"/>
                      <a:gd name="connsiteY6" fmla="*/ 3915508 h 10222524"/>
                      <a:gd name="connsiteX7" fmla="*/ 5751635 w 8497616"/>
                      <a:gd name="connsiteY7" fmla="*/ 3892061 h 10222524"/>
                      <a:gd name="connsiteX8" fmla="*/ 5728190 w 8497616"/>
                      <a:gd name="connsiteY8" fmla="*/ 5040922 h 10222524"/>
                      <a:gd name="connsiteX9" fmla="*/ 7814898 w 8497616"/>
                      <a:gd name="connsiteY9" fmla="*/ 5064369 h 10222524"/>
                      <a:gd name="connsiteX10" fmla="*/ 7814898 w 8497616"/>
                      <a:gd name="connsiteY10" fmla="*/ 3985846 h 10222524"/>
                      <a:gd name="connsiteX11" fmla="*/ 8494838 w 8497616"/>
                      <a:gd name="connsiteY11" fmla="*/ 3938954 h 10222524"/>
                      <a:gd name="connsiteX12" fmla="*/ 7322528 w 8497616"/>
                      <a:gd name="connsiteY12" fmla="*/ 5861538 h 10222524"/>
                      <a:gd name="connsiteX13" fmla="*/ 7603883 w 8497616"/>
                      <a:gd name="connsiteY13" fmla="*/ 7971692 h 10222524"/>
                      <a:gd name="connsiteX14" fmla="*/ 4977913 w 8497616"/>
                      <a:gd name="connsiteY14" fmla="*/ 10222524 h 10222524"/>
                      <a:gd name="connsiteX15" fmla="*/ 3758713 w 8497616"/>
                      <a:gd name="connsiteY15" fmla="*/ 8839201 h 10222524"/>
                      <a:gd name="connsiteX16" fmla="*/ 2891205 w 8497616"/>
                      <a:gd name="connsiteY16" fmla="*/ 8932984 h 10222524"/>
                      <a:gd name="connsiteX17" fmla="*/ 1672005 w 8497616"/>
                      <a:gd name="connsiteY17" fmla="*/ 9472247 h 10222524"/>
                      <a:gd name="connsiteX18" fmla="*/ 1179636 w 8497616"/>
                      <a:gd name="connsiteY18" fmla="*/ 8393724 h 10222524"/>
                      <a:gd name="connsiteX19" fmla="*/ 945175 w 8497616"/>
                      <a:gd name="connsiteY19" fmla="*/ 7831015 h 10222524"/>
                      <a:gd name="connsiteX20" fmla="*/ 781051 w 8497616"/>
                      <a:gd name="connsiteY20" fmla="*/ 7408985 h 10222524"/>
                      <a:gd name="connsiteX21" fmla="*/ 804498 w 8497616"/>
                      <a:gd name="connsiteY21" fmla="*/ 6869724 h 10222524"/>
                      <a:gd name="connsiteX22" fmla="*/ 288682 w 8497616"/>
                      <a:gd name="connsiteY22" fmla="*/ 6611816 h 10222524"/>
                      <a:gd name="connsiteX23" fmla="*/ 874836 w 8497616"/>
                      <a:gd name="connsiteY23" fmla="*/ 4783016 h 10222524"/>
                      <a:gd name="connsiteX24" fmla="*/ 968620 w 8497616"/>
                      <a:gd name="connsiteY24" fmla="*/ 1852247 h 10222524"/>
                      <a:gd name="connsiteX25" fmla="*/ 874836 w 8497616"/>
                      <a:gd name="connsiteY25" fmla="*/ 937846 h 10222524"/>
                      <a:gd name="connsiteX0" fmla="*/ 874836 w 8497616"/>
                      <a:gd name="connsiteY0" fmla="*/ 937846 h 10222524"/>
                      <a:gd name="connsiteX1" fmla="*/ 3500805 w 8497616"/>
                      <a:gd name="connsiteY1" fmla="*/ 0 h 10222524"/>
                      <a:gd name="connsiteX2" fmla="*/ 3500806 w 8497616"/>
                      <a:gd name="connsiteY2" fmla="*/ 656491 h 10222524"/>
                      <a:gd name="connsiteX3" fmla="*/ 4649667 w 8497616"/>
                      <a:gd name="connsiteY3" fmla="*/ 656492 h 10222524"/>
                      <a:gd name="connsiteX4" fmla="*/ 4649667 w 8497616"/>
                      <a:gd name="connsiteY4" fmla="*/ 2836984 h 10222524"/>
                      <a:gd name="connsiteX5" fmla="*/ 3524252 w 8497616"/>
                      <a:gd name="connsiteY5" fmla="*/ 2836985 h 10222524"/>
                      <a:gd name="connsiteX6" fmla="*/ 3500805 w 8497616"/>
                      <a:gd name="connsiteY6" fmla="*/ 3915508 h 10222524"/>
                      <a:gd name="connsiteX7" fmla="*/ 5751635 w 8497616"/>
                      <a:gd name="connsiteY7" fmla="*/ 3892061 h 10222524"/>
                      <a:gd name="connsiteX8" fmla="*/ 5728190 w 8497616"/>
                      <a:gd name="connsiteY8" fmla="*/ 5040922 h 10222524"/>
                      <a:gd name="connsiteX9" fmla="*/ 7814898 w 8497616"/>
                      <a:gd name="connsiteY9" fmla="*/ 5064369 h 10222524"/>
                      <a:gd name="connsiteX10" fmla="*/ 7814898 w 8497616"/>
                      <a:gd name="connsiteY10" fmla="*/ 3985846 h 10222524"/>
                      <a:gd name="connsiteX11" fmla="*/ 8494838 w 8497616"/>
                      <a:gd name="connsiteY11" fmla="*/ 3938954 h 10222524"/>
                      <a:gd name="connsiteX12" fmla="*/ 7322528 w 8497616"/>
                      <a:gd name="connsiteY12" fmla="*/ 5861538 h 10222524"/>
                      <a:gd name="connsiteX13" fmla="*/ 7603883 w 8497616"/>
                      <a:gd name="connsiteY13" fmla="*/ 7971692 h 10222524"/>
                      <a:gd name="connsiteX14" fmla="*/ 4977913 w 8497616"/>
                      <a:gd name="connsiteY14" fmla="*/ 10222524 h 10222524"/>
                      <a:gd name="connsiteX15" fmla="*/ 3805606 w 8497616"/>
                      <a:gd name="connsiteY15" fmla="*/ 8815755 h 10222524"/>
                      <a:gd name="connsiteX16" fmla="*/ 2891205 w 8497616"/>
                      <a:gd name="connsiteY16" fmla="*/ 8932984 h 10222524"/>
                      <a:gd name="connsiteX17" fmla="*/ 1672005 w 8497616"/>
                      <a:gd name="connsiteY17" fmla="*/ 9472247 h 10222524"/>
                      <a:gd name="connsiteX18" fmla="*/ 1179636 w 8497616"/>
                      <a:gd name="connsiteY18" fmla="*/ 8393724 h 10222524"/>
                      <a:gd name="connsiteX19" fmla="*/ 945175 w 8497616"/>
                      <a:gd name="connsiteY19" fmla="*/ 7831015 h 10222524"/>
                      <a:gd name="connsiteX20" fmla="*/ 781051 w 8497616"/>
                      <a:gd name="connsiteY20" fmla="*/ 7408985 h 10222524"/>
                      <a:gd name="connsiteX21" fmla="*/ 804498 w 8497616"/>
                      <a:gd name="connsiteY21" fmla="*/ 6869724 h 10222524"/>
                      <a:gd name="connsiteX22" fmla="*/ 288682 w 8497616"/>
                      <a:gd name="connsiteY22" fmla="*/ 6611816 h 10222524"/>
                      <a:gd name="connsiteX23" fmla="*/ 874836 w 8497616"/>
                      <a:gd name="connsiteY23" fmla="*/ 4783016 h 10222524"/>
                      <a:gd name="connsiteX24" fmla="*/ 968620 w 8497616"/>
                      <a:gd name="connsiteY24" fmla="*/ 1852247 h 10222524"/>
                      <a:gd name="connsiteX25" fmla="*/ 874836 w 8497616"/>
                      <a:gd name="connsiteY25" fmla="*/ 937846 h 10222524"/>
                      <a:gd name="connsiteX0" fmla="*/ 874836 w 8497616"/>
                      <a:gd name="connsiteY0" fmla="*/ 937846 h 10222524"/>
                      <a:gd name="connsiteX1" fmla="*/ 3500805 w 8497616"/>
                      <a:gd name="connsiteY1" fmla="*/ 0 h 10222524"/>
                      <a:gd name="connsiteX2" fmla="*/ 3500806 w 8497616"/>
                      <a:gd name="connsiteY2" fmla="*/ 656491 h 10222524"/>
                      <a:gd name="connsiteX3" fmla="*/ 4649667 w 8497616"/>
                      <a:gd name="connsiteY3" fmla="*/ 656492 h 10222524"/>
                      <a:gd name="connsiteX4" fmla="*/ 4649667 w 8497616"/>
                      <a:gd name="connsiteY4" fmla="*/ 2836984 h 10222524"/>
                      <a:gd name="connsiteX5" fmla="*/ 3524252 w 8497616"/>
                      <a:gd name="connsiteY5" fmla="*/ 2836985 h 10222524"/>
                      <a:gd name="connsiteX6" fmla="*/ 3500805 w 8497616"/>
                      <a:gd name="connsiteY6" fmla="*/ 3915508 h 10222524"/>
                      <a:gd name="connsiteX7" fmla="*/ 5751635 w 8497616"/>
                      <a:gd name="connsiteY7" fmla="*/ 3892061 h 10222524"/>
                      <a:gd name="connsiteX8" fmla="*/ 5728190 w 8497616"/>
                      <a:gd name="connsiteY8" fmla="*/ 5040922 h 10222524"/>
                      <a:gd name="connsiteX9" fmla="*/ 7814898 w 8497616"/>
                      <a:gd name="connsiteY9" fmla="*/ 5064369 h 10222524"/>
                      <a:gd name="connsiteX10" fmla="*/ 7814898 w 8497616"/>
                      <a:gd name="connsiteY10" fmla="*/ 3985846 h 10222524"/>
                      <a:gd name="connsiteX11" fmla="*/ 8494838 w 8497616"/>
                      <a:gd name="connsiteY11" fmla="*/ 3938954 h 10222524"/>
                      <a:gd name="connsiteX12" fmla="*/ 7322528 w 8497616"/>
                      <a:gd name="connsiteY12" fmla="*/ 5861538 h 10222524"/>
                      <a:gd name="connsiteX13" fmla="*/ 7603883 w 8497616"/>
                      <a:gd name="connsiteY13" fmla="*/ 7971692 h 10222524"/>
                      <a:gd name="connsiteX14" fmla="*/ 4977913 w 8497616"/>
                      <a:gd name="connsiteY14" fmla="*/ 10222524 h 10222524"/>
                      <a:gd name="connsiteX15" fmla="*/ 3805606 w 8497616"/>
                      <a:gd name="connsiteY15" fmla="*/ 8815755 h 10222524"/>
                      <a:gd name="connsiteX16" fmla="*/ 2891205 w 8497616"/>
                      <a:gd name="connsiteY16" fmla="*/ 8932984 h 10222524"/>
                      <a:gd name="connsiteX17" fmla="*/ 1672005 w 8497616"/>
                      <a:gd name="connsiteY17" fmla="*/ 9472247 h 10222524"/>
                      <a:gd name="connsiteX18" fmla="*/ 1179636 w 8497616"/>
                      <a:gd name="connsiteY18" fmla="*/ 8393724 h 10222524"/>
                      <a:gd name="connsiteX19" fmla="*/ 945175 w 8497616"/>
                      <a:gd name="connsiteY19" fmla="*/ 7831015 h 10222524"/>
                      <a:gd name="connsiteX20" fmla="*/ 781051 w 8497616"/>
                      <a:gd name="connsiteY20" fmla="*/ 7408985 h 10222524"/>
                      <a:gd name="connsiteX21" fmla="*/ 804498 w 8497616"/>
                      <a:gd name="connsiteY21" fmla="*/ 6869724 h 10222524"/>
                      <a:gd name="connsiteX22" fmla="*/ 288682 w 8497616"/>
                      <a:gd name="connsiteY22" fmla="*/ 6611816 h 10222524"/>
                      <a:gd name="connsiteX23" fmla="*/ 874836 w 8497616"/>
                      <a:gd name="connsiteY23" fmla="*/ 4783016 h 10222524"/>
                      <a:gd name="connsiteX24" fmla="*/ 968620 w 8497616"/>
                      <a:gd name="connsiteY24" fmla="*/ 1852247 h 10222524"/>
                      <a:gd name="connsiteX25" fmla="*/ 874836 w 8497616"/>
                      <a:gd name="connsiteY25" fmla="*/ 937846 h 10222524"/>
                      <a:gd name="connsiteX0" fmla="*/ 874836 w 8497616"/>
                      <a:gd name="connsiteY0" fmla="*/ 937846 h 10199078"/>
                      <a:gd name="connsiteX1" fmla="*/ 3500805 w 8497616"/>
                      <a:gd name="connsiteY1" fmla="*/ 0 h 10199078"/>
                      <a:gd name="connsiteX2" fmla="*/ 3500806 w 8497616"/>
                      <a:gd name="connsiteY2" fmla="*/ 656491 h 10199078"/>
                      <a:gd name="connsiteX3" fmla="*/ 4649667 w 8497616"/>
                      <a:gd name="connsiteY3" fmla="*/ 656492 h 10199078"/>
                      <a:gd name="connsiteX4" fmla="*/ 4649667 w 8497616"/>
                      <a:gd name="connsiteY4" fmla="*/ 2836984 h 10199078"/>
                      <a:gd name="connsiteX5" fmla="*/ 3524252 w 8497616"/>
                      <a:gd name="connsiteY5" fmla="*/ 2836985 h 10199078"/>
                      <a:gd name="connsiteX6" fmla="*/ 3500805 w 8497616"/>
                      <a:gd name="connsiteY6" fmla="*/ 3915508 h 10199078"/>
                      <a:gd name="connsiteX7" fmla="*/ 5751635 w 8497616"/>
                      <a:gd name="connsiteY7" fmla="*/ 3892061 h 10199078"/>
                      <a:gd name="connsiteX8" fmla="*/ 5728190 w 8497616"/>
                      <a:gd name="connsiteY8" fmla="*/ 5040922 h 10199078"/>
                      <a:gd name="connsiteX9" fmla="*/ 7814898 w 8497616"/>
                      <a:gd name="connsiteY9" fmla="*/ 5064369 h 10199078"/>
                      <a:gd name="connsiteX10" fmla="*/ 7814898 w 8497616"/>
                      <a:gd name="connsiteY10" fmla="*/ 3985846 h 10199078"/>
                      <a:gd name="connsiteX11" fmla="*/ 8494838 w 8497616"/>
                      <a:gd name="connsiteY11" fmla="*/ 3938954 h 10199078"/>
                      <a:gd name="connsiteX12" fmla="*/ 7322528 w 8497616"/>
                      <a:gd name="connsiteY12" fmla="*/ 5861538 h 10199078"/>
                      <a:gd name="connsiteX13" fmla="*/ 7603883 w 8497616"/>
                      <a:gd name="connsiteY13" fmla="*/ 7971692 h 10199078"/>
                      <a:gd name="connsiteX14" fmla="*/ 5024805 w 8497616"/>
                      <a:gd name="connsiteY14" fmla="*/ 10199078 h 10199078"/>
                      <a:gd name="connsiteX15" fmla="*/ 3805606 w 8497616"/>
                      <a:gd name="connsiteY15" fmla="*/ 8815755 h 10199078"/>
                      <a:gd name="connsiteX16" fmla="*/ 2891205 w 8497616"/>
                      <a:gd name="connsiteY16" fmla="*/ 8932984 h 10199078"/>
                      <a:gd name="connsiteX17" fmla="*/ 1672005 w 8497616"/>
                      <a:gd name="connsiteY17" fmla="*/ 9472247 h 10199078"/>
                      <a:gd name="connsiteX18" fmla="*/ 1179636 w 8497616"/>
                      <a:gd name="connsiteY18" fmla="*/ 8393724 h 10199078"/>
                      <a:gd name="connsiteX19" fmla="*/ 945175 w 8497616"/>
                      <a:gd name="connsiteY19" fmla="*/ 7831015 h 10199078"/>
                      <a:gd name="connsiteX20" fmla="*/ 781051 w 8497616"/>
                      <a:gd name="connsiteY20" fmla="*/ 7408985 h 10199078"/>
                      <a:gd name="connsiteX21" fmla="*/ 804498 w 8497616"/>
                      <a:gd name="connsiteY21" fmla="*/ 6869724 h 10199078"/>
                      <a:gd name="connsiteX22" fmla="*/ 288682 w 8497616"/>
                      <a:gd name="connsiteY22" fmla="*/ 6611816 h 10199078"/>
                      <a:gd name="connsiteX23" fmla="*/ 874836 w 8497616"/>
                      <a:gd name="connsiteY23" fmla="*/ 4783016 h 10199078"/>
                      <a:gd name="connsiteX24" fmla="*/ 968620 w 8497616"/>
                      <a:gd name="connsiteY24" fmla="*/ 1852247 h 10199078"/>
                      <a:gd name="connsiteX25" fmla="*/ 874836 w 8497616"/>
                      <a:gd name="connsiteY25" fmla="*/ 937846 h 10199078"/>
                      <a:gd name="connsiteX0" fmla="*/ 874836 w 8497616"/>
                      <a:gd name="connsiteY0" fmla="*/ 937846 h 10222524"/>
                      <a:gd name="connsiteX1" fmla="*/ 3500805 w 8497616"/>
                      <a:gd name="connsiteY1" fmla="*/ 0 h 10222524"/>
                      <a:gd name="connsiteX2" fmla="*/ 3500806 w 8497616"/>
                      <a:gd name="connsiteY2" fmla="*/ 656491 h 10222524"/>
                      <a:gd name="connsiteX3" fmla="*/ 4649667 w 8497616"/>
                      <a:gd name="connsiteY3" fmla="*/ 656492 h 10222524"/>
                      <a:gd name="connsiteX4" fmla="*/ 4649667 w 8497616"/>
                      <a:gd name="connsiteY4" fmla="*/ 2836984 h 10222524"/>
                      <a:gd name="connsiteX5" fmla="*/ 3524252 w 8497616"/>
                      <a:gd name="connsiteY5" fmla="*/ 2836985 h 10222524"/>
                      <a:gd name="connsiteX6" fmla="*/ 3500805 w 8497616"/>
                      <a:gd name="connsiteY6" fmla="*/ 3915508 h 10222524"/>
                      <a:gd name="connsiteX7" fmla="*/ 5751635 w 8497616"/>
                      <a:gd name="connsiteY7" fmla="*/ 3892061 h 10222524"/>
                      <a:gd name="connsiteX8" fmla="*/ 5728190 w 8497616"/>
                      <a:gd name="connsiteY8" fmla="*/ 5040922 h 10222524"/>
                      <a:gd name="connsiteX9" fmla="*/ 7814898 w 8497616"/>
                      <a:gd name="connsiteY9" fmla="*/ 5064369 h 10222524"/>
                      <a:gd name="connsiteX10" fmla="*/ 7814898 w 8497616"/>
                      <a:gd name="connsiteY10" fmla="*/ 3985846 h 10222524"/>
                      <a:gd name="connsiteX11" fmla="*/ 8494838 w 8497616"/>
                      <a:gd name="connsiteY11" fmla="*/ 3938954 h 10222524"/>
                      <a:gd name="connsiteX12" fmla="*/ 7322528 w 8497616"/>
                      <a:gd name="connsiteY12" fmla="*/ 5861538 h 10222524"/>
                      <a:gd name="connsiteX13" fmla="*/ 7603883 w 8497616"/>
                      <a:gd name="connsiteY13" fmla="*/ 7971692 h 10222524"/>
                      <a:gd name="connsiteX14" fmla="*/ 5024805 w 8497616"/>
                      <a:gd name="connsiteY14" fmla="*/ 10222524 h 10222524"/>
                      <a:gd name="connsiteX15" fmla="*/ 3805606 w 8497616"/>
                      <a:gd name="connsiteY15" fmla="*/ 8815755 h 10222524"/>
                      <a:gd name="connsiteX16" fmla="*/ 2891205 w 8497616"/>
                      <a:gd name="connsiteY16" fmla="*/ 8932984 h 10222524"/>
                      <a:gd name="connsiteX17" fmla="*/ 1672005 w 8497616"/>
                      <a:gd name="connsiteY17" fmla="*/ 9472247 h 10222524"/>
                      <a:gd name="connsiteX18" fmla="*/ 1179636 w 8497616"/>
                      <a:gd name="connsiteY18" fmla="*/ 8393724 h 10222524"/>
                      <a:gd name="connsiteX19" fmla="*/ 945175 w 8497616"/>
                      <a:gd name="connsiteY19" fmla="*/ 7831015 h 10222524"/>
                      <a:gd name="connsiteX20" fmla="*/ 781051 w 8497616"/>
                      <a:gd name="connsiteY20" fmla="*/ 7408985 h 10222524"/>
                      <a:gd name="connsiteX21" fmla="*/ 804498 w 8497616"/>
                      <a:gd name="connsiteY21" fmla="*/ 6869724 h 10222524"/>
                      <a:gd name="connsiteX22" fmla="*/ 288682 w 8497616"/>
                      <a:gd name="connsiteY22" fmla="*/ 6611816 h 10222524"/>
                      <a:gd name="connsiteX23" fmla="*/ 874836 w 8497616"/>
                      <a:gd name="connsiteY23" fmla="*/ 4783016 h 10222524"/>
                      <a:gd name="connsiteX24" fmla="*/ 968620 w 8497616"/>
                      <a:gd name="connsiteY24" fmla="*/ 1852247 h 10222524"/>
                      <a:gd name="connsiteX25" fmla="*/ 874836 w 8497616"/>
                      <a:gd name="connsiteY25" fmla="*/ 937846 h 10222524"/>
                      <a:gd name="connsiteX0" fmla="*/ 874836 w 8497616"/>
                      <a:gd name="connsiteY0" fmla="*/ 937846 h 10222524"/>
                      <a:gd name="connsiteX1" fmla="*/ 3500805 w 8497616"/>
                      <a:gd name="connsiteY1" fmla="*/ 0 h 10222524"/>
                      <a:gd name="connsiteX2" fmla="*/ 3500806 w 8497616"/>
                      <a:gd name="connsiteY2" fmla="*/ 656491 h 10222524"/>
                      <a:gd name="connsiteX3" fmla="*/ 4649667 w 8497616"/>
                      <a:gd name="connsiteY3" fmla="*/ 656492 h 10222524"/>
                      <a:gd name="connsiteX4" fmla="*/ 4649667 w 8497616"/>
                      <a:gd name="connsiteY4" fmla="*/ 2836984 h 10222524"/>
                      <a:gd name="connsiteX5" fmla="*/ 3524252 w 8497616"/>
                      <a:gd name="connsiteY5" fmla="*/ 2836985 h 10222524"/>
                      <a:gd name="connsiteX6" fmla="*/ 3500805 w 8497616"/>
                      <a:gd name="connsiteY6" fmla="*/ 3915508 h 10222524"/>
                      <a:gd name="connsiteX7" fmla="*/ 5751635 w 8497616"/>
                      <a:gd name="connsiteY7" fmla="*/ 3892061 h 10222524"/>
                      <a:gd name="connsiteX8" fmla="*/ 5728190 w 8497616"/>
                      <a:gd name="connsiteY8" fmla="*/ 5040922 h 10222524"/>
                      <a:gd name="connsiteX9" fmla="*/ 7814898 w 8497616"/>
                      <a:gd name="connsiteY9" fmla="*/ 5064369 h 10222524"/>
                      <a:gd name="connsiteX10" fmla="*/ 7814898 w 8497616"/>
                      <a:gd name="connsiteY10" fmla="*/ 3985846 h 10222524"/>
                      <a:gd name="connsiteX11" fmla="*/ 8494838 w 8497616"/>
                      <a:gd name="connsiteY11" fmla="*/ 3938954 h 10222524"/>
                      <a:gd name="connsiteX12" fmla="*/ 7322528 w 8497616"/>
                      <a:gd name="connsiteY12" fmla="*/ 5861538 h 10222524"/>
                      <a:gd name="connsiteX13" fmla="*/ 7603883 w 8497616"/>
                      <a:gd name="connsiteY13" fmla="*/ 7971692 h 10222524"/>
                      <a:gd name="connsiteX14" fmla="*/ 5024805 w 8497616"/>
                      <a:gd name="connsiteY14" fmla="*/ 10222524 h 10222524"/>
                      <a:gd name="connsiteX15" fmla="*/ 3805606 w 8497616"/>
                      <a:gd name="connsiteY15" fmla="*/ 8815755 h 10222524"/>
                      <a:gd name="connsiteX16" fmla="*/ 2891205 w 8497616"/>
                      <a:gd name="connsiteY16" fmla="*/ 8932984 h 10222524"/>
                      <a:gd name="connsiteX17" fmla="*/ 1765790 w 8497616"/>
                      <a:gd name="connsiteY17" fmla="*/ 9495694 h 10222524"/>
                      <a:gd name="connsiteX18" fmla="*/ 1179636 w 8497616"/>
                      <a:gd name="connsiteY18" fmla="*/ 8393724 h 10222524"/>
                      <a:gd name="connsiteX19" fmla="*/ 945175 w 8497616"/>
                      <a:gd name="connsiteY19" fmla="*/ 7831015 h 10222524"/>
                      <a:gd name="connsiteX20" fmla="*/ 781051 w 8497616"/>
                      <a:gd name="connsiteY20" fmla="*/ 7408985 h 10222524"/>
                      <a:gd name="connsiteX21" fmla="*/ 804498 w 8497616"/>
                      <a:gd name="connsiteY21" fmla="*/ 6869724 h 10222524"/>
                      <a:gd name="connsiteX22" fmla="*/ 288682 w 8497616"/>
                      <a:gd name="connsiteY22" fmla="*/ 6611816 h 10222524"/>
                      <a:gd name="connsiteX23" fmla="*/ 874836 w 8497616"/>
                      <a:gd name="connsiteY23" fmla="*/ 4783016 h 10222524"/>
                      <a:gd name="connsiteX24" fmla="*/ 968620 w 8497616"/>
                      <a:gd name="connsiteY24" fmla="*/ 1852247 h 10222524"/>
                      <a:gd name="connsiteX25" fmla="*/ 874836 w 8497616"/>
                      <a:gd name="connsiteY25" fmla="*/ 937846 h 10222524"/>
                      <a:gd name="connsiteX0" fmla="*/ 874836 w 8497616"/>
                      <a:gd name="connsiteY0" fmla="*/ 937846 h 10222524"/>
                      <a:gd name="connsiteX1" fmla="*/ 3500805 w 8497616"/>
                      <a:gd name="connsiteY1" fmla="*/ 0 h 10222524"/>
                      <a:gd name="connsiteX2" fmla="*/ 3500806 w 8497616"/>
                      <a:gd name="connsiteY2" fmla="*/ 656491 h 10222524"/>
                      <a:gd name="connsiteX3" fmla="*/ 4649667 w 8497616"/>
                      <a:gd name="connsiteY3" fmla="*/ 656492 h 10222524"/>
                      <a:gd name="connsiteX4" fmla="*/ 4649667 w 8497616"/>
                      <a:gd name="connsiteY4" fmla="*/ 2836984 h 10222524"/>
                      <a:gd name="connsiteX5" fmla="*/ 3524252 w 8497616"/>
                      <a:gd name="connsiteY5" fmla="*/ 2836985 h 10222524"/>
                      <a:gd name="connsiteX6" fmla="*/ 3500805 w 8497616"/>
                      <a:gd name="connsiteY6" fmla="*/ 3915508 h 10222524"/>
                      <a:gd name="connsiteX7" fmla="*/ 5751635 w 8497616"/>
                      <a:gd name="connsiteY7" fmla="*/ 3892061 h 10222524"/>
                      <a:gd name="connsiteX8" fmla="*/ 5728190 w 8497616"/>
                      <a:gd name="connsiteY8" fmla="*/ 5040922 h 10222524"/>
                      <a:gd name="connsiteX9" fmla="*/ 7814898 w 8497616"/>
                      <a:gd name="connsiteY9" fmla="*/ 5064369 h 10222524"/>
                      <a:gd name="connsiteX10" fmla="*/ 7814898 w 8497616"/>
                      <a:gd name="connsiteY10" fmla="*/ 3985846 h 10222524"/>
                      <a:gd name="connsiteX11" fmla="*/ 8494838 w 8497616"/>
                      <a:gd name="connsiteY11" fmla="*/ 3938954 h 10222524"/>
                      <a:gd name="connsiteX12" fmla="*/ 7322528 w 8497616"/>
                      <a:gd name="connsiteY12" fmla="*/ 5861538 h 10222524"/>
                      <a:gd name="connsiteX13" fmla="*/ 7603883 w 8497616"/>
                      <a:gd name="connsiteY13" fmla="*/ 7971692 h 10222524"/>
                      <a:gd name="connsiteX14" fmla="*/ 5024805 w 8497616"/>
                      <a:gd name="connsiteY14" fmla="*/ 10222524 h 10222524"/>
                      <a:gd name="connsiteX15" fmla="*/ 3805606 w 8497616"/>
                      <a:gd name="connsiteY15" fmla="*/ 8815755 h 10222524"/>
                      <a:gd name="connsiteX16" fmla="*/ 2891205 w 8497616"/>
                      <a:gd name="connsiteY16" fmla="*/ 8932984 h 10222524"/>
                      <a:gd name="connsiteX17" fmla="*/ 1765790 w 8497616"/>
                      <a:gd name="connsiteY17" fmla="*/ 9495694 h 10222524"/>
                      <a:gd name="connsiteX18" fmla="*/ 1179636 w 8497616"/>
                      <a:gd name="connsiteY18" fmla="*/ 8393724 h 10222524"/>
                      <a:gd name="connsiteX19" fmla="*/ 945175 w 8497616"/>
                      <a:gd name="connsiteY19" fmla="*/ 7831015 h 10222524"/>
                      <a:gd name="connsiteX20" fmla="*/ 781051 w 8497616"/>
                      <a:gd name="connsiteY20" fmla="*/ 7408985 h 10222524"/>
                      <a:gd name="connsiteX21" fmla="*/ 804498 w 8497616"/>
                      <a:gd name="connsiteY21" fmla="*/ 6869724 h 10222524"/>
                      <a:gd name="connsiteX22" fmla="*/ 288682 w 8497616"/>
                      <a:gd name="connsiteY22" fmla="*/ 6611816 h 10222524"/>
                      <a:gd name="connsiteX23" fmla="*/ 874836 w 8497616"/>
                      <a:gd name="connsiteY23" fmla="*/ 4783016 h 10222524"/>
                      <a:gd name="connsiteX24" fmla="*/ 968620 w 8497616"/>
                      <a:gd name="connsiteY24" fmla="*/ 1852247 h 10222524"/>
                      <a:gd name="connsiteX25" fmla="*/ 874836 w 8497616"/>
                      <a:gd name="connsiteY25" fmla="*/ 937846 h 10222524"/>
                      <a:gd name="connsiteX0" fmla="*/ 874836 w 8497616"/>
                      <a:gd name="connsiteY0" fmla="*/ 937846 h 10222524"/>
                      <a:gd name="connsiteX1" fmla="*/ 3500805 w 8497616"/>
                      <a:gd name="connsiteY1" fmla="*/ 0 h 10222524"/>
                      <a:gd name="connsiteX2" fmla="*/ 3500806 w 8497616"/>
                      <a:gd name="connsiteY2" fmla="*/ 656491 h 10222524"/>
                      <a:gd name="connsiteX3" fmla="*/ 4649667 w 8497616"/>
                      <a:gd name="connsiteY3" fmla="*/ 656492 h 10222524"/>
                      <a:gd name="connsiteX4" fmla="*/ 4649667 w 8497616"/>
                      <a:gd name="connsiteY4" fmla="*/ 2836984 h 10222524"/>
                      <a:gd name="connsiteX5" fmla="*/ 3524252 w 8497616"/>
                      <a:gd name="connsiteY5" fmla="*/ 2836985 h 10222524"/>
                      <a:gd name="connsiteX6" fmla="*/ 3500805 w 8497616"/>
                      <a:gd name="connsiteY6" fmla="*/ 3915508 h 10222524"/>
                      <a:gd name="connsiteX7" fmla="*/ 5751635 w 8497616"/>
                      <a:gd name="connsiteY7" fmla="*/ 3892061 h 10222524"/>
                      <a:gd name="connsiteX8" fmla="*/ 5728190 w 8497616"/>
                      <a:gd name="connsiteY8" fmla="*/ 5040922 h 10222524"/>
                      <a:gd name="connsiteX9" fmla="*/ 7814898 w 8497616"/>
                      <a:gd name="connsiteY9" fmla="*/ 5064369 h 10222524"/>
                      <a:gd name="connsiteX10" fmla="*/ 7814898 w 8497616"/>
                      <a:gd name="connsiteY10" fmla="*/ 3985846 h 10222524"/>
                      <a:gd name="connsiteX11" fmla="*/ 8494838 w 8497616"/>
                      <a:gd name="connsiteY11" fmla="*/ 3938954 h 10222524"/>
                      <a:gd name="connsiteX12" fmla="*/ 7322528 w 8497616"/>
                      <a:gd name="connsiteY12" fmla="*/ 5861538 h 10222524"/>
                      <a:gd name="connsiteX13" fmla="*/ 7603883 w 8497616"/>
                      <a:gd name="connsiteY13" fmla="*/ 7971692 h 10222524"/>
                      <a:gd name="connsiteX14" fmla="*/ 5024805 w 8497616"/>
                      <a:gd name="connsiteY14" fmla="*/ 10222524 h 10222524"/>
                      <a:gd name="connsiteX15" fmla="*/ 3805606 w 8497616"/>
                      <a:gd name="connsiteY15" fmla="*/ 8815755 h 10222524"/>
                      <a:gd name="connsiteX16" fmla="*/ 2891205 w 8497616"/>
                      <a:gd name="connsiteY16" fmla="*/ 8932984 h 10222524"/>
                      <a:gd name="connsiteX17" fmla="*/ 1765790 w 8497616"/>
                      <a:gd name="connsiteY17" fmla="*/ 9378463 h 10222524"/>
                      <a:gd name="connsiteX18" fmla="*/ 1179636 w 8497616"/>
                      <a:gd name="connsiteY18" fmla="*/ 8393724 h 10222524"/>
                      <a:gd name="connsiteX19" fmla="*/ 945175 w 8497616"/>
                      <a:gd name="connsiteY19" fmla="*/ 7831015 h 10222524"/>
                      <a:gd name="connsiteX20" fmla="*/ 781051 w 8497616"/>
                      <a:gd name="connsiteY20" fmla="*/ 7408985 h 10222524"/>
                      <a:gd name="connsiteX21" fmla="*/ 804498 w 8497616"/>
                      <a:gd name="connsiteY21" fmla="*/ 6869724 h 10222524"/>
                      <a:gd name="connsiteX22" fmla="*/ 288682 w 8497616"/>
                      <a:gd name="connsiteY22" fmla="*/ 6611816 h 10222524"/>
                      <a:gd name="connsiteX23" fmla="*/ 874836 w 8497616"/>
                      <a:gd name="connsiteY23" fmla="*/ 4783016 h 10222524"/>
                      <a:gd name="connsiteX24" fmla="*/ 968620 w 8497616"/>
                      <a:gd name="connsiteY24" fmla="*/ 1852247 h 10222524"/>
                      <a:gd name="connsiteX25" fmla="*/ 874836 w 8497616"/>
                      <a:gd name="connsiteY25" fmla="*/ 937846 h 10222524"/>
                      <a:gd name="connsiteX0" fmla="*/ 874836 w 8497616"/>
                      <a:gd name="connsiteY0" fmla="*/ 937846 h 10222524"/>
                      <a:gd name="connsiteX1" fmla="*/ 3500805 w 8497616"/>
                      <a:gd name="connsiteY1" fmla="*/ 0 h 10222524"/>
                      <a:gd name="connsiteX2" fmla="*/ 3500806 w 8497616"/>
                      <a:gd name="connsiteY2" fmla="*/ 656491 h 10222524"/>
                      <a:gd name="connsiteX3" fmla="*/ 4649667 w 8497616"/>
                      <a:gd name="connsiteY3" fmla="*/ 656492 h 10222524"/>
                      <a:gd name="connsiteX4" fmla="*/ 4649667 w 8497616"/>
                      <a:gd name="connsiteY4" fmla="*/ 2836984 h 10222524"/>
                      <a:gd name="connsiteX5" fmla="*/ 3524252 w 8497616"/>
                      <a:gd name="connsiteY5" fmla="*/ 2836985 h 10222524"/>
                      <a:gd name="connsiteX6" fmla="*/ 3500805 w 8497616"/>
                      <a:gd name="connsiteY6" fmla="*/ 3915508 h 10222524"/>
                      <a:gd name="connsiteX7" fmla="*/ 5751635 w 8497616"/>
                      <a:gd name="connsiteY7" fmla="*/ 3892061 h 10222524"/>
                      <a:gd name="connsiteX8" fmla="*/ 5728190 w 8497616"/>
                      <a:gd name="connsiteY8" fmla="*/ 5040922 h 10222524"/>
                      <a:gd name="connsiteX9" fmla="*/ 7814898 w 8497616"/>
                      <a:gd name="connsiteY9" fmla="*/ 5064369 h 10222524"/>
                      <a:gd name="connsiteX10" fmla="*/ 7814898 w 8497616"/>
                      <a:gd name="connsiteY10" fmla="*/ 3985846 h 10222524"/>
                      <a:gd name="connsiteX11" fmla="*/ 8494838 w 8497616"/>
                      <a:gd name="connsiteY11" fmla="*/ 3938954 h 10222524"/>
                      <a:gd name="connsiteX12" fmla="*/ 7322528 w 8497616"/>
                      <a:gd name="connsiteY12" fmla="*/ 5861538 h 10222524"/>
                      <a:gd name="connsiteX13" fmla="*/ 7603883 w 8497616"/>
                      <a:gd name="connsiteY13" fmla="*/ 7971692 h 10222524"/>
                      <a:gd name="connsiteX14" fmla="*/ 5024805 w 8497616"/>
                      <a:gd name="connsiteY14" fmla="*/ 10222524 h 10222524"/>
                      <a:gd name="connsiteX15" fmla="*/ 3805606 w 8497616"/>
                      <a:gd name="connsiteY15" fmla="*/ 8815755 h 10222524"/>
                      <a:gd name="connsiteX16" fmla="*/ 2891205 w 8497616"/>
                      <a:gd name="connsiteY16" fmla="*/ 8932984 h 10222524"/>
                      <a:gd name="connsiteX17" fmla="*/ 1765790 w 8497616"/>
                      <a:gd name="connsiteY17" fmla="*/ 9378463 h 10222524"/>
                      <a:gd name="connsiteX18" fmla="*/ 1179636 w 8497616"/>
                      <a:gd name="connsiteY18" fmla="*/ 8393724 h 10222524"/>
                      <a:gd name="connsiteX19" fmla="*/ 945175 w 8497616"/>
                      <a:gd name="connsiteY19" fmla="*/ 7831015 h 10222524"/>
                      <a:gd name="connsiteX20" fmla="*/ 781051 w 8497616"/>
                      <a:gd name="connsiteY20" fmla="*/ 7408985 h 10222524"/>
                      <a:gd name="connsiteX21" fmla="*/ 804498 w 8497616"/>
                      <a:gd name="connsiteY21" fmla="*/ 6869724 h 10222524"/>
                      <a:gd name="connsiteX22" fmla="*/ 288682 w 8497616"/>
                      <a:gd name="connsiteY22" fmla="*/ 6611816 h 10222524"/>
                      <a:gd name="connsiteX23" fmla="*/ 874836 w 8497616"/>
                      <a:gd name="connsiteY23" fmla="*/ 4783016 h 10222524"/>
                      <a:gd name="connsiteX24" fmla="*/ 968620 w 8497616"/>
                      <a:gd name="connsiteY24" fmla="*/ 1852247 h 10222524"/>
                      <a:gd name="connsiteX25" fmla="*/ 874836 w 8497616"/>
                      <a:gd name="connsiteY25" fmla="*/ 937846 h 10222524"/>
                      <a:gd name="connsiteX0" fmla="*/ 874836 w 8497616"/>
                      <a:gd name="connsiteY0" fmla="*/ 937846 h 10222524"/>
                      <a:gd name="connsiteX1" fmla="*/ 3500805 w 8497616"/>
                      <a:gd name="connsiteY1" fmla="*/ 0 h 10222524"/>
                      <a:gd name="connsiteX2" fmla="*/ 3500806 w 8497616"/>
                      <a:gd name="connsiteY2" fmla="*/ 656491 h 10222524"/>
                      <a:gd name="connsiteX3" fmla="*/ 4649667 w 8497616"/>
                      <a:gd name="connsiteY3" fmla="*/ 656492 h 10222524"/>
                      <a:gd name="connsiteX4" fmla="*/ 4649667 w 8497616"/>
                      <a:gd name="connsiteY4" fmla="*/ 2836984 h 10222524"/>
                      <a:gd name="connsiteX5" fmla="*/ 3524252 w 8497616"/>
                      <a:gd name="connsiteY5" fmla="*/ 2836985 h 10222524"/>
                      <a:gd name="connsiteX6" fmla="*/ 3500805 w 8497616"/>
                      <a:gd name="connsiteY6" fmla="*/ 3915508 h 10222524"/>
                      <a:gd name="connsiteX7" fmla="*/ 5751635 w 8497616"/>
                      <a:gd name="connsiteY7" fmla="*/ 3892061 h 10222524"/>
                      <a:gd name="connsiteX8" fmla="*/ 5728190 w 8497616"/>
                      <a:gd name="connsiteY8" fmla="*/ 5040922 h 10222524"/>
                      <a:gd name="connsiteX9" fmla="*/ 7814898 w 8497616"/>
                      <a:gd name="connsiteY9" fmla="*/ 5064369 h 10222524"/>
                      <a:gd name="connsiteX10" fmla="*/ 7814898 w 8497616"/>
                      <a:gd name="connsiteY10" fmla="*/ 3985846 h 10222524"/>
                      <a:gd name="connsiteX11" fmla="*/ 8494838 w 8497616"/>
                      <a:gd name="connsiteY11" fmla="*/ 3938954 h 10222524"/>
                      <a:gd name="connsiteX12" fmla="*/ 7322528 w 8497616"/>
                      <a:gd name="connsiteY12" fmla="*/ 5861538 h 10222524"/>
                      <a:gd name="connsiteX13" fmla="*/ 7603883 w 8497616"/>
                      <a:gd name="connsiteY13" fmla="*/ 7971692 h 10222524"/>
                      <a:gd name="connsiteX14" fmla="*/ 5024805 w 8497616"/>
                      <a:gd name="connsiteY14" fmla="*/ 10222524 h 10222524"/>
                      <a:gd name="connsiteX15" fmla="*/ 3805606 w 8497616"/>
                      <a:gd name="connsiteY15" fmla="*/ 8815755 h 10222524"/>
                      <a:gd name="connsiteX16" fmla="*/ 2891205 w 8497616"/>
                      <a:gd name="connsiteY16" fmla="*/ 8932984 h 10222524"/>
                      <a:gd name="connsiteX17" fmla="*/ 1765790 w 8497616"/>
                      <a:gd name="connsiteY17" fmla="*/ 9378463 h 10222524"/>
                      <a:gd name="connsiteX18" fmla="*/ 1179636 w 8497616"/>
                      <a:gd name="connsiteY18" fmla="*/ 8393724 h 10222524"/>
                      <a:gd name="connsiteX19" fmla="*/ 945175 w 8497616"/>
                      <a:gd name="connsiteY19" fmla="*/ 7831015 h 10222524"/>
                      <a:gd name="connsiteX20" fmla="*/ 781051 w 8497616"/>
                      <a:gd name="connsiteY20" fmla="*/ 7408985 h 10222524"/>
                      <a:gd name="connsiteX21" fmla="*/ 804498 w 8497616"/>
                      <a:gd name="connsiteY21" fmla="*/ 6869724 h 10222524"/>
                      <a:gd name="connsiteX22" fmla="*/ 288682 w 8497616"/>
                      <a:gd name="connsiteY22" fmla="*/ 6611816 h 10222524"/>
                      <a:gd name="connsiteX23" fmla="*/ 874836 w 8497616"/>
                      <a:gd name="connsiteY23" fmla="*/ 4783016 h 10222524"/>
                      <a:gd name="connsiteX24" fmla="*/ 968620 w 8497616"/>
                      <a:gd name="connsiteY24" fmla="*/ 1852247 h 10222524"/>
                      <a:gd name="connsiteX25" fmla="*/ 874836 w 8497616"/>
                      <a:gd name="connsiteY25" fmla="*/ 937846 h 10222524"/>
                      <a:gd name="connsiteX0" fmla="*/ 874836 w 8497616"/>
                      <a:gd name="connsiteY0" fmla="*/ 937846 h 10222524"/>
                      <a:gd name="connsiteX1" fmla="*/ 3500805 w 8497616"/>
                      <a:gd name="connsiteY1" fmla="*/ 0 h 10222524"/>
                      <a:gd name="connsiteX2" fmla="*/ 3500806 w 8497616"/>
                      <a:gd name="connsiteY2" fmla="*/ 656491 h 10222524"/>
                      <a:gd name="connsiteX3" fmla="*/ 4649667 w 8497616"/>
                      <a:gd name="connsiteY3" fmla="*/ 656492 h 10222524"/>
                      <a:gd name="connsiteX4" fmla="*/ 4649667 w 8497616"/>
                      <a:gd name="connsiteY4" fmla="*/ 2836984 h 10222524"/>
                      <a:gd name="connsiteX5" fmla="*/ 3524252 w 8497616"/>
                      <a:gd name="connsiteY5" fmla="*/ 2836985 h 10222524"/>
                      <a:gd name="connsiteX6" fmla="*/ 3500805 w 8497616"/>
                      <a:gd name="connsiteY6" fmla="*/ 3915508 h 10222524"/>
                      <a:gd name="connsiteX7" fmla="*/ 5751635 w 8497616"/>
                      <a:gd name="connsiteY7" fmla="*/ 3892061 h 10222524"/>
                      <a:gd name="connsiteX8" fmla="*/ 5728190 w 8497616"/>
                      <a:gd name="connsiteY8" fmla="*/ 5040922 h 10222524"/>
                      <a:gd name="connsiteX9" fmla="*/ 7814898 w 8497616"/>
                      <a:gd name="connsiteY9" fmla="*/ 5064369 h 10222524"/>
                      <a:gd name="connsiteX10" fmla="*/ 7814898 w 8497616"/>
                      <a:gd name="connsiteY10" fmla="*/ 3985846 h 10222524"/>
                      <a:gd name="connsiteX11" fmla="*/ 8494838 w 8497616"/>
                      <a:gd name="connsiteY11" fmla="*/ 3938954 h 10222524"/>
                      <a:gd name="connsiteX12" fmla="*/ 7322528 w 8497616"/>
                      <a:gd name="connsiteY12" fmla="*/ 5861538 h 10222524"/>
                      <a:gd name="connsiteX13" fmla="*/ 7603883 w 8497616"/>
                      <a:gd name="connsiteY13" fmla="*/ 7971692 h 10222524"/>
                      <a:gd name="connsiteX14" fmla="*/ 5024805 w 8497616"/>
                      <a:gd name="connsiteY14" fmla="*/ 10222524 h 10222524"/>
                      <a:gd name="connsiteX15" fmla="*/ 3805606 w 8497616"/>
                      <a:gd name="connsiteY15" fmla="*/ 8815755 h 10222524"/>
                      <a:gd name="connsiteX16" fmla="*/ 2891205 w 8497616"/>
                      <a:gd name="connsiteY16" fmla="*/ 8932984 h 10222524"/>
                      <a:gd name="connsiteX17" fmla="*/ 1765790 w 8497616"/>
                      <a:gd name="connsiteY17" fmla="*/ 9378463 h 10222524"/>
                      <a:gd name="connsiteX18" fmla="*/ 1109298 w 8497616"/>
                      <a:gd name="connsiteY18" fmla="*/ 8299939 h 10222524"/>
                      <a:gd name="connsiteX19" fmla="*/ 945175 w 8497616"/>
                      <a:gd name="connsiteY19" fmla="*/ 7831015 h 10222524"/>
                      <a:gd name="connsiteX20" fmla="*/ 781051 w 8497616"/>
                      <a:gd name="connsiteY20" fmla="*/ 7408985 h 10222524"/>
                      <a:gd name="connsiteX21" fmla="*/ 804498 w 8497616"/>
                      <a:gd name="connsiteY21" fmla="*/ 6869724 h 10222524"/>
                      <a:gd name="connsiteX22" fmla="*/ 288682 w 8497616"/>
                      <a:gd name="connsiteY22" fmla="*/ 6611816 h 10222524"/>
                      <a:gd name="connsiteX23" fmla="*/ 874836 w 8497616"/>
                      <a:gd name="connsiteY23" fmla="*/ 4783016 h 10222524"/>
                      <a:gd name="connsiteX24" fmla="*/ 968620 w 8497616"/>
                      <a:gd name="connsiteY24" fmla="*/ 1852247 h 10222524"/>
                      <a:gd name="connsiteX25" fmla="*/ 874836 w 8497616"/>
                      <a:gd name="connsiteY25" fmla="*/ 937846 h 10222524"/>
                      <a:gd name="connsiteX0" fmla="*/ 874836 w 8497616"/>
                      <a:gd name="connsiteY0" fmla="*/ 937846 h 10222524"/>
                      <a:gd name="connsiteX1" fmla="*/ 3500805 w 8497616"/>
                      <a:gd name="connsiteY1" fmla="*/ 0 h 10222524"/>
                      <a:gd name="connsiteX2" fmla="*/ 3500806 w 8497616"/>
                      <a:gd name="connsiteY2" fmla="*/ 656491 h 10222524"/>
                      <a:gd name="connsiteX3" fmla="*/ 4649667 w 8497616"/>
                      <a:gd name="connsiteY3" fmla="*/ 656492 h 10222524"/>
                      <a:gd name="connsiteX4" fmla="*/ 4649667 w 8497616"/>
                      <a:gd name="connsiteY4" fmla="*/ 2836984 h 10222524"/>
                      <a:gd name="connsiteX5" fmla="*/ 3524252 w 8497616"/>
                      <a:gd name="connsiteY5" fmla="*/ 2836985 h 10222524"/>
                      <a:gd name="connsiteX6" fmla="*/ 3500805 w 8497616"/>
                      <a:gd name="connsiteY6" fmla="*/ 3915508 h 10222524"/>
                      <a:gd name="connsiteX7" fmla="*/ 5751635 w 8497616"/>
                      <a:gd name="connsiteY7" fmla="*/ 3892061 h 10222524"/>
                      <a:gd name="connsiteX8" fmla="*/ 5728190 w 8497616"/>
                      <a:gd name="connsiteY8" fmla="*/ 5040922 h 10222524"/>
                      <a:gd name="connsiteX9" fmla="*/ 7814898 w 8497616"/>
                      <a:gd name="connsiteY9" fmla="*/ 5064369 h 10222524"/>
                      <a:gd name="connsiteX10" fmla="*/ 7814898 w 8497616"/>
                      <a:gd name="connsiteY10" fmla="*/ 3985846 h 10222524"/>
                      <a:gd name="connsiteX11" fmla="*/ 8494838 w 8497616"/>
                      <a:gd name="connsiteY11" fmla="*/ 3938954 h 10222524"/>
                      <a:gd name="connsiteX12" fmla="*/ 7322528 w 8497616"/>
                      <a:gd name="connsiteY12" fmla="*/ 5861538 h 10222524"/>
                      <a:gd name="connsiteX13" fmla="*/ 7603883 w 8497616"/>
                      <a:gd name="connsiteY13" fmla="*/ 7971692 h 10222524"/>
                      <a:gd name="connsiteX14" fmla="*/ 5024805 w 8497616"/>
                      <a:gd name="connsiteY14" fmla="*/ 10222524 h 10222524"/>
                      <a:gd name="connsiteX15" fmla="*/ 3805606 w 8497616"/>
                      <a:gd name="connsiteY15" fmla="*/ 8815755 h 10222524"/>
                      <a:gd name="connsiteX16" fmla="*/ 2891205 w 8497616"/>
                      <a:gd name="connsiteY16" fmla="*/ 8932984 h 10222524"/>
                      <a:gd name="connsiteX17" fmla="*/ 1765790 w 8497616"/>
                      <a:gd name="connsiteY17" fmla="*/ 9378463 h 10222524"/>
                      <a:gd name="connsiteX18" fmla="*/ 1109298 w 8497616"/>
                      <a:gd name="connsiteY18" fmla="*/ 8299939 h 10222524"/>
                      <a:gd name="connsiteX19" fmla="*/ 945175 w 8497616"/>
                      <a:gd name="connsiteY19" fmla="*/ 7831015 h 10222524"/>
                      <a:gd name="connsiteX20" fmla="*/ 781051 w 8497616"/>
                      <a:gd name="connsiteY20" fmla="*/ 7408985 h 10222524"/>
                      <a:gd name="connsiteX21" fmla="*/ 804498 w 8497616"/>
                      <a:gd name="connsiteY21" fmla="*/ 6869724 h 10222524"/>
                      <a:gd name="connsiteX22" fmla="*/ 288682 w 8497616"/>
                      <a:gd name="connsiteY22" fmla="*/ 6611816 h 10222524"/>
                      <a:gd name="connsiteX23" fmla="*/ 874836 w 8497616"/>
                      <a:gd name="connsiteY23" fmla="*/ 4783016 h 10222524"/>
                      <a:gd name="connsiteX24" fmla="*/ 968620 w 8497616"/>
                      <a:gd name="connsiteY24" fmla="*/ 1852247 h 10222524"/>
                      <a:gd name="connsiteX25" fmla="*/ 874836 w 8497616"/>
                      <a:gd name="connsiteY25" fmla="*/ 937846 h 10222524"/>
                      <a:gd name="connsiteX0" fmla="*/ 874836 w 8497616"/>
                      <a:gd name="connsiteY0" fmla="*/ 937846 h 10222524"/>
                      <a:gd name="connsiteX1" fmla="*/ 3500805 w 8497616"/>
                      <a:gd name="connsiteY1" fmla="*/ 0 h 10222524"/>
                      <a:gd name="connsiteX2" fmla="*/ 3500806 w 8497616"/>
                      <a:gd name="connsiteY2" fmla="*/ 656491 h 10222524"/>
                      <a:gd name="connsiteX3" fmla="*/ 4649667 w 8497616"/>
                      <a:gd name="connsiteY3" fmla="*/ 656492 h 10222524"/>
                      <a:gd name="connsiteX4" fmla="*/ 4649667 w 8497616"/>
                      <a:gd name="connsiteY4" fmla="*/ 2836984 h 10222524"/>
                      <a:gd name="connsiteX5" fmla="*/ 3524252 w 8497616"/>
                      <a:gd name="connsiteY5" fmla="*/ 2836985 h 10222524"/>
                      <a:gd name="connsiteX6" fmla="*/ 3500805 w 8497616"/>
                      <a:gd name="connsiteY6" fmla="*/ 3915508 h 10222524"/>
                      <a:gd name="connsiteX7" fmla="*/ 5751635 w 8497616"/>
                      <a:gd name="connsiteY7" fmla="*/ 3892061 h 10222524"/>
                      <a:gd name="connsiteX8" fmla="*/ 5728190 w 8497616"/>
                      <a:gd name="connsiteY8" fmla="*/ 5040922 h 10222524"/>
                      <a:gd name="connsiteX9" fmla="*/ 7814898 w 8497616"/>
                      <a:gd name="connsiteY9" fmla="*/ 5064369 h 10222524"/>
                      <a:gd name="connsiteX10" fmla="*/ 7814898 w 8497616"/>
                      <a:gd name="connsiteY10" fmla="*/ 3985846 h 10222524"/>
                      <a:gd name="connsiteX11" fmla="*/ 8494838 w 8497616"/>
                      <a:gd name="connsiteY11" fmla="*/ 3938954 h 10222524"/>
                      <a:gd name="connsiteX12" fmla="*/ 7322528 w 8497616"/>
                      <a:gd name="connsiteY12" fmla="*/ 5861538 h 10222524"/>
                      <a:gd name="connsiteX13" fmla="*/ 7603883 w 8497616"/>
                      <a:gd name="connsiteY13" fmla="*/ 7971692 h 10222524"/>
                      <a:gd name="connsiteX14" fmla="*/ 5024805 w 8497616"/>
                      <a:gd name="connsiteY14" fmla="*/ 10222524 h 10222524"/>
                      <a:gd name="connsiteX15" fmla="*/ 3805606 w 8497616"/>
                      <a:gd name="connsiteY15" fmla="*/ 8815755 h 10222524"/>
                      <a:gd name="connsiteX16" fmla="*/ 2891205 w 8497616"/>
                      <a:gd name="connsiteY16" fmla="*/ 8932984 h 10222524"/>
                      <a:gd name="connsiteX17" fmla="*/ 1765790 w 8497616"/>
                      <a:gd name="connsiteY17" fmla="*/ 9378463 h 10222524"/>
                      <a:gd name="connsiteX18" fmla="*/ 1109298 w 8497616"/>
                      <a:gd name="connsiteY18" fmla="*/ 8299939 h 10222524"/>
                      <a:gd name="connsiteX19" fmla="*/ 945175 w 8497616"/>
                      <a:gd name="connsiteY19" fmla="*/ 7831015 h 10222524"/>
                      <a:gd name="connsiteX20" fmla="*/ 781051 w 8497616"/>
                      <a:gd name="connsiteY20" fmla="*/ 7408985 h 10222524"/>
                      <a:gd name="connsiteX21" fmla="*/ 804498 w 8497616"/>
                      <a:gd name="connsiteY21" fmla="*/ 6869724 h 10222524"/>
                      <a:gd name="connsiteX22" fmla="*/ 288682 w 8497616"/>
                      <a:gd name="connsiteY22" fmla="*/ 6611816 h 10222524"/>
                      <a:gd name="connsiteX23" fmla="*/ 874836 w 8497616"/>
                      <a:gd name="connsiteY23" fmla="*/ 4783016 h 10222524"/>
                      <a:gd name="connsiteX24" fmla="*/ 968620 w 8497616"/>
                      <a:gd name="connsiteY24" fmla="*/ 1852247 h 10222524"/>
                      <a:gd name="connsiteX25" fmla="*/ 874836 w 8497616"/>
                      <a:gd name="connsiteY25" fmla="*/ 937846 h 10222524"/>
                      <a:gd name="connsiteX0" fmla="*/ 874836 w 8497616"/>
                      <a:gd name="connsiteY0" fmla="*/ 937846 h 10222524"/>
                      <a:gd name="connsiteX1" fmla="*/ 3500805 w 8497616"/>
                      <a:gd name="connsiteY1" fmla="*/ 0 h 10222524"/>
                      <a:gd name="connsiteX2" fmla="*/ 3500806 w 8497616"/>
                      <a:gd name="connsiteY2" fmla="*/ 656491 h 10222524"/>
                      <a:gd name="connsiteX3" fmla="*/ 4649667 w 8497616"/>
                      <a:gd name="connsiteY3" fmla="*/ 656492 h 10222524"/>
                      <a:gd name="connsiteX4" fmla="*/ 4649667 w 8497616"/>
                      <a:gd name="connsiteY4" fmla="*/ 2836984 h 10222524"/>
                      <a:gd name="connsiteX5" fmla="*/ 3524252 w 8497616"/>
                      <a:gd name="connsiteY5" fmla="*/ 2836985 h 10222524"/>
                      <a:gd name="connsiteX6" fmla="*/ 3500805 w 8497616"/>
                      <a:gd name="connsiteY6" fmla="*/ 3915508 h 10222524"/>
                      <a:gd name="connsiteX7" fmla="*/ 5751635 w 8497616"/>
                      <a:gd name="connsiteY7" fmla="*/ 3892061 h 10222524"/>
                      <a:gd name="connsiteX8" fmla="*/ 5728190 w 8497616"/>
                      <a:gd name="connsiteY8" fmla="*/ 5040922 h 10222524"/>
                      <a:gd name="connsiteX9" fmla="*/ 7814898 w 8497616"/>
                      <a:gd name="connsiteY9" fmla="*/ 5064369 h 10222524"/>
                      <a:gd name="connsiteX10" fmla="*/ 7814898 w 8497616"/>
                      <a:gd name="connsiteY10" fmla="*/ 3985846 h 10222524"/>
                      <a:gd name="connsiteX11" fmla="*/ 8494838 w 8497616"/>
                      <a:gd name="connsiteY11" fmla="*/ 3938954 h 10222524"/>
                      <a:gd name="connsiteX12" fmla="*/ 7322528 w 8497616"/>
                      <a:gd name="connsiteY12" fmla="*/ 5861538 h 10222524"/>
                      <a:gd name="connsiteX13" fmla="*/ 7603883 w 8497616"/>
                      <a:gd name="connsiteY13" fmla="*/ 7971692 h 10222524"/>
                      <a:gd name="connsiteX14" fmla="*/ 5024805 w 8497616"/>
                      <a:gd name="connsiteY14" fmla="*/ 10222524 h 10222524"/>
                      <a:gd name="connsiteX15" fmla="*/ 3805606 w 8497616"/>
                      <a:gd name="connsiteY15" fmla="*/ 8815755 h 10222524"/>
                      <a:gd name="connsiteX16" fmla="*/ 2891205 w 8497616"/>
                      <a:gd name="connsiteY16" fmla="*/ 8932984 h 10222524"/>
                      <a:gd name="connsiteX17" fmla="*/ 1765790 w 8497616"/>
                      <a:gd name="connsiteY17" fmla="*/ 9378463 h 10222524"/>
                      <a:gd name="connsiteX18" fmla="*/ 1109298 w 8497616"/>
                      <a:gd name="connsiteY18" fmla="*/ 8299939 h 10222524"/>
                      <a:gd name="connsiteX19" fmla="*/ 945175 w 8497616"/>
                      <a:gd name="connsiteY19" fmla="*/ 7831015 h 10222524"/>
                      <a:gd name="connsiteX20" fmla="*/ 781051 w 8497616"/>
                      <a:gd name="connsiteY20" fmla="*/ 7408985 h 10222524"/>
                      <a:gd name="connsiteX21" fmla="*/ 828817 w 8497616"/>
                      <a:gd name="connsiteY21" fmla="*/ 6864860 h 10222524"/>
                      <a:gd name="connsiteX22" fmla="*/ 288682 w 8497616"/>
                      <a:gd name="connsiteY22" fmla="*/ 6611816 h 10222524"/>
                      <a:gd name="connsiteX23" fmla="*/ 874836 w 8497616"/>
                      <a:gd name="connsiteY23" fmla="*/ 4783016 h 10222524"/>
                      <a:gd name="connsiteX24" fmla="*/ 968620 w 8497616"/>
                      <a:gd name="connsiteY24" fmla="*/ 1852247 h 10222524"/>
                      <a:gd name="connsiteX25" fmla="*/ 874836 w 8497616"/>
                      <a:gd name="connsiteY25" fmla="*/ 937846 h 10222524"/>
                      <a:gd name="connsiteX0" fmla="*/ 874836 w 8497616"/>
                      <a:gd name="connsiteY0" fmla="*/ 937846 h 10222524"/>
                      <a:gd name="connsiteX1" fmla="*/ 3500805 w 8497616"/>
                      <a:gd name="connsiteY1" fmla="*/ 0 h 10222524"/>
                      <a:gd name="connsiteX2" fmla="*/ 3500806 w 8497616"/>
                      <a:gd name="connsiteY2" fmla="*/ 656491 h 10222524"/>
                      <a:gd name="connsiteX3" fmla="*/ 4649667 w 8497616"/>
                      <a:gd name="connsiteY3" fmla="*/ 656492 h 10222524"/>
                      <a:gd name="connsiteX4" fmla="*/ 4649667 w 8497616"/>
                      <a:gd name="connsiteY4" fmla="*/ 2836984 h 10222524"/>
                      <a:gd name="connsiteX5" fmla="*/ 3524252 w 8497616"/>
                      <a:gd name="connsiteY5" fmla="*/ 2836985 h 10222524"/>
                      <a:gd name="connsiteX6" fmla="*/ 3500805 w 8497616"/>
                      <a:gd name="connsiteY6" fmla="*/ 3915508 h 10222524"/>
                      <a:gd name="connsiteX7" fmla="*/ 5751635 w 8497616"/>
                      <a:gd name="connsiteY7" fmla="*/ 3892061 h 10222524"/>
                      <a:gd name="connsiteX8" fmla="*/ 5728190 w 8497616"/>
                      <a:gd name="connsiteY8" fmla="*/ 5040922 h 10222524"/>
                      <a:gd name="connsiteX9" fmla="*/ 7814898 w 8497616"/>
                      <a:gd name="connsiteY9" fmla="*/ 5064369 h 10222524"/>
                      <a:gd name="connsiteX10" fmla="*/ 7814898 w 8497616"/>
                      <a:gd name="connsiteY10" fmla="*/ 3985846 h 10222524"/>
                      <a:gd name="connsiteX11" fmla="*/ 8494838 w 8497616"/>
                      <a:gd name="connsiteY11" fmla="*/ 3938954 h 10222524"/>
                      <a:gd name="connsiteX12" fmla="*/ 7322528 w 8497616"/>
                      <a:gd name="connsiteY12" fmla="*/ 5861538 h 10222524"/>
                      <a:gd name="connsiteX13" fmla="*/ 7603883 w 8497616"/>
                      <a:gd name="connsiteY13" fmla="*/ 7971692 h 10222524"/>
                      <a:gd name="connsiteX14" fmla="*/ 5024805 w 8497616"/>
                      <a:gd name="connsiteY14" fmla="*/ 10222524 h 10222524"/>
                      <a:gd name="connsiteX15" fmla="*/ 3805606 w 8497616"/>
                      <a:gd name="connsiteY15" fmla="*/ 8815755 h 10222524"/>
                      <a:gd name="connsiteX16" fmla="*/ 2891205 w 8497616"/>
                      <a:gd name="connsiteY16" fmla="*/ 8932984 h 10222524"/>
                      <a:gd name="connsiteX17" fmla="*/ 1765790 w 8497616"/>
                      <a:gd name="connsiteY17" fmla="*/ 9378463 h 10222524"/>
                      <a:gd name="connsiteX18" fmla="*/ 1109298 w 8497616"/>
                      <a:gd name="connsiteY18" fmla="*/ 8299939 h 10222524"/>
                      <a:gd name="connsiteX19" fmla="*/ 945175 w 8497616"/>
                      <a:gd name="connsiteY19" fmla="*/ 7831015 h 10222524"/>
                      <a:gd name="connsiteX20" fmla="*/ 781051 w 8497616"/>
                      <a:gd name="connsiteY20" fmla="*/ 7408985 h 10222524"/>
                      <a:gd name="connsiteX21" fmla="*/ 828817 w 8497616"/>
                      <a:gd name="connsiteY21" fmla="*/ 6864860 h 10222524"/>
                      <a:gd name="connsiteX22" fmla="*/ 288682 w 8497616"/>
                      <a:gd name="connsiteY22" fmla="*/ 6611816 h 10222524"/>
                      <a:gd name="connsiteX23" fmla="*/ 874836 w 8497616"/>
                      <a:gd name="connsiteY23" fmla="*/ 4783016 h 10222524"/>
                      <a:gd name="connsiteX24" fmla="*/ 968620 w 8497616"/>
                      <a:gd name="connsiteY24" fmla="*/ 1852247 h 10222524"/>
                      <a:gd name="connsiteX25" fmla="*/ 874836 w 8497616"/>
                      <a:gd name="connsiteY25" fmla="*/ 937846 h 10222524"/>
                      <a:gd name="connsiteX0" fmla="*/ 874836 w 8497616"/>
                      <a:gd name="connsiteY0" fmla="*/ 937846 h 10222524"/>
                      <a:gd name="connsiteX1" fmla="*/ 3500805 w 8497616"/>
                      <a:gd name="connsiteY1" fmla="*/ 0 h 10222524"/>
                      <a:gd name="connsiteX2" fmla="*/ 3500806 w 8497616"/>
                      <a:gd name="connsiteY2" fmla="*/ 656491 h 10222524"/>
                      <a:gd name="connsiteX3" fmla="*/ 4649667 w 8497616"/>
                      <a:gd name="connsiteY3" fmla="*/ 656492 h 10222524"/>
                      <a:gd name="connsiteX4" fmla="*/ 4649667 w 8497616"/>
                      <a:gd name="connsiteY4" fmla="*/ 2836984 h 10222524"/>
                      <a:gd name="connsiteX5" fmla="*/ 3524252 w 8497616"/>
                      <a:gd name="connsiteY5" fmla="*/ 2836985 h 10222524"/>
                      <a:gd name="connsiteX6" fmla="*/ 3500805 w 8497616"/>
                      <a:gd name="connsiteY6" fmla="*/ 3915508 h 10222524"/>
                      <a:gd name="connsiteX7" fmla="*/ 5751635 w 8497616"/>
                      <a:gd name="connsiteY7" fmla="*/ 3892061 h 10222524"/>
                      <a:gd name="connsiteX8" fmla="*/ 5728190 w 8497616"/>
                      <a:gd name="connsiteY8" fmla="*/ 5040922 h 10222524"/>
                      <a:gd name="connsiteX9" fmla="*/ 7814898 w 8497616"/>
                      <a:gd name="connsiteY9" fmla="*/ 5064369 h 10222524"/>
                      <a:gd name="connsiteX10" fmla="*/ 7814898 w 8497616"/>
                      <a:gd name="connsiteY10" fmla="*/ 3985846 h 10222524"/>
                      <a:gd name="connsiteX11" fmla="*/ 8494838 w 8497616"/>
                      <a:gd name="connsiteY11" fmla="*/ 3938954 h 10222524"/>
                      <a:gd name="connsiteX12" fmla="*/ 7322528 w 8497616"/>
                      <a:gd name="connsiteY12" fmla="*/ 5861538 h 10222524"/>
                      <a:gd name="connsiteX13" fmla="*/ 7603883 w 8497616"/>
                      <a:gd name="connsiteY13" fmla="*/ 7971692 h 10222524"/>
                      <a:gd name="connsiteX14" fmla="*/ 5024805 w 8497616"/>
                      <a:gd name="connsiteY14" fmla="*/ 10222524 h 10222524"/>
                      <a:gd name="connsiteX15" fmla="*/ 3805606 w 8497616"/>
                      <a:gd name="connsiteY15" fmla="*/ 8815755 h 10222524"/>
                      <a:gd name="connsiteX16" fmla="*/ 2891205 w 8497616"/>
                      <a:gd name="connsiteY16" fmla="*/ 8932984 h 10222524"/>
                      <a:gd name="connsiteX17" fmla="*/ 1765790 w 8497616"/>
                      <a:gd name="connsiteY17" fmla="*/ 9378463 h 10222524"/>
                      <a:gd name="connsiteX18" fmla="*/ 1109298 w 8497616"/>
                      <a:gd name="connsiteY18" fmla="*/ 8299939 h 10222524"/>
                      <a:gd name="connsiteX19" fmla="*/ 945175 w 8497616"/>
                      <a:gd name="connsiteY19" fmla="*/ 7831015 h 10222524"/>
                      <a:gd name="connsiteX20" fmla="*/ 781051 w 8497616"/>
                      <a:gd name="connsiteY20" fmla="*/ 7408985 h 10222524"/>
                      <a:gd name="connsiteX21" fmla="*/ 828817 w 8497616"/>
                      <a:gd name="connsiteY21" fmla="*/ 6864860 h 10222524"/>
                      <a:gd name="connsiteX22" fmla="*/ 288682 w 8497616"/>
                      <a:gd name="connsiteY22" fmla="*/ 6611816 h 10222524"/>
                      <a:gd name="connsiteX23" fmla="*/ 874836 w 8497616"/>
                      <a:gd name="connsiteY23" fmla="*/ 4783016 h 10222524"/>
                      <a:gd name="connsiteX24" fmla="*/ 968620 w 8497616"/>
                      <a:gd name="connsiteY24" fmla="*/ 1852247 h 10222524"/>
                      <a:gd name="connsiteX25" fmla="*/ 874836 w 8497616"/>
                      <a:gd name="connsiteY25" fmla="*/ 937846 h 10222524"/>
                      <a:gd name="connsiteX0" fmla="*/ 874836 w 8497616"/>
                      <a:gd name="connsiteY0" fmla="*/ 937846 h 10222524"/>
                      <a:gd name="connsiteX1" fmla="*/ 3500805 w 8497616"/>
                      <a:gd name="connsiteY1" fmla="*/ 0 h 10222524"/>
                      <a:gd name="connsiteX2" fmla="*/ 3500806 w 8497616"/>
                      <a:gd name="connsiteY2" fmla="*/ 656491 h 10222524"/>
                      <a:gd name="connsiteX3" fmla="*/ 4649667 w 8497616"/>
                      <a:gd name="connsiteY3" fmla="*/ 656492 h 10222524"/>
                      <a:gd name="connsiteX4" fmla="*/ 4649667 w 8497616"/>
                      <a:gd name="connsiteY4" fmla="*/ 2836984 h 10222524"/>
                      <a:gd name="connsiteX5" fmla="*/ 3524252 w 8497616"/>
                      <a:gd name="connsiteY5" fmla="*/ 2836985 h 10222524"/>
                      <a:gd name="connsiteX6" fmla="*/ 3500805 w 8497616"/>
                      <a:gd name="connsiteY6" fmla="*/ 3915508 h 10222524"/>
                      <a:gd name="connsiteX7" fmla="*/ 5751635 w 8497616"/>
                      <a:gd name="connsiteY7" fmla="*/ 3892061 h 10222524"/>
                      <a:gd name="connsiteX8" fmla="*/ 5728190 w 8497616"/>
                      <a:gd name="connsiteY8" fmla="*/ 5040922 h 10222524"/>
                      <a:gd name="connsiteX9" fmla="*/ 7814898 w 8497616"/>
                      <a:gd name="connsiteY9" fmla="*/ 5064369 h 10222524"/>
                      <a:gd name="connsiteX10" fmla="*/ 7814898 w 8497616"/>
                      <a:gd name="connsiteY10" fmla="*/ 3985846 h 10222524"/>
                      <a:gd name="connsiteX11" fmla="*/ 8494838 w 8497616"/>
                      <a:gd name="connsiteY11" fmla="*/ 3938954 h 10222524"/>
                      <a:gd name="connsiteX12" fmla="*/ 7322528 w 8497616"/>
                      <a:gd name="connsiteY12" fmla="*/ 5861538 h 10222524"/>
                      <a:gd name="connsiteX13" fmla="*/ 7603883 w 8497616"/>
                      <a:gd name="connsiteY13" fmla="*/ 7971692 h 10222524"/>
                      <a:gd name="connsiteX14" fmla="*/ 5024805 w 8497616"/>
                      <a:gd name="connsiteY14" fmla="*/ 10222524 h 10222524"/>
                      <a:gd name="connsiteX15" fmla="*/ 3805606 w 8497616"/>
                      <a:gd name="connsiteY15" fmla="*/ 8815755 h 10222524"/>
                      <a:gd name="connsiteX16" fmla="*/ 2891205 w 8497616"/>
                      <a:gd name="connsiteY16" fmla="*/ 8932984 h 10222524"/>
                      <a:gd name="connsiteX17" fmla="*/ 1765790 w 8497616"/>
                      <a:gd name="connsiteY17" fmla="*/ 9378463 h 10222524"/>
                      <a:gd name="connsiteX18" fmla="*/ 1109298 w 8497616"/>
                      <a:gd name="connsiteY18" fmla="*/ 8299939 h 10222524"/>
                      <a:gd name="connsiteX19" fmla="*/ 945175 w 8497616"/>
                      <a:gd name="connsiteY19" fmla="*/ 7831015 h 10222524"/>
                      <a:gd name="connsiteX20" fmla="*/ 781051 w 8497616"/>
                      <a:gd name="connsiteY20" fmla="*/ 7408985 h 10222524"/>
                      <a:gd name="connsiteX21" fmla="*/ 828817 w 8497616"/>
                      <a:gd name="connsiteY21" fmla="*/ 6864860 h 10222524"/>
                      <a:gd name="connsiteX22" fmla="*/ 288682 w 8497616"/>
                      <a:gd name="connsiteY22" fmla="*/ 6611816 h 10222524"/>
                      <a:gd name="connsiteX23" fmla="*/ 874836 w 8497616"/>
                      <a:gd name="connsiteY23" fmla="*/ 4783016 h 10222524"/>
                      <a:gd name="connsiteX24" fmla="*/ 968620 w 8497616"/>
                      <a:gd name="connsiteY24" fmla="*/ 1852247 h 10222524"/>
                      <a:gd name="connsiteX25" fmla="*/ 874836 w 8497616"/>
                      <a:gd name="connsiteY25" fmla="*/ 937846 h 10222524"/>
                      <a:gd name="connsiteX0" fmla="*/ 874836 w 8497616"/>
                      <a:gd name="connsiteY0" fmla="*/ 937846 h 10222524"/>
                      <a:gd name="connsiteX1" fmla="*/ 3500805 w 8497616"/>
                      <a:gd name="connsiteY1" fmla="*/ 0 h 10222524"/>
                      <a:gd name="connsiteX2" fmla="*/ 3500806 w 8497616"/>
                      <a:gd name="connsiteY2" fmla="*/ 656491 h 10222524"/>
                      <a:gd name="connsiteX3" fmla="*/ 4649667 w 8497616"/>
                      <a:gd name="connsiteY3" fmla="*/ 656492 h 10222524"/>
                      <a:gd name="connsiteX4" fmla="*/ 4649667 w 8497616"/>
                      <a:gd name="connsiteY4" fmla="*/ 2836984 h 10222524"/>
                      <a:gd name="connsiteX5" fmla="*/ 3524252 w 8497616"/>
                      <a:gd name="connsiteY5" fmla="*/ 2836985 h 10222524"/>
                      <a:gd name="connsiteX6" fmla="*/ 3500805 w 8497616"/>
                      <a:gd name="connsiteY6" fmla="*/ 3915508 h 10222524"/>
                      <a:gd name="connsiteX7" fmla="*/ 5751635 w 8497616"/>
                      <a:gd name="connsiteY7" fmla="*/ 3892061 h 10222524"/>
                      <a:gd name="connsiteX8" fmla="*/ 5728190 w 8497616"/>
                      <a:gd name="connsiteY8" fmla="*/ 5040922 h 10222524"/>
                      <a:gd name="connsiteX9" fmla="*/ 7814898 w 8497616"/>
                      <a:gd name="connsiteY9" fmla="*/ 5064369 h 10222524"/>
                      <a:gd name="connsiteX10" fmla="*/ 7814898 w 8497616"/>
                      <a:gd name="connsiteY10" fmla="*/ 3985846 h 10222524"/>
                      <a:gd name="connsiteX11" fmla="*/ 8494838 w 8497616"/>
                      <a:gd name="connsiteY11" fmla="*/ 3938954 h 10222524"/>
                      <a:gd name="connsiteX12" fmla="*/ 7322528 w 8497616"/>
                      <a:gd name="connsiteY12" fmla="*/ 5861538 h 10222524"/>
                      <a:gd name="connsiteX13" fmla="*/ 7603883 w 8497616"/>
                      <a:gd name="connsiteY13" fmla="*/ 7971692 h 10222524"/>
                      <a:gd name="connsiteX14" fmla="*/ 5024805 w 8497616"/>
                      <a:gd name="connsiteY14" fmla="*/ 10222524 h 10222524"/>
                      <a:gd name="connsiteX15" fmla="*/ 3805606 w 8497616"/>
                      <a:gd name="connsiteY15" fmla="*/ 8815755 h 10222524"/>
                      <a:gd name="connsiteX16" fmla="*/ 2891205 w 8497616"/>
                      <a:gd name="connsiteY16" fmla="*/ 8932984 h 10222524"/>
                      <a:gd name="connsiteX17" fmla="*/ 1765790 w 8497616"/>
                      <a:gd name="connsiteY17" fmla="*/ 9378463 h 10222524"/>
                      <a:gd name="connsiteX18" fmla="*/ 1109298 w 8497616"/>
                      <a:gd name="connsiteY18" fmla="*/ 8299939 h 10222524"/>
                      <a:gd name="connsiteX19" fmla="*/ 945175 w 8497616"/>
                      <a:gd name="connsiteY19" fmla="*/ 7831015 h 10222524"/>
                      <a:gd name="connsiteX20" fmla="*/ 781051 w 8497616"/>
                      <a:gd name="connsiteY20" fmla="*/ 7408985 h 10222524"/>
                      <a:gd name="connsiteX21" fmla="*/ 828817 w 8497616"/>
                      <a:gd name="connsiteY21" fmla="*/ 6864860 h 10222524"/>
                      <a:gd name="connsiteX22" fmla="*/ 288682 w 8497616"/>
                      <a:gd name="connsiteY22" fmla="*/ 6611816 h 10222524"/>
                      <a:gd name="connsiteX23" fmla="*/ 874836 w 8497616"/>
                      <a:gd name="connsiteY23" fmla="*/ 4783016 h 10222524"/>
                      <a:gd name="connsiteX24" fmla="*/ 968620 w 8497616"/>
                      <a:gd name="connsiteY24" fmla="*/ 1852247 h 10222524"/>
                      <a:gd name="connsiteX25" fmla="*/ 874836 w 8497616"/>
                      <a:gd name="connsiteY25" fmla="*/ 937846 h 10222524"/>
                      <a:gd name="connsiteX0" fmla="*/ 874836 w 8497616"/>
                      <a:gd name="connsiteY0" fmla="*/ 937846 h 10222524"/>
                      <a:gd name="connsiteX1" fmla="*/ 3500805 w 8497616"/>
                      <a:gd name="connsiteY1" fmla="*/ 0 h 10222524"/>
                      <a:gd name="connsiteX2" fmla="*/ 3500806 w 8497616"/>
                      <a:gd name="connsiteY2" fmla="*/ 656491 h 10222524"/>
                      <a:gd name="connsiteX3" fmla="*/ 4649667 w 8497616"/>
                      <a:gd name="connsiteY3" fmla="*/ 656492 h 10222524"/>
                      <a:gd name="connsiteX4" fmla="*/ 4649667 w 8497616"/>
                      <a:gd name="connsiteY4" fmla="*/ 2836984 h 10222524"/>
                      <a:gd name="connsiteX5" fmla="*/ 3524252 w 8497616"/>
                      <a:gd name="connsiteY5" fmla="*/ 2836985 h 10222524"/>
                      <a:gd name="connsiteX6" fmla="*/ 5751635 w 8497616"/>
                      <a:gd name="connsiteY6" fmla="*/ 3892061 h 10222524"/>
                      <a:gd name="connsiteX7" fmla="*/ 5728190 w 8497616"/>
                      <a:gd name="connsiteY7" fmla="*/ 5040922 h 10222524"/>
                      <a:gd name="connsiteX8" fmla="*/ 7814898 w 8497616"/>
                      <a:gd name="connsiteY8" fmla="*/ 5064369 h 10222524"/>
                      <a:gd name="connsiteX9" fmla="*/ 7814898 w 8497616"/>
                      <a:gd name="connsiteY9" fmla="*/ 3985846 h 10222524"/>
                      <a:gd name="connsiteX10" fmla="*/ 8494838 w 8497616"/>
                      <a:gd name="connsiteY10" fmla="*/ 3938954 h 10222524"/>
                      <a:gd name="connsiteX11" fmla="*/ 7322528 w 8497616"/>
                      <a:gd name="connsiteY11" fmla="*/ 5861538 h 10222524"/>
                      <a:gd name="connsiteX12" fmla="*/ 7603883 w 8497616"/>
                      <a:gd name="connsiteY12" fmla="*/ 7971692 h 10222524"/>
                      <a:gd name="connsiteX13" fmla="*/ 5024805 w 8497616"/>
                      <a:gd name="connsiteY13" fmla="*/ 10222524 h 10222524"/>
                      <a:gd name="connsiteX14" fmla="*/ 3805606 w 8497616"/>
                      <a:gd name="connsiteY14" fmla="*/ 8815755 h 10222524"/>
                      <a:gd name="connsiteX15" fmla="*/ 2891205 w 8497616"/>
                      <a:gd name="connsiteY15" fmla="*/ 8932984 h 10222524"/>
                      <a:gd name="connsiteX16" fmla="*/ 1765790 w 8497616"/>
                      <a:gd name="connsiteY16" fmla="*/ 9378463 h 10222524"/>
                      <a:gd name="connsiteX17" fmla="*/ 1109298 w 8497616"/>
                      <a:gd name="connsiteY17" fmla="*/ 8299939 h 10222524"/>
                      <a:gd name="connsiteX18" fmla="*/ 945175 w 8497616"/>
                      <a:gd name="connsiteY18" fmla="*/ 7831015 h 10222524"/>
                      <a:gd name="connsiteX19" fmla="*/ 781051 w 8497616"/>
                      <a:gd name="connsiteY19" fmla="*/ 7408985 h 10222524"/>
                      <a:gd name="connsiteX20" fmla="*/ 828817 w 8497616"/>
                      <a:gd name="connsiteY20" fmla="*/ 6864860 h 10222524"/>
                      <a:gd name="connsiteX21" fmla="*/ 288682 w 8497616"/>
                      <a:gd name="connsiteY21" fmla="*/ 6611816 h 10222524"/>
                      <a:gd name="connsiteX22" fmla="*/ 874836 w 8497616"/>
                      <a:gd name="connsiteY22" fmla="*/ 4783016 h 10222524"/>
                      <a:gd name="connsiteX23" fmla="*/ 968620 w 8497616"/>
                      <a:gd name="connsiteY23" fmla="*/ 1852247 h 10222524"/>
                      <a:gd name="connsiteX24" fmla="*/ 874836 w 8497616"/>
                      <a:gd name="connsiteY24" fmla="*/ 937846 h 10222524"/>
                      <a:gd name="connsiteX0" fmla="*/ 874836 w 8497616"/>
                      <a:gd name="connsiteY0" fmla="*/ 937846 h 10222524"/>
                      <a:gd name="connsiteX1" fmla="*/ 3500805 w 8497616"/>
                      <a:gd name="connsiteY1" fmla="*/ 0 h 10222524"/>
                      <a:gd name="connsiteX2" fmla="*/ 3500806 w 8497616"/>
                      <a:gd name="connsiteY2" fmla="*/ 656491 h 10222524"/>
                      <a:gd name="connsiteX3" fmla="*/ 4649667 w 8497616"/>
                      <a:gd name="connsiteY3" fmla="*/ 656492 h 10222524"/>
                      <a:gd name="connsiteX4" fmla="*/ 4649667 w 8497616"/>
                      <a:gd name="connsiteY4" fmla="*/ 2836984 h 10222524"/>
                      <a:gd name="connsiteX5" fmla="*/ 5751635 w 8497616"/>
                      <a:gd name="connsiteY5" fmla="*/ 3892061 h 10222524"/>
                      <a:gd name="connsiteX6" fmla="*/ 5728190 w 8497616"/>
                      <a:gd name="connsiteY6" fmla="*/ 5040922 h 10222524"/>
                      <a:gd name="connsiteX7" fmla="*/ 7814898 w 8497616"/>
                      <a:gd name="connsiteY7" fmla="*/ 5064369 h 10222524"/>
                      <a:gd name="connsiteX8" fmla="*/ 7814898 w 8497616"/>
                      <a:gd name="connsiteY8" fmla="*/ 3985846 h 10222524"/>
                      <a:gd name="connsiteX9" fmla="*/ 8494838 w 8497616"/>
                      <a:gd name="connsiteY9" fmla="*/ 3938954 h 10222524"/>
                      <a:gd name="connsiteX10" fmla="*/ 7322528 w 8497616"/>
                      <a:gd name="connsiteY10" fmla="*/ 5861538 h 10222524"/>
                      <a:gd name="connsiteX11" fmla="*/ 7603883 w 8497616"/>
                      <a:gd name="connsiteY11" fmla="*/ 7971692 h 10222524"/>
                      <a:gd name="connsiteX12" fmla="*/ 5024805 w 8497616"/>
                      <a:gd name="connsiteY12" fmla="*/ 10222524 h 10222524"/>
                      <a:gd name="connsiteX13" fmla="*/ 3805606 w 8497616"/>
                      <a:gd name="connsiteY13" fmla="*/ 8815755 h 10222524"/>
                      <a:gd name="connsiteX14" fmla="*/ 2891205 w 8497616"/>
                      <a:gd name="connsiteY14" fmla="*/ 8932984 h 10222524"/>
                      <a:gd name="connsiteX15" fmla="*/ 1765790 w 8497616"/>
                      <a:gd name="connsiteY15" fmla="*/ 9378463 h 10222524"/>
                      <a:gd name="connsiteX16" fmla="*/ 1109298 w 8497616"/>
                      <a:gd name="connsiteY16" fmla="*/ 8299939 h 10222524"/>
                      <a:gd name="connsiteX17" fmla="*/ 945175 w 8497616"/>
                      <a:gd name="connsiteY17" fmla="*/ 7831015 h 10222524"/>
                      <a:gd name="connsiteX18" fmla="*/ 781051 w 8497616"/>
                      <a:gd name="connsiteY18" fmla="*/ 7408985 h 10222524"/>
                      <a:gd name="connsiteX19" fmla="*/ 828817 w 8497616"/>
                      <a:gd name="connsiteY19" fmla="*/ 6864860 h 10222524"/>
                      <a:gd name="connsiteX20" fmla="*/ 288682 w 8497616"/>
                      <a:gd name="connsiteY20" fmla="*/ 6611816 h 10222524"/>
                      <a:gd name="connsiteX21" fmla="*/ 874836 w 8497616"/>
                      <a:gd name="connsiteY21" fmla="*/ 4783016 h 10222524"/>
                      <a:gd name="connsiteX22" fmla="*/ 968620 w 8497616"/>
                      <a:gd name="connsiteY22" fmla="*/ 1852247 h 10222524"/>
                      <a:gd name="connsiteX23" fmla="*/ 874836 w 8497616"/>
                      <a:gd name="connsiteY23" fmla="*/ 937846 h 10222524"/>
                      <a:gd name="connsiteX0" fmla="*/ 874836 w 8497616"/>
                      <a:gd name="connsiteY0" fmla="*/ 937846 h 10222524"/>
                      <a:gd name="connsiteX1" fmla="*/ 3500805 w 8497616"/>
                      <a:gd name="connsiteY1" fmla="*/ 0 h 10222524"/>
                      <a:gd name="connsiteX2" fmla="*/ 3500806 w 8497616"/>
                      <a:gd name="connsiteY2" fmla="*/ 656491 h 10222524"/>
                      <a:gd name="connsiteX3" fmla="*/ 4649667 w 8497616"/>
                      <a:gd name="connsiteY3" fmla="*/ 656492 h 10222524"/>
                      <a:gd name="connsiteX4" fmla="*/ 5751635 w 8497616"/>
                      <a:gd name="connsiteY4" fmla="*/ 3892061 h 10222524"/>
                      <a:gd name="connsiteX5" fmla="*/ 5728190 w 8497616"/>
                      <a:gd name="connsiteY5" fmla="*/ 5040922 h 10222524"/>
                      <a:gd name="connsiteX6" fmla="*/ 7814898 w 8497616"/>
                      <a:gd name="connsiteY6" fmla="*/ 5064369 h 10222524"/>
                      <a:gd name="connsiteX7" fmla="*/ 7814898 w 8497616"/>
                      <a:gd name="connsiteY7" fmla="*/ 3985846 h 10222524"/>
                      <a:gd name="connsiteX8" fmla="*/ 8494838 w 8497616"/>
                      <a:gd name="connsiteY8" fmla="*/ 3938954 h 10222524"/>
                      <a:gd name="connsiteX9" fmla="*/ 7322528 w 8497616"/>
                      <a:gd name="connsiteY9" fmla="*/ 5861538 h 10222524"/>
                      <a:gd name="connsiteX10" fmla="*/ 7603883 w 8497616"/>
                      <a:gd name="connsiteY10" fmla="*/ 7971692 h 10222524"/>
                      <a:gd name="connsiteX11" fmla="*/ 5024805 w 8497616"/>
                      <a:gd name="connsiteY11" fmla="*/ 10222524 h 10222524"/>
                      <a:gd name="connsiteX12" fmla="*/ 3805606 w 8497616"/>
                      <a:gd name="connsiteY12" fmla="*/ 8815755 h 10222524"/>
                      <a:gd name="connsiteX13" fmla="*/ 2891205 w 8497616"/>
                      <a:gd name="connsiteY13" fmla="*/ 8932984 h 10222524"/>
                      <a:gd name="connsiteX14" fmla="*/ 1765790 w 8497616"/>
                      <a:gd name="connsiteY14" fmla="*/ 9378463 h 10222524"/>
                      <a:gd name="connsiteX15" fmla="*/ 1109298 w 8497616"/>
                      <a:gd name="connsiteY15" fmla="*/ 8299939 h 10222524"/>
                      <a:gd name="connsiteX16" fmla="*/ 945175 w 8497616"/>
                      <a:gd name="connsiteY16" fmla="*/ 7831015 h 10222524"/>
                      <a:gd name="connsiteX17" fmla="*/ 781051 w 8497616"/>
                      <a:gd name="connsiteY17" fmla="*/ 7408985 h 10222524"/>
                      <a:gd name="connsiteX18" fmla="*/ 828817 w 8497616"/>
                      <a:gd name="connsiteY18" fmla="*/ 6864860 h 10222524"/>
                      <a:gd name="connsiteX19" fmla="*/ 288682 w 8497616"/>
                      <a:gd name="connsiteY19" fmla="*/ 6611816 h 10222524"/>
                      <a:gd name="connsiteX20" fmla="*/ 874836 w 8497616"/>
                      <a:gd name="connsiteY20" fmla="*/ 4783016 h 10222524"/>
                      <a:gd name="connsiteX21" fmla="*/ 968620 w 8497616"/>
                      <a:gd name="connsiteY21" fmla="*/ 1852247 h 10222524"/>
                      <a:gd name="connsiteX22" fmla="*/ 874836 w 8497616"/>
                      <a:gd name="connsiteY22" fmla="*/ 937846 h 10222524"/>
                      <a:gd name="connsiteX0" fmla="*/ 874836 w 8497616"/>
                      <a:gd name="connsiteY0" fmla="*/ 937846 h 10222524"/>
                      <a:gd name="connsiteX1" fmla="*/ 3500805 w 8497616"/>
                      <a:gd name="connsiteY1" fmla="*/ 0 h 10222524"/>
                      <a:gd name="connsiteX2" fmla="*/ 3500806 w 8497616"/>
                      <a:gd name="connsiteY2" fmla="*/ 656491 h 10222524"/>
                      <a:gd name="connsiteX3" fmla="*/ 4649667 w 8497616"/>
                      <a:gd name="connsiteY3" fmla="*/ 656492 h 10222524"/>
                      <a:gd name="connsiteX4" fmla="*/ 5751635 w 8497616"/>
                      <a:gd name="connsiteY4" fmla="*/ 3892061 h 10222524"/>
                      <a:gd name="connsiteX5" fmla="*/ 7814898 w 8497616"/>
                      <a:gd name="connsiteY5" fmla="*/ 5064369 h 10222524"/>
                      <a:gd name="connsiteX6" fmla="*/ 7814898 w 8497616"/>
                      <a:gd name="connsiteY6" fmla="*/ 3985846 h 10222524"/>
                      <a:gd name="connsiteX7" fmla="*/ 8494838 w 8497616"/>
                      <a:gd name="connsiteY7" fmla="*/ 3938954 h 10222524"/>
                      <a:gd name="connsiteX8" fmla="*/ 7322528 w 8497616"/>
                      <a:gd name="connsiteY8" fmla="*/ 5861538 h 10222524"/>
                      <a:gd name="connsiteX9" fmla="*/ 7603883 w 8497616"/>
                      <a:gd name="connsiteY9" fmla="*/ 7971692 h 10222524"/>
                      <a:gd name="connsiteX10" fmla="*/ 5024805 w 8497616"/>
                      <a:gd name="connsiteY10" fmla="*/ 10222524 h 10222524"/>
                      <a:gd name="connsiteX11" fmla="*/ 3805606 w 8497616"/>
                      <a:gd name="connsiteY11" fmla="*/ 8815755 h 10222524"/>
                      <a:gd name="connsiteX12" fmla="*/ 2891205 w 8497616"/>
                      <a:gd name="connsiteY12" fmla="*/ 8932984 h 10222524"/>
                      <a:gd name="connsiteX13" fmla="*/ 1765790 w 8497616"/>
                      <a:gd name="connsiteY13" fmla="*/ 9378463 h 10222524"/>
                      <a:gd name="connsiteX14" fmla="*/ 1109298 w 8497616"/>
                      <a:gd name="connsiteY14" fmla="*/ 8299939 h 10222524"/>
                      <a:gd name="connsiteX15" fmla="*/ 945175 w 8497616"/>
                      <a:gd name="connsiteY15" fmla="*/ 7831015 h 10222524"/>
                      <a:gd name="connsiteX16" fmla="*/ 781051 w 8497616"/>
                      <a:gd name="connsiteY16" fmla="*/ 7408985 h 10222524"/>
                      <a:gd name="connsiteX17" fmla="*/ 828817 w 8497616"/>
                      <a:gd name="connsiteY17" fmla="*/ 6864860 h 10222524"/>
                      <a:gd name="connsiteX18" fmla="*/ 288682 w 8497616"/>
                      <a:gd name="connsiteY18" fmla="*/ 6611816 h 10222524"/>
                      <a:gd name="connsiteX19" fmla="*/ 874836 w 8497616"/>
                      <a:gd name="connsiteY19" fmla="*/ 4783016 h 10222524"/>
                      <a:gd name="connsiteX20" fmla="*/ 968620 w 8497616"/>
                      <a:gd name="connsiteY20" fmla="*/ 1852247 h 10222524"/>
                      <a:gd name="connsiteX21" fmla="*/ 874836 w 8497616"/>
                      <a:gd name="connsiteY21" fmla="*/ 937846 h 10222524"/>
                      <a:gd name="connsiteX0" fmla="*/ 874836 w 8497616"/>
                      <a:gd name="connsiteY0" fmla="*/ 937846 h 10222524"/>
                      <a:gd name="connsiteX1" fmla="*/ 3500805 w 8497616"/>
                      <a:gd name="connsiteY1" fmla="*/ 0 h 10222524"/>
                      <a:gd name="connsiteX2" fmla="*/ 3500806 w 8497616"/>
                      <a:gd name="connsiteY2" fmla="*/ 656491 h 10222524"/>
                      <a:gd name="connsiteX3" fmla="*/ 4649667 w 8497616"/>
                      <a:gd name="connsiteY3" fmla="*/ 656492 h 10222524"/>
                      <a:gd name="connsiteX4" fmla="*/ 7814898 w 8497616"/>
                      <a:gd name="connsiteY4" fmla="*/ 5064369 h 10222524"/>
                      <a:gd name="connsiteX5" fmla="*/ 7814898 w 8497616"/>
                      <a:gd name="connsiteY5" fmla="*/ 3985846 h 10222524"/>
                      <a:gd name="connsiteX6" fmla="*/ 8494838 w 8497616"/>
                      <a:gd name="connsiteY6" fmla="*/ 3938954 h 10222524"/>
                      <a:gd name="connsiteX7" fmla="*/ 7322528 w 8497616"/>
                      <a:gd name="connsiteY7" fmla="*/ 5861538 h 10222524"/>
                      <a:gd name="connsiteX8" fmla="*/ 7603883 w 8497616"/>
                      <a:gd name="connsiteY8" fmla="*/ 7971692 h 10222524"/>
                      <a:gd name="connsiteX9" fmla="*/ 5024805 w 8497616"/>
                      <a:gd name="connsiteY9" fmla="*/ 10222524 h 10222524"/>
                      <a:gd name="connsiteX10" fmla="*/ 3805606 w 8497616"/>
                      <a:gd name="connsiteY10" fmla="*/ 8815755 h 10222524"/>
                      <a:gd name="connsiteX11" fmla="*/ 2891205 w 8497616"/>
                      <a:gd name="connsiteY11" fmla="*/ 8932984 h 10222524"/>
                      <a:gd name="connsiteX12" fmla="*/ 1765790 w 8497616"/>
                      <a:gd name="connsiteY12" fmla="*/ 9378463 h 10222524"/>
                      <a:gd name="connsiteX13" fmla="*/ 1109298 w 8497616"/>
                      <a:gd name="connsiteY13" fmla="*/ 8299939 h 10222524"/>
                      <a:gd name="connsiteX14" fmla="*/ 945175 w 8497616"/>
                      <a:gd name="connsiteY14" fmla="*/ 7831015 h 10222524"/>
                      <a:gd name="connsiteX15" fmla="*/ 781051 w 8497616"/>
                      <a:gd name="connsiteY15" fmla="*/ 7408985 h 10222524"/>
                      <a:gd name="connsiteX16" fmla="*/ 828817 w 8497616"/>
                      <a:gd name="connsiteY16" fmla="*/ 6864860 h 10222524"/>
                      <a:gd name="connsiteX17" fmla="*/ 288682 w 8497616"/>
                      <a:gd name="connsiteY17" fmla="*/ 6611816 h 10222524"/>
                      <a:gd name="connsiteX18" fmla="*/ 874836 w 8497616"/>
                      <a:gd name="connsiteY18" fmla="*/ 4783016 h 10222524"/>
                      <a:gd name="connsiteX19" fmla="*/ 968620 w 8497616"/>
                      <a:gd name="connsiteY19" fmla="*/ 1852247 h 10222524"/>
                      <a:gd name="connsiteX20" fmla="*/ 874836 w 8497616"/>
                      <a:gd name="connsiteY20" fmla="*/ 937846 h 10222524"/>
                      <a:gd name="connsiteX0" fmla="*/ 874836 w 8497616"/>
                      <a:gd name="connsiteY0" fmla="*/ 937846 h 10222524"/>
                      <a:gd name="connsiteX1" fmla="*/ 3500805 w 8497616"/>
                      <a:gd name="connsiteY1" fmla="*/ 0 h 10222524"/>
                      <a:gd name="connsiteX2" fmla="*/ 3500806 w 8497616"/>
                      <a:gd name="connsiteY2" fmla="*/ 656491 h 10222524"/>
                      <a:gd name="connsiteX3" fmla="*/ 4649667 w 8497616"/>
                      <a:gd name="connsiteY3" fmla="*/ 656492 h 10222524"/>
                      <a:gd name="connsiteX4" fmla="*/ 7814898 w 8497616"/>
                      <a:gd name="connsiteY4" fmla="*/ 3985846 h 10222524"/>
                      <a:gd name="connsiteX5" fmla="*/ 8494838 w 8497616"/>
                      <a:gd name="connsiteY5" fmla="*/ 3938954 h 10222524"/>
                      <a:gd name="connsiteX6" fmla="*/ 7322528 w 8497616"/>
                      <a:gd name="connsiteY6" fmla="*/ 5861538 h 10222524"/>
                      <a:gd name="connsiteX7" fmla="*/ 7603883 w 8497616"/>
                      <a:gd name="connsiteY7" fmla="*/ 7971692 h 10222524"/>
                      <a:gd name="connsiteX8" fmla="*/ 5024805 w 8497616"/>
                      <a:gd name="connsiteY8" fmla="*/ 10222524 h 10222524"/>
                      <a:gd name="connsiteX9" fmla="*/ 3805606 w 8497616"/>
                      <a:gd name="connsiteY9" fmla="*/ 8815755 h 10222524"/>
                      <a:gd name="connsiteX10" fmla="*/ 2891205 w 8497616"/>
                      <a:gd name="connsiteY10" fmla="*/ 8932984 h 10222524"/>
                      <a:gd name="connsiteX11" fmla="*/ 1765790 w 8497616"/>
                      <a:gd name="connsiteY11" fmla="*/ 9378463 h 10222524"/>
                      <a:gd name="connsiteX12" fmla="*/ 1109298 w 8497616"/>
                      <a:gd name="connsiteY12" fmla="*/ 8299939 h 10222524"/>
                      <a:gd name="connsiteX13" fmla="*/ 945175 w 8497616"/>
                      <a:gd name="connsiteY13" fmla="*/ 7831015 h 10222524"/>
                      <a:gd name="connsiteX14" fmla="*/ 781051 w 8497616"/>
                      <a:gd name="connsiteY14" fmla="*/ 7408985 h 10222524"/>
                      <a:gd name="connsiteX15" fmla="*/ 828817 w 8497616"/>
                      <a:gd name="connsiteY15" fmla="*/ 6864860 h 10222524"/>
                      <a:gd name="connsiteX16" fmla="*/ 288682 w 8497616"/>
                      <a:gd name="connsiteY16" fmla="*/ 6611816 h 10222524"/>
                      <a:gd name="connsiteX17" fmla="*/ 874836 w 8497616"/>
                      <a:gd name="connsiteY17" fmla="*/ 4783016 h 10222524"/>
                      <a:gd name="connsiteX18" fmla="*/ 968620 w 8497616"/>
                      <a:gd name="connsiteY18" fmla="*/ 1852247 h 10222524"/>
                      <a:gd name="connsiteX19" fmla="*/ 874836 w 8497616"/>
                      <a:gd name="connsiteY19" fmla="*/ 937846 h 10222524"/>
                      <a:gd name="connsiteX0" fmla="*/ 874836 w 8497616"/>
                      <a:gd name="connsiteY0" fmla="*/ 937846 h 10222524"/>
                      <a:gd name="connsiteX1" fmla="*/ 3500805 w 8497616"/>
                      <a:gd name="connsiteY1" fmla="*/ 0 h 10222524"/>
                      <a:gd name="connsiteX2" fmla="*/ 3500806 w 8497616"/>
                      <a:gd name="connsiteY2" fmla="*/ 656491 h 10222524"/>
                      <a:gd name="connsiteX3" fmla="*/ 4649667 w 8497616"/>
                      <a:gd name="connsiteY3" fmla="*/ 656492 h 10222524"/>
                      <a:gd name="connsiteX4" fmla="*/ 8494838 w 8497616"/>
                      <a:gd name="connsiteY4" fmla="*/ 3938954 h 10222524"/>
                      <a:gd name="connsiteX5" fmla="*/ 7322528 w 8497616"/>
                      <a:gd name="connsiteY5" fmla="*/ 5861538 h 10222524"/>
                      <a:gd name="connsiteX6" fmla="*/ 7603883 w 8497616"/>
                      <a:gd name="connsiteY6" fmla="*/ 7971692 h 10222524"/>
                      <a:gd name="connsiteX7" fmla="*/ 5024805 w 8497616"/>
                      <a:gd name="connsiteY7" fmla="*/ 10222524 h 10222524"/>
                      <a:gd name="connsiteX8" fmla="*/ 3805606 w 8497616"/>
                      <a:gd name="connsiteY8" fmla="*/ 8815755 h 10222524"/>
                      <a:gd name="connsiteX9" fmla="*/ 2891205 w 8497616"/>
                      <a:gd name="connsiteY9" fmla="*/ 8932984 h 10222524"/>
                      <a:gd name="connsiteX10" fmla="*/ 1765790 w 8497616"/>
                      <a:gd name="connsiteY10" fmla="*/ 9378463 h 10222524"/>
                      <a:gd name="connsiteX11" fmla="*/ 1109298 w 8497616"/>
                      <a:gd name="connsiteY11" fmla="*/ 8299939 h 10222524"/>
                      <a:gd name="connsiteX12" fmla="*/ 945175 w 8497616"/>
                      <a:gd name="connsiteY12" fmla="*/ 7831015 h 10222524"/>
                      <a:gd name="connsiteX13" fmla="*/ 781051 w 8497616"/>
                      <a:gd name="connsiteY13" fmla="*/ 7408985 h 10222524"/>
                      <a:gd name="connsiteX14" fmla="*/ 828817 w 8497616"/>
                      <a:gd name="connsiteY14" fmla="*/ 6864860 h 10222524"/>
                      <a:gd name="connsiteX15" fmla="*/ 288682 w 8497616"/>
                      <a:gd name="connsiteY15" fmla="*/ 6611816 h 10222524"/>
                      <a:gd name="connsiteX16" fmla="*/ 874836 w 8497616"/>
                      <a:gd name="connsiteY16" fmla="*/ 4783016 h 10222524"/>
                      <a:gd name="connsiteX17" fmla="*/ 968620 w 8497616"/>
                      <a:gd name="connsiteY17" fmla="*/ 1852247 h 10222524"/>
                      <a:gd name="connsiteX18" fmla="*/ 874836 w 8497616"/>
                      <a:gd name="connsiteY18" fmla="*/ 937846 h 10222524"/>
                      <a:gd name="connsiteX0" fmla="*/ 874836 w 8497616"/>
                      <a:gd name="connsiteY0" fmla="*/ 951095 h 10235773"/>
                      <a:gd name="connsiteX1" fmla="*/ 3500805 w 8497616"/>
                      <a:gd name="connsiteY1" fmla="*/ 13249 h 10235773"/>
                      <a:gd name="connsiteX2" fmla="*/ 4649667 w 8497616"/>
                      <a:gd name="connsiteY2" fmla="*/ 669741 h 10235773"/>
                      <a:gd name="connsiteX3" fmla="*/ 8494838 w 8497616"/>
                      <a:gd name="connsiteY3" fmla="*/ 3952203 h 10235773"/>
                      <a:gd name="connsiteX4" fmla="*/ 7322528 w 8497616"/>
                      <a:gd name="connsiteY4" fmla="*/ 5874787 h 10235773"/>
                      <a:gd name="connsiteX5" fmla="*/ 7603883 w 8497616"/>
                      <a:gd name="connsiteY5" fmla="*/ 7984941 h 10235773"/>
                      <a:gd name="connsiteX6" fmla="*/ 5024805 w 8497616"/>
                      <a:gd name="connsiteY6" fmla="*/ 10235773 h 10235773"/>
                      <a:gd name="connsiteX7" fmla="*/ 3805606 w 8497616"/>
                      <a:gd name="connsiteY7" fmla="*/ 8829004 h 10235773"/>
                      <a:gd name="connsiteX8" fmla="*/ 2891205 w 8497616"/>
                      <a:gd name="connsiteY8" fmla="*/ 8946233 h 10235773"/>
                      <a:gd name="connsiteX9" fmla="*/ 1765790 w 8497616"/>
                      <a:gd name="connsiteY9" fmla="*/ 9391712 h 10235773"/>
                      <a:gd name="connsiteX10" fmla="*/ 1109298 w 8497616"/>
                      <a:gd name="connsiteY10" fmla="*/ 8313188 h 10235773"/>
                      <a:gd name="connsiteX11" fmla="*/ 945175 w 8497616"/>
                      <a:gd name="connsiteY11" fmla="*/ 7844264 h 10235773"/>
                      <a:gd name="connsiteX12" fmla="*/ 781051 w 8497616"/>
                      <a:gd name="connsiteY12" fmla="*/ 7422234 h 10235773"/>
                      <a:gd name="connsiteX13" fmla="*/ 828817 w 8497616"/>
                      <a:gd name="connsiteY13" fmla="*/ 6878109 h 10235773"/>
                      <a:gd name="connsiteX14" fmla="*/ 288682 w 8497616"/>
                      <a:gd name="connsiteY14" fmla="*/ 6625065 h 10235773"/>
                      <a:gd name="connsiteX15" fmla="*/ 874836 w 8497616"/>
                      <a:gd name="connsiteY15" fmla="*/ 4796265 h 10235773"/>
                      <a:gd name="connsiteX16" fmla="*/ 968620 w 8497616"/>
                      <a:gd name="connsiteY16" fmla="*/ 1865496 h 10235773"/>
                      <a:gd name="connsiteX17" fmla="*/ 874836 w 8497616"/>
                      <a:gd name="connsiteY17" fmla="*/ 951095 h 10235773"/>
                      <a:gd name="connsiteX0" fmla="*/ 874836 w 8497616"/>
                      <a:gd name="connsiteY0" fmla="*/ 937846 h 10222524"/>
                      <a:gd name="connsiteX1" fmla="*/ 3500805 w 8497616"/>
                      <a:gd name="connsiteY1" fmla="*/ 0 h 10222524"/>
                      <a:gd name="connsiteX2" fmla="*/ 8494838 w 8497616"/>
                      <a:gd name="connsiteY2" fmla="*/ 3938954 h 10222524"/>
                      <a:gd name="connsiteX3" fmla="*/ 7322528 w 8497616"/>
                      <a:gd name="connsiteY3" fmla="*/ 5861538 h 10222524"/>
                      <a:gd name="connsiteX4" fmla="*/ 7603883 w 8497616"/>
                      <a:gd name="connsiteY4" fmla="*/ 7971692 h 10222524"/>
                      <a:gd name="connsiteX5" fmla="*/ 5024805 w 8497616"/>
                      <a:gd name="connsiteY5" fmla="*/ 10222524 h 10222524"/>
                      <a:gd name="connsiteX6" fmla="*/ 3805606 w 8497616"/>
                      <a:gd name="connsiteY6" fmla="*/ 8815755 h 10222524"/>
                      <a:gd name="connsiteX7" fmla="*/ 2891205 w 8497616"/>
                      <a:gd name="connsiteY7" fmla="*/ 8932984 h 10222524"/>
                      <a:gd name="connsiteX8" fmla="*/ 1765790 w 8497616"/>
                      <a:gd name="connsiteY8" fmla="*/ 9378463 h 10222524"/>
                      <a:gd name="connsiteX9" fmla="*/ 1109298 w 8497616"/>
                      <a:gd name="connsiteY9" fmla="*/ 8299939 h 10222524"/>
                      <a:gd name="connsiteX10" fmla="*/ 945175 w 8497616"/>
                      <a:gd name="connsiteY10" fmla="*/ 7831015 h 10222524"/>
                      <a:gd name="connsiteX11" fmla="*/ 781051 w 8497616"/>
                      <a:gd name="connsiteY11" fmla="*/ 7408985 h 10222524"/>
                      <a:gd name="connsiteX12" fmla="*/ 828817 w 8497616"/>
                      <a:gd name="connsiteY12" fmla="*/ 6864860 h 10222524"/>
                      <a:gd name="connsiteX13" fmla="*/ 288682 w 8497616"/>
                      <a:gd name="connsiteY13" fmla="*/ 6611816 h 10222524"/>
                      <a:gd name="connsiteX14" fmla="*/ 874836 w 8497616"/>
                      <a:gd name="connsiteY14" fmla="*/ 4783016 h 10222524"/>
                      <a:gd name="connsiteX15" fmla="*/ 968620 w 8497616"/>
                      <a:gd name="connsiteY15" fmla="*/ 1852247 h 10222524"/>
                      <a:gd name="connsiteX16" fmla="*/ 874836 w 8497616"/>
                      <a:gd name="connsiteY16" fmla="*/ 937846 h 10222524"/>
                      <a:gd name="connsiteX0" fmla="*/ 874836 w 8497616"/>
                      <a:gd name="connsiteY0" fmla="*/ 980976 h 10265654"/>
                      <a:gd name="connsiteX1" fmla="*/ 3500805 w 8497616"/>
                      <a:gd name="connsiteY1" fmla="*/ 43130 h 10265654"/>
                      <a:gd name="connsiteX2" fmla="*/ 8494838 w 8497616"/>
                      <a:gd name="connsiteY2" fmla="*/ 3982084 h 10265654"/>
                      <a:gd name="connsiteX3" fmla="*/ 7322528 w 8497616"/>
                      <a:gd name="connsiteY3" fmla="*/ 5904668 h 10265654"/>
                      <a:gd name="connsiteX4" fmla="*/ 7603883 w 8497616"/>
                      <a:gd name="connsiteY4" fmla="*/ 8014822 h 10265654"/>
                      <a:gd name="connsiteX5" fmla="*/ 5024805 w 8497616"/>
                      <a:gd name="connsiteY5" fmla="*/ 10265654 h 10265654"/>
                      <a:gd name="connsiteX6" fmla="*/ 3805606 w 8497616"/>
                      <a:gd name="connsiteY6" fmla="*/ 8858885 h 10265654"/>
                      <a:gd name="connsiteX7" fmla="*/ 2891205 w 8497616"/>
                      <a:gd name="connsiteY7" fmla="*/ 8976114 h 10265654"/>
                      <a:gd name="connsiteX8" fmla="*/ 1765790 w 8497616"/>
                      <a:gd name="connsiteY8" fmla="*/ 9421593 h 10265654"/>
                      <a:gd name="connsiteX9" fmla="*/ 1109298 w 8497616"/>
                      <a:gd name="connsiteY9" fmla="*/ 8343069 h 10265654"/>
                      <a:gd name="connsiteX10" fmla="*/ 945175 w 8497616"/>
                      <a:gd name="connsiteY10" fmla="*/ 7874145 h 10265654"/>
                      <a:gd name="connsiteX11" fmla="*/ 781051 w 8497616"/>
                      <a:gd name="connsiteY11" fmla="*/ 7452115 h 10265654"/>
                      <a:gd name="connsiteX12" fmla="*/ 828817 w 8497616"/>
                      <a:gd name="connsiteY12" fmla="*/ 6907990 h 10265654"/>
                      <a:gd name="connsiteX13" fmla="*/ 288682 w 8497616"/>
                      <a:gd name="connsiteY13" fmla="*/ 6654946 h 10265654"/>
                      <a:gd name="connsiteX14" fmla="*/ 874836 w 8497616"/>
                      <a:gd name="connsiteY14" fmla="*/ 4826146 h 10265654"/>
                      <a:gd name="connsiteX15" fmla="*/ 968620 w 8497616"/>
                      <a:gd name="connsiteY15" fmla="*/ 1895377 h 10265654"/>
                      <a:gd name="connsiteX16" fmla="*/ 874836 w 8497616"/>
                      <a:gd name="connsiteY16" fmla="*/ 980976 h 10265654"/>
                      <a:gd name="connsiteX0" fmla="*/ 874836 w 8545969"/>
                      <a:gd name="connsiteY0" fmla="*/ 999715 h 10284393"/>
                      <a:gd name="connsiteX1" fmla="*/ 3500805 w 8545969"/>
                      <a:gd name="connsiteY1" fmla="*/ 61869 h 10284393"/>
                      <a:gd name="connsiteX2" fmla="*/ 8494838 w 8545969"/>
                      <a:gd name="connsiteY2" fmla="*/ 4000823 h 10284393"/>
                      <a:gd name="connsiteX3" fmla="*/ 7322528 w 8545969"/>
                      <a:gd name="connsiteY3" fmla="*/ 5923407 h 10284393"/>
                      <a:gd name="connsiteX4" fmla="*/ 7603883 w 8545969"/>
                      <a:gd name="connsiteY4" fmla="*/ 8033561 h 10284393"/>
                      <a:gd name="connsiteX5" fmla="*/ 5024805 w 8545969"/>
                      <a:gd name="connsiteY5" fmla="*/ 10284393 h 10284393"/>
                      <a:gd name="connsiteX6" fmla="*/ 3805606 w 8545969"/>
                      <a:gd name="connsiteY6" fmla="*/ 8877624 h 10284393"/>
                      <a:gd name="connsiteX7" fmla="*/ 2891205 w 8545969"/>
                      <a:gd name="connsiteY7" fmla="*/ 8994853 h 10284393"/>
                      <a:gd name="connsiteX8" fmla="*/ 1765790 w 8545969"/>
                      <a:gd name="connsiteY8" fmla="*/ 9440332 h 10284393"/>
                      <a:gd name="connsiteX9" fmla="*/ 1109298 w 8545969"/>
                      <a:gd name="connsiteY9" fmla="*/ 8361808 h 10284393"/>
                      <a:gd name="connsiteX10" fmla="*/ 945175 w 8545969"/>
                      <a:gd name="connsiteY10" fmla="*/ 7892884 h 10284393"/>
                      <a:gd name="connsiteX11" fmla="*/ 781051 w 8545969"/>
                      <a:gd name="connsiteY11" fmla="*/ 7470854 h 10284393"/>
                      <a:gd name="connsiteX12" fmla="*/ 828817 w 8545969"/>
                      <a:gd name="connsiteY12" fmla="*/ 6926729 h 10284393"/>
                      <a:gd name="connsiteX13" fmla="*/ 288682 w 8545969"/>
                      <a:gd name="connsiteY13" fmla="*/ 6673685 h 10284393"/>
                      <a:gd name="connsiteX14" fmla="*/ 874836 w 8545969"/>
                      <a:gd name="connsiteY14" fmla="*/ 4844885 h 10284393"/>
                      <a:gd name="connsiteX15" fmla="*/ 968620 w 8545969"/>
                      <a:gd name="connsiteY15" fmla="*/ 1914116 h 10284393"/>
                      <a:gd name="connsiteX16" fmla="*/ 874836 w 8545969"/>
                      <a:gd name="connsiteY16" fmla="*/ 999715 h 10284393"/>
                      <a:gd name="connsiteX0" fmla="*/ 874836 w 8555959"/>
                      <a:gd name="connsiteY0" fmla="*/ 1010559 h 10295237"/>
                      <a:gd name="connsiteX1" fmla="*/ 3500805 w 8555959"/>
                      <a:gd name="connsiteY1" fmla="*/ 72713 h 10295237"/>
                      <a:gd name="connsiteX2" fmla="*/ 8494838 w 8555959"/>
                      <a:gd name="connsiteY2" fmla="*/ 4011667 h 10295237"/>
                      <a:gd name="connsiteX3" fmla="*/ 7322528 w 8555959"/>
                      <a:gd name="connsiteY3" fmla="*/ 5934251 h 10295237"/>
                      <a:gd name="connsiteX4" fmla="*/ 7603883 w 8555959"/>
                      <a:gd name="connsiteY4" fmla="*/ 8044405 h 10295237"/>
                      <a:gd name="connsiteX5" fmla="*/ 5024805 w 8555959"/>
                      <a:gd name="connsiteY5" fmla="*/ 10295237 h 10295237"/>
                      <a:gd name="connsiteX6" fmla="*/ 3805606 w 8555959"/>
                      <a:gd name="connsiteY6" fmla="*/ 8888468 h 10295237"/>
                      <a:gd name="connsiteX7" fmla="*/ 2891205 w 8555959"/>
                      <a:gd name="connsiteY7" fmla="*/ 9005697 h 10295237"/>
                      <a:gd name="connsiteX8" fmla="*/ 1765790 w 8555959"/>
                      <a:gd name="connsiteY8" fmla="*/ 9451176 h 10295237"/>
                      <a:gd name="connsiteX9" fmla="*/ 1109298 w 8555959"/>
                      <a:gd name="connsiteY9" fmla="*/ 8372652 h 10295237"/>
                      <a:gd name="connsiteX10" fmla="*/ 945175 w 8555959"/>
                      <a:gd name="connsiteY10" fmla="*/ 7903728 h 10295237"/>
                      <a:gd name="connsiteX11" fmla="*/ 781051 w 8555959"/>
                      <a:gd name="connsiteY11" fmla="*/ 7481698 h 10295237"/>
                      <a:gd name="connsiteX12" fmla="*/ 828817 w 8555959"/>
                      <a:gd name="connsiteY12" fmla="*/ 6937573 h 10295237"/>
                      <a:gd name="connsiteX13" fmla="*/ 288682 w 8555959"/>
                      <a:gd name="connsiteY13" fmla="*/ 6684529 h 10295237"/>
                      <a:gd name="connsiteX14" fmla="*/ 874836 w 8555959"/>
                      <a:gd name="connsiteY14" fmla="*/ 4855729 h 10295237"/>
                      <a:gd name="connsiteX15" fmla="*/ 968620 w 8555959"/>
                      <a:gd name="connsiteY15" fmla="*/ 1924960 h 10295237"/>
                      <a:gd name="connsiteX16" fmla="*/ 874836 w 8555959"/>
                      <a:gd name="connsiteY16" fmla="*/ 1010559 h 10295237"/>
                      <a:gd name="connsiteX0" fmla="*/ 874836 w 8544240"/>
                      <a:gd name="connsiteY0" fmla="*/ 1087637 h 10372315"/>
                      <a:gd name="connsiteX1" fmla="*/ 3500805 w 8544240"/>
                      <a:gd name="connsiteY1" fmla="*/ 149791 h 10372315"/>
                      <a:gd name="connsiteX2" fmla="*/ 8494838 w 8544240"/>
                      <a:gd name="connsiteY2" fmla="*/ 4088745 h 10372315"/>
                      <a:gd name="connsiteX3" fmla="*/ 7322528 w 8544240"/>
                      <a:gd name="connsiteY3" fmla="*/ 6011329 h 10372315"/>
                      <a:gd name="connsiteX4" fmla="*/ 7603883 w 8544240"/>
                      <a:gd name="connsiteY4" fmla="*/ 8121483 h 10372315"/>
                      <a:gd name="connsiteX5" fmla="*/ 5024805 w 8544240"/>
                      <a:gd name="connsiteY5" fmla="*/ 10372315 h 10372315"/>
                      <a:gd name="connsiteX6" fmla="*/ 3805606 w 8544240"/>
                      <a:gd name="connsiteY6" fmla="*/ 8965546 h 10372315"/>
                      <a:gd name="connsiteX7" fmla="*/ 2891205 w 8544240"/>
                      <a:gd name="connsiteY7" fmla="*/ 9082775 h 10372315"/>
                      <a:gd name="connsiteX8" fmla="*/ 1765790 w 8544240"/>
                      <a:gd name="connsiteY8" fmla="*/ 9528254 h 10372315"/>
                      <a:gd name="connsiteX9" fmla="*/ 1109298 w 8544240"/>
                      <a:gd name="connsiteY9" fmla="*/ 8449730 h 10372315"/>
                      <a:gd name="connsiteX10" fmla="*/ 945175 w 8544240"/>
                      <a:gd name="connsiteY10" fmla="*/ 7980806 h 10372315"/>
                      <a:gd name="connsiteX11" fmla="*/ 781051 w 8544240"/>
                      <a:gd name="connsiteY11" fmla="*/ 7558776 h 10372315"/>
                      <a:gd name="connsiteX12" fmla="*/ 828817 w 8544240"/>
                      <a:gd name="connsiteY12" fmla="*/ 7014651 h 10372315"/>
                      <a:gd name="connsiteX13" fmla="*/ 288682 w 8544240"/>
                      <a:gd name="connsiteY13" fmla="*/ 6761607 h 10372315"/>
                      <a:gd name="connsiteX14" fmla="*/ 874836 w 8544240"/>
                      <a:gd name="connsiteY14" fmla="*/ 4932807 h 10372315"/>
                      <a:gd name="connsiteX15" fmla="*/ 968620 w 8544240"/>
                      <a:gd name="connsiteY15" fmla="*/ 2002038 h 10372315"/>
                      <a:gd name="connsiteX16" fmla="*/ 874836 w 8544240"/>
                      <a:gd name="connsiteY16" fmla="*/ 1087637 h 10372315"/>
                      <a:gd name="connsiteX0" fmla="*/ 874836 w 8544240"/>
                      <a:gd name="connsiteY0" fmla="*/ 1087637 h 10372315"/>
                      <a:gd name="connsiteX1" fmla="*/ 3500805 w 8544240"/>
                      <a:gd name="connsiteY1" fmla="*/ 149791 h 10372315"/>
                      <a:gd name="connsiteX2" fmla="*/ 8494838 w 8544240"/>
                      <a:gd name="connsiteY2" fmla="*/ 4088745 h 10372315"/>
                      <a:gd name="connsiteX3" fmla="*/ 7322528 w 8544240"/>
                      <a:gd name="connsiteY3" fmla="*/ 6011329 h 10372315"/>
                      <a:gd name="connsiteX4" fmla="*/ 7603883 w 8544240"/>
                      <a:gd name="connsiteY4" fmla="*/ 8121483 h 10372315"/>
                      <a:gd name="connsiteX5" fmla="*/ 5024805 w 8544240"/>
                      <a:gd name="connsiteY5" fmla="*/ 10372315 h 10372315"/>
                      <a:gd name="connsiteX6" fmla="*/ 3805606 w 8544240"/>
                      <a:gd name="connsiteY6" fmla="*/ 8965546 h 10372315"/>
                      <a:gd name="connsiteX7" fmla="*/ 2891205 w 8544240"/>
                      <a:gd name="connsiteY7" fmla="*/ 9082775 h 10372315"/>
                      <a:gd name="connsiteX8" fmla="*/ 1765790 w 8544240"/>
                      <a:gd name="connsiteY8" fmla="*/ 9528254 h 10372315"/>
                      <a:gd name="connsiteX9" fmla="*/ 1109298 w 8544240"/>
                      <a:gd name="connsiteY9" fmla="*/ 8449730 h 10372315"/>
                      <a:gd name="connsiteX10" fmla="*/ 945175 w 8544240"/>
                      <a:gd name="connsiteY10" fmla="*/ 7980806 h 10372315"/>
                      <a:gd name="connsiteX11" fmla="*/ 781051 w 8544240"/>
                      <a:gd name="connsiteY11" fmla="*/ 7558776 h 10372315"/>
                      <a:gd name="connsiteX12" fmla="*/ 828817 w 8544240"/>
                      <a:gd name="connsiteY12" fmla="*/ 7014651 h 10372315"/>
                      <a:gd name="connsiteX13" fmla="*/ 288682 w 8544240"/>
                      <a:gd name="connsiteY13" fmla="*/ 6761607 h 10372315"/>
                      <a:gd name="connsiteX14" fmla="*/ 874836 w 8544240"/>
                      <a:gd name="connsiteY14" fmla="*/ 4932807 h 10372315"/>
                      <a:gd name="connsiteX15" fmla="*/ 968620 w 8544240"/>
                      <a:gd name="connsiteY15" fmla="*/ 2002038 h 10372315"/>
                      <a:gd name="connsiteX16" fmla="*/ 874836 w 8544240"/>
                      <a:gd name="connsiteY16" fmla="*/ 1087637 h 10372315"/>
                      <a:gd name="connsiteX0" fmla="*/ 874836 w 8545504"/>
                      <a:gd name="connsiteY0" fmla="*/ 1010560 h 10295238"/>
                      <a:gd name="connsiteX1" fmla="*/ 3500805 w 8545504"/>
                      <a:gd name="connsiteY1" fmla="*/ 72714 h 10295238"/>
                      <a:gd name="connsiteX2" fmla="*/ 8494838 w 8545504"/>
                      <a:gd name="connsiteY2" fmla="*/ 4011668 h 10295238"/>
                      <a:gd name="connsiteX3" fmla="*/ 7322528 w 8545504"/>
                      <a:gd name="connsiteY3" fmla="*/ 5934252 h 10295238"/>
                      <a:gd name="connsiteX4" fmla="*/ 7603883 w 8545504"/>
                      <a:gd name="connsiteY4" fmla="*/ 8044406 h 10295238"/>
                      <a:gd name="connsiteX5" fmla="*/ 5024805 w 8545504"/>
                      <a:gd name="connsiteY5" fmla="*/ 10295238 h 10295238"/>
                      <a:gd name="connsiteX6" fmla="*/ 3805606 w 8545504"/>
                      <a:gd name="connsiteY6" fmla="*/ 8888469 h 10295238"/>
                      <a:gd name="connsiteX7" fmla="*/ 2891205 w 8545504"/>
                      <a:gd name="connsiteY7" fmla="*/ 9005698 h 10295238"/>
                      <a:gd name="connsiteX8" fmla="*/ 1765790 w 8545504"/>
                      <a:gd name="connsiteY8" fmla="*/ 9451177 h 10295238"/>
                      <a:gd name="connsiteX9" fmla="*/ 1109298 w 8545504"/>
                      <a:gd name="connsiteY9" fmla="*/ 8372653 h 10295238"/>
                      <a:gd name="connsiteX10" fmla="*/ 945175 w 8545504"/>
                      <a:gd name="connsiteY10" fmla="*/ 7903729 h 10295238"/>
                      <a:gd name="connsiteX11" fmla="*/ 781051 w 8545504"/>
                      <a:gd name="connsiteY11" fmla="*/ 7481699 h 10295238"/>
                      <a:gd name="connsiteX12" fmla="*/ 828817 w 8545504"/>
                      <a:gd name="connsiteY12" fmla="*/ 6937574 h 10295238"/>
                      <a:gd name="connsiteX13" fmla="*/ 288682 w 8545504"/>
                      <a:gd name="connsiteY13" fmla="*/ 6684530 h 10295238"/>
                      <a:gd name="connsiteX14" fmla="*/ 874836 w 8545504"/>
                      <a:gd name="connsiteY14" fmla="*/ 4855730 h 10295238"/>
                      <a:gd name="connsiteX15" fmla="*/ 968620 w 8545504"/>
                      <a:gd name="connsiteY15" fmla="*/ 1924961 h 10295238"/>
                      <a:gd name="connsiteX16" fmla="*/ 874836 w 8545504"/>
                      <a:gd name="connsiteY16" fmla="*/ 1010560 h 10295238"/>
                      <a:gd name="connsiteX0" fmla="*/ 874836 w 8497616"/>
                      <a:gd name="connsiteY0" fmla="*/ 1033161 h 10317839"/>
                      <a:gd name="connsiteX1" fmla="*/ 3500805 w 8497616"/>
                      <a:gd name="connsiteY1" fmla="*/ 95315 h 10317839"/>
                      <a:gd name="connsiteX2" fmla="*/ 8494838 w 8497616"/>
                      <a:gd name="connsiteY2" fmla="*/ 4034269 h 10317839"/>
                      <a:gd name="connsiteX3" fmla="*/ 7322528 w 8497616"/>
                      <a:gd name="connsiteY3" fmla="*/ 5956853 h 10317839"/>
                      <a:gd name="connsiteX4" fmla="*/ 7603883 w 8497616"/>
                      <a:gd name="connsiteY4" fmla="*/ 8067007 h 10317839"/>
                      <a:gd name="connsiteX5" fmla="*/ 5024805 w 8497616"/>
                      <a:gd name="connsiteY5" fmla="*/ 10317839 h 10317839"/>
                      <a:gd name="connsiteX6" fmla="*/ 3805606 w 8497616"/>
                      <a:gd name="connsiteY6" fmla="*/ 8911070 h 10317839"/>
                      <a:gd name="connsiteX7" fmla="*/ 2891205 w 8497616"/>
                      <a:gd name="connsiteY7" fmla="*/ 9028299 h 10317839"/>
                      <a:gd name="connsiteX8" fmla="*/ 1765790 w 8497616"/>
                      <a:gd name="connsiteY8" fmla="*/ 9473778 h 10317839"/>
                      <a:gd name="connsiteX9" fmla="*/ 1109298 w 8497616"/>
                      <a:gd name="connsiteY9" fmla="*/ 8395254 h 10317839"/>
                      <a:gd name="connsiteX10" fmla="*/ 945175 w 8497616"/>
                      <a:gd name="connsiteY10" fmla="*/ 7926330 h 10317839"/>
                      <a:gd name="connsiteX11" fmla="*/ 781051 w 8497616"/>
                      <a:gd name="connsiteY11" fmla="*/ 7504300 h 10317839"/>
                      <a:gd name="connsiteX12" fmla="*/ 828817 w 8497616"/>
                      <a:gd name="connsiteY12" fmla="*/ 6960175 h 10317839"/>
                      <a:gd name="connsiteX13" fmla="*/ 288682 w 8497616"/>
                      <a:gd name="connsiteY13" fmla="*/ 6707131 h 10317839"/>
                      <a:gd name="connsiteX14" fmla="*/ 874836 w 8497616"/>
                      <a:gd name="connsiteY14" fmla="*/ 4878331 h 10317839"/>
                      <a:gd name="connsiteX15" fmla="*/ 968620 w 8497616"/>
                      <a:gd name="connsiteY15" fmla="*/ 1947562 h 10317839"/>
                      <a:gd name="connsiteX16" fmla="*/ 874836 w 8497616"/>
                      <a:gd name="connsiteY16" fmla="*/ 1033161 h 10317839"/>
                      <a:gd name="connsiteX0" fmla="*/ 874836 w 8494838"/>
                      <a:gd name="connsiteY0" fmla="*/ 1033161 h 10317839"/>
                      <a:gd name="connsiteX1" fmla="*/ 3500805 w 8494838"/>
                      <a:gd name="connsiteY1" fmla="*/ 95315 h 10317839"/>
                      <a:gd name="connsiteX2" fmla="*/ 8494838 w 8494838"/>
                      <a:gd name="connsiteY2" fmla="*/ 4034269 h 10317839"/>
                      <a:gd name="connsiteX3" fmla="*/ 7322528 w 8494838"/>
                      <a:gd name="connsiteY3" fmla="*/ 5956853 h 10317839"/>
                      <a:gd name="connsiteX4" fmla="*/ 7603883 w 8494838"/>
                      <a:gd name="connsiteY4" fmla="*/ 8067007 h 10317839"/>
                      <a:gd name="connsiteX5" fmla="*/ 5024805 w 8494838"/>
                      <a:gd name="connsiteY5" fmla="*/ 10317839 h 10317839"/>
                      <a:gd name="connsiteX6" fmla="*/ 3805606 w 8494838"/>
                      <a:gd name="connsiteY6" fmla="*/ 8911070 h 10317839"/>
                      <a:gd name="connsiteX7" fmla="*/ 2891205 w 8494838"/>
                      <a:gd name="connsiteY7" fmla="*/ 9028299 h 10317839"/>
                      <a:gd name="connsiteX8" fmla="*/ 1765790 w 8494838"/>
                      <a:gd name="connsiteY8" fmla="*/ 9473778 h 10317839"/>
                      <a:gd name="connsiteX9" fmla="*/ 1109298 w 8494838"/>
                      <a:gd name="connsiteY9" fmla="*/ 8395254 h 10317839"/>
                      <a:gd name="connsiteX10" fmla="*/ 945175 w 8494838"/>
                      <a:gd name="connsiteY10" fmla="*/ 7926330 h 10317839"/>
                      <a:gd name="connsiteX11" fmla="*/ 781051 w 8494838"/>
                      <a:gd name="connsiteY11" fmla="*/ 7504300 h 10317839"/>
                      <a:gd name="connsiteX12" fmla="*/ 828817 w 8494838"/>
                      <a:gd name="connsiteY12" fmla="*/ 6960175 h 10317839"/>
                      <a:gd name="connsiteX13" fmla="*/ 288682 w 8494838"/>
                      <a:gd name="connsiteY13" fmla="*/ 6707131 h 10317839"/>
                      <a:gd name="connsiteX14" fmla="*/ 874836 w 8494838"/>
                      <a:gd name="connsiteY14" fmla="*/ 4878331 h 10317839"/>
                      <a:gd name="connsiteX15" fmla="*/ 968620 w 8494838"/>
                      <a:gd name="connsiteY15" fmla="*/ 1947562 h 10317839"/>
                      <a:gd name="connsiteX16" fmla="*/ 874836 w 8494838"/>
                      <a:gd name="connsiteY16" fmla="*/ 1033161 h 10317839"/>
                      <a:gd name="connsiteX0" fmla="*/ 874836 w 8494838"/>
                      <a:gd name="connsiteY0" fmla="*/ 1033161 h 10317839"/>
                      <a:gd name="connsiteX1" fmla="*/ 3500805 w 8494838"/>
                      <a:gd name="connsiteY1" fmla="*/ 95315 h 10317839"/>
                      <a:gd name="connsiteX2" fmla="*/ 8494838 w 8494838"/>
                      <a:gd name="connsiteY2" fmla="*/ 4034269 h 10317839"/>
                      <a:gd name="connsiteX3" fmla="*/ 7322528 w 8494838"/>
                      <a:gd name="connsiteY3" fmla="*/ 5956853 h 10317839"/>
                      <a:gd name="connsiteX4" fmla="*/ 7603883 w 8494838"/>
                      <a:gd name="connsiteY4" fmla="*/ 8067007 h 10317839"/>
                      <a:gd name="connsiteX5" fmla="*/ 5024805 w 8494838"/>
                      <a:gd name="connsiteY5" fmla="*/ 10317839 h 10317839"/>
                      <a:gd name="connsiteX6" fmla="*/ 3805606 w 8494838"/>
                      <a:gd name="connsiteY6" fmla="*/ 8911070 h 10317839"/>
                      <a:gd name="connsiteX7" fmla="*/ 2891205 w 8494838"/>
                      <a:gd name="connsiteY7" fmla="*/ 9028299 h 10317839"/>
                      <a:gd name="connsiteX8" fmla="*/ 1765790 w 8494838"/>
                      <a:gd name="connsiteY8" fmla="*/ 9473778 h 10317839"/>
                      <a:gd name="connsiteX9" fmla="*/ 1109298 w 8494838"/>
                      <a:gd name="connsiteY9" fmla="*/ 8395254 h 10317839"/>
                      <a:gd name="connsiteX10" fmla="*/ 945175 w 8494838"/>
                      <a:gd name="connsiteY10" fmla="*/ 7926330 h 10317839"/>
                      <a:gd name="connsiteX11" fmla="*/ 781051 w 8494838"/>
                      <a:gd name="connsiteY11" fmla="*/ 7504300 h 10317839"/>
                      <a:gd name="connsiteX12" fmla="*/ 828817 w 8494838"/>
                      <a:gd name="connsiteY12" fmla="*/ 6960175 h 10317839"/>
                      <a:gd name="connsiteX13" fmla="*/ 288682 w 8494838"/>
                      <a:gd name="connsiteY13" fmla="*/ 6707131 h 10317839"/>
                      <a:gd name="connsiteX14" fmla="*/ 874836 w 8494838"/>
                      <a:gd name="connsiteY14" fmla="*/ 4878331 h 10317839"/>
                      <a:gd name="connsiteX15" fmla="*/ 968620 w 8494838"/>
                      <a:gd name="connsiteY15" fmla="*/ 1947562 h 10317839"/>
                      <a:gd name="connsiteX16" fmla="*/ 874836 w 8494838"/>
                      <a:gd name="connsiteY16" fmla="*/ 1033161 h 10317839"/>
                      <a:gd name="connsiteX0" fmla="*/ 874836 w 8420592"/>
                      <a:gd name="connsiteY0" fmla="*/ 1034427 h 10319105"/>
                      <a:gd name="connsiteX1" fmla="*/ 3500805 w 8420592"/>
                      <a:gd name="connsiteY1" fmla="*/ 96581 h 10319105"/>
                      <a:gd name="connsiteX2" fmla="*/ 8420592 w 8420592"/>
                      <a:gd name="connsiteY2" fmla="*/ 4010787 h 10319105"/>
                      <a:gd name="connsiteX3" fmla="*/ 7322528 w 8420592"/>
                      <a:gd name="connsiteY3" fmla="*/ 5958119 h 10319105"/>
                      <a:gd name="connsiteX4" fmla="*/ 7603883 w 8420592"/>
                      <a:gd name="connsiteY4" fmla="*/ 8068273 h 10319105"/>
                      <a:gd name="connsiteX5" fmla="*/ 5024805 w 8420592"/>
                      <a:gd name="connsiteY5" fmla="*/ 10319105 h 10319105"/>
                      <a:gd name="connsiteX6" fmla="*/ 3805606 w 8420592"/>
                      <a:gd name="connsiteY6" fmla="*/ 8912336 h 10319105"/>
                      <a:gd name="connsiteX7" fmla="*/ 2891205 w 8420592"/>
                      <a:gd name="connsiteY7" fmla="*/ 9029565 h 10319105"/>
                      <a:gd name="connsiteX8" fmla="*/ 1765790 w 8420592"/>
                      <a:gd name="connsiteY8" fmla="*/ 9475044 h 10319105"/>
                      <a:gd name="connsiteX9" fmla="*/ 1109298 w 8420592"/>
                      <a:gd name="connsiteY9" fmla="*/ 8396520 h 10319105"/>
                      <a:gd name="connsiteX10" fmla="*/ 945175 w 8420592"/>
                      <a:gd name="connsiteY10" fmla="*/ 7927596 h 10319105"/>
                      <a:gd name="connsiteX11" fmla="*/ 781051 w 8420592"/>
                      <a:gd name="connsiteY11" fmla="*/ 7505566 h 10319105"/>
                      <a:gd name="connsiteX12" fmla="*/ 828817 w 8420592"/>
                      <a:gd name="connsiteY12" fmla="*/ 6961441 h 10319105"/>
                      <a:gd name="connsiteX13" fmla="*/ 288682 w 8420592"/>
                      <a:gd name="connsiteY13" fmla="*/ 6708397 h 10319105"/>
                      <a:gd name="connsiteX14" fmla="*/ 874836 w 8420592"/>
                      <a:gd name="connsiteY14" fmla="*/ 4879597 h 10319105"/>
                      <a:gd name="connsiteX15" fmla="*/ 968620 w 8420592"/>
                      <a:gd name="connsiteY15" fmla="*/ 1948828 h 10319105"/>
                      <a:gd name="connsiteX16" fmla="*/ 874836 w 8420592"/>
                      <a:gd name="connsiteY16" fmla="*/ 1034427 h 10319105"/>
                      <a:gd name="connsiteX0" fmla="*/ 874836 w 8420592"/>
                      <a:gd name="connsiteY0" fmla="*/ 975979 h 10260657"/>
                      <a:gd name="connsiteX1" fmla="*/ 3500805 w 8420592"/>
                      <a:gd name="connsiteY1" fmla="*/ 38133 h 10260657"/>
                      <a:gd name="connsiteX2" fmla="*/ 8420592 w 8420592"/>
                      <a:gd name="connsiteY2" fmla="*/ 3952339 h 10260657"/>
                      <a:gd name="connsiteX3" fmla="*/ 7322528 w 8420592"/>
                      <a:gd name="connsiteY3" fmla="*/ 5899671 h 10260657"/>
                      <a:gd name="connsiteX4" fmla="*/ 7603883 w 8420592"/>
                      <a:gd name="connsiteY4" fmla="*/ 8009825 h 10260657"/>
                      <a:gd name="connsiteX5" fmla="*/ 5024805 w 8420592"/>
                      <a:gd name="connsiteY5" fmla="*/ 10260657 h 10260657"/>
                      <a:gd name="connsiteX6" fmla="*/ 3805606 w 8420592"/>
                      <a:gd name="connsiteY6" fmla="*/ 8853888 h 10260657"/>
                      <a:gd name="connsiteX7" fmla="*/ 2891205 w 8420592"/>
                      <a:gd name="connsiteY7" fmla="*/ 8971117 h 10260657"/>
                      <a:gd name="connsiteX8" fmla="*/ 1765790 w 8420592"/>
                      <a:gd name="connsiteY8" fmla="*/ 9416596 h 10260657"/>
                      <a:gd name="connsiteX9" fmla="*/ 1109298 w 8420592"/>
                      <a:gd name="connsiteY9" fmla="*/ 8338072 h 10260657"/>
                      <a:gd name="connsiteX10" fmla="*/ 945175 w 8420592"/>
                      <a:gd name="connsiteY10" fmla="*/ 7869148 h 10260657"/>
                      <a:gd name="connsiteX11" fmla="*/ 781051 w 8420592"/>
                      <a:gd name="connsiteY11" fmla="*/ 7447118 h 10260657"/>
                      <a:gd name="connsiteX12" fmla="*/ 828817 w 8420592"/>
                      <a:gd name="connsiteY12" fmla="*/ 6902993 h 10260657"/>
                      <a:gd name="connsiteX13" fmla="*/ 288682 w 8420592"/>
                      <a:gd name="connsiteY13" fmla="*/ 6649949 h 10260657"/>
                      <a:gd name="connsiteX14" fmla="*/ 874836 w 8420592"/>
                      <a:gd name="connsiteY14" fmla="*/ 4821149 h 10260657"/>
                      <a:gd name="connsiteX15" fmla="*/ 968620 w 8420592"/>
                      <a:gd name="connsiteY15" fmla="*/ 1890380 h 10260657"/>
                      <a:gd name="connsiteX16" fmla="*/ 874836 w 8420592"/>
                      <a:gd name="connsiteY16" fmla="*/ 975979 h 10260657"/>
                      <a:gd name="connsiteX0" fmla="*/ 874836 w 8481836"/>
                      <a:gd name="connsiteY0" fmla="*/ 975833 h 10260511"/>
                      <a:gd name="connsiteX1" fmla="*/ 3500805 w 8481836"/>
                      <a:gd name="connsiteY1" fmla="*/ 37987 h 10260511"/>
                      <a:gd name="connsiteX2" fmla="*/ 8481836 w 8481836"/>
                      <a:gd name="connsiteY2" fmla="*/ 3957581 h 10260511"/>
                      <a:gd name="connsiteX3" fmla="*/ 7322528 w 8481836"/>
                      <a:gd name="connsiteY3" fmla="*/ 5899525 h 10260511"/>
                      <a:gd name="connsiteX4" fmla="*/ 7603883 w 8481836"/>
                      <a:gd name="connsiteY4" fmla="*/ 8009679 h 10260511"/>
                      <a:gd name="connsiteX5" fmla="*/ 5024805 w 8481836"/>
                      <a:gd name="connsiteY5" fmla="*/ 10260511 h 10260511"/>
                      <a:gd name="connsiteX6" fmla="*/ 3805606 w 8481836"/>
                      <a:gd name="connsiteY6" fmla="*/ 8853742 h 10260511"/>
                      <a:gd name="connsiteX7" fmla="*/ 2891205 w 8481836"/>
                      <a:gd name="connsiteY7" fmla="*/ 8970971 h 10260511"/>
                      <a:gd name="connsiteX8" fmla="*/ 1765790 w 8481836"/>
                      <a:gd name="connsiteY8" fmla="*/ 9416450 h 10260511"/>
                      <a:gd name="connsiteX9" fmla="*/ 1109298 w 8481836"/>
                      <a:gd name="connsiteY9" fmla="*/ 8337926 h 10260511"/>
                      <a:gd name="connsiteX10" fmla="*/ 945175 w 8481836"/>
                      <a:gd name="connsiteY10" fmla="*/ 7869002 h 10260511"/>
                      <a:gd name="connsiteX11" fmla="*/ 781051 w 8481836"/>
                      <a:gd name="connsiteY11" fmla="*/ 7446972 h 10260511"/>
                      <a:gd name="connsiteX12" fmla="*/ 828817 w 8481836"/>
                      <a:gd name="connsiteY12" fmla="*/ 6902847 h 10260511"/>
                      <a:gd name="connsiteX13" fmla="*/ 288682 w 8481836"/>
                      <a:gd name="connsiteY13" fmla="*/ 6649803 h 10260511"/>
                      <a:gd name="connsiteX14" fmla="*/ 874836 w 8481836"/>
                      <a:gd name="connsiteY14" fmla="*/ 4821003 h 10260511"/>
                      <a:gd name="connsiteX15" fmla="*/ 968620 w 8481836"/>
                      <a:gd name="connsiteY15" fmla="*/ 1890234 h 10260511"/>
                      <a:gd name="connsiteX16" fmla="*/ 874836 w 8481836"/>
                      <a:gd name="connsiteY16" fmla="*/ 975833 h 10260511"/>
                      <a:gd name="connsiteX0" fmla="*/ 874836 w 8499807"/>
                      <a:gd name="connsiteY0" fmla="*/ 975140 h 10259818"/>
                      <a:gd name="connsiteX1" fmla="*/ 3500805 w 8499807"/>
                      <a:gd name="connsiteY1" fmla="*/ 37294 h 10259818"/>
                      <a:gd name="connsiteX2" fmla="*/ 8481836 w 8499807"/>
                      <a:gd name="connsiteY2" fmla="*/ 3956888 h 10259818"/>
                      <a:gd name="connsiteX3" fmla="*/ 7322528 w 8499807"/>
                      <a:gd name="connsiteY3" fmla="*/ 5898832 h 10259818"/>
                      <a:gd name="connsiteX4" fmla="*/ 7603883 w 8499807"/>
                      <a:gd name="connsiteY4" fmla="*/ 8008986 h 10259818"/>
                      <a:gd name="connsiteX5" fmla="*/ 5024805 w 8499807"/>
                      <a:gd name="connsiteY5" fmla="*/ 10259818 h 10259818"/>
                      <a:gd name="connsiteX6" fmla="*/ 3805606 w 8499807"/>
                      <a:gd name="connsiteY6" fmla="*/ 8853049 h 10259818"/>
                      <a:gd name="connsiteX7" fmla="*/ 2891205 w 8499807"/>
                      <a:gd name="connsiteY7" fmla="*/ 8970278 h 10259818"/>
                      <a:gd name="connsiteX8" fmla="*/ 1765790 w 8499807"/>
                      <a:gd name="connsiteY8" fmla="*/ 9415757 h 10259818"/>
                      <a:gd name="connsiteX9" fmla="*/ 1109298 w 8499807"/>
                      <a:gd name="connsiteY9" fmla="*/ 8337233 h 10259818"/>
                      <a:gd name="connsiteX10" fmla="*/ 945175 w 8499807"/>
                      <a:gd name="connsiteY10" fmla="*/ 7868309 h 10259818"/>
                      <a:gd name="connsiteX11" fmla="*/ 781051 w 8499807"/>
                      <a:gd name="connsiteY11" fmla="*/ 7446279 h 10259818"/>
                      <a:gd name="connsiteX12" fmla="*/ 828817 w 8499807"/>
                      <a:gd name="connsiteY12" fmla="*/ 6902154 h 10259818"/>
                      <a:gd name="connsiteX13" fmla="*/ 288682 w 8499807"/>
                      <a:gd name="connsiteY13" fmla="*/ 6649110 h 10259818"/>
                      <a:gd name="connsiteX14" fmla="*/ 874836 w 8499807"/>
                      <a:gd name="connsiteY14" fmla="*/ 4820310 h 10259818"/>
                      <a:gd name="connsiteX15" fmla="*/ 968620 w 8499807"/>
                      <a:gd name="connsiteY15" fmla="*/ 1889541 h 10259818"/>
                      <a:gd name="connsiteX16" fmla="*/ 874836 w 8499807"/>
                      <a:gd name="connsiteY16" fmla="*/ 975140 h 10259818"/>
                      <a:gd name="connsiteX0" fmla="*/ 874836 w 8497786"/>
                      <a:gd name="connsiteY0" fmla="*/ 1051120 h 10335798"/>
                      <a:gd name="connsiteX1" fmla="*/ 3500805 w 8497786"/>
                      <a:gd name="connsiteY1" fmla="*/ 113274 h 10335798"/>
                      <a:gd name="connsiteX2" fmla="*/ 8481836 w 8497786"/>
                      <a:gd name="connsiteY2" fmla="*/ 4032868 h 10335798"/>
                      <a:gd name="connsiteX3" fmla="*/ 7322528 w 8497786"/>
                      <a:gd name="connsiteY3" fmla="*/ 5974812 h 10335798"/>
                      <a:gd name="connsiteX4" fmla="*/ 7603883 w 8497786"/>
                      <a:gd name="connsiteY4" fmla="*/ 8084966 h 10335798"/>
                      <a:gd name="connsiteX5" fmla="*/ 5024805 w 8497786"/>
                      <a:gd name="connsiteY5" fmla="*/ 10335798 h 10335798"/>
                      <a:gd name="connsiteX6" fmla="*/ 3805606 w 8497786"/>
                      <a:gd name="connsiteY6" fmla="*/ 8929029 h 10335798"/>
                      <a:gd name="connsiteX7" fmla="*/ 2891205 w 8497786"/>
                      <a:gd name="connsiteY7" fmla="*/ 9046258 h 10335798"/>
                      <a:gd name="connsiteX8" fmla="*/ 1765790 w 8497786"/>
                      <a:gd name="connsiteY8" fmla="*/ 9491737 h 10335798"/>
                      <a:gd name="connsiteX9" fmla="*/ 1109298 w 8497786"/>
                      <a:gd name="connsiteY9" fmla="*/ 8413213 h 10335798"/>
                      <a:gd name="connsiteX10" fmla="*/ 945175 w 8497786"/>
                      <a:gd name="connsiteY10" fmla="*/ 7944289 h 10335798"/>
                      <a:gd name="connsiteX11" fmla="*/ 781051 w 8497786"/>
                      <a:gd name="connsiteY11" fmla="*/ 7522259 h 10335798"/>
                      <a:gd name="connsiteX12" fmla="*/ 828817 w 8497786"/>
                      <a:gd name="connsiteY12" fmla="*/ 6978134 h 10335798"/>
                      <a:gd name="connsiteX13" fmla="*/ 288682 w 8497786"/>
                      <a:gd name="connsiteY13" fmla="*/ 6725090 h 10335798"/>
                      <a:gd name="connsiteX14" fmla="*/ 874836 w 8497786"/>
                      <a:gd name="connsiteY14" fmla="*/ 4896290 h 10335798"/>
                      <a:gd name="connsiteX15" fmla="*/ 968620 w 8497786"/>
                      <a:gd name="connsiteY15" fmla="*/ 1965521 h 10335798"/>
                      <a:gd name="connsiteX16" fmla="*/ 874836 w 8497786"/>
                      <a:gd name="connsiteY16" fmla="*/ 1051120 h 10335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497786" h="10335798">
                        <a:moveTo>
                          <a:pt x="874836" y="1051120"/>
                        </a:moveTo>
                        <a:cubicBezTo>
                          <a:pt x="1750159" y="738505"/>
                          <a:pt x="1833524" y="500135"/>
                          <a:pt x="3500805" y="113274"/>
                        </a:cubicBezTo>
                        <a:cubicBezTo>
                          <a:pt x="6746979" y="-410572"/>
                          <a:pt x="8695568" y="880245"/>
                          <a:pt x="8481836" y="4032868"/>
                        </a:cubicBezTo>
                        <a:cubicBezTo>
                          <a:pt x="8313805" y="5447454"/>
                          <a:pt x="7783637" y="5451180"/>
                          <a:pt x="7322528" y="5974812"/>
                        </a:cubicBezTo>
                        <a:cubicBezTo>
                          <a:pt x="6798897" y="6490629"/>
                          <a:pt x="7424129" y="7662936"/>
                          <a:pt x="7603883" y="8084966"/>
                        </a:cubicBezTo>
                        <a:lnTo>
                          <a:pt x="5024805" y="10335798"/>
                        </a:lnTo>
                        <a:lnTo>
                          <a:pt x="3805606" y="8929029"/>
                        </a:lnTo>
                        <a:cubicBezTo>
                          <a:pt x="3516436" y="8663305"/>
                          <a:pt x="3344497" y="8866505"/>
                          <a:pt x="2891205" y="9046258"/>
                        </a:cubicBezTo>
                        <a:lnTo>
                          <a:pt x="1765790" y="9491737"/>
                        </a:lnTo>
                        <a:cubicBezTo>
                          <a:pt x="1077995" y="9591924"/>
                          <a:pt x="945175" y="8655490"/>
                          <a:pt x="1109298" y="8413213"/>
                        </a:cubicBezTo>
                        <a:cubicBezTo>
                          <a:pt x="726343" y="8295981"/>
                          <a:pt x="1023329" y="8131859"/>
                          <a:pt x="945175" y="7944289"/>
                        </a:cubicBezTo>
                        <a:cubicBezTo>
                          <a:pt x="867021" y="7827059"/>
                          <a:pt x="554405" y="7873950"/>
                          <a:pt x="781051" y="7522259"/>
                        </a:cubicBezTo>
                        <a:cubicBezTo>
                          <a:pt x="835759" y="7342505"/>
                          <a:pt x="835591" y="7177342"/>
                          <a:pt x="828817" y="6978134"/>
                        </a:cubicBezTo>
                        <a:cubicBezTo>
                          <a:pt x="823745" y="6602830"/>
                          <a:pt x="460621" y="6811059"/>
                          <a:pt x="288682" y="6725090"/>
                        </a:cubicBezTo>
                        <a:cubicBezTo>
                          <a:pt x="-547564" y="6537521"/>
                          <a:pt x="679451" y="5505890"/>
                          <a:pt x="874836" y="4896290"/>
                        </a:cubicBezTo>
                        <a:cubicBezTo>
                          <a:pt x="351205" y="3348844"/>
                          <a:pt x="695082" y="2504782"/>
                          <a:pt x="968620" y="1965521"/>
                        </a:cubicBezTo>
                        <a:cubicBezTo>
                          <a:pt x="507512" y="2067120"/>
                          <a:pt x="421543" y="1207428"/>
                          <a:pt x="874836" y="1051120"/>
                        </a:cubicBezTo>
                        <a:close/>
                      </a:path>
                    </a:pathLst>
                  </a:custGeom>
                  <a:grpFill/>
                  <a:ln w="12700" cap="flat" cmpd="sng" algn="ctr">
                    <a:noFill/>
                    <a:prstDash val="solid"/>
                    <a:miter lim="800000"/>
                  </a:ln>
                  <a:effectLst/>
                </p:spPr>
                <p:txBody>
                  <a:bodyPr rtlCol="0" anchor="ctr"/>
                  <a:lstStyle/>
                  <a:p>
                    <a:endParaRPr lang="en-IN"/>
                  </a:p>
                </p:txBody>
              </p:sp>
            </p:grpSp>
          </p:grpSp>
          <p:grpSp>
            <p:nvGrpSpPr>
              <p:cNvPr id="207" name="Group 206"/>
              <p:cNvGrpSpPr/>
              <p:nvPr/>
            </p:nvGrpSpPr>
            <p:grpSpPr>
              <a:xfrm>
                <a:off x="2334660" y="1913916"/>
                <a:ext cx="826011" cy="1094218"/>
                <a:chOff x="2334660" y="1913916"/>
                <a:chExt cx="826011" cy="1094218"/>
              </a:xfrm>
            </p:grpSpPr>
            <p:sp>
              <p:nvSpPr>
                <p:cNvPr id="248" name="Freeform 247"/>
                <p:cNvSpPr/>
                <p:nvPr/>
              </p:nvSpPr>
              <p:spPr>
                <a:xfrm rot="19800000">
                  <a:off x="2334660" y="1913916"/>
                  <a:ext cx="826011" cy="1094218"/>
                </a:xfrm>
                <a:custGeom>
                  <a:avLst/>
                  <a:gdLst>
                    <a:gd name="connsiteX0" fmla="*/ 288116 w 1792304"/>
                    <a:gd name="connsiteY0" fmla="*/ 0 h 2374267"/>
                    <a:gd name="connsiteX1" fmla="*/ 1344849 w 1792304"/>
                    <a:gd name="connsiteY1" fmla="*/ 610105 h 2374267"/>
                    <a:gd name="connsiteX2" fmla="*/ 1343734 w 1792304"/>
                    <a:gd name="connsiteY2" fmla="*/ 615979 h 2374267"/>
                    <a:gd name="connsiteX3" fmla="*/ 1325458 w 1792304"/>
                    <a:gd name="connsiteY3" fmla="*/ 646671 h 2374267"/>
                    <a:gd name="connsiteX4" fmla="*/ 1285101 w 1792304"/>
                    <a:gd name="connsiteY4" fmla="*/ 678080 h 2374267"/>
                    <a:gd name="connsiteX5" fmla="*/ 1213669 w 1792304"/>
                    <a:gd name="connsiteY5" fmla="*/ 730196 h 2374267"/>
                    <a:gd name="connsiteX6" fmla="*/ 1263735 w 1792304"/>
                    <a:gd name="connsiteY6" fmla="*/ 892553 h 2374267"/>
                    <a:gd name="connsiteX7" fmla="*/ 1431140 w 1792304"/>
                    <a:gd name="connsiteY7" fmla="*/ 853266 h 2374267"/>
                    <a:gd name="connsiteX8" fmla="*/ 1435814 w 1792304"/>
                    <a:gd name="connsiteY8" fmla="*/ 753798 h 2374267"/>
                    <a:gd name="connsiteX9" fmla="*/ 1439227 w 1792304"/>
                    <a:gd name="connsiteY9" fmla="*/ 707864 h 2374267"/>
                    <a:gd name="connsiteX10" fmla="*/ 1457391 w 1792304"/>
                    <a:gd name="connsiteY10" fmla="*/ 681645 h 2374267"/>
                    <a:gd name="connsiteX11" fmla="*/ 1462378 w 1792304"/>
                    <a:gd name="connsiteY11" fmla="*/ 677961 h 2374267"/>
                    <a:gd name="connsiteX12" fmla="*/ 1792304 w 1792304"/>
                    <a:gd name="connsiteY12" fmla="*/ 868443 h 2374267"/>
                    <a:gd name="connsiteX13" fmla="*/ 1785467 w 1792304"/>
                    <a:gd name="connsiteY13" fmla="*/ 877694 h 2374267"/>
                    <a:gd name="connsiteX14" fmla="*/ 1600620 w 1792304"/>
                    <a:gd name="connsiteY14" fmla="*/ 1108566 h 2374267"/>
                    <a:gd name="connsiteX15" fmla="*/ 1132057 w 1792304"/>
                    <a:gd name="connsiteY15" fmla="*/ 2374267 h 2374267"/>
                    <a:gd name="connsiteX16" fmla="*/ 288116 w 1792304"/>
                    <a:gd name="connsiteY16" fmla="*/ 2374267 h 2374267"/>
                    <a:gd name="connsiteX17" fmla="*/ 288116 w 1792304"/>
                    <a:gd name="connsiteY17" fmla="*/ 1361500 h 2374267"/>
                    <a:gd name="connsiteX18" fmla="*/ 280104 w 1792304"/>
                    <a:gd name="connsiteY18" fmla="*/ 1358779 h 2374267"/>
                    <a:gd name="connsiteX19" fmla="*/ 244391 w 1792304"/>
                    <a:gd name="connsiteY19" fmla="*/ 1359568 h 2374267"/>
                    <a:gd name="connsiteX20" fmla="*/ 197179 w 1792304"/>
                    <a:gd name="connsiteY20" fmla="*/ 1379222 h 2374267"/>
                    <a:gd name="connsiteX21" fmla="*/ 116641 w 1792304"/>
                    <a:gd name="connsiteY21" fmla="*/ 1415721 h 2374267"/>
                    <a:gd name="connsiteX22" fmla="*/ 0 w 1792304"/>
                    <a:gd name="connsiteY22" fmla="*/ 1292185 h 2374267"/>
                    <a:gd name="connsiteX23" fmla="*/ 116641 w 1792304"/>
                    <a:gd name="connsiteY23" fmla="*/ 1165841 h 2374267"/>
                    <a:gd name="connsiteX24" fmla="*/ 205511 w 1792304"/>
                    <a:gd name="connsiteY24" fmla="*/ 1210763 h 2374267"/>
                    <a:gd name="connsiteX25" fmla="*/ 247168 w 1792304"/>
                    <a:gd name="connsiteY25" fmla="*/ 1230417 h 2374267"/>
                    <a:gd name="connsiteX26" fmla="*/ 278932 w 1792304"/>
                    <a:gd name="connsiteY26" fmla="*/ 1227521 h 2374267"/>
                    <a:gd name="connsiteX27" fmla="*/ 288116 w 1792304"/>
                    <a:gd name="connsiteY27" fmla="*/ 1223426 h 2374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792304" h="2374267">
                      <a:moveTo>
                        <a:pt x="288116" y="0"/>
                      </a:moveTo>
                      <a:lnTo>
                        <a:pt x="1344849" y="610105"/>
                      </a:lnTo>
                      <a:lnTo>
                        <a:pt x="1343734" y="615979"/>
                      </a:lnTo>
                      <a:cubicBezTo>
                        <a:pt x="1340145" y="626064"/>
                        <a:pt x="1334399" y="636573"/>
                        <a:pt x="1325458" y="646671"/>
                      </a:cubicBezTo>
                      <a:cubicBezTo>
                        <a:pt x="1316176" y="657373"/>
                        <a:pt x="1299270" y="670144"/>
                        <a:pt x="1285101" y="678080"/>
                      </a:cubicBezTo>
                      <a:cubicBezTo>
                        <a:pt x="1260573" y="692919"/>
                        <a:pt x="1228715" y="703609"/>
                        <a:pt x="1213669" y="730196"/>
                      </a:cubicBezTo>
                      <a:cubicBezTo>
                        <a:pt x="1182209" y="785787"/>
                        <a:pt x="1205091" y="859366"/>
                        <a:pt x="1263735" y="892553"/>
                      </a:cubicBezTo>
                      <a:cubicBezTo>
                        <a:pt x="1324822" y="927124"/>
                        <a:pt x="1399681" y="908857"/>
                        <a:pt x="1431140" y="853266"/>
                      </a:cubicBezTo>
                      <a:cubicBezTo>
                        <a:pt x="1448922" y="821846"/>
                        <a:pt x="1437873" y="790065"/>
                        <a:pt x="1435814" y="753798"/>
                      </a:cubicBezTo>
                      <a:cubicBezTo>
                        <a:pt x="1432587" y="742399"/>
                        <a:pt x="1433463" y="723748"/>
                        <a:pt x="1439227" y="707864"/>
                      </a:cubicBezTo>
                      <a:cubicBezTo>
                        <a:pt x="1443476" y="697504"/>
                        <a:pt x="1449998" y="688830"/>
                        <a:pt x="1457391" y="681645"/>
                      </a:cubicBezTo>
                      <a:lnTo>
                        <a:pt x="1462378" y="677961"/>
                      </a:lnTo>
                      <a:lnTo>
                        <a:pt x="1792304" y="868443"/>
                      </a:lnTo>
                      <a:lnTo>
                        <a:pt x="1785467" y="877694"/>
                      </a:lnTo>
                      <a:lnTo>
                        <a:pt x="1600620" y="1108566"/>
                      </a:lnTo>
                      <a:cubicBezTo>
                        <a:pt x="1279564" y="1573249"/>
                        <a:pt x="1433482" y="2109659"/>
                        <a:pt x="1132057" y="2374267"/>
                      </a:cubicBezTo>
                      <a:lnTo>
                        <a:pt x="288116" y="2374267"/>
                      </a:lnTo>
                      <a:lnTo>
                        <a:pt x="288116" y="1361500"/>
                      </a:lnTo>
                      <a:lnTo>
                        <a:pt x="280104" y="1358779"/>
                      </a:lnTo>
                      <a:cubicBezTo>
                        <a:pt x="269559" y="1356936"/>
                        <a:pt x="257583" y="1356761"/>
                        <a:pt x="244391" y="1359568"/>
                      </a:cubicBezTo>
                      <a:cubicBezTo>
                        <a:pt x="230505" y="1362376"/>
                        <a:pt x="211065" y="1370799"/>
                        <a:pt x="197179" y="1379222"/>
                      </a:cubicBezTo>
                      <a:cubicBezTo>
                        <a:pt x="172185" y="1393260"/>
                        <a:pt x="147190" y="1415721"/>
                        <a:pt x="116641" y="1415721"/>
                      </a:cubicBezTo>
                      <a:cubicBezTo>
                        <a:pt x="52766" y="1415721"/>
                        <a:pt x="0" y="1359568"/>
                        <a:pt x="0" y="1292185"/>
                      </a:cubicBezTo>
                      <a:cubicBezTo>
                        <a:pt x="0" y="1221994"/>
                        <a:pt x="52766" y="1165841"/>
                        <a:pt x="116641" y="1165841"/>
                      </a:cubicBezTo>
                      <a:cubicBezTo>
                        <a:pt x="152744" y="1165841"/>
                        <a:pt x="174962" y="1191110"/>
                        <a:pt x="205511" y="1210763"/>
                      </a:cubicBezTo>
                      <a:cubicBezTo>
                        <a:pt x="213842" y="1219186"/>
                        <a:pt x="230505" y="1227609"/>
                        <a:pt x="247168" y="1230417"/>
                      </a:cubicBezTo>
                      <a:cubicBezTo>
                        <a:pt x="258277" y="1231821"/>
                        <a:pt x="269039" y="1230417"/>
                        <a:pt x="278932" y="1227521"/>
                      </a:cubicBezTo>
                      <a:lnTo>
                        <a:pt x="288116" y="1223426"/>
                      </a:lnTo>
                      <a:close/>
                    </a:path>
                  </a:pathLst>
                </a:custGeom>
                <a:solidFill>
                  <a:srgbClr val="0091D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grpSp>
              <p:nvGrpSpPr>
                <p:cNvPr id="249" name="Group 248"/>
                <p:cNvGrpSpPr/>
                <p:nvPr/>
              </p:nvGrpSpPr>
              <p:grpSpPr>
                <a:xfrm>
                  <a:off x="2641440" y="2374561"/>
                  <a:ext cx="267840" cy="227447"/>
                  <a:chOff x="2641435" y="2374557"/>
                  <a:chExt cx="1095664" cy="930429"/>
                </a:xfrm>
                <a:solidFill>
                  <a:srgbClr val="FFFFFF"/>
                </a:solidFill>
              </p:grpSpPr>
              <p:grpSp>
                <p:nvGrpSpPr>
                  <p:cNvPr id="250" name="Group 249"/>
                  <p:cNvGrpSpPr/>
                  <p:nvPr/>
                </p:nvGrpSpPr>
                <p:grpSpPr>
                  <a:xfrm>
                    <a:off x="2951029" y="2374557"/>
                    <a:ext cx="431145" cy="734411"/>
                    <a:chOff x="2951043" y="2374564"/>
                    <a:chExt cx="203051" cy="345876"/>
                  </a:xfrm>
                  <a:grpFill/>
                </p:grpSpPr>
                <p:sp>
                  <p:nvSpPr>
                    <p:cNvPr id="257" name="Freeform 256"/>
                    <p:cNvSpPr>
                      <a:spLocks noEditPoints="1"/>
                    </p:cNvSpPr>
                    <p:nvPr/>
                  </p:nvSpPr>
                  <p:spPr bwMode="auto">
                    <a:xfrm>
                      <a:off x="2951043" y="2473721"/>
                      <a:ext cx="200947" cy="140511"/>
                    </a:xfrm>
                    <a:custGeom>
                      <a:avLst/>
                      <a:gdLst>
                        <a:gd name="T0" fmla="*/ 124 w 133"/>
                        <a:gd name="T1" fmla="*/ 70 h 93"/>
                        <a:gd name="T2" fmla="*/ 124 w 133"/>
                        <a:gd name="T3" fmla="*/ 63 h 93"/>
                        <a:gd name="T4" fmla="*/ 87 w 133"/>
                        <a:gd name="T5" fmla="*/ 63 h 93"/>
                        <a:gd name="T6" fmla="*/ 87 w 133"/>
                        <a:gd name="T7" fmla="*/ 70 h 93"/>
                        <a:gd name="T8" fmla="*/ 124 w 133"/>
                        <a:gd name="T9" fmla="*/ 70 h 93"/>
                        <a:gd name="T10" fmla="*/ 133 w 133"/>
                        <a:gd name="T11" fmla="*/ 93 h 93"/>
                        <a:gd name="T12" fmla="*/ 0 w 133"/>
                        <a:gd name="T13" fmla="*/ 93 h 93"/>
                        <a:gd name="T14" fmla="*/ 0 w 133"/>
                        <a:gd name="T15" fmla="*/ 0 h 93"/>
                        <a:gd name="T16" fmla="*/ 66 w 133"/>
                        <a:gd name="T17" fmla="*/ 47 h 93"/>
                        <a:gd name="T18" fmla="*/ 133 w 133"/>
                        <a:gd name="T19" fmla="*/ 0 h 93"/>
                        <a:gd name="T20" fmla="*/ 133 w 133"/>
                        <a:gd name="T21" fmla="*/ 93 h 93"/>
                        <a:gd name="T22" fmla="*/ 124 w 133"/>
                        <a:gd name="T23" fmla="*/ 76 h 93"/>
                        <a:gd name="T24" fmla="*/ 87 w 133"/>
                        <a:gd name="T25" fmla="*/ 76 h 93"/>
                        <a:gd name="T26" fmla="*/ 87 w 133"/>
                        <a:gd name="T27" fmla="*/ 83 h 93"/>
                        <a:gd name="T28" fmla="*/ 124 w 133"/>
                        <a:gd name="T29" fmla="*/ 83 h 93"/>
                        <a:gd name="T30" fmla="*/ 124 w 133"/>
                        <a:gd name="T31" fmla="*/ 76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33" h="93">
                          <a:moveTo>
                            <a:pt x="124" y="70"/>
                          </a:moveTo>
                          <a:lnTo>
                            <a:pt x="124" y="63"/>
                          </a:lnTo>
                          <a:lnTo>
                            <a:pt x="87" y="63"/>
                          </a:lnTo>
                          <a:lnTo>
                            <a:pt x="87" y="70"/>
                          </a:lnTo>
                          <a:lnTo>
                            <a:pt x="124" y="70"/>
                          </a:lnTo>
                          <a:close/>
                          <a:moveTo>
                            <a:pt x="133" y="93"/>
                          </a:moveTo>
                          <a:lnTo>
                            <a:pt x="0" y="93"/>
                          </a:lnTo>
                          <a:lnTo>
                            <a:pt x="0" y="0"/>
                          </a:lnTo>
                          <a:lnTo>
                            <a:pt x="66" y="47"/>
                          </a:lnTo>
                          <a:lnTo>
                            <a:pt x="133" y="0"/>
                          </a:lnTo>
                          <a:lnTo>
                            <a:pt x="133" y="93"/>
                          </a:lnTo>
                          <a:close/>
                          <a:moveTo>
                            <a:pt x="124" y="76"/>
                          </a:moveTo>
                          <a:lnTo>
                            <a:pt x="87" y="76"/>
                          </a:lnTo>
                          <a:lnTo>
                            <a:pt x="87" y="83"/>
                          </a:lnTo>
                          <a:lnTo>
                            <a:pt x="124" y="83"/>
                          </a:lnTo>
                          <a:lnTo>
                            <a:pt x="124" y="76"/>
                          </a:lnTo>
                          <a:close/>
                        </a:path>
                      </a:pathLst>
                    </a:custGeom>
                    <a:grpFill/>
                    <a:ln w="0">
                      <a:noFill/>
                      <a:prstDash val="solid"/>
                      <a:round/>
                      <a:headEnd/>
                      <a:tailEnd/>
                    </a:ln>
                    <a:effectLst/>
                  </p:spPr>
                  <p:txBody>
                    <a:bodyPr vert="horz" wrap="square" lIns="91440" tIns="45720" rIns="91440" bIns="45720" numCol="1" anchor="t" anchorCtr="0" compatLnSpc="1">
                      <a:prstTxWarp prst="textNoShape">
                        <a:avLst/>
                      </a:prstTxWarp>
                    </a:bodyPr>
                    <a:lstStyle/>
                    <a:p>
                      <a:endParaRPr lang="en-IN"/>
                    </a:p>
                  </p:txBody>
                </p:sp>
                <p:sp>
                  <p:nvSpPr>
                    <p:cNvPr id="258" name="Freeform 257"/>
                    <p:cNvSpPr>
                      <a:spLocks/>
                    </p:cNvSpPr>
                    <p:nvPr/>
                  </p:nvSpPr>
                  <p:spPr bwMode="auto">
                    <a:xfrm>
                      <a:off x="2951044" y="2374564"/>
                      <a:ext cx="203050" cy="90073"/>
                    </a:xfrm>
                    <a:custGeom>
                      <a:avLst/>
                      <a:gdLst>
                        <a:gd name="T0" fmla="*/ 133 w 133"/>
                        <a:gd name="T1" fmla="*/ 59 h 59"/>
                        <a:gd name="T2" fmla="*/ 0 w 133"/>
                        <a:gd name="T3" fmla="*/ 59 h 59"/>
                        <a:gd name="T4" fmla="*/ 0 w 133"/>
                        <a:gd name="T5" fmla="*/ 46 h 59"/>
                        <a:gd name="T6" fmla="*/ 66 w 133"/>
                        <a:gd name="T7" fmla="*/ 0 h 59"/>
                        <a:gd name="T8" fmla="*/ 133 w 133"/>
                        <a:gd name="T9" fmla="*/ 46 h 59"/>
                        <a:gd name="T10" fmla="*/ 133 w 133"/>
                        <a:gd name="T11" fmla="*/ 59 h 59"/>
                      </a:gdLst>
                      <a:ahLst/>
                      <a:cxnLst>
                        <a:cxn ang="0">
                          <a:pos x="T0" y="T1"/>
                        </a:cxn>
                        <a:cxn ang="0">
                          <a:pos x="T2" y="T3"/>
                        </a:cxn>
                        <a:cxn ang="0">
                          <a:pos x="T4" y="T5"/>
                        </a:cxn>
                        <a:cxn ang="0">
                          <a:pos x="T6" y="T7"/>
                        </a:cxn>
                        <a:cxn ang="0">
                          <a:pos x="T8" y="T9"/>
                        </a:cxn>
                        <a:cxn ang="0">
                          <a:pos x="T10" y="T11"/>
                        </a:cxn>
                      </a:cxnLst>
                      <a:rect l="0" t="0" r="r" b="b"/>
                      <a:pathLst>
                        <a:path w="133" h="59">
                          <a:moveTo>
                            <a:pt x="133" y="59"/>
                          </a:moveTo>
                          <a:lnTo>
                            <a:pt x="0" y="59"/>
                          </a:lnTo>
                          <a:lnTo>
                            <a:pt x="0" y="46"/>
                          </a:lnTo>
                          <a:lnTo>
                            <a:pt x="66" y="0"/>
                          </a:lnTo>
                          <a:lnTo>
                            <a:pt x="133" y="46"/>
                          </a:lnTo>
                          <a:lnTo>
                            <a:pt x="133" y="59"/>
                          </a:lnTo>
                          <a:close/>
                        </a:path>
                      </a:pathLst>
                    </a:custGeom>
                    <a:grpFill/>
                    <a:ln w="0">
                      <a:noFill/>
                      <a:prstDash val="solid"/>
                      <a:round/>
                      <a:headEnd/>
                      <a:tailEnd/>
                    </a:ln>
                    <a:effectLst/>
                  </p:spPr>
                  <p:txBody>
                    <a:bodyPr vert="horz" wrap="square" lIns="91440" tIns="45720" rIns="91440" bIns="45720" numCol="1" anchor="t" anchorCtr="0" compatLnSpc="1">
                      <a:prstTxWarp prst="textNoShape">
                        <a:avLst/>
                      </a:prstTxWarp>
                    </a:bodyPr>
                    <a:lstStyle/>
                    <a:p>
                      <a:endParaRPr lang="en-IN"/>
                    </a:p>
                  </p:txBody>
                </p:sp>
                <p:sp>
                  <p:nvSpPr>
                    <p:cNvPr id="259" name="Freeform 258"/>
                    <p:cNvSpPr>
                      <a:spLocks/>
                    </p:cNvSpPr>
                    <p:nvPr/>
                  </p:nvSpPr>
                  <p:spPr bwMode="auto">
                    <a:xfrm>
                      <a:off x="3017370" y="2626859"/>
                      <a:ext cx="71985" cy="93581"/>
                    </a:xfrm>
                    <a:custGeom>
                      <a:avLst/>
                      <a:gdLst>
                        <a:gd name="T0" fmla="*/ 50 w 50"/>
                        <a:gd name="T1" fmla="*/ 0 h 65"/>
                        <a:gd name="T2" fmla="*/ 24 w 50"/>
                        <a:gd name="T3" fmla="*/ 65 h 65"/>
                        <a:gd name="T4" fmla="*/ 0 w 50"/>
                        <a:gd name="T5" fmla="*/ 0 h 65"/>
                        <a:gd name="T6" fmla="*/ 50 w 50"/>
                        <a:gd name="T7" fmla="*/ 0 h 65"/>
                      </a:gdLst>
                      <a:ahLst/>
                      <a:cxnLst>
                        <a:cxn ang="0">
                          <a:pos x="T0" y="T1"/>
                        </a:cxn>
                        <a:cxn ang="0">
                          <a:pos x="T2" y="T3"/>
                        </a:cxn>
                        <a:cxn ang="0">
                          <a:pos x="T4" y="T5"/>
                        </a:cxn>
                        <a:cxn ang="0">
                          <a:pos x="T6" y="T7"/>
                        </a:cxn>
                      </a:cxnLst>
                      <a:rect l="0" t="0" r="r" b="b"/>
                      <a:pathLst>
                        <a:path w="50" h="65">
                          <a:moveTo>
                            <a:pt x="50" y="0"/>
                          </a:moveTo>
                          <a:lnTo>
                            <a:pt x="24" y="65"/>
                          </a:lnTo>
                          <a:lnTo>
                            <a:pt x="0" y="0"/>
                          </a:lnTo>
                          <a:lnTo>
                            <a:pt x="50" y="0"/>
                          </a:lnTo>
                          <a:close/>
                        </a:path>
                      </a:pathLst>
                    </a:custGeom>
                    <a:grpFill/>
                    <a:ln w="0">
                      <a:noFill/>
                      <a:prstDash val="solid"/>
                      <a:round/>
                      <a:headEnd/>
                      <a:tailEnd/>
                    </a:ln>
                    <a:effectLst/>
                  </p:spPr>
                  <p:txBody>
                    <a:bodyPr vert="horz" wrap="square" lIns="91440" tIns="45720" rIns="91440" bIns="45720" numCol="1" anchor="t" anchorCtr="0" compatLnSpc="1">
                      <a:prstTxWarp prst="textNoShape">
                        <a:avLst/>
                      </a:prstTxWarp>
                    </a:bodyPr>
                    <a:lstStyle/>
                    <a:p>
                      <a:endParaRPr lang="en-IN"/>
                    </a:p>
                  </p:txBody>
                </p:sp>
              </p:grpSp>
              <p:grpSp>
                <p:nvGrpSpPr>
                  <p:cNvPr id="251" name="Group 250"/>
                  <p:cNvGrpSpPr/>
                  <p:nvPr/>
                </p:nvGrpSpPr>
                <p:grpSpPr>
                  <a:xfrm>
                    <a:off x="3227047" y="3028876"/>
                    <a:ext cx="510052" cy="276110"/>
                    <a:chOff x="3227047" y="3028876"/>
                    <a:chExt cx="510052" cy="276110"/>
                  </a:xfrm>
                  <a:grpFill/>
                </p:grpSpPr>
                <p:sp>
                  <p:nvSpPr>
                    <p:cNvPr id="255" name="Freeform 254"/>
                    <p:cNvSpPr/>
                    <p:nvPr/>
                  </p:nvSpPr>
                  <p:spPr>
                    <a:xfrm>
                      <a:off x="3227047" y="3032573"/>
                      <a:ext cx="349670" cy="272413"/>
                    </a:xfrm>
                    <a:custGeom>
                      <a:avLst/>
                      <a:gdLst>
                        <a:gd name="connsiteX0" fmla="*/ 175187 w 349670"/>
                        <a:gd name="connsiteY0" fmla="*/ 70727 h 272413"/>
                        <a:gd name="connsiteX1" fmla="*/ 142972 w 349670"/>
                        <a:gd name="connsiteY1" fmla="*/ 102622 h 272413"/>
                        <a:gd name="connsiteX2" fmla="*/ 175187 w 349670"/>
                        <a:gd name="connsiteY2" fmla="*/ 134517 h 272413"/>
                        <a:gd name="connsiteX3" fmla="*/ 207402 w 349670"/>
                        <a:gd name="connsiteY3" fmla="*/ 102622 h 272413"/>
                        <a:gd name="connsiteX4" fmla="*/ 175187 w 349670"/>
                        <a:gd name="connsiteY4" fmla="*/ 70727 h 272413"/>
                        <a:gd name="connsiteX5" fmla="*/ 214072 w 349670"/>
                        <a:gd name="connsiteY5" fmla="*/ 0 h 272413"/>
                        <a:gd name="connsiteX6" fmla="*/ 283971 w 349670"/>
                        <a:gd name="connsiteY6" fmla="*/ 20923 h 272413"/>
                        <a:gd name="connsiteX7" fmla="*/ 248617 w 349670"/>
                        <a:gd name="connsiteY7" fmla="*/ 145198 h 272413"/>
                        <a:gd name="connsiteX8" fmla="*/ 252004 w 349670"/>
                        <a:gd name="connsiteY8" fmla="*/ 174930 h 272413"/>
                        <a:gd name="connsiteX9" fmla="*/ 349670 w 349670"/>
                        <a:gd name="connsiteY9" fmla="*/ 143196 h 272413"/>
                        <a:gd name="connsiteX10" fmla="*/ 347606 w 349670"/>
                        <a:gd name="connsiteY10" fmla="*/ 163657 h 272413"/>
                        <a:gd name="connsiteX11" fmla="*/ 214072 w 349670"/>
                        <a:gd name="connsiteY11" fmla="*/ 272413 h 272413"/>
                        <a:gd name="connsiteX12" fmla="*/ 101048 w 349670"/>
                        <a:gd name="connsiteY12" fmla="*/ 212361 h 272413"/>
                        <a:gd name="connsiteX13" fmla="*/ 92954 w 349670"/>
                        <a:gd name="connsiteY13" fmla="*/ 197459 h 272413"/>
                        <a:gd name="connsiteX14" fmla="*/ 0 w 349670"/>
                        <a:gd name="connsiteY14" fmla="*/ 118521 h 272413"/>
                        <a:gd name="connsiteX15" fmla="*/ 87771 w 349670"/>
                        <a:gd name="connsiteY15" fmla="*/ 85474 h 272413"/>
                        <a:gd name="connsiteX16" fmla="*/ 88481 w 349670"/>
                        <a:gd name="connsiteY16" fmla="*/ 83189 h 272413"/>
                        <a:gd name="connsiteX17" fmla="*/ 214072 w 349670"/>
                        <a:gd name="connsiteY17" fmla="*/ 0 h 272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49670" h="272413">
                          <a:moveTo>
                            <a:pt x="175187" y="70727"/>
                          </a:moveTo>
                          <a:cubicBezTo>
                            <a:pt x="157395" y="70727"/>
                            <a:pt x="142972" y="85007"/>
                            <a:pt x="142972" y="102622"/>
                          </a:cubicBezTo>
                          <a:cubicBezTo>
                            <a:pt x="142972" y="120237"/>
                            <a:pt x="157395" y="134517"/>
                            <a:pt x="175187" y="134517"/>
                          </a:cubicBezTo>
                          <a:cubicBezTo>
                            <a:pt x="192979" y="134517"/>
                            <a:pt x="207402" y="120237"/>
                            <a:pt x="207402" y="102622"/>
                          </a:cubicBezTo>
                          <a:cubicBezTo>
                            <a:pt x="207402" y="85007"/>
                            <a:pt x="192979" y="70727"/>
                            <a:pt x="175187" y="70727"/>
                          </a:cubicBezTo>
                          <a:close/>
                          <a:moveTo>
                            <a:pt x="214072" y="0"/>
                          </a:moveTo>
                          <a:cubicBezTo>
                            <a:pt x="271875" y="0"/>
                            <a:pt x="284705" y="23387"/>
                            <a:pt x="283971" y="20923"/>
                          </a:cubicBezTo>
                          <a:cubicBezTo>
                            <a:pt x="250143" y="59463"/>
                            <a:pt x="244833" y="129688"/>
                            <a:pt x="248617" y="145198"/>
                          </a:cubicBezTo>
                          <a:lnTo>
                            <a:pt x="252004" y="174930"/>
                          </a:lnTo>
                          <a:lnTo>
                            <a:pt x="349670" y="143196"/>
                          </a:lnTo>
                          <a:lnTo>
                            <a:pt x="347606" y="163657"/>
                          </a:lnTo>
                          <a:cubicBezTo>
                            <a:pt x="334896" y="225724"/>
                            <a:pt x="279941" y="272413"/>
                            <a:pt x="214072" y="272413"/>
                          </a:cubicBezTo>
                          <a:cubicBezTo>
                            <a:pt x="167024" y="272413"/>
                            <a:pt x="125543" y="248592"/>
                            <a:pt x="101048" y="212361"/>
                          </a:cubicBezTo>
                          <a:lnTo>
                            <a:pt x="92954" y="197459"/>
                          </a:lnTo>
                          <a:lnTo>
                            <a:pt x="0" y="118521"/>
                          </a:lnTo>
                          <a:lnTo>
                            <a:pt x="87771" y="85474"/>
                          </a:lnTo>
                          <a:lnTo>
                            <a:pt x="88481" y="83189"/>
                          </a:lnTo>
                          <a:cubicBezTo>
                            <a:pt x="109173" y="34303"/>
                            <a:pt x="157614" y="0"/>
                            <a:pt x="214072" y="0"/>
                          </a:cubicBezTo>
                          <a:close/>
                        </a:path>
                      </a:pathLst>
                    </a:custGeom>
                    <a:grpFill/>
                    <a:ln w="12700" cap="flat" cmpd="sng" algn="ctr">
                      <a:noFill/>
                      <a:prstDash val="solid"/>
                      <a:miter lim="800000"/>
                    </a:ln>
                    <a:effectLst/>
                  </p:spPr>
                  <p:txBody>
                    <a:bodyPr wrap="square" rtlCol="0" anchor="ctr">
                      <a:noAutofit/>
                    </a:bodyPr>
                    <a:lstStyle/>
                    <a:p>
                      <a:endParaRPr lang="en-IN"/>
                    </a:p>
                  </p:txBody>
                </p:sp>
                <p:sp>
                  <p:nvSpPr>
                    <p:cNvPr id="256" name="Pie 255"/>
                    <p:cNvSpPr/>
                    <p:nvPr/>
                  </p:nvSpPr>
                  <p:spPr>
                    <a:xfrm rot="4380000">
                      <a:off x="3499840" y="3022974"/>
                      <a:ext cx="231358" cy="243161"/>
                    </a:xfrm>
                    <a:prstGeom prst="pie">
                      <a:avLst>
                        <a:gd name="adj1" fmla="val 5378394"/>
                        <a:gd name="adj2" fmla="val 16200000"/>
                      </a:avLst>
                    </a:prstGeom>
                    <a:grpFill/>
                    <a:ln w="12700" cap="flat" cmpd="sng" algn="ctr">
                      <a:noFill/>
                      <a:prstDash val="solid"/>
                      <a:miter lim="800000"/>
                    </a:ln>
                    <a:effectLst/>
                  </p:spPr>
                  <p:txBody>
                    <a:bodyPr rtlCol="0" anchor="ctr"/>
                    <a:lstStyle/>
                    <a:p>
                      <a:endParaRPr lang="en-IN"/>
                    </a:p>
                  </p:txBody>
                </p:sp>
              </p:grpSp>
              <p:grpSp>
                <p:nvGrpSpPr>
                  <p:cNvPr id="252" name="Group 251"/>
                  <p:cNvGrpSpPr/>
                  <p:nvPr/>
                </p:nvGrpSpPr>
                <p:grpSpPr>
                  <a:xfrm>
                    <a:off x="2641435" y="3026576"/>
                    <a:ext cx="510053" cy="276110"/>
                    <a:chOff x="2641435" y="3026576"/>
                    <a:chExt cx="510053" cy="276110"/>
                  </a:xfrm>
                  <a:grpFill/>
                </p:grpSpPr>
                <p:sp>
                  <p:nvSpPr>
                    <p:cNvPr id="253" name="Freeform 252"/>
                    <p:cNvSpPr/>
                    <p:nvPr/>
                  </p:nvSpPr>
                  <p:spPr>
                    <a:xfrm flipH="1">
                      <a:off x="2801818" y="3030273"/>
                      <a:ext cx="349670" cy="272413"/>
                    </a:xfrm>
                    <a:custGeom>
                      <a:avLst/>
                      <a:gdLst>
                        <a:gd name="connsiteX0" fmla="*/ 175187 w 349670"/>
                        <a:gd name="connsiteY0" fmla="*/ 70727 h 272413"/>
                        <a:gd name="connsiteX1" fmla="*/ 207402 w 349670"/>
                        <a:gd name="connsiteY1" fmla="*/ 102622 h 272413"/>
                        <a:gd name="connsiteX2" fmla="*/ 175187 w 349670"/>
                        <a:gd name="connsiteY2" fmla="*/ 134517 h 272413"/>
                        <a:gd name="connsiteX3" fmla="*/ 142972 w 349670"/>
                        <a:gd name="connsiteY3" fmla="*/ 102622 h 272413"/>
                        <a:gd name="connsiteX4" fmla="*/ 175187 w 349670"/>
                        <a:gd name="connsiteY4" fmla="*/ 70727 h 272413"/>
                        <a:gd name="connsiteX5" fmla="*/ 214072 w 349670"/>
                        <a:gd name="connsiteY5" fmla="*/ 0 h 272413"/>
                        <a:gd name="connsiteX6" fmla="*/ 88481 w 349670"/>
                        <a:gd name="connsiteY6" fmla="*/ 83189 h 272413"/>
                        <a:gd name="connsiteX7" fmla="*/ 87771 w 349670"/>
                        <a:gd name="connsiteY7" fmla="*/ 85474 h 272413"/>
                        <a:gd name="connsiteX8" fmla="*/ 0 w 349670"/>
                        <a:gd name="connsiteY8" fmla="*/ 118521 h 272413"/>
                        <a:gd name="connsiteX9" fmla="*/ 92954 w 349670"/>
                        <a:gd name="connsiteY9" fmla="*/ 197459 h 272413"/>
                        <a:gd name="connsiteX10" fmla="*/ 101048 w 349670"/>
                        <a:gd name="connsiteY10" fmla="*/ 212361 h 272413"/>
                        <a:gd name="connsiteX11" fmla="*/ 214072 w 349670"/>
                        <a:gd name="connsiteY11" fmla="*/ 272413 h 272413"/>
                        <a:gd name="connsiteX12" fmla="*/ 347606 w 349670"/>
                        <a:gd name="connsiteY12" fmla="*/ 163657 h 272413"/>
                        <a:gd name="connsiteX13" fmla="*/ 349670 w 349670"/>
                        <a:gd name="connsiteY13" fmla="*/ 143196 h 272413"/>
                        <a:gd name="connsiteX14" fmla="*/ 252004 w 349670"/>
                        <a:gd name="connsiteY14" fmla="*/ 174930 h 272413"/>
                        <a:gd name="connsiteX15" fmla="*/ 248617 w 349670"/>
                        <a:gd name="connsiteY15" fmla="*/ 145198 h 272413"/>
                        <a:gd name="connsiteX16" fmla="*/ 283971 w 349670"/>
                        <a:gd name="connsiteY16" fmla="*/ 20923 h 272413"/>
                        <a:gd name="connsiteX17" fmla="*/ 214072 w 349670"/>
                        <a:gd name="connsiteY17" fmla="*/ 0 h 272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49670" h="272413">
                          <a:moveTo>
                            <a:pt x="175187" y="70727"/>
                          </a:moveTo>
                          <a:cubicBezTo>
                            <a:pt x="192979" y="70727"/>
                            <a:pt x="207402" y="85007"/>
                            <a:pt x="207402" y="102622"/>
                          </a:cubicBezTo>
                          <a:cubicBezTo>
                            <a:pt x="207402" y="120237"/>
                            <a:pt x="192979" y="134517"/>
                            <a:pt x="175187" y="134517"/>
                          </a:cubicBezTo>
                          <a:cubicBezTo>
                            <a:pt x="157395" y="134517"/>
                            <a:pt x="142972" y="120237"/>
                            <a:pt x="142972" y="102622"/>
                          </a:cubicBezTo>
                          <a:cubicBezTo>
                            <a:pt x="142972" y="85007"/>
                            <a:pt x="157395" y="70727"/>
                            <a:pt x="175187" y="70727"/>
                          </a:cubicBezTo>
                          <a:close/>
                          <a:moveTo>
                            <a:pt x="214072" y="0"/>
                          </a:moveTo>
                          <a:cubicBezTo>
                            <a:pt x="157614" y="0"/>
                            <a:pt x="109173" y="34303"/>
                            <a:pt x="88481" y="83189"/>
                          </a:cubicBezTo>
                          <a:lnTo>
                            <a:pt x="87771" y="85474"/>
                          </a:lnTo>
                          <a:lnTo>
                            <a:pt x="0" y="118521"/>
                          </a:lnTo>
                          <a:lnTo>
                            <a:pt x="92954" y="197459"/>
                          </a:lnTo>
                          <a:lnTo>
                            <a:pt x="101048" y="212361"/>
                          </a:lnTo>
                          <a:cubicBezTo>
                            <a:pt x="125543" y="248592"/>
                            <a:pt x="167024" y="272413"/>
                            <a:pt x="214072" y="272413"/>
                          </a:cubicBezTo>
                          <a:cubicBezTo>
                            <a:pt x="279941" y="272413"/>
                            <a:pt x="334896" y="225724"/>
                            <a:pt x="347606" y="163657"/>
                          </a:cubicBezTo>
                          <a:lnTo>
                            <a:pt x="349670" y="143196"/>
                          </a:lnTo>
                          <a:lnTo>
                            <a:pt x="252004" y="174930"/>
                          </a:lnTo>
                          <a:lnTo>
                            <a:pt x="248617" y="145198"/>
                          </a:lnTo>
                          <a:cubicBezTo>
                            <a:pt x="244833" y="129688"/>
                            <a:pt x="250143" y="59463"/>
                            <a:pt x="283971" y="20923"/>
                          </a:cubicBezTo>
                          <a:cubicBezTo>
                            <a:pt x="284705" y="23387"/>
                            <a:pt x="271874" y="0"/>
                            <a:pt x="214072" y="0"/>
                          </a:cubicBezTo>
                          <a:close/>
                        </a:path>
                      </a:pathLst>
                    </a:custGeom>
                    <a:grpFill/>
                    <a:ln w="12700" cap="flat" cmpd="sng" algn="ctr">
                      <a:noFill/>
                      <a:prstDash val="solid"/>
                      <a:miter lim="800000"/>
                    </a:ln>
                    <a:effectLst/>
                  </p:spPr>
                  <p:txBody>
                    <a:bodyPr wrap="square" rtlCol="0" anchor="ctr">
                      <a:noAutofit/>
                    </a:bodyPr>
                    <a:lstStyle/>
                    <a:p>
                      <a:endParaRPr lang="en-IN"/>
                    </a:p>
                  </p:txBody>
                </p:sp>
                <p:sp>
                  <p:nvSpPr>
                    <p:cNvPr id="254" name="Pie 253"/>
                    <p:cNvSpPr/>
                    <p:nvPr/>
                  </p:nvSpPr>
                  <p:spPr>
                    <a:xfrm rot="17220000" flipH="1">
                      <a:off x="2647337" y="3020674"/>
                      <a:ext cx="231358" cy="243161"/>
                    </a:xfrm>
                    <a:prstGeom prst="pie">
                      <a:avLst>
                        <a:gd name="adj1" fmla="val 5378394"/>
                        <a:gd name="adj2" fmla="val 16200000"/>
                      </a:avLst>
                    </a:prstGeom>
                    <a:grpFill/>
                    <a:ln w="12700" cap="flat" cmpd="sng" algn="ctr">
                      <a:noFill/>
                      <a:prstDash val="solid"/>
                      <a:miter lim="800000"/>
                    </a:ln>
                    <a:effectLst/>
                  </p:spPr>
                  <p:txBody>
                    <a:bodyPr rtlCol="0" anchor="ctr"/>
                    <a:lstStyle/>
                    <a:p>
                      <a:endParaRPr lang="en-IN"/>
                    </a:p>
                  </p:txBody>
                </p:sp>
              </p:grpSp>
            </p:grpSp>
          </p:grpSp>
          <p:grpSp>
            <p:nvGrpSpPr>
              <p:cNvPr id="208" name="Group 207"/>
              <p:cNvGrpSpPr/>
              <p:nvPr/>
            </p:nvGrpSpPr>
            <p:grpSpPr>
              <a:xfrm>
                <a:off x="2154972" y="1422231"/>
                <a:ext cx="894231" cy="905386"/>
                <a:chOff x="2154972" y="1422231"/>
                <a:chExt cx="894231" cy="905386"/>
              </a:xfrm>
            </p:grpSpPr>
            <p:sp>
              <p:nvSpPr>
                <p:cNvPr id="230" name="Freeform 229"/>
                <p:cNvSpPr/>
                <p:nvPr/>
              </p:nvSpPr>
              <p:spPr>
                <a:xfrm rot="19800000">
                  <a:off x="2154972" y="1422231"/>
                  <a:ext cx="894231" cy="905386"/>
                </a:xfrm>
                <a:custGeom>
                  <a:avLst/>
                  <a:gdLst>
                    <a:gd name="connsiteX0" fmla="*/ 1825789 w 1940329"/>
                    <a:gd name="connsiteY0" fmla="*/ 0 h 1964535"/>
                    <a:gd name="connsiteX1" fmla="*/ 1853080 w 1940329"/>
                    <a:gd name="connsiteY1" fmla="*/ 76384 h 1964535"/>
                    <a:gd name="connsiteX2" fmla="*/ 1940329 w 1940329"/>
                    <a:gd name="connsiteY2" fmla="*/ 667561 h 1964535"/>
                    <a:gd name="connsiteX3" fmla="*/ 1595698 w 1940329"/>
                    <a:gd name="connsiteY3" fmla="*/ 1798827 h 1964535"/>
                    <a:gd name="connsiteX4" fmla="*/ 1504223 w 1940329"/>
                    <a:gd name="connsiteY4" fmla="*/ 1922583 h 1964535"/>
                    <a:gd name="connsiteX5" fmla="*/ 1174398 w 1940329"/>
                    <a:gd name="connsiteY5" fmla="*/ 1732159 h 1964535"/>
                    <a:gd name="connsiteX6" fmla="*/ 1169094 w 1940329"/>
                    <a:gd name="connsiteY6" fmla="*/ 1736077 h 1964535"/>
                    <a:gd name="connsiteX7" fmla="*/ 1150930 w 1940329"/>
                    <a:gd name="connsiteY7" fmla="*/ 1762296 h 1964535"/>
                    <a:gd name="connsiteX8" fmla="*/ 1147517 w 1940329"/>
                    <a:gd name="connsiteY8" fmla="*/ 1808230 h 1964535"/>
                    <a:gd name="connsiteX9" fmla="*/ 1142843 w 1940329"/>
                    <a:gd name="connsiteY9" fmla="*/ 1907698 h 1964535"/>
                    <a:gd name="connsiteX10" fmla="*/ 975438 w 1940329"/>
                    <a:gd name="connsiteY10" fmla="*/ 1946985 h 1964535"/>
                    <a:gd name="connsiteX11" fmla="*/ 925372 w 1940329"/>
                    <a:gd name="connsiteY11" fmla="*/ 1784628 h 1964535"/>
                    <a:gd name="connsiteX12" fmla="*/ 996804 w 1940329"/>
                    <a:gd name="connsiteY12" fmla="*/ 1732512 h 1964535"/>
                    <a:gd name="connsiteX13" fmla="*/ 1037161 w 1940329"/>
                    <a:gd name="connsiteY13" fmla="*/ 1701103 h 1964535"/>
                    <a:gd name="connsiteX14" fmla="*/ 1055437 w 1940329"/>
                    <a:gd name="connsiteY14" fmla="*/ 1670411 h 1964535"/>
                    <a:gd name="connsiteX15" fmla="*/ 1056623 w 1940329"/>
                    <a:gd name="connsiteY15" fmla="*/ 1664161 h 1964535"/>
                    <a:gd name="connsiteX16" fmla="*/ 0 w 1940329"/>
                    <a:gd name="connsiteY16" fmla="*/ 1054120 h 1964535"/>
                    <a:gd name="connsiteX17" fmla="*/ 1048154 w 1940329"/>
                    <a:gd name="connsiteY17" fmla="*/ 448968 h 1964535"/>
                    <a:gd name="connsiteX18" fmla="*/ 1061423 w 1940329"/>
                    <a:gd name="connsiteY18" fmla="*/ 459802 h 1964535"/>
                    <a:gd name="connsiteX19" fmla="*/ 1079682 w 1940329"/>
                    <a:gd name="connsiteY19" fmla="*/ 490504 h 1964535"/>
                    <a:gd name="connsiteX20" fmla="*/ 1088041 w 1940329"/>
                    <a:gd name="connsiteY20" fmla="*/ 540955 h 1964535"/>
                    <a:gd name="connsiteX21" fmla="*/ 1099778 w 1940329"/>
                    <a:gd name="connsiteY21" fmla="*/ 628596 h 1964535"/>
                    <a:gd name="connsiteX22" fmla="*/ 1266358 w 1940329"/>
                    <a:gd name="connsiteY22" fmla="*/ 662026 h 1964535"/>
                    <a:gd name="connsiteX23" fmla="*/ 1311670 w 1940329"/>
                    <a:gd name="connsiteY23" fmla="*/ 496151 h 1964535"/>
                    <a:gd name="connsiteX24" fmla="*/ 1226473 w 1940329"/>
                    <a:gd name="connsiteY24" fmla="*/ 444602 h 1964535"/>
                    <a:gd name="connsiteX25" fmla="*/ 1187728 w 1940329"/>
                    <a:gd name="connsiteY25" fmla="*/ 419694 h 1964535"/>
                    <a:gd name="connsiteX26" fmla="*/ 1173347 w 1940329"/>
                    <a:gd name="connsiteY26" fmla="*/ 391224 h 1964535"/>
                    <a:gd name="connsiteX27" fmla="*/ 1171464 w 1940329"/>
                    <a:gd name="connsiteY27" fmla="*/ 377775 h 1964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940329" h="1964535">
                      <a:moveTo>
                        <a:pt x="1825789" y="0"/>
                      </a:moveTo>
                      <a:lnTo>
                        <a:pt x="1853080" y="76384"/>
                      </a:lnTo>
                      <a:cubicBezTo>
                        <a:pt x="1909783" y="263137"/>
                        <a:pt x="1940329" y="461695"/>
                        <a:pt x="1940329" y="667561"/>
                      </a:cubicBezTo>
                      <a:cubicBezTo>
                        <a:pt x="1940329" y="1087871"/>
                        <a:pt x="1813000" y="1477716"/>
                        <a:pt x="1595698" y="1798827"/>
                      </a:cubicBezTo>
                      <a:lnTo>
                        <a:pt x="1504223" y="1922583"/>
                      </a:lnTo>
                      <a:lnTo>
                        <a:pt x="1174398" y="1732159"/>
                      </a:lnTo>
                      <a:lnTo>
                        <a:pt x="1169094" y="1736077"/>
                      </a:lnTo>
                      <a:cubicBezTo>
                        <a:pt x="1161701" y="1743262"/>
                        <a:pt x="1155179" y="1751936"/>
                        <a:pt x="1150930" y="1762296"/>
                      </a:cubicBezTo>
                      <a:cubicBezTo>
                        <a:pt x="1145166" y="1778180"/>
                        <a:pt x="1144290" y="1796831"/>
                        <a:pt x="1147517" y="1808230"/>
                      </a:cubicBezTo>
                      <a:cubicBezTo>
                        <a:pt x="1149576" y="1844497"/>
                        <a:pt x="1160625" y="1876278"/>
                        <a:pt x="1142843" y="1907698"/>
                      </a:cubicBezTo>
                      <a:cubicBezTo>
                        <a:pt x="1111384" y="1963289"/>
                        <a:pt x="1036525" y="1981556"/>
                        <a:pt x="975438" y="1946985"/>
                      </a:cubicBezTo>
                      <a:cubicBezTo>
                        <a:pt x="916794" y="1913798"/>
                        <a:pt x="893912" y="1840219"/>
                        <a:pt x="925372" y="1784628"/>
                      </a:cubicBezTo>
                      <a:cubicBezTo>
                        <a:pt x="940418" y="1758041"/>
                        <a:pt x="972276" y="1747351"/>
                        <a:pt x="996804" y="1732512"/>
                      </a:cubicBezTo>
                      <a:cubicBezTo>
                        <a:pt x="1010973" y="1724576"/>
                        <a:pt x="1027879" y="1711805"/>
                        <a:pt x="1037161" y="1701103"/>
                      </a:cubicBezTo>
                      <a:cubicBezTo>
                        <a:pt x="1046102" y="1691005"/>
                        <a:pt x="1051848" y="1680496"/>
                        <a:pt x="1055437" y="1670411"/>
                      </a:cubicBezTo>
                      <a:lnTo>
                        <a:pt x="1056623" y="1664161"/>
                      </a:lnTo>
                      <a:lnTo>
                        <a:pt x="0" y="1054120"/>
                      </a:lnTo>
                      <a:lnTo>
                        <a:pt x="1048154" y="448968"/>
                      </a:lnTo>
                      <a:lnTo>
                        <a:pt x="1061423" y="459802"/>
                      </a:lnTo>
                      <a:cubicBezTo>
                        <a:pt x="1068574" y="467767"/>
                        <a:pt x="1075071" y="477830"/>
                        <a:pt x="1079682" y="490504"/>
                      </a:cubicBezTo>
                      <a:cubicBezTo>
                        <a:pt x="1084662" y="503767"/>
                        <a:pt x="1087823" y="524716"/>
                        <a:pt x="1088041" y="540955"/>
                      </a:cubicBezTo>
                      <a:cubicBezTo>
                        <a:pt x="1089385" y="569591"/>
                        <a:pt x="1083586" y="602691"/>
                        <a:pt x="1099778" y="628596"/>
                      </a:cubicBezTo>
                      <a:cubicBezTo>
                        <a:pt x="1133634" y="682760"/>
                        <a:pt x="1209218" y="697742"/>
                        <a:pt x="1266358" y="662026"/>
                      </a:cubicBezTo>
                      <a:cubicBezTo>
                        <a:pt x="1325878" y="624823"/>
                        <a:pt x="1345526" y="550315"/>
                        <a:pt x="1311670" y="496151"/>
                      </a:cubicBezTo>
                      <a:cubicBezTo>
                        <a:pt x="1292534" y="465536"/>
                        <a:pt x="1259331" y="460090"/>
                        <a:pt x="1226473" y="444602"/>
                      </a:cubicBezTo>
                      <a:cubicBezTo>
                        <a:pt x="1214915" y="442001"/>
                        <a:pt x="1198941" y="432336"/>
                        <a:pt x="1187728" y="419694"/>
                      </a:cubicBezTo>
                      <a:cubicBezTo>
                        <a:pt x="1180649" y="411018"/>
                        <a:pt x="1176136" y="401149"/>
                        <a:pt x="1173347" y="391224"/>
                      </a:cubicBezTo>
                      <a:lnTo>
                        <a:pt x="1171464" y="377775"/>
                      </a:lnTo>
                      <a:close/>
                    </a:path>
                  </a:pathLst>
                </a:custGeom>
                <a:solidFill>
                  <a:srgbClr val="005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grpSp>
              <p:nvGrpSpPr>
                <p:cNvPr id="231" name="Group 230"/>
                <p:cNvGrpSpPr/>
                <p:nvPr/>
              </p:nvGrpSpPr>
              <p:grpSpPr>
                <a:xfrm>
                  <a:off x="2597157" y="1759679"/>
                  <a:ext cx="231349" cy="198976"/>
                  <a:chOff x="2597156" y="1759679"/>
                  <a:chExt cx="2148321" cy="1847712"/>
                </a:xfrm>
                <a:solidFill>
                  <a:srgbClr val="FFFFFF"/>
                </a:solidFill>
                <a:effectLst/>
              </p:grpSpPr>
              <p:grpSp>
                <p:nvGrpSpPr>
                  <p:cNvPr id="232" name="Group 231"/>
                  <p:cNvGrpSpPr/>
                  <p:nvPr/>
                </p:nvGrpSpPr>
                <p:grpSpPr>
                  <a:xfrm>
                    <a:off x="2723617" y="1759679"/>
                    <a:ext cx="529640" cy="1676400"/>
                    <a:chOff x="2723617" y="1759679"/>
                    <a:chExt cx="529640" cy="1676400"/>
                  </a:xfrm>
                  <a:grpFill/>
                </p:grpSpPr>
                <p:sp>
                  <p:nvSpPr>
                    <p:cNvPr id="244" name="Freeform 243"/>
                    <p:cNvSpPr/>
                    <p:nvPr/>
                  </p:nvSpPr>
                  <p:spPr>
                    <a:xfrm>
                      <a:off x="2723617" y="1759679"/>
                      <a:ext cx="529640" cy="1676400"/>
                    </a:xfrm>
                    <a:custGeom>
                      <a:avLst/>
                      <a:gdLst>
                        <a:gd name="connsiteX0" fmla="*/ 264820 w 529640"/>
                        <a:gd name="connsiteY0" fmla="*/ 1174909 h 1676400"/>
                        <a:gd name="connsiteX1" fmla="*/ 72143 w 529640"/>
                        <a:gd name="connsiteY1" fmla="*/ 1367586 h 1676400"/>
                        <a:gd name="connsiteX2" fmla="*/ 264820 w 529640"/>
                        <a:gd name="connsiteY2" fmla="*/ 1560263 h 1676400"/>
                        <a:gd name="connsiteX3" fmla="*/ 457497 w 529640"/>
                        <a:gd name="connsiteY3" fmla="*/ 1367586 h 1676400"/>
                        <a:gd name="connsiteX4" fmla="*/ 264820 w 529640"/>
                        <a:gd name="connsiteY4" fmla="*/ 1174909 h 1676400"/>
                        <a:gd name="connsiteX5" fmla="*/ 146244 w 529640"/>
                        <a:gd name="connsiteY5" fmla="*/ 110942 h 1676400"/>
                        <a:gd name="connsiteX6" fmla="*/ 86954 w 529640"/>
                        <a:gd name="connsiteY6" fmla="*/ 170232 h 1676400"/>
                        <a:gd name="connsiteX7" fmla="*/ 86954 w 529640"/>
                        <a:gd name="connsiteY7" fmla="*/ 846485 h 1676400"/>
                        <a:gd name="connsiteX8" fmla="*/ 146244 w 529640"/>
                        <a:gd name="connsiteY8" fmla="*/ 905775 h 1676400"/>
                        <a:gd name="connsiteX9" fmla="*/ 383397 w 529640"/>
                        <a:gd name="connsiteY9" fmla="*/ 905775 h 1676400"/>
                        <a:gd name="connsiteX10" fmla="*/ 442687 w 529640"/>
                        <a:gd name="connsiteY10" fmla="*/ 846485 h 1676400"/>
                        <a:gd name="connsiteX11" fmla="*/ 442687 w 529640"/>
                        <a:gd name="connsiteY11" fmla="*/ 170232 h 1676400"/>
                        <a:gd name="connsiteX12" fmla="*/ 383397 w 529640"/>
                        <a:gd name="connsiteY12" fmla="*/ 110942 h 1676400"/>
                        <a:gd name="connsiteX13" fmla="*/ 88275 w 529640"/>
                        <a:gd name="connsiteY13" fmla="*/ 0 h 1676400"/>
                        <a:gd name="connsiteX14" fmla="*/ 441365 w 529640"/>
                        <a:gd name="connsiteY14" fmla="*/ 0 h 1676400"/>
                        <a:gd name="connsiteX15" fmla="*/ 529640 w 529640"/>
                        <a:gd name="connsiteY15" fmla="*/ 88275 h 1676400"/>
                        <a:gd name="connsiteX16" fmla="*/ 529640 w 529640"/>
                        <a:gd name="connsiteY16" fmla="*/ 1588125 h 1676400"/>
                        <a:gd name="connsiteX17" fmla="*/ 441365 w 529640"/>
                        <a:gd name="connsiteY17" fmla="*/ 1676400 h 1676400"/>
                        <a:gd name="connsiteX18" fmla="*/ 88275 w 529640"/>
                        <a:gd name="connsiteY18" fmla="*/ 1676400 h 1676400"/>
                        <a:gd name="connsiteX19" fmla="*/ 0 w 529640"/>
                        <a:gd name="connsiteY19" fmla="*/ 1588125 h 1676400"/>
                        <a:gd name="connsiteX20" fmla="*/ 0 w 529640"/>
                        <a:gd name="connsiteY20" fmla="*/ 88275 h 1676400"/>
                        <a:gd name="connsiteX21" fmla="*/ 88275 w 529640"/>
                        <a:gd name="connsiteY21" fmla="*/ 0 h 167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29640" h="1676400">
                          <a:moveTo>
                            <a:pt x="264820" y="1174909"/>
                          </a:moveTo>
                          <a:cubicBezTo>
                            <a:pt x="158407" y="1174909"/>
                            <a:pt x="72143" y="1261173"/>
                            <a:pt x="72143" y="1367586"/>
                          </a:cubicBezTo>
                          <a:cubicBezTo>
                            <a:pt x="72143" y="1473999"/>
                            <a:pt x="158407" y="1560263"/>
                            <a:pt x="264820" y="1560263"/>
                          </a:cubicBezTo>
                          <a:cubicBezTo>
                            <a:pt x="371233" y="1560263"/>
                            <a:pt x="457497" y="1473999"/>
                            <a:pt x="457497" y="1367586"/>
                          </a:cubicBezTo>
                          <a:cubicBezTo>
                            <a:pt x="457497" y="1261173"/>
                            <a:pt x="371233" y="1174909"/>
                            <a:pt x="264820" y="1174909"/>
                          </a:cubicBezTo>
                          <a:close/>
                          <a:moveTo>
                            <a:pt x="146244" y="110942"/>
                          </a:moveTo>
                          <a:cubicBezTo>
                            <a:pt x="113499" y="110942"/>
                            <a:pt x="86954" y="137487"/>
                            <a:pt x="86954" y="170232"/>
                          </a:cubicBezTo>
                          <a:lnTo>
                            <a:pt x="86954" y="846485"/>
                          </a:lnTo>
                          <a:cubicBezTo>
                            <a:pt x="86954" y="879230"/>
                            <a:pt x="113499" y="905775"/>
                            <a:pt x="146244" y="905775"/>
                          </a:cubicBezTo>
                          <a:lnTo>
                            <a:pt x="383397" y="905775"/>
                          </a:lnTo>
                          <a:cubicBezTo>
                            <a:pt x="416142" y="905775"/>
                            <a:pt x="442687" y="879230"/>
                            <a:pt x="442687" y="846485"/>
                          </a:cubicBezTo>
                          <a:lnTo>
                            <a:pt x="442687" y="170232"/>
                          </a:lnTo>
                          <a:cubicBezTo>
                            <a:pt x="442687" y="137487"/>
                            <a:pt x="416142" y="110942"/>
                            <a:pt x="383397" y="110942"/>
                          </a:cubicBezTo>
                          <a:close/>
                          <a:moveTo>
                            <a:pt x="88275" y="0"/>
                          </a:moveTo>
                          <a:lnTo>
                            <a:pt x="441365" y="0"/>
                          </a:lnTo>
                          <a:cubicBezTo>
                            <a:pt x="490118" y="0"/>
                            <a:pt x="529640" y="39522"/>
                            <a:pt x="529640" y="88275"/>
                          </a:cubicBezTo>
                          <a:lnTo>
                            <a:pt x="529640" y="1588125"/>
                          </a:lnTo>
                          <a:cubicBezTo>
                            <a:pt x="529640" y="1636878"/>
                            <a:pt x="490118" y="1676400"/>
                            <a:pt x="441365" y="1676400"/>
                          </a:cubicBezTo>
                          <a:lnTo>
                            <a:pt x="88275" y="1676400"/>
                          </a:lnTo>
                          <a:cubicBezTo>
                            <a:pt x="39522" y="1676400"/>
                            <a:pt x="0" y="1636878"/>
                            <a:pt x="0" y="1588125"/>
                          </a:cubicBezTo>
                          <a:lnTo>
                            <a:pt x="0" y="88275"/>
                          </a:lnTo>
                          <a:cubicBezTo>
                            <a:pt x="0" y="39522"/>
                            <a:pt x="39522" y="0"/>
                            <a:pt x="88275" y="0"/>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sp>
                  <p:nvSpPr>
                    <p:cNvPr id="245" name="Oval 244"/>
                    <p:cNvSpPr/>
                    <p:nvPr/>
                  </p:nvSpPr>
                  <p:spPr>
                    <a:xfrm>
                      <a:off x="2913017" y="3051845"/>
                      <a:ext cx="150840" cy="15084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sp>
                  <p:nvSpPr>
                    <p:cNvPr id="246" name="Rectangle 245"/>
                    <p:cNvSpPr/>
                    <p:nvPr/>
                  </p:nvSpPr>
                  <p:spPr>
                    <a:xfrm>
                      <a:off x="2875770" y="2323899"/>
                      <a:ext cx="225334" cy="88175"/>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sp>
                  <p:nvSpPr>
                    <p:cNvPr id="247" name="Rectangle 246"/>
                    <p:cNvSpPr/>
                    <p:nvPr/>
                  </p:nvSpPr>
                  <p:spPr>
                    <a:xfrm>
                      <a:off x="2875770" y="2122826"/>
                      <a:ext cx="225334" cy="68949"/>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grpSp>
              <p:sp>
                <p:nvSpPr>
                  <p:cNvPr id="233" name="Freeform 232"/>
                  <p:cNvSpPr/>
                  <p:nvPr/>
                </p:nvSpPr>
                <p:spPr>
                  <a:xfrm>
                    <a:off x="2597156" y="3401584"/>
                    <a:ext cx="2148321" cy="205807"/>
                  </a:xfrm>
                  <a:custGeom>
                    <a:avLst/>
                    <a:gdLst>
                      <a:gd name="connsiteX0" fmla="*/ 7539 w 2148321"/>
                      <a:gd name="connsiteY0" fmla="*/ 0 h 205807"/>
                      <a:gd name="connsiteX1" fmla="*/ 61900 w 2148321"/>
                      <a:gd name="connsiteY1" fmla="*/ 0 h 205807"/>
                      <a:gd name="connsiteX2" fmla="*/ 54212 w 2148321"/>
                      <a:gd name="connsiteY2" fmla="*/ 37329 h 205807"/>
                      <a:gd name="connsiteX3" fmla="*/ 54212 w 2148321"/>
                      <a:gd name="connsiteY3" fmla="*/ 54177 h 205807"/>
                      <a:gd name="connsiteX4" fmla="*/ 154116 w 2148321"/>
                      <a:gd name="connsiteY4" fmla="*/ 152112 h 205807"/>
                      <a:gd name="connsiteX5" fmla="*/ 635110 w 2148321"/>
                      <a:gd name="connsiteY5" fmla="*/ 152112 h 205807"/>
                      <a:gd name="connsiteX6" fmla="*/ 673997 w 2148321"/>
                      <a:gd name="connsiteY6" fmla="*/ 144416 h 205807"/>
                      <a:gd name="connsiteX7" fmla="*/ 700724 w 2148321"/>
                      <a:gd name="connsiteY7" fmla="*/ 126751 h 205807"/>
                      <a:gd name="connsiteX8" fmla="*/ 694452 w 2148321"/>
                      <a:gd name="connsiteY8" fmla="*/ 117632 h 205807"/>
                      <a:gd name="connsiteX9" fmla="*/ 682879 w 2148321"/>
                      <a:gd name="connsiteY9" fmla="*/ 61437 h 205807"/>
                      <a:gd name="connsiteX10" fmla="*/ 682879 w 2148321"/>
                      <a:gd name="connsiteY10" fmla="*/ 36602 h 205807"/>
                      <a:gd name="connsiteX11" fmla="*/ 690418 w 2148321"/>
                      <a:gd name="connsiteY11" fmla="*/ 0 h 205807"/>
                      <a:gd name="connsiteX12" fmla="*/ 727326 w 2148321"/>
                      <a:gd name="connsiteY12" fmla="*/ 0 h 205807"/>
                      <a:gd name="connsiteX13" fmla="*/ 744779 w 2148321"/>
                      <a:gd name="connsiteY13" fmla="*/ 0 h 205807"/>
                      <a:gd name="connsiteX14" fmla="*/ 775023 w 2148321"/>
                      <a:gd name="connsiteY14" fmla="*/ 0 h 205807"/>
                      <a:gd name="connsiteX15" fmla="*/ 782562 w 2148321"/>
                      <a:gd name="connsiteY15" fmla="*/ 36602 h 205807"/>
                      <a:gd name="connsiteX16" fmla="*/ 782562 w 2148321"/>
                      <a:gd name="connsiteY16" fmla="*/ 61437 h 205807"/>
                      <a:gd name="connsiteX17" fmla="*/ 770989 w 2148321"/>
                      <a:gd name="connsiteY17" fmla="*/ 117632 h 205807"/>
                      <a:gd name="connsiteX18" fmla="*/ 766799 w 2148321"/>
                      <a:gd name="connsiteY18" fmla="*/ 123723 h 205807"/>
                      <a:gd name="connsiteX19" fmla="*/ 798108 w 2148321"/>
                      <a:gd name="connsiteY19" fmla="*/ 144416 h 205807"/>
                      <a:gd name="connsiteX20" fmla="*/ 836995 w 2148321"/>
                      <a:gd name="connsiteY20" fmla="*/ 152112 h 205807"/>
                      <a:gd name="connsiteX21" fmla="*/ 1317989 w 2148321"/>
                      <a:gd name="connsiteY21" fmla="*/ 152112 h 205807"/>
                      <a:gd name="connsiteX22" fmla="*/ 1356876 w 2148321"/>
                      <a:gd name="connsiteY22" fmla="*/ 144416 h 205807"/>
                      <a:gd name="connsiteX23" fmla="*/ 1383604 w 2148321"/>
                      <a:gd name="connsiteY23" fmla="*/ 126751 h 205807"/>
                      <a:gd name="connsiteX24" fmla="*/ 1377332 w 2148321"/>
                      <a:gd name="connsiteY24" fmla="*/ 117632 h 205807"/>
                      <a:gd name="connsiteX25" fmla="*/ 1365759 w 2148321"/>
                      <a:gd name="connsiteY25" fmla="*/ 61437 h 205807"/>
                      <a:gd name="connsiteX26" fmla="*/ 1365759 w 2148321"/>
                      <a:gd name="connsiteY26" fmla="*/ 36602 h 205807"/>
                      <a:gd name="connsiteX27" fmla="*/ 1373298 w 2148321"/>
                      <a:gd name="connsiteY27" fmla="*/ 0 h 205807"/>
                      <a:gd name="connsiteX28" fmla="*/ 1410205 w 2148321"/>
                      <a:gd name="connsiteY28" fmla="*/ 0 h 205807"/>
                      <a:gd name="connsiteX29" fmla="*/ 1427659 w 2148321"/>
                      <a:gd name="connsiteY29" fmla="*/ 0 h 205807"/>
                      <a:gd name="connsiteX30" fmla="*/ 1457902 w 2148321"/>
                      <a:gd name="connsiteY30" fmla="*/ 0 h 205807"/>
                      <a:gd name="connsiteX31" fmla="*/ 1465441 w 2148321"/>
                      <a:gd name="connsiteY31" fmla="*/ 36602 h 205807"/>
                      <a:gd name="connsiteX32" fmla="*/ 1465441 w 2148321"/>
                      <a:gd name="connsiteY32" fmla="*/ 61437 h 205807"/>
                      <a:gd name="connsiteX33" fmla="*/ 1453868 w 2148321"/>
                      <a:gd name="connsiteY33" fmla="*/ 117632 h 205807"/>
                      <a:gd name="connsiteX34" fmla="*/ 1449679 w 2148321"/>
                      <a:gd name="connsiteY34" fmla="*/ 123723 h 205807"/>
                      <a:gd name="connsiteX35" fmla="*/ 1480988 w 2148321"/>
                      <a:gd name="connsiteY35" fmla="*/ 144416 h 205807"/>
                      <a:gd name="connsiteX36" fmla="*/ 1519875 w 2148321"/>
                      <a:gd name="connsiteY36" fmla="*/ 152112 h 205807"/>
                      <a:gd name="connsiteX37" fmla="*/ 2000869 w 2148321"/>
                      <a:gd name="connsiteY37" fmla="*/ 152112 h 205807"/>
                      <a:gd name="connsiteX38" fmla="*/ 2100772 w 2148321"/>
                      <a:gd name="connsiteY38" fmla="*/ 54177 h 205807"/>
                      <a:gd name="connsiteX39" fmla="*/ 2100772 w 2148321"/>
                      <a:gd name="connsiteY39" fmla="*/ 37329 h 205807"/>
                      <a:gd name="connsiteX40" fmla="*/ 2093085 w 2148321"/>
                      <a:gd name="connsiteY40" fmla="*/ 0 h 205807"/>
                      <a:gd name="connsiteX41" fmla="*/ 2140782 w 2148321"/>
                      <a:gd name="connsiteY41" fmla="*/ 0 h 205807"/>
                      <a:gd name="connsiteX42" fmla="*/ 2148321 w 2148321"/>
                      <a:gd name="connsiteY42" fmla="*/ 36602 h 205807"/>
                      <a:gd name="connsiteX43" fmla="*/ 2148321 w 2148321"/>
                      <a:gd name="connsiteY43" fmla="*/ 61437 h 205807"/>
                      <a:gd name="connsiteX44" fmla="*/ 2001049 w 2148321"/>
                      <a:gd name="connsiteY44" fmla="*/ 205807 h 205807"/>
                      <a:gd name="connsiteX45" fmla="*/ 1513031 w 2148321"/>
                      <a:gd name="connsiteY45" fmla="*/ 205807 h 205807"/>
                      <a:gd name="connsiteX46" fmla="*/ 1455706 w 2148321"/>
                      <a:gd name="connsiteY46" fmla="*/ 194462 h 205807"/>
                      <a:gd name="connsiteX47" fmla="*/ 1415600 w 2148321"/>
                      <a:gd name="connsiteY47" fmla="*/ 167954 h 205807"/>
                      <a:gd name="connsiteX48" fmla="*/ 1375494 w 2148321"/>
                      <a:gd name="connsiteY48" fmla="*/ 194462 h 205807"/>
                      <a:gd name="connsiteX49" fmla="*/ 1318169 w 2148321"/>
                      <a:gd name="connsiteY49" fmla="*/ 205807 h 205807"/>
                      <a:gd name="connsiteX50" fmla="*/ 830151 w 2148321"/>
                      <a:gd name="connsiteY50" fmla="*/ 205807 h 205807"/>
                      <a:gd name="connsiteX51" fmla="*/ 772826 w 2148321"/>
                      <a:gd name="connsiteY51" fmla="*/ 194462 h 205807"/>
                      <a:gd name="connsiteX52" fmla="*/ 732721 w 2148321"/>
                      <a:gd name="connsiteY52" fmla="*/ 167955 h 205807"/>
                      <a:gd name="connsiteX53" fmla="*/ 692615 w 2148321"/>
                      <a:gd name="connsiteY53" fmla="*/ 194462 h 205807"/>
                      <a:gd name="connsiteX54" fmla="*/ 635290 w 2148321"/>
                      <a:gd name="connsiteY54" fmla="*/ 205807 h 205807"/>
                      <a:gd name="connsiteX55" fmla="*/ 147272 w 2148321"/>
                      <a:gd name="connsiteY55" fmla="*/ 205807 h 205807"/>
                      <a:gd name="connsiteX56" fmla="*/ 0 w 2148321"/>
                      <a:gd name="connsiteY56" fmla="*/ 61437 h 205807"/>
                      <a:gd name="connsiteX57" fmla="*/ 0 w 2148321"/>
                      <a:gd name="connsiteY57" fmla="*/ 36602 h 205807"/>
                      <a:gd name="connsiteX0" fmla="*/ 7539 w 2148321"/>
                      <a:gd name="connsiteY0" fmla="*/ 0 h 205807"/>
                      <a:gd name="connsiteX1" fmla="*/ 61900 w 2148321"/>
                      <a:gd name="connsiteY1" fmla="*/ 0 h 205807"/>
                      <a:gd name="connsiteX2" fmla="*/ 54212 w 2148321"/>
                      <a:gd name="connsiteY2" fmla="*/ 37329 h 205807"/>
                      <a:gd name="connsiteX3" fmla="*/ 54212 w 2148321"/>
                      <a:gd name="connsiteY3" fmla="*/ 54177 h 205807"/>
                      <a:gd name="connsiteX4" fmla="*/ 154116 w 2148321"/>
                      <a:gd name="connsiteY4" fmla="*/ 152112 h 205807"/>
                      <a:gd name="connsiteX5" fmla="*/ 635110 w 2148321"/>
                      <a:gd name="connsiteY5" fmla="*/ 152112 h 205807"/>
                      <a:gd name="connsiteX6" fmla="*/ 673997 w 2148321"/>
                      <a:gd name="connsiteY6" fmla="*/ 144416 h 205807"/>
                      <a:gd name="connsiteX7" fmla="*/ 700724 w 2148321"/>
                      <a:gd name="connsiteY7" fmla="*/ 126751 h 205807"/>
                      <a:gd name="connsiteX8" fmla="*/ 694452 w 2148321"/>
                      <a:gd name="connsiteY8" fmla="*/ 117632 h 205807"/>
                      <a:gd name="connsiteX9" fmla="*/ 682879 w 2148321"/>
                      <a:gd name="connsiteY9" fmla="*/ 61437 h 205807"/>
                      <a:gd name="connsiteX10" fmla="*/ 682879 w 2148321"/>
                      <a:gd name="connsiteY10" fmla="*/ 36602 h 205807"/>
                      <a:gd name="connsiteX11" fmla="*/ 727326 w 2148321"/>
                      <a:gd name="connsiteY11" fmla="*/ 0 h 205807"/>
                      <a:gd name="connsiteX12" fmla="*/ 744779 w 2148321"/>
                      <a:gd name="connsiteY12" fmla="*/ 0 h 205807"/>
                      <a:gd name="connsiteX13" fmla="*/ 775023 w 2148321"/>
                      <a:gd name="connsiteY13" fmla="*/ 0 h 205807"/>
                      <a:gd name="connsiteX14" fmla="*/ 782562 w 2148321"/>
                      <a:gd name="connsiteY14" fmla="*/ 36602 h 205807"/>
                      <a:gd name="connsiteX15" fmla="*/ 782562 w 2148321"/>
                      <a:gd name="connsiteY15" fmla="*/ 61437 h 205807"/>
                      <a:gd name="connsiteX16" fmla="*/ 770989 w 2148321"/>
                      <a:gd name="connsiteY16" fmla="*/ 117632 h 205807"/>
                      <a:gd name="connsiteX17" fmla="*/ 766799 w 2148321"/>
                      <a:gd name="connsiteY17" fmla="*/ 123723 h 205807"/>
                      <a:gd name="connsiteX18" fmla="*/ 798108 w 2148321"/>
                      <a:gd name="connsiteY18" fmla="*/ 144416 h 205807"/>
                      <a:gd name="connsiteX19" fmla="*/ 836995 w 2148321"/>
                      <a:gd name="connsiteY19" fmla="*/ 152112 h 205807"/>
                      <a:gd name="connsiteX20" fmla="*/ 1317989 w 2148321"/>
                      <a:gd name="connsiteY20" fmla="*/ 152112 h 205807"/>
                      <a:gd name="connsiteX21" fmla="*/ 1356876 w 2148321"/>
                      <a:gd name="connsiteY21" fmla="*/ 144416 h 205807"/>
                      <a:gd name="connsiteX22" fmla="*/ 1383604 w 2148321"/>
                      <a:gd name="connsiteY22" fmla="*/ 126751 h 205807"/>
                      <a:gd name="connsiteX23" fmla="*/ 1377332 w 2148321"/>
                      <a:gd name="connsiteY23" fmla="*/ 117632 h 205807"/>
                      <a:gd name="connsiteX24" fmla="*/ 1365759 w 2148321"/>
                      <a:gd name="connsiteY24" fmla="*/ 61437 h 205807"/>
                      <a:gd name="connsiteX25" fmla="*/ 1365759 w 2148321"/>
                      <a:gd name="connsiteY25" fmla="*/ 36602 h 205807"/>
                      <a:gd name="connsiteX26" fmla="*/ 1373298 w 2148321"/>
                      <a:gd name="connsiteY26" fmla="*/ 0 h 205807"/>
                      <a:gd name="connsiteX27" fmla="*/ 1410205 w 2148321"/>
                      <a:gd name="connsiteY27" fmla="*/ 0 h 205807"/>
                      <a:gd name="connsiteX28" fmla="*/ 1427659 w 2148321"/>
                      <a:gd name="connsiteY28" fmla="*/ 0 h 205807"/>
                      <a:gd name="connsiteX29" fmla="*/ 1457902 w 2148321"/>
                      <a:gd name="connsiteY29" fmla="*/ 0 h 205807"/>
                      <a:gd name="connsiteX30" fmla="*/ 1465441 w 2148321"/>
                      <a:gd name="connsiteY30" fmla="*/ 36602 h 205807"/>
                      <a:gd name="connsiteX31" fmla="*/ 1465441 w 2148321"/>
                      <a:gd name="connsiteY31" fmla="*/ 61437 h 205807"/>
                      <a:gd name="connsiteX32" fmla="*/ 1453868 w 2148321"/>
                      <a:gd name="connsiteY32" fmla="*/ 117632 h 205807"/>
                      <a:gd name="connsiteX33" fmla="*/ 1449679 w 2148321"/>
                      <a:gd name="connsiteY33" fmla="*/ 123723 h 205807"/>
                      <a:gd name="connsiteX34" fmla="*/ 1480988 w 2148321"/>
                      <a:gd name="connsiteY34" fmla="*/ 144416 h 205807"/>
                      <a:gd name="connsiteX35" fmla="*/ 1519875 w 2148321"/>
                      <a:gd name="connsiteY35" fmla="*/ 152112 h 205807"/>
                      <a:gd name="connsiteX36" fmla="*/ 2000869 w 2148321"/>
                      <a:gd name="connsiteY36" fmla="*/ 152112 h 205807"/>
                      <a:gd name="connsiteX37" fmla="*/ 2100772 w 2148321"/>
                      <a:gd name="connsiteY37" fmla="*/ 54177 h 205807"/>
                      <a:gd name="connsiteX38" fmla="*/ 2100772 w 2148321"/>
                      <a:gd name="connsiteY38" fmla="*/ 37329 h 205807"/>
                      <a:gd name="connsiteX39" fmla="*/ 2093085 w 2148321"/>
                      <a:gd name="connsiteY39" fmla="*/ 0 h 205807"/>
                      <a:gd name="connsiteX40" fmla="*/ 2140782 w 2148321"/>
                      <a:gd name="connsiteY40" fmla="*/ 0 h 205807"/>
                      <a:gd name="connsiteX41" fmla="*/ 2148321 w 2148321"/>
                      <a:gd name="connsiteY41" fmla="*/ 36602 h 205807"/>
                      <a:gd name="connsiteX42" fmla="*/ 2148321 w 2148321"/>
                      <a:gd name="connsiteY42" fmla="*/ 61437 h 205807"/>
                      <a:gd name="connsiteX43" fmla="*/ 2001049 w 2148321"/>
                      <a:gd name="connsiteY43" fmla="*/ 205807 h 205807"/>
                      <a:gd name="connsiteX44" fmla="*/ 1513031 w 2148321"/>
                      <a:gd name="connsiteY44" fmla="*/ 205807 h 205807"/>
                      <a:gd name="connsiteX45" fmla="*/ 1455706 w 2148321"/>
                      <a:gd name="connsiteY45" fmla="*/ 194462 h 205807"/>
                      <a:gd name="connsiteX46" fmla="*/ 1415600 w 2148321"/>
                      <a:gd name="connsiteY46" fmla="*/ 167954 h 205807"/>
                      <a:gd name="connsiteX47" fmla="*/ 1375494 w 2148321"/>
                      <a:gd name="connsiteY47" fmla="*/ 194462 h 205807"/>
                      <a:gd name="connsiteX48" fmla="*/ 1318169 w 2148321"/>
                      <a:gd name="connsiteY48" fmla="*/ 205807 h 205807"/>
                      <a:gd name="connsiteX49" fmla="*/ 830151 w 2148321"/>
                      <a:gd name="connsiteY49" fmla="*/ 205807 h 205807"/>
                      <a:gd name="connsiteX50" fmla="*/ 772826 w 2148321"/>
                      <a:gd name="connsiteY50" fmla="*/ 194462 h 205807"/>
                      <a:gd name="connsiteX51" fmla="*/ 732721 w 2148321"/>
                      <a:gd name="connsiteY51" fmla="*/ 167955 h 205807"/>
                      <a:gd name="connsiteX52" fmla="*/ 692615 w 2148321"/>
                      <a:gd name="connsiteY52" fmla="*/ 194462 h 205807"/>
                      <a:gd name="connsiteX53" fmla="*/ 635290 w 2148321"/>
                      <a:gd name="connsiteY53" fmla="*/ 205807 h 205807"/>
                      <a:gd name="connsiteX54" fmla="*/ 147272 w 2148321"/>
                      <a:gd name="connsiteY54" fmla="*/ 205807 h 205807"/>
                      <a:gd name="connsiteX55" fmla="*/ 0 w 2148321"/>
                      <a:gd name="connsiteY55" fmla="*/ 61437 h 205807"/>
                      <a:gd name="connsiteX56" fmla="*/ 0 w 2148321"/>
                      <a:gd name="connsiteY56" fmla="*/ 36602 h 205807"/>
                      <a:gd name="connsiteX57" fmla="*/ 7539 w 2148321"/>
                      <a:gd name="connsiteY57" fmla="*/ 0 h 205807"/>
                      <a:gd name="connsiteX0" fmla="*/ 7539 w 2148321"/>
                      <a:gd name="connsiteY0" fmla="*/ 0 h 205807"/>
                      <a:gd name="connsiteX1" fmla="*/ 61900 w 2148321"/>
                      <a:gd name="connsiteY1" fmla="*/ 0 h 205807"/>
                      <a:gd name="connsiteX2" fmla="*/ 54212 w 2148321"/>
                      <a:gd name="connsiteY2" fmla="*/ 37329 h 205807"/>
                      <a:gd name="connsiteX3" fmla="*/ 54212 w 2148321"/>
                      <a:gd name="connsiteY3" fmla="*/ 54177 h 205807"/>
                      <a:gd name="connsiteX4" fmla="*/ 154116 w 2148321"/>
                      <a:gd name="connsiteY4" fmla="*/ 152112 h 205807"/>
                      <a:gd name="connsiteX5" fmla="*/ 635110 w 2148321"/>
                      <a:gd name="connsiteY5" fmla="*/ 152112 h 205807"/>
                      <a:gd name="connsiteX6" fmla="*/ 673997 w 2148321"/>
                      <a:gd name="connsiteY6" fmla="*/ 144416 h 205807"/>
                      <a:gd name="connsiteX7" fmla="*/ 700724 w 2148321"/>
                      <a:gd name="connsiteY7" fmla="*/ 126751 h 205807"/>
                      <a:gd name="connsiteX8" fmla="*/ 694452 w 2148321"/>
                      <a:gd name="connsiteY8" fmla="*/ 117632 h 205807"/>
                      <a:gd name="connsiteX9" fmla="*/ 682879 w 2148321"/>
                      <a:gd name="connsiteY9" fmla="*/ 61437 h 205807"/>
                      <a:gd name="connsiteX10" fmla="*/ 682879 w 2148321"/>
                      <a:gd name="connsiteY10" fmla="*/ 36602 h 205807"/>
                      <a:gd name="connsiteX11" fmla="*/ 744779 w 2148321"/>
                      <a:gd name="connsiteY11" fmla="*/ 0 h 205807"/>
                      <a:gd name="connsiteX12" fmla="*/ 775023 w 2148321"/>
                      <a:gd name="connsiteY12" fmla="*/ 0 h 205807"/>
                      <a:gd name="connsiteX13" fmla="*/ 782562 w 2148321"/>
                      <a:gd name="connsiteY13" fmla="*/ 36602 h 205807"/>
                      <a:gd name="connsiteX14" fmla="*/ 782562 w 2148321"/>
                      <a:gd name="connsiteY14" fmla="*/ 61437 h 205807"/>
                      <a:gd name="connsiteX15" fmla="*/ 770989 w 2148321"/>
                      <a:gd name="connsiteY15" fmla="*/ 117632 h 205807"/>
                      <a:gd name="connsiteX16" fmla="*/ 766799 w 2148321"/>
                      <a:gd name="connsiteY16" fmla="*/ 123723 h 205807"/>
                      <a:gd name="connsiteX17" fmla="*/ 798108 w 2148321"/>
                      <a:gd name="connsiteY17" fmla="*/ 144416 h 205807"/>
                      <a:gd name="connsiteX18" fmla="*/ 836995 w 2148321"/>
                      <a:gd name="connsiteY18" fmla="*/ 152112 h 205807"/>
                      <a:gd name="connsiteX19" fmla="*/ 1317989 w 2148321"/>
                      <a:gd name="connsiteY19" fmla="*/ 152112 h 205807"/>
                      <a:gd name="connsiteX20" fmla="*/ 1356876 w 2148321"/>
                      <a:gd name="connsiteY20" fmla="*/ 144416 h 205807"/>
                      <a:gd name="connsiteX21" fmla="*/ 1383604 w 2148321"/>
                      <a:gd name="connsiteY21" fmla="*/ 126751 h 205807"/>
                      <a:gd name="connsiteX22" fmla="*/ 1377332 w 2148321"/>
                      <a:gd name="connsiteY22" fmla="*/ 117632 h 205807"/>
                      <a:gd name="connsiteX23" fmla="*/ 1365759 w 2148321"/>
                      <a:gd name="connsiteY23" fmla="*/ 61437 h 205807"/>
                      <a:gd name="connsiteX24" fmla="*/ 1365759 w 2148321"/>
                      <a:gd name="connsiteY24" fmla="*/ 36602 h 205807"/>
                      <a:gd name="connsiteX25" fmla="*/ 1373298 w 2148321"/>
                      <a:gd name="connsiteY25" fmla="*/ 0 h 205807"/>
                      <a:gd name="connsiteX26" fmla="*/ 1410205 w 2148321"/>
                      <a:gd name="connsiteY26" fmla="*/ 0 h 205807"/>
                      <a:gd name="connsiteX27" fmla="*/ 1427659 w 2148321"/>
                      <a:gd name="connsiteY27" fmla="*/ 0 h 205807"/>
                      <a:gd name="connsiteX28" fmla="*/ 1457902 w 2148321"/>
                      <a:gd name="connsiteY28" fmla="*/ 0 h 205807"/>
                      <a:gd name="connsiteX29" fmla="*/ 1465441 w 2148321"/>
                      <a:gd name="connsiteY29" fmla="*/ 36602 h 205807"/>
                      <a:gd name="connsiteX30" fmla="*/ 1465441 w 2148321"/>
                      <a:gd name="connsiteY30" fmla="*/ 61437 h 205807"/>
                      <a:gd name="connsiteX31" fmla="*/ 1453868 w 2148321"/>
                      <a:gd name="connsiteY31" fmla="*/ 117632 h 205807"/>
                      <a:gd name="connsiteX32" fmla="*/ 1449679 w 2148321"/>
                      <a:gd name="connsiteY32" fmla="*/ 123723 h 205807"/>
                      <a:gd name="connsiteX33" fmla="*/ 1480988 w 2148321"/>
                      <a:gd name="connsiteY33" fmla="*/ 144416 h 205807"/>
                      <a:gd name="connsiteX34" fmla="*/ 1519875 w 2148321"/>
                      <a:gd name="connsiteY34" fmla="*/ 152112 h 205807"/>
                      <a:gd name="connsiteX35" fmla="*/ 2000869 w 2148321"/>
                      <a:gd name="connsiteY35" fmla="*/ 152112 h 205807"/>
                      <a:gd name="connsiteX36" fmla="*/ 2100772 w 2148321"/>
                      <a:gd name="connsiteY36" fmla="*/ 54177 h 205807"/>
                      <a:gd name="connsiteX37" fmla="*/ 2100772 w 2148321"/>
                      <a:gd name="connsiteY37" fmla="*/ 37329 h 205807"/>
                      <a:gd name="connsiteX38" fmla="*/ 2093085 w 2148321"/>
                      <a:gd name="connsiteY38" fmla="*/ 0 h 205807"/>
                      <a:gd name="connsiteX39" fmla="*/ 2140782 w 2148321"/>
                      <a:gd name="connsiteY39" fmla="*/ 0 h 205807"/>
                      <a:gd name="connsiteX40" fmla="*/ 2148321 w 2148321"/>
                      <a:gd name="connsiteY40" fmla="*/ 36602 h 205807"/>
                      <a:gd name="connsiteX41" fmla="*/ 2148321 w 2148321"/>
                      <a:gd name="connsiteY41" fmla="*/ 61437 h 205807"/>
                      <a:gd name="connsiteX42" fmla="*/ 2001049 w 2148321"/>
                      <a:gd name="connsiteY42" fmla="*/ 205807 h 205807"/>
                      <a:gd name="connsiteX43" fmla="*/ 1513031 w 2148321"/>
                      <a:gd name="connsiteY43" fmla="*/ 205807 h 205807"/>
                      <a:gd name="connsiteX44" fmla="*/ 1455706 w 2148321"/>
                      <a:gd name="connsiteY44" fmla="*/ 194462 h 205807"/>
                      <a:gd name="connsiteX45" fmla="*/ 1415600 w 2148321"/>
                      <a:gd name="connsiteY45" fmla="*/ 167954 h 205807"/>
                      <a:gd name="connsiteX46" fmla="*/ 1375494 w 2148321"/>
                      <a:gd name="connsiteY46" fmla="*/ 194462 h 205807"/>
                      <a:gd name="connsiteX47" fmla="*/ 1318169 w 2148321"/>
                      <a:gd name="connsiteY47" fmla="*/ 205807 h 205807"/>
                      <a:gd name="connsiteX48" fmla="*/ 830151 w 2148321"/>
                      <a:gd name="connsiteY48" fmla="*/ 205807 h 205807"/>
                      <a:gd name="connsiteX49" fmla="*/ 772826 w 2148321"/>
                      <a:gd name="connsiteY49" fmla="*/ 194462 h 205807"/>
                      <a:gd name="connsiteX50" fmla="*/ 732721 w 2148321"/>
                      <a:gd name="connsiteY50" fmla="*/ 167955 h 205807"/>
                      <a:gd name="connsiteX51" fmla="*/ 692615 w 2148321"/>
                      <a:gd name="connsiteY51" fmla="*/ 194462 h 205807"/>
                      <a:gd name="connsiteX52" fmla="*/ 635290 w 2148321"/>
                      <a:gd name="connsiteY52" fmla="*/ 205807 h 205807"/>
                      <a:gd name="connsiteX53" fmla="*/ 147272 w 2148321"/>
                      <a:gd name="connsiteY53" fmla="*/ 205807 h 205807"/>
                      <a:gd name="connsiteX54" fmla="*/ 0 w 2148321"/>
                      <a:gd name="connsiteY54" fmla="*/ 61437 h 205807"/>
                      <a:gd name="connsiteX55" fmla="*/ 0 w 2148321"/>
                      <a:gd name="connsiteY55" fmla="*/ 36602 h 205807"/>
                      <a:gd name="connsiteX56" fmla="*/ 7539 w 2148321"/>
                      <a:gd name="connsiteY56" fmla="*/ 0 h 205807"/>
                      <a:gd name="connsiteX0" fmla="*/ 7539 w 2148321"/>
                      <a:gd name="connsiteY0" fmla="*/ 0 h 205807"/>
                      <a:gd name="connsiteX1" fmla="*/ 61900 w 2148321"/>
                      <a:gd name="connsiteY1" fmla="*/ 0 h 205807"/>
                      <a:gd name="connsiteX2" fmla="*/ 54212 w 2148321"/>
                      <a:gd name="connsiteY2" fmla="*/ 37329 h 205807"/>
                      <a:gd name="connsiteX3" fmla="*/ 54212 w 2148321"/>
                      <a:gd name="connsiteY3" fmla="*/ 54177 h 205807"/>
                      <a:gd name="connsiteX4" fmla="*/ 154116 w 2148321"/>
                      <a:gd name="connsiteY4" fmla="*/ 152112 h 205807"/>
                      <a:gd name="connsiteX5" fmla="*/ 635110 w 2148321"/>
                      <a:gd name="connsiteY5" fmla="*/ 152112 h 205807"/>
                      <a:gd name="connsiteX6" fmla="*/ 673997 w 2148321"/>
                      <a:gd name="connsiteY6" fmla="*/ 144416 h 205807"/>
                      <a:gd name="connsiteX7" fmla="*/ 700724 w 2148321"/>
                      <a:gd name="connsiteY7" fmla="*/ 126751 h 205807"/>
                      <a:gd name="connsiteX8" fmla="*/ 694452 w 2148321"/>
                      <a:gd name="connsiteY8" fmla="*/ 117632 h 205807"/>
                      <a:gd name="connsiteX9" fmla="*/ 682879 w 2148321"/>
                      <a:gd name="connsiteY9" fmla="*/ 61437 h 205807"/>
                      <a:gd name="connsiteX10" fmla="*/ 682879 w 2148321"/>
                      <a:gd name="connsiteY10" fmla="*/ 36602 h 205807"/>
                      <a:gd name="connsiteX11" fmla="*/ 775023 w 2148321"/>
                      <a:gd name="connsiteY11" fmla="*/ 0 h 205807"/>
                      <a:gd name="connsiteX12" fmla="*/ 782562 w 2148321"/>
                      <a:gd name="connsiteY12" fmla="*/ 36602 h 205807"/>
                      <a:gd name="connsiteX13" fmla="*/ 782562 w 2148321"/>
                      <a:gd name="connsiteY13" fmla="*/ 61437 h 205807"/>
                      <a:gd name="connsiteX14" fmla="*/ 770989 w 2148321"/>
                      <a:gd name="connsiteY14" fmla="*/ 117632 h 205807"/>
                      <a:gd name="connsiteX15" fmla="*/ 766799 w 2148321"/>
                      <a:gd name="connsiteY15" fmla="*/ 123723 h 205807"/>
                      <a:gd name="connsiteX16" fmla="*/ 798108 w 2148321"/>
                      <a:gd name="connsiteY16" fmla="*/ 144416 h 205807"/>
                      <a:gd name="connsiteX17" fmla="*/ 836995 w 2148321"/>
                      <a:gd name="connsiteY17" fmla="*/ 152112 h 205807"/>
                      <a:gd name="connsiteX18" fmla="*/ 1317989 w 2148321"/>
                      <a:gd name="connsiteY18" fmla="*/ 152112 h 205807"/>
                      <a:gd name="connsiteX19" fmla="*/ 1356876 w 2148321"/>
                      <a:gd name="connsiteY19" fmla="*/ 144416 h 205807"/>
                      <a:gd name="connsiteX20" fmla="*/ 1383604 w 2148321"/>
                      <a:gd name="connsiteY20" fmla="*/ 126751 h 205807"/>
                      <a:gd name="connsiteX21" fmla="*/ 1377332 w 2148321"/>
                      <a:gd name="connsiteY21" fmla="*/ 117632 h 205807"/>
                      <a:gd name="connsiteX22" fmla="*/ 1365759 w 2148321"/>
                      <a:gd name="connsiteY22" fmla="*/ 61437 h 205807"/>
                      <a:gd name="connsiteX23" fmla="*/ 1365759 w 2148321"/>
                      <a:gd name="connsiteY23" fmla="*/ 36602 h 205807"/>
                      <a:gd name="connsiteX24" fmla="*/ 1373298 w 2148321"/>
                      <a:gd name="connsiteY24" fmla="*/ 0 h 205807"/>
                      <a:gd name="connsiteX25" fmla="*/ 1410205 w 2148321"/>
                      <a:gd name="connsiteY25" fmla="*/ 0 h 205807"/>
                      <a:gd name="connsiteX26" fmla="*/ 1427659 w 2148321"/>
                      <a:gd name="connsiteY26" fmla="*/ 0 h 205807"/>
                      <a:gd name="connsiteX27" fmla="*/ 1457902 w 2148321"/>
                      <a:gd name="connsiteY27" fmla="*/ 0 h 205807"/>
                      <a:gd name="connsiteX28" fmla="*/ 1465441 w 2148321"/>
                      <a:gd name="connsiteY28" fmla="*/ 36602 h 205807"/>
                      <a:gd name="connsiteX29" fmla="*/ 1465441 w 2148321"/>
                      <a:gd name="connsiteY29" fmla="*/ 61437 h 205807"/>
                      <a:gd name="connsiteX30" fmla="*/ 1453868 w 2148321"/>
                      <a:gd name="connsiteY30" fmla="*/ 117632 h 205807"/>
                      <a:gd name="connsiteX31" fmla="*/ 1449679 w 2148321"/>
                      <a:gd name="connsiteY31" fmla="*/ 123723 h 205807"/>
                      <a:gd name="connsiteX32" fmla="*/ 1480988 w 2148321"/>
                      <a:gd name="connsiteY32" fmla="*/ 144416 h 205807"/>
                      <a:gd name="connsiteX33" fmla="*/ 1519875 w 2148321"/>
                      <a:gd name="connsiteY33" fmla="*/ 152112 h 205807"/>
                      <a:gd name="connsiteX34" fmla="*/ 2000869 w 2148321"/>
                      <a:gd name="connsiteY34" fmla="*/ 152112 h 205807"/>
                      <a:gd name="connsiteX35" fmla="*/ 2100772 w 2148321"/>
                      <a:gd name="connsiteY35" fmla="*/ 54177 h 205807"/>
                      <a:gd name="connsiteX36" fmla="*/ 2100772 w 2148321"/>
                      <a:gd name="connsiteY36" fmla="*/ 37329 h 205807"/>
                      <a:gd name="connsiteX37" fmla="*/ 2093085 w 2148321"/>
                      <a:gd name="connsiteY37" fmla="*/ 0 h 205807"/>
                      <a:gd name="connsiteX38" fmla="*/ 2140782 w 2148321"/>
                      <a:gd name="connsiteY38" fmla="*/ 0 h 205807"/>
                      <a:gd name="connsiteX39" fmla="*/ 2148321 w 2148321"/>
                      <a:gd name="connsiteY39" fmla="*/ 36602 h 205807"/>
                      <a:gd name="connsiteX40" fmla="*/ 2148321 w 2148321"/>
                      <a:gd name="connsiteY40" fmla="*/ 61437 h 205807"/>
                      <a:gd name="connsiteX41" fmla="*/ 2001049 w 2148321"/>
                      <a:gd name="connsiteY41" fmla="*/ 205807 h 205807"/>
                      <a:gd name="connsiteX42" fmla="*/ 1513031 w 2148321"/>
                      <a:gd name="connsiteY42" fmla="*/ 205807 h 205807"/>
                      <a:gd name="connsiteX43" fmla="*/ 1455706 w 2148321"/>
                      <a:gd name="connsiteY43" fmla="*/ 194462 h 205807"/>
                      <a:gd name="connsiteX44" fmla="*/ 1415600 w 2148321"/>
                      <a:gd name="connsiteY44" fmla="*/ 167954 h 205807"/>
                      <a:gd name="connsiteX45" fmla="*/ 1375494 w 2148321"/>
                      <a:gd name="connsiteY45" fmla="*/ 194462 h 205807"/>
                      <a:gd name="connsiteX46" fmla="*/ 1318169 w 2148321"/>
                      <a:gd name="connsiteY46" fmla="*/ 205807 h 205807"/>
                      <a:gd name="connsiteX47" fmla="*/ 830151 w 2148321"/>
                      <a:gd name="connsiteY47" fmla="*/ 205807 h 205807"/>
                      <a:gd name="connsiteX48" fmla="*/ 772826 w 2148321"/>
                      <a:gd name="connsiteY48" fmla="*/ 194462 h 205807"/>
                      <a:gd name="connsiteX49" fmla="*/ 732721 w 2148321"/>
                      <a:gd name="connsiteY49" fmla="*/ 167955 h 205807"/>
                      <a:gd name="connsiteX50" fmla="*/ 692615 w 2148321"/>
                      <a:gd name="connsiteY50" fmla="*/ 194462 h 205807"/>
                      <a:gd name="connsiteX51" fmla="*/ 635290 w 2148321"/>
                      <a:gd name="connsiteY51" fmla="*/ 205807 h 205807"/>
                      <a:gd name="connsiteX52" fmla="*/ 147272 w 2148321"/>
                      <a:gd name="connsiteY52" fmla="*/ 205807 h 205807"/>
                      <a:gd name="connsiteX53" fmla="*/ 0 w 2148321"/>
                      <a:gd name="connsiteY53" fmla="*/ 61437 h 205807"/>
                      <a:gd name="connsiteX54" fmla="*/ 0 w 2148321"/>
                      <a:gd name="connsiteY54" fmla="*/ 36602 h 205807"/>
                      <a:gd name="connsiteX55" fmla="*/ 7539 w 2148321"/>
                      <a:gd name="connsiteY55" fmla="*/ 0 h 205807"/>
                      <a:gd name="connsiteX0" fmla="*/ 7539 w 2148321"/>
                      <a:gd name="connsiteY0" fmla="*/ 0 h 205807"/>
                      <a:gd name="connsiteX1" fmla="*/ 61900 w 2148321"/>
                      <a:gd name="connsiteY1" fmla="*/ 0 h 205807"/>
                      <a:gd name="connsiteX2" fmla="*/ 54212 w 2148321"/>
                      <a:gd name="connsiteY2" fmla="*/ 37329 h 205807"/>
                      <a:gd name="connsiteX3" fmla="*/ 54212 w 2148321"/>
                      <a:gd name="connsiteY3" fmla="*/ 54177 h 205807"/>
                      <a:gd name="connsiteX4" fmla="*/ 154116 w 2148321"/>
                      <a:gd name="connsiteY4" fmla="*/ 152112 h 205807"/>
                      <a:gd name="connsiteX5" fmla="*/ 635110 w 2148321"/>
                      <a:gd name="connsiteY5" fmla="*/ 152112 h 205807"/>
                      <a:gd name="connsiteX6" fmla="*/ 673997 w 2148321"/>
                      <a:gd name="connsiteY6" fmla="*/ 144416 h 205807"/>
                      <a:gd name="connsiteX7" fmla="*/ 700724 w 2148321"/>
                      <a:gd name="connsiteY7" fmla="*/ 126751 h 205807"/>
                      <a:gd name="connsiteX8" fmla="*/ 694452 w 2148321"/>
                      <a:gd name="connsiteY8" fmla="*/ 117632 h 205807"/>
                      <a:gd name="connsiteX9" fmla="*/ 682879 w 2148321"/>
                      <a:gd name="connsiteY9" fmla="*/ 61437 h 205807"/>
                      <a:gd name="connsiteX10" fmla="*/ 682879 w 2148321"/>
                      <a:gd name="connsiteY10" fmla="*/ 36602 h 205807"/>
                      <a:gd name="connsiteX11" fmla="*/ 782562 w 2148321"/>
                      <a:gd name="connsiteY11" fmla="*/ 36602 h 205807"/>
                      <a:gd name="connsiteX12" fmla="*/ 782562 w 2148321"/>
                      <a:gd name="connsiteY12" fmla="*/ 61437 h 205807"/>
                      <a:gd name="connsiteX13" fmla="*/ 770989 w 2148321"/>
                      <a:gd name="connsiteY13" fmla="*/ 117632 h 205807"/>
                      <a:gd name="connsiteX14" fmla="*/ 766799 w 2148321"/>
                      <a:gd name="connsiteY14" fmla="*/ 123723 h 205807"/>
                      <a:gd name="connsiteX15" fmla="*/ 798108 w 2148321"/>
                      <a:gd name="connsiteY15" fmla="*/ 144416 h 205807"/>
                      <a:gd name="connsiteX16" fmla="*/ 836995 w 2148321"/>
                      <a:gd name="connsiteY16" fmla="*/ 152112 h 205807"/>
                      <a:gd name="connsiteX17" fmla="*/ 1317989 w 2148321"/>
                      <a:gd name="connsiteY17" fmla="*/ 152112 h 205807"/>
                      <a:gd name="connsiteX18" fmla="*/ 1356876 w 2148321"/>
                      <a:gd name="connsiteY18" fmla="*/ 144416 h 205807"/>
                      <a:gd name="connsiteX19" fmla="*/ 1383604 w 2148321"/>
                      <a:gd name="connsiteY19" fmla="*/ 126751 h 205807"/>
                      <a:gd name="connsiteX20" fmla="*/ 1377332 w 2148321"/>
                      <a:gd name="connsiteY20" fmla="*/ 117632 h 205807"/>
                      <a:gd name="connsiteX21" fmla="*/ 1365759 w 2148321"/>
                      <a:gd name="connsiteY21" fmla="*/ 61437 h 205807"/>
                      <a:gd name="connsiteX22" fmla="*/ 1365759 w 2148321"/>
                      <a:gd name="connsiteY22" fmla="*/ 36602 h 205807"/>
                      <a:gd name="connsiteX23" fmla="*/ 1373298 w 2148321"/>
                      <a:gd name="connsiteY23" fmla="*/ 0 h 205807"/>
                      <a:gd name="connsiteX24" fmla="*/ 1410205 w 2148321"/>
                      <a:gd name="connsiteY24" fmla="*/ 0 h 205807"/>
                      <a:gd name="connsiteX25" fmla="*/ 1427659 w 2148321"/>
                      <a:gd name="connsiteY25" fmla="*/ 0 h 205807"/>
                      <a:gd name="connsiteX26" fmla="*/ 1457902 w 2148321"/>
                      <a:gd name="connsiteY26" fmla="*/ 0 h 205807"/>
                      <a:gd name="connsiteX27" fmla="*/ 1465441 w 2148321"/>
                      <a:gd name="connsiteY27" fmla="*/ 36602 h 205807"/>
                      <a:gd name="connsiteX28" fmla="*/ 1465441 w 2148321"/>
                      <a:gd name="connsiteY28" fmla="*/ 61437 h 205807"/>
                      <a:gd name="connsiteX29" fmla="*/ 1453868 w 2148321"/>
                      <a:gd name="connsiteY29" fmla="*/ 117632 h 205807"/>
                      <a:gd name="connsiteX30" fmla="*/ 1449679 w 2148321"/>
                      <a:gd name="connsiteY30" fmla="*/ 123723 h 205807"/>
                      <a:gd name="connsiteX31" fmla="*/ 1480988 w 2148321"/>
                      <a:gd name="connsiteY31" fmla="*/ 144416 h 205807"/>
                      <a:gd name="connsiteX32" fmla="*/ 1519875 w 2148321"/>
                      <a:gd name="connsiteY32" fmla="*/ 152112 h 205807"/>
                      <a:gd name="connsiteX33" fmla="*/ 2000869 w 2148321"/>
                      <a:gd name="connsiteY33" fmla="*/ 152112 h 205807"/>
                      <a:gd name="connsiteX34" fmla="*/ 2100772 w 2148321"/>
                      <a:gd name="connsiteY34" fmla="*/ 54177 h 205807"/>
                      <a:gd name="connsiteX35" fmla="*/ 2100772 w 2148321"/>
                      <a:gd name="connsiteY35" fmla="*/ 37329 h 205807"/>
                      <a:gd name="connsiteX36" fmla="*/ 2093085 w 2148321"/>
                      <a:gd name="connsiteY36" fmla="*/ 0 h 205807"/>
                      <a:gd name="connsiteX37" fmla="*/ 2140782 w 2148321"/>
                      <a:gd name="connsiteY37" fmla="*/ 0 h 205807"/>
                      <a:gd name="connsiteX38" fmla="*/ 2148321 w 2148321"/>
                      <a:gd name="connsiteY38" fmla="*/ 36602 h 205807"/>
                      <a:gd name="connsiteX39" fmla="*/ 2148321 w 2148321"/>
                      <a:gd name="connsiteY39" fmla="*/ 61437 h 205807"/>
                      <a:gd name="connsiteX40" fmla="*/ 2001049 w 2148321"/>
                      <a:gd name="connsiteY40" fmla="*/ 205807 h 205807"/>
                      <a:gd name="connsiteX41" fmla="*/ 1513031 w 2148321"/>
                      <a:gd name="connsiteY41" fmla="*/ 205807 h 205807"/>
                      <a:gd name="connsiteX42" fmla="*/ 1455706 w 2148321"/>
                      <a:gd name="connsiteY42" fmla="*/ 194462 h 205807"/>
                      <a:gd name="connsiteX43" fmla="*/ 1415600 w 2148321"/>
                      <a:gd name="connsiteY43" fmla="*/ 167954 h 205807"/>
                      <a:gd name="connsiteX44" fmla="*/ 1375494 w 2148321"/>
                      <a:gd name="connsiteY44" fmla="*/ 194462 h 205807"/>
                      <a:gd name="connsiteX45" fmla="*/ 1318169 w 2148321"/>
                      <a:gd name="connsiteY45" fmla="*/ 205807 h 205807"/>
                      <a:gd name="connsiteX46" fmla="*/ 830151 w 2148321"/>
                      <a:gd name="connsiteY46" fmla="*/ 205807 h 205807"/>
                      <a:gd name="connsiteX47" fmla="*/ 772826 w 2148321"/>
                      <a:gd name="connsiteY47" fmla="*/ 194462 h 205807"/>
                      <a:gd name="connsiteX48" fmla="*/ 732721 w 2148321"/>
                      <a:gd name="connsiteY48" fmla="*/ 167955 h 205807"/>
                      <a:gd name="connsiteX49" fmla="*/ 692615 w 2148321"/>
                      <a:gd name="connsiteY49" fmla="*/ 194462 h 205807"/>
                      <a:gd name="connsiteX50" fmla="*/ 635290 w 2148321"/>
                      <a:gd name="connsiteY50" fmla="*/ 205807 h 205807"/>
                      <a:gd name="connsiteX51" fmla="*/ 147272 w 2148321"/>
                      <a:gd name="connsiteY51" fmla="*/ 205807 h 205807"/>
                      <a:gd name="connsiteX52" fmla="*/ 0 w 2148321"/>
                      <a:gd name="connsiteY52" fmla="*/ 61437 h 205807"/>
                      <a:gd name="connsiteX53" fmla="*/ 0 w 2148321"/>
                      <a:gd name="connsiteY53" fmla="*/ 36602 h 205807"/>
                      <a:gd name="connsiteX54" fmla="*/ 7539 w 2148321"/>
                      <a:gd name="connsiteY54" fmla="*/ 0 h 205807"/>
                      <a:gd name="connsiteX0" fmla="*/ 7539 w 2148321"/>
                      <a:gd name="connsiteY0" fmla="*/ 0 h 205807"/>
                      <a:gd name="connsiteX1" fmla="*/ 61900 w 2148321"/>
                      <a:gd name="connsiteY1" fmla="*/ 0 h 205807"/>
                      <a:gd name="connsiteX2" fmla="*/ 54212 w 2148321"/>
                      <a:gd name="connsiteY2" fmla="*/ 37329 h 205807"/>
                      <a:gd name="connsiteX3" fmla="*/ 54212 w 2148321"/>
                      <a:gd name="connsiteY3" fmla="*/ 54177 h 205807"/>
                      <a:gd name="connsiteX4" fmla="*/ 154116 w 2148321"/>
                      <a:gd name="connsiteY4" fmla="*/ 152112 h 205807"/>
                      <a:gd name="connsiteX5" fmla="*/ 635110 w 2148321"/>
                      <a:gd name="connsiteY5" fmla="*/ 152112 h 205807"/>
                      <a:gd name="connsiteX6" fmla="*/ 673997 w 2148321"/>
                      <a:gd name="connsiteY6" fmla="*/ 144416 h 205807"/>
                      <a:gd name="connsiteX7" fmla="*/ 700724 w 2148321"/>
                      <a:gd name="connsiteY7" fmla="*/ 126751 h 205807"/>
                      <a:gd name="connsiteX8" fmla="*/ 694452 w 2148321"/>
                      <a:gd name="connsiteY8" fmla="*/ 117632 h 205807"/>
                      <a:gd name="connsiteX9" fmla="*/ 682879 w 2148321"/>
                      <a:gd name="connsiteY9" fmla="*/ 61437 h 205807"/>
                      <a:gd name="connsiteX10" fmla="*/ 782562 w 2148321"/>
                      <a:gd name="connsiteY10" fmla="*/ 36602 h 205807"/>
                      <a:gd name="connsiteX11" fmla="*/ 782562 w 2148321"/>
                      <a:gd name="connsiteY11" fmla="*/ 61437 h 205807"/>
                      <a:gd name="connsiteX12" fmla="*/ 770989 w 2148321"/>
                      <a:gd name="connsiteY12" fmla="*/ 117632 h 205807"/>
                      <a:gd name="connsiteX13" fmla="*/ 766799 w 2148321"/>
                      <a:gd name="connsiteY13" fmla="*/ 123723 h 205807"/>
                      <a:gd name="connsiteX14" fmla="*/ 798108 w 2148321"/>
                      <a:gd name="connsiteY14" fmla="*/ 144416 h 205807"/>
                      <a:gd name="connsiteX15" fmla="*/ 836995 w 2148321"/>
                      <a:gd name="connsiteY15" fmla="*/ 152112 h 205807"/>
                      <a:gd name="connsiteX16" fmla="*/ 1317989 w 2148321"/>
                      <a:gd name="connsiteY16" fmla="*/ 152112 h 205807"/>
                      <a:gd name="connsiteX17" fmla="*/ 1356876 w 2148321"/>
                      <a:gd name="connsiteY17" fmla="*/ 144416 h 205807"/>
                      <a:gd name="connsiteX18" fmla="*/ 1383604 w 2148321"/>
                      <a:gd name="connsiteY18" fmla="*/ 126751 h 205807"/>
                      <a:gd name="connsiteX19" fmla="*/ 1377332 w 2148321"/>
                      <a:gd name="connsiteY19" fmla="*/ 117632 h 205807"/>
                      <a:gd name="connsiteX20" fmla="*/ 1365759 w 2148321"/>
                      <a:gd name="connsiteY20" fmla="*/ 61437 h 205807"/>
                      <a:gd name="connsiteX21" fmla="*/ 1365759 w 2148321"/>
                      <a:gd name="connsiteY21" fmla="*/ 36602 h 205807"/>
                      <a:gd name="connsiteX22" fmla="*/ 1373298 w 2148321"/>
                      <a:gd name="connsiteY22" fmla="*/ 0 h 205807"/>
                      <a:gd name="connsiteX23" fmla="*/ 1410205 w 2148321"/>
                      <a:gd name="connsiteY23" fmla="*/ 0 h 205807"/>
                      <a:gd name="connsiteX24" fmla="*/ 1427659 w 2148321"/>
                      <a:gd name="connsiteY24" fmla="*/ 0 h 205807"/>
                      <a:gd name="connsiteX25" fmla="*/ 1457902 w 2148321"/>
                      <a:gd name="connsiteY25" fmla="*/ 0 h 205807"/>
                      <a:gd name="connsiteX26" fmla="*/ 1465441 w 2148321"/>
                      <a:gd name="connsiteY26" fmla="*/ 36602 h 205807"/>
                      <a:gd name="connsiteX27" fmla="*/ 1465441 w 2148321"/>
                      <a:gd name="connsiteY27" fmla="*/ 61437 h 205807"/>
                      <a:gd name="connsiteX28" fmla="*/ 1453868 w 2148321"/>
                      <a:gd name="connsiteY28" fmla="*/ 117632 h 205807"/>
                      <a:gd name="connsiteX29" fmla="*/ 1449679 w 2148321"/>
                      <a:gd name="connsiteY29" fmla="*/ 123723 h 205807"/>
                      <a:gd name="connsiteX30" fmla="*/ 1480988 w 2148321"/>
                      <a:gd name="connsiteY30" fmla="*/ 144416 h 205807"/>
                      <a:gd name="connsiteX31" fmla="*/ 1519875 w 2148321"/>
                      <a:gd name="connsiteY31" fmla="*/ 152112 h 205807"/>
                      <a:gd name="connsiteX32" fmla="*/ 2000869 w 2148321"/>
                      <a:gd name="connsiteY32" fmla="*/ 152112 h 205807"/>
                      <a:gd name="connsiteX33" fmla="*/ 2100772 w 2148321"/>
                      <a:gd name="connsiteY33" fmla="*/ 54177 h 205807"/>
                      <a:gd name="connsiteX34" fmla="*/ 2100772 w 2148321"/>
                      <a:gd name="connsiteY34" fmla="*/ 37329 h 205807"/>
                      <a:gd name="connsiteX35" fmla="*/ 2093085 w 2148321"/>
                      <a:gd name="connsiteY35" fmla="*/ 0 h 205807"/>
                      <a:gd name="connsiteX36" fmla="*/ 2140782 w 2148321"/>
                      <a:gd name="connsiteY36" fmla="*/ 0 h 205807"/>
                      <a:gd name="connsiteX37" fmla="*/ 2148321 w 2148321"/>
                      <a:gd name="connsiteY37" fmla="*/ 36602 h 205807"/>
                      <a:gd name="connsiteX38" fmla="*/ 2148321 w 2148321"/>
                      <a:gd name="connsiteY38" fmla="*/ 61437 h 205807"/>
                      <a:gd name="connsiteX39" fmla="*/ 2001049 w 2148321"/>
                      <a:gd name="connsiteY39" fmla="*/ 205807 h 205807"/>
                      <a:gd name="connsiteX40" fmla="*/ 1513031 w 2148321"/>
                      <a:gd name="connsiteY40" fmla="*/ 205807 h 205807"/>
                      <a:gd name="connsiteX41" fmla="*/ 1455706 w 2148321"/>
                      <a:gd name="connsiteY41" fmla="*/ 194462 h 205807"/>
                      <a:gd name="connsiteX42" fmla="*/ 1415600 w 2148321"/>
                      <a:gd name="connsiteY42" fmla="*/ 167954 h 205807"/>
                      <a:gd name="connsiteX43" fmla="*/ 1375494 w 2148321"/>
                      <a:gd name="connsiteY43" fmla="*/ 194462 h 205807"/>
                      <a:gd name="connsiteX44" fmla="*/ 1318169 w 2148321"/>
                      <a:gd name="connsiteY44" fmla="*/ 205807 h 205807"/>
                      <a:gd name="connsiteX45" fmla="*/ 830151 w 2148321"/>
                      <a:gd name="connsiteY45" fmla="*/ 205807 h 205807"/>
                      <a:gd name="connsiteX46" fmla="*/ 772826 w 2148321"/>
                      <a:gd name="connsiteY46" fmla="*/ 194462 h 205807"/>
                      <a:gd name="connsiteX47" fmla="*/ 732721 w 2148321"/>
                      <a:gd name="connsiteY47" fmla="*/ 167955 h 205807"/>
                      <a:gd name="connsiteX48" fmla="*/ 692615 w 2148321"/>
                      <a:gd name="connsiteY48" fmla="*/ 194462 h 205807"/>
                      <a:gd name="connsiteX49" fmla="*/ 635290 w 2148321"/>
                      <a:gd name="connsiteY49" fmla="*/ 205807 h 205807"/>
                      <a:gd name="connsiteX50" fmla="*/ 147272 w 2148321"/>
                      <a:gd name="connsiteY50" fmla="*/ 205807 h 205807"/>
                      <a:gd name="connsiteX51" fmla="*/ 0 w 2148321"/>
                      <a:gd name="connsiteY51" fmla="*/ 61437 h 205807"/>
                      <a:gd name="connsiteX52" fmla="*/ 0 w 2148321"/>
                      <a:gd name="connsiteY52" fmla="*/ 36602 h 205807"/>
                      <a:gd name="connsiteX53" fmla="*/ 7539 w 2148321"/>
                      <a:gd name="connsiteY53" fmla="*/ 0 h 205807"/>
                      <a:gd name="connsiteX0" fmla="*/ 7539 w 2148321"/>
                      <a:gd name="connsiteY0" fmla="*/ 0 h 205807"/>
                      <a:gd name="connsiteX1" fmla="*/ 61900 w 2148321"/>
                      <a:gd name="connsiteY1" fmla="*/ 0 h 205807"/>
                      <a:gd name="connsiteX2" fmla="*/ 54212 w 2148321"/>
                      <a:gd name="connsiteY2" fmla="*/ 37329 h 205807"/>
                      <a:gd name="connsiteX3" fmla="*/ 54212 w 2148321"/>
                      <a:gd name="connsiteY3" fmla="*/ 54177 h 205807"/>
                      <a:gd name="connsiteX4" fmla="*/ 154116 w 2148321"/>
                      <a:gd name="connsiteY4" fmla="*/ 152112 h 205807"/>
                      <a:gd name="connsiteX5" fmla="*/ 635110 w 2148321"/>
                      <a:gd name="connsiteY5" fmla="*/ 152112 h 205807"/>
                      <a:gd name="connsiteX6" fmla="*/ 673997 w 2148321"/>
                      <a:gd name="connsiteY6" fmla="*/ 144416 h 205807"/>
                      <a:gd name="connsiteX7" fmla="*/ 700724 w 2148321"/>
                      <a:gd name="connsiteY7" fmla="*/ 126751 h 205807"/>
                      <a:gd name="connsiteX8" fmla="*/ 694452 w 2148321"/>
                      <a:gd name="connsiteY8" fmla="*/ 117632 h 205807"/>
                      <a:gd name="connsiteX9" fmla="*/ 682879 w 2148321"/>
                      <a:gd name="connsiteY9" fmla="*/ 61437 h 205807"/>
                      <a:gd name="connsiteX10" fmla="*/ 782562 w 2148321"/>
                      <a:gd name="connsiteY10" fmla="*/ 61437 h 205807"/>
                      <a:gd name="connsiteX11" fmla="*/ 770989 w 2148321"/>
                      <a:gd name="connsiteY11" fmla="*/ 117632 h 205807"/>
                      <a:gd name="connsiteX12" fmla="*/ 766799 w 2148321"/>
                      <a:gd name="connsiteY12" fmla="*/ 123723 h 205807"/>
                      <a:gd name="connsiteX13" fmla="*/ 798108 w 2148321"/>
                      <a:gd name="connsiteY13" fmla="*/ 144416 h 205807"/>
                      <a:gd name="connsiteX14" fmla="*/ 836995 w 2148321"/>
                      <a:gd name="connsiteY14" fmla="*/ 152112 h 205807"/>
                      <a:gd name="connsiteX15" fmla="*/ 1317989 w 2148321"/>
                      <a:gd name="connsiteY15" fmla="*/ 152112 h 205807"/>
                      <a:gd name="connsiteX16" fmla="*/ 1356876 w 2148321"/>
                      <a:gd name="connsiteY16" fmla="*/ 144416 h 205807"/>
                      <a:gd name="connsiteX17" fmla="*/ 1383604 w 2148321"/>
                      <a:gd name="connsiteY17" fmla="*/ 126751 h 205807"/>
                      <a:gd name="connsiteX18" fmla="*/ 1377332 w 2148321"/>
                      <a:gd name="connsiteY18" fmla="*/ 117632 h 205807"/>
                      <a:gd name="connsiteX19" fmla="*/ 1365759 w 2148321"/>
                      <a:gd name="connsiteY19" fmla="*/ 61437 h 205807"/>
                      <a:gd name="connsiteX20" fmla="*/ 1365759 w 2148321"/>
                      <a:gd name="connsiteY20" fmla="*/ 36602 h 205807"/>
                      <a:gd name="connsiteX21" fmla="*/ 1373298 w 2148321"/>
                      <a:gd name="connsiteY21" fmla="*/ 0 h 205807"/>
                      <a:gd name="connsiteX22" fmla="*/ 1410205 w 2148321"/>
                      <a:gd name="connsiteY22" fmla="*/ 0 h 205807"/>
                      <a:gd name="connsiteX23" fmla="*/ 1427659 w 2148321"/>
                      <a:gd name="connsiteY23" fmla="*/ 0 h 205807"/>
                      <a:gd name="connsiteX24" fmla="*/ 1457902 w 2148321"/>
                      <a:gd name="connsiteY24" fmla="*/ 0 h 205807"/>
                      <a:gd name="connsiteX25" fmla="*/ 1465441 w 2148321"/>
                      <a:gd name="connsiteY25" fmla="*/ 36602 h 205807"/>
                      <a:gd name="connsiteX26" fmla="*/ 1465441 w 2148321"/>
                      <a:gd name="connsiteY26" fmla="*/ 61437 h 205807"/>
                      <a:gd name="connsiteX27" fmla="*/ 1453868 w 2148321"/>
                      <a:gd name="connsiteY27" fmla="*/ 117632 h 205807"/>
                      <a:gd name="connsiteX28" fmla="*/ 1449679 w 2148321"/>
                      <a:gd name="connsiteY28" fmla="*/ 123723 h 205807"/>
                      <a:gd name="connsiteX29" fmla="*/ 1480988 w 2148321"/>
                      <a:gd name="connsiteY29" fmla="*/ 144416 h 205807"/>
                      <a:gd name="connsiteX30" fmla="*/ 1519875 w 2148321"/>
                      <a:gd name="connsiteY30" fmla="*/ 152112 h 205807"/>
                      <a:gd name="connsiteX31" fmla="*/ 2000869 w 2148321"/>
                      <a:gd name="connsiteY31" fmla="*/ 152112 h 205807"/>
                      <a:gd name="connsiteX32" fmla="*/ 2100772 w 2148321"/>
                      <a:gd name="connsiteY32" fmla="*/ 54177 h 205807"/>
                      <a:gd name="connsiteX33" fmla="*/ 2100772 w 2148321"/>
                      <a:gd name="connsiteY33" fmla="*/ 37329 h 205807"/>
                      <a:gd name="connsiteX34" fmla="*/ 2093085 w 2148321"/>
                      <a:gd name="connsiteY34" fmla="*/ 0 h 205807"/>
                      <a:gd name="connsiteX35" fmla="*/ 2140782 w 2148321"/>
                      <a:gd name="connsiteY35" fmla="*/ 0 h 205807"/>
                      <a:gd name="connsiteX36" fmla="*/ 2148321 w 2148321"/>
                      <a:gd name="connsiteY36" fmla="*/ 36602 h 205807"/>
                      <a:gd name="connsiteX37" fmla="*/ 2148321 w 2148321"/>
                      <a:gd name="connsiteY37" fmla="*/ 61437 h 205807"/>
                      <a:gd name="connsiteX38" fmla="*/ 2001049 w 2148321"/>
                      <a:gd name="connsiteY38" fmla="*/ 205807 h 205807"/>
                      <a:gd name="connsiteX39" fmla="*/ 1513031 w 2148321"/>
                      <a:gd name="connsiteY39" fmla="*/ 205807 h 205807"/>
                      <a:gd name="connsiteX40" fmla="*/ 1455706 w 2148321"/>
                      <a:gd name="connsiteY40" fmla="*/ 194462 h 205807"/>
                      <a:gd name="connsiteX41" fmla="*/ 1415600 w 2148321"/>
                      <a:gd name="connsiteY41" fmla="*/ 167954 h 205807"/>
                      <a:gd name="connsiteX42" fmla="*/ 1375494 w 2148321"/>
                      <a:gd name="connsiteY42" fmla="*/ 194462 h 205807"/>
                      <a:gd name="connsiteX43" fmla="*/ 1318169 w 2148321"/>
                      <a:gd name="connsiteY43" fmla="*/ 205807 h 205807"/>
                      <a:gd name="connsiteX44" fmla="*/ 830151 w 2148321"/>
                      <a:gd name="connsiteY44" fmla="*/ 205807 h 205807"/>
                      <a:gd name="connsiteX45" fmla="*/ 772826 w 2148321"/>
                      <a:gd name="connsiteY45" fmla="*/ 194462 h 205807"/>
                      <a:gd name="connsiteX46" fmla="*/ 732721 w 2148321"/>
                      <a:gd name="connsiteY46" fmla="*/ 167955 h 205807"/>
                      <a:gd name="connsiteX47" fmla="*/ 692615 w 2148321"/>
                      <a:gd name="connsiteY47" fmla="*/ 194462 h 205807"/>
                      <a:gd name="connsiteX48" fmla="*/ 635290 w 2148321"/>
                      <a:gd name="connsiteY48" fmla="*/ 205807 h 205807"/>
                      <a:gd name="connsiteX49" fmla="*/ 147272 w 2148321"/>
                      <a:gd name="connsiteY49" fmla="*/ 205807 h 205807"/>
                      <a:gd name="connsiteX50" fmla="*/ 0 w 2148321"/>
                      <a:gd name="connsiteY50" fmla="*/ 61437 h 205807"/>
                      <a:gd name="connsiteX51" fmla="*/ 0 w 2148321"/>
                      <a:gd name="connsiteY51" fmla="*/ 36602 h 205807"/>
                      <a:gd name="connsiteX52" fmla="*/ 7539 w 2148321"/>
                      <a:gd name="connsiteY52" fmla="*/ 0 h 205807"/>
                      <a:gd name="connsiteX0" fmla="*/ 7539 w 2148321"/>
                      <a:gd name="connsiteY0" fmla="*/ 0 h 205807"/>
                      <a:gd name="connsiteX1" fmla="*/ 61900 w 2148321"/>
                      <a:gd name="connsiteY1" fmla="*/ 0 h 205807"/>
                      <a:gd name="connsiteX2" fmla="*/ 54212 w 2148321"/>
                      <a:gd name="connsiteY2" fmla="*/ 37329 h 205807"/>
                      <a:gd name="connsiteX3" fmla="*/ 54212 w 2148321"/>
                      <a:gd name="connsiteY3" fmla="*/ 54177 h 205807"/>
                      <a:gd name="connsiteX4" fmla="*/ 154116 w 2148321"/>
                      <a:gd name="connsiteY4" fmla="*/ 152112 h 205807"/>
                      <a:gd name="connsiteX5" fmla="*/ 635110 w 2148321"/>
                      <a:gd name="connsiteY5" fmla="*/ 152112 h 205807"/>
                      <a:gd name="connsiteX6" fmla="*/ 673997 w 2148321"/>
                      <a:gd name="connsiteY6" fmla="*/ 144416 h 205807"/>
                      <a:gd name="connsiteX7" fmla="*/ 700724 w 2148321"/>
                      <a:gd name="connsiteY7" fmla="*/ 126751 h 205807"/>
                      <a:gd name="connsiteX8" fmla="*/ 694452 w 2148321"/>
                      <a:gd name="connsiteY8" fmla="*/ 117632 h 205807"/>
                      <a:gd name="connsiteX9" fmla="*/ 682879 w 2148321"/>
                      <a:gd name="connsiteY9" fmla="*/ 61437 h 205807"/>
                      <a:gd name="connsiteX10" fmla="*/ 728639 w 2148321"/>
                      <a:gd name="connsiteY10" fmla="*/ 60689 h 205807"/>
                      <a:gd name="connsiteX11" fmla="*/ 782562 w 2148321"/>
                      <a:gd name="connsiteY11" fmla="*/ 61437 h 205807"/>
                      <a:gd name="connsiteX12" fmla="*/ 770989 w 2148321"/>
                      <a:gd name="connsiteY12" fmla="*/ 117632 h 205807"/>
                      <a:gd name="connsiteX13" fmla="*/ 766799 w 2148321"/>
                      <a:gd name="connsiteY13" fmla="*/ 123723 h 205807"/>
                      <a:gd name="connsiteX14" fmla="*/ 798108 w 2148321"/>
                      <a:gd name="connsiteY14" fmla="*/ 144416 h 205807"/>
                      <a:gd name="connsiteX15" fmla="*/ 836995 w 2148321"/>
                      <a:gd name="connsiteY15" fmla="*/ 152112 h 205807"/>
                      <a:gd name="connsiteX16" fmla="*/ 1317989 w 2148321"/>
                      <a:gd name="connsiteY16" fmla="*/ 152112 h 205807"/>
                      <a:gd name="connsiteX17" fmla="*/ 1356876 w 2148321"/>
                      <a:gd name="connsiteY17" fmla="*/ 144416 h 205807"/>
                      <a:gd name="connsiteX18" fmla="*/ 1383604 w 2148321"/>
                      <a:gd name="connsiteY18" fmla="*/ 126751 h 205807"/>
                      <a:gd name="connsiteX19" fmla="*/ 1377332 w 2148321"/>
                      <a:gd name="connsiteY19" fmla="*/ 117632 h 205807"/>
                      <a:gd name="connsiteX20" fmla="*/ 1365759 w 2148321"/>
                      <a:gd name="connsiteY20" fmla="*/ 61437 h 205807"/>
                      <a:gd name="connsiteX21" fmla="*/ 1365759 w 2148321"/>
                      <a:gd name="connsiteY21" fmla="*/ 36602 h 205807"/>
                      <a:gd name="connsiteX22" fmla="*/ 1373298 w 2148321"/>
                      <a:gd name="connsiteY22" fmla="*/ 0 h 205807"/>
                      <a:gd name="connsiteX23" fmla="*/ 1410205 w 2148321"/>
                      <a:gd name="connsiteY23" fmla="*/ 0 h 205807"/>
                      <a:gd name="connsiteX24" fmla="*/ 1427659 w 2148321"/>
                      <a:gd name="connsiteY24" fmla="*/ 0 h 205807"/>
                      <a:gd name="connsiteX25" fmla="*/ 1457902 w 2148321"/>
                      <a:gd name="connsiteY25" fmla="*/ 0 h 205807"/>
                      <a:gd name="connsiteX26" fmla="*/ 1465441 w 2148321"/>
                      <a:gd name="connsiteY26" fmla="*/ 36602 h 205807"/>
                      <a:gd name="connsiteX27" fmla="*/ 1465441 w 2148321"/>
                      <a:gd name="connsiteY27" fmla="*/ 61437 h 205807"/>
                      <a:gd name="connsiteX28" fmla="*/ 1453868 w 2148321"/>
                      <a:gd name="connsiteY28" fmla="*/ 117632 h 205807"/>
                      <a:gd name="connsiteX29" fmla="*/ 1449679 w 2148321"/>
                      <a:gd name="connsiteY29" fmla="*/ 123723 h 205807"/>
                      <a:gd name="connsiteX30" fmla="*/ 1480988 w 2148321"/>
                      <a:gd name="connsiteY30" fmla="*/ 144416 h 205807"/>
                      <a:gd name="connsiteX31" fmla="*/ 1519875 w 2148321"/>
                      <a:gd name="connsiteY31" fmla="*/ 152112 h 205807"/>
                      <a:gd name="connsiteX32" fmla="*/ 2000869 w 2148321"/>
                      <a:gd name="connsiteY32" fmla="*/ 152112 h 205807"/>
                      <a:gd name="connsiteX33" fmla="*/ 2100772 w 2148321"/>
                      <a:gd name="connsiteY33" fmla="*/ 54177 h 205807"/>
                      <a:gd name="connsiteX34" fmla="*/ 2100772 w 2148321"/>
                      <a:gd name="connsiteY34" fmla="*/ 37329 h 205807"/>
                      <a:gd name="connsiteX35" fmla="*/ 2093085 w 2148321"/>
                      <a:gd name="connsiteY35" fmla="*/ 0 h 205807"/>
                      <a:gd name="connsiteX36" fmla="*/ 2140782 w 2148321"/>
                      <a:gd name="connsiteY36" fmla="*/ 0 h 205807"/>
                      <a:gd name="connsiteX37" fmla="*/ 2148321 w 2148321"/>
                      <a:gd name="connsiteY37" fmla="*/ 36602 h 205807"/>
                      <a:gd name="connsiteX38" fmla="*/ 2148321 w 2148321"/>
                      <a:gd name="connsiteY38" fmla="*/ 61437 h 205807"/>
                      <a:gd name="connsiteX39" fmla="*/ 2001049 w 2148321"/>
                      <a:gd name="connsiteY39" fmla="*/ 205807 h 205807"/>
                      <a:gd name="connsiteX40" fmla="*/ 1513031 w 2148321"/>
                      <a:gd name="connsiteY40" fmla="*/ 205807 h 205807"/>
                      <a:gd name="connsiteX41" fmla="*/ 1455706 w 2148321"/>
                      <a:gd name="connsiteY41" fmla="*/ 194462 h 205807"/>
                      <a:gd name="connsiteX42" fmla="*/ 1415600 w 2148321"/>
                      <a:gd name="connsiteY42" fmla="*/ 167954 h 205807"/>
                      <a:gd name="connsiteX43" fmla="*/ 1375494 w 2148321"/>
                      <a:gd name="connsiteY43" fmla="*/ 194462 h 205807"/>
                      <a:gd name="connsiteX44" fmla="*/ 1318169 w 2148321"/>
                      <a:gd name="connsiteY44" fmla="*/ 205807 h 205807"/>
                      <a:gd name="connsiteX45" fmla="*/ 830151 w 2148321"/>
                      <a:gd name="connsiteY45" fmla="*/ 205807 h 205807"/>
                      <a:gd name="connsiteX46" fmla="*/ 772826 w 2148321"/>
                      <a:gd name="connsiteY46" fmla="*/ 194462 h 205807"/>
                      <a:gd name="connsiteX47" fmla="*/ 732721 w 2148321"/>
                      <a:gd name="connsiteY47" fmla="*/ 167955 h 205807"/>
                      <a:gd name="connsiteX48" fmla="*/ 692615 w 2148321"/>
                      <a:gd name="connsiteY48" fmla="*/ 194462 h 205807"/>
                      <a:gd name="connsiteX49" fmla="*/ 635290 w 2148321"/>
                      <a:gd name="connsiteY49" fmla="*/ 205807 h 205807"/>
                      <a:gd name="connsiteX50" fmla="*/ 147272 w 2148321"/>
                      <a:gd name="connsiteY50" fmla="*/ 205807 h 205807"/>
                      <a:gd name="connsiteX51" fmla="*/ 0 w 2148321"/>
                      <a:gd name="connsiteY51" fmla="*/ 61437 h 205807"/>
                      <a:gd name="connsiteX52" fmla="*/ 0 w 2148321"/>
                      <a:gd name="connsiteY52" fmla="*/ 36602 h 205807"/>
                      <a:gd name="connsiteX53" fmla="*/ 7539 w 2148321"/>
                      <a:gd name="connsiteY53" fmla="*/ 0 h 205807"/>
                      <a:gd name="connsiteX0" fmla="*/ 7539 w 2148321"/>
                      <a:gd name="connsiteY0" fmla="*/ 0 h 205807"/>
                      <a:gd name="connsiteX1" fmla="*/ 61900 w 2148321"/>
                      <a:gd name="connsiteY1" fmla="*/ 0 h 205807"/>
                      <a:gd name="connsiteX2" fmla="*/ 54212 w 2148321"/>
                      <a:gd name="connsiteY2" fmla="*/ 37329 h 205807"/>
                      <a:gd name="connsiteX3" fmla="*/ 54212 w 2148321"/>
                      <a:gd name="connsiteY3" fmla="*/ 54177 h 205807"/>
                      <a:gd name="connsiteX4" fmla="*/ 154116 w 2148321"/>
                      <a:gd name="connsiteY4" fmla="*/ 152112 h 205807"/>
                      <a:gd name="connsiteX5" fmla="*/ 635110 w 2148321"/>
                      <a:gd name="connsiteY5" fmla="*/ 152112 h 205807"/>
                      <a:gd name="connsiteX6" fmla="*/ 673997 w 2148321"/>
                      <a:gd name="connsiteY6" fmla="*/ 144416 h 205807"/>
                      <a:gd name="connsiteX7" fmla="*/ 700724 w 2148321"/>
                      <a:gd name="connsiteY7" fmla="*/ 126751 h 205807"/>
                      <a:gd name="connsiteX8" fmla="*/ 694452 w 2148321"/>
                      <a:gd name="connsiteY8" fmla="*/ 117632 h 205807"/>
                      <a:gd name="connsiteX9" fmla="*/ 728639 w 2148321"/>
                      <a:gd name="connsiteY9" fmla="*/ 60689 h 205807"/>
                      <a:gd name="connsiteX10" fmla="*/ 782562 w 2148321"/>
                      <a:gd name="connsiteY10" fmla="*/ 61437 h 205807"/>
                      <a:gd name="connsiteX11" fmla="*/ 770989 w 2148321"/>
                      <a:gd name="connsiteY11" fmla="*/ 117632 h 205807"/>
                      <a:gd name="connsiteX12" fmla="*/ 766799 w 2148321"/>
                      <a:gd name="connsiteY12" fmla="*/ 123723 h 205807"/>
                      <a:gd name="connsiteX13" fmla="*/ 798108 w 2148321"/>
                      <a:gd name="connsiteY13" fmla="*/ 144416 h 205807"/>
                      <a:gd name="connsiteX14" fmla="*/ 836995 w 2148321"/>
                      <a:gd name="connsiteY14" fmla="*/ 152112 h 205807"/>
                      <a:gd name="connsiteX15" fmla="*/ 1317989 w 2148321"/>
                      <a:gd name="connsiteY15" fmla="*/ 152112 h 205807"/>
                      <a:gd name="connsiteX16" fmla="*/ 1356876 w 2148321"/>
                      <a:gd name="connsiteY16" fmla="*/ 144416 h 205807"/>
                      <a:gd name="connsiteX17" fmla="*/ 1383604 w 2148321"/>
                      <a:gd name="connsiteY17" fmla="*/ 126751 h 205807"/>
                      <a:gd name="connsiteX18" fmla="*/ 1377332 w 2148321"/>
                      <a:gd name="connsiteY18" fmla="*/ 117632 h 205807"/>
                      <a:gd name="connsiteX19" fmla="*/ 1365759 w 2148321"/>
                      <a:gd name="connsiteY19" fmla="*/ 61437 h 205807"/>
                      <a:gd name="connsiteX20" fmla="*/ 1365759 w 2148321"/>
                      <a:gd name="connsiteY20" fmla="*/ 36602 h 205807"/>
                      <a:gd name="connsiteX21" fmla="*/ 1373298 w 2148321"/>
                      <a:gd name="connsiteY21" fmla="*/ 0 h 205807"/>
                      <a:gd name="connsiteX22" fmla="*/ 1410205 w 2148321"/>
                      <a:gd name="connsiteY22" fmla="*/ 0 h 205807"/>
                      <a:gd name="connsiteX23" fmla="*/ 1427659 w 2148321"/>
                      <a:gd name="connsiteY23" fmla="*/ 0 h 205807"/>
                      <a:gd name="connsiteX24" fmla="*/ 1457902 w 2148321"/>
                      <a:gd name="connsiteY24" fmla="*/ 0 h 205807"/>
                      <a:gd name="connsiteX25" fmla="*/ 1465441 w 2148321"/>
                      <a:gd name="connsiteY25" fmla="*/ 36602 h 205807"/>
                      <a:gd name="connsiteX26" fmla="*/ 1465441 w 2148321"/>
                      <a:gd name="connsiteY26" fmla="*/ 61437 h 205807"/>
                      <a:gd name="connsiteX27" fmla="*/ 1453868 w 2148321"/>
                      <a:gd name="connsiteY27" fmla="*/ 117632 h 205807"/>
                      <a:gd name="connsiteX28" fmla="*/ 1449679 w 2148321"/>
                      <a:gd name="connsiteY28" fmla="*/ 123723 h 205807"/>
                      <a:gd name="connsiteX29" fmla="*/ 1480988 w 2148321"/>
                      <a:gd name="connsiteY29" fmla="*/ 144416 h 205807"/>
                      <a:gd name="connsiteX30" fmla="*/ 1519875 w 2148321"/>
                      <a:gd name="connsiteY30" fmla="*/ 152112 h 205807"/>
                      <a:gd name="connsiteX31" fmla="*/ 2000869 w 2148321"/>
                      <a:gd name="connsiteY31" fmla="*/ 152112 h 205807"/>
                      <a:gd name="connsiteX32" fmla="*/ 2100772 w 2148321"/>
                      <a:gd name="connsiteY32" fmla="*/ 54177 h 205807"/>
                      <a:gd name="connsiteX33" fmla="*/ 2100772 w 2148321"/>
                      <a:gd name="connsiteY33" fmla="*/ 37329 h 205807"/>
                      <a:gd name="connsiteX34" fmla="*/ 2093085 w 2148321"/>
                      <a:gd name="connsiteY34" fmla="*/ 0 h 205807"/>
                      <a:gd name="connsiteX35" fmla="*/ 2140782 w 2148321"/>
                      <a:gd name="connsiteY35" fmla="*/ 0 h 205807"/>
                      <a:gd name="connsiteX36" fmla="*/ 2148321 w 2148321"/>
                      <a:gd name="connsiteY36" fmla="*/ 36602 h 205807"/>
                      <a:gd name="connsiteX37" fmla="*/ 2148321 w 2148321"/>
                      <a:gd name="connsiteY37" fmla="*/ 61437 h 205807"/>
                      <a:gd name="connsiteX38" fmla="*/ 2001049 w 2148321"/>
                      <a:gd name="connsiteY38" fmla="*/ 205807 h 205807"/>
                      <a:gd name="connsiteX39" fmla="*/ 1513031 w 2148321"/>
                      <a:gd name="connsiteY39" fmla="*/ 205807 h 205807"/>
                      <a:gd name="connsiteX40" fmla="*/ 1455706 w 2148321"/>
                      <a:gd name="connsiteY40" fmla="*/ 194462 h 205807"/>
                      <a:gd name="connsiteX41" fmla="*/ 1415600 w 2148321"/>
                      <a:gd name="connsiteY41" fmla="*/ 167954 h 205807"/>
                      <a:gd name="connsiteX42" fmla="*/ 1375494 w 2148321"/>
                      <a:gd name="connsiteY42" fmla="*/ 194462 h 205807"/>
                      <a:gd name="connsiteX43" fmla="*/ 1318169 w 2148321"/>
                      <a:gd name="connsiteY43" fmla="*/ 205807 h 205807"/>
                      <a:gd name="connsiteX44" fmla="*/ 830151 w 2148321"/>
                      <a:gd name="connsiteY44" fmla="*/ 205807 h 205807"/>
                      <a:gd name="connsiteX45" fmla="*/ 772826 w 2148321"/>
                      <a:gd name="connsiteY45" fmla="*/ 194462 h 205807"/>
                      <a:gd name="connsiteX46" fmla="*/ 732721 w 2148321"/>
                      <a:gd name="connsiteY46" fmla="*/ 167955 h 205807"/>
                      <a:gd name="connsiteX47" fmla="*/ 692615 w 2148321"/>
                      <a:gd name="connsiteY47" fmla="*/ 194462 h 205807"/>
                      <a:gd name="connsiteX48" fmla="*/ 635290 w 2148321"/>
                      <a:gd name="connsiteY48" fmla="*/ 205807 h 205807"/>
                      <a:gd name="connsiteX49" fmla="*/ 147272 w 2148321"/>
                      <a:gd name="connsiteY49" fmla="*/ 205807 h 205807"/>
                      <a:gd name="connsiteX50" fmla="*/ 0 w 2148321"/>
                      <a:gd name="connsiteY50" fmla="*/ 61437 h 205807"/>
                      <a:gd name="connsiteX51" fmla="*/ 0 w 2148321"/>
                      <a:gd name="connsiteY51" fmla="*/ 36602 h 205807"/>
                      <a:gd name="connsiteX52" fmla="*/ 7539 w 2148321"/>
                      <a:gd name="connsiteY52" fmla="*/ 0 h 205807"/>
                      <a:gd name="connsiteX0" fmla="*/ 7539 w 2148321"/>
                      <a:gd name="connsiteY0" fmla="*/ 0 h 205807"/>
                      <a:gd name="connsiteX1" fmla="*/ 61900 w 2148321"/>
                      <a:gd name="connsiteY1" fmla="*/ 0 h 205807"/>
                      <a:gd name="connsiteX2" fmla="*/ 54212 w 2148321"/>
                      <a:gd name="connsiteY2" fmla="*/ 37329 h 205807"/>
                      <a:gd name="connsiteX3" fmla="*/ 54212 w 2148321"/>
                      <a:gd name="connsiteY3" fmla="*/ 54177 h 205807"/>
                      <a:gd name="connsiteX4" fmla="*/ 154116 w 2148321"/>
                      <a:gd name="connsiteY4" fmla="*/ 152112 h 205807"/>
                      <a:gd name="connsiteX5" fmla="*/ 635110 w 2148321"/>
                      <a:gd name="connsiteY5" fmla="*/ 152112 h 205807"/>
                      <a:gd name="connsiteX6" fmla="*/ 673997 w 2148321"/>
                      <a:gd name="connsiteY6" fmla="*/ 144416 h 205807"/>
                      <a:gd name="connsiteX7" fmla="*/ 700724 w 2148321"/>
                      <a:gd name="connsiteY7" fmla="*/ 126751 h 205807"/>
                      <a:gd name="connsiteX8" fmla="*/ 694452 w 2148321"/>
                      <a:gd name="connsiteY8" fmla="*/ 117632 h 205807"/>
                      <a:gd name="connsiteX9" fmla="*/ 728639 w 2148321"/>
                      <a:gd name="connsiteY9" fmla="*/ 60689 h 205807"/>
                      <a:gd name="connsiteX10" fmla="*/ 770989 w 2148321"/>
                      <a:gd name="connsiteY10" fmla="*/ 117632 h 205807"/>
                      <a:gd name="connsiteX11" fmla="*/ 766799 w 2148321"/>
                      <a:gd name="connsiteY11" fmla="*/ 123723 h 205807"/>
                      <a:gd name="connsiteX12" fmla="*/ 798108 w 2148321"/>
                      <a:gd name="connsiteY12" fmla="*/ 144416 h 205807"/>
                      <a:gd name="connsiteX13" fmla="*/ 836995 w 2148321"/>
                      <a:gd name="connsiteY13" fmla="*/ 152112 h 205807"/>
                      <a:gd name="connsiteX14" fmla="*/ 1317989 w 2148321"/>
                      <a:gd name="connsiteY14" fmla="*/ 152112 h 205807"/>
                      <a:gd name="connsiteX15" fmla="*/ 1356876 w 2148321"/>
                      <a:gd name="connsiteY15" fmla="*/ 144416 h 205807"/>
                      <a:gd name="connsiteX16" fmla="*/ 1383604 w 2148321"/>
                      <a:gd name="connsiteY16" fmla="*/ 126751 h 205807"/>
                      <a:gd name="connsiteX17" fmla="*/ 1377332 w 2148321"/>
                      <a:gd name="connsiteY17" fmla="*/ 117632 h 205807"/>
                      <a:gd name="connsiteX18" fmla="*/ 1365759 w 2148321"/>
                      <a:gd name="connsiteY18" fmla="*/ 61437 h 205807"/>
                      <a:gd name="connsiteX19" fmla="*/ 1365759 w 2148321"/>
                      <a:gd name="connsiteY19" fmla="*/ 36602 h 205807"/>
                      <a:gd name="connsiteX20" fmla="*/ 1373298 w 2148321"/>
                      <a:gd name="connsiteY20" fmla="*/ 0 h 205807"/>
                      <a:gd name="connsiteX21" fmla="*/ 1410205 w 2148321"/>
                      <a:gd name="connsiteY21" fmla="*/ 0 h 205807"/>
                      <a:gd name="connsiteX22" fmla="*/ 1427659 w 2148321"/>
                      <a:gd name="connsiteY22" fmla="*/ 0 h 205807"/>
                      <a:gd name="connsiteX23" fmla="*/ 1457902 w 2148321"/>
                      <a:gd name="connsiteY23" fmla="*/ 0 h 205807"/>
                      <a:gd name="connsiteX24" fmla="*/ 1465441 w 2148321"/>
                      <a:gd name="connsiteY24" fmla="*/ 36602 h 205807"/>
                      <a:gd name="connsiteX25" fmla="*/ 1465441 w 2148321"/>
                      <a:gd name="connsiteY25" fmla="*/ 61437 h 205807"/>
                      <a:gd name="connsiteX26" fmla="*/ 1453868 w 2148321"/>
                      <a:gd name="connsiteY26" fmla="*/ 117632 h 205807"/>
                      <a:gd name="connsiteX27" fmla="*/ 1449679 w 2148321"/>
                      <a:gd name="connsiteY27" fmla="*/ 123723 h 205807"/>
                      <a:gd name="connsiteX28" fmla="*/ 1480988 w 2148321"/>
                      <a:gd name="connsiteY28" fmla="*/ 144416 h 205807"/>
                      <a:gd name="connsiteX29" fmla="*/ 1519875 w 2148321"/>
                      <a:gd name="connsiteY29" fmla="*/ 152112 h 205807"/>
                      <a:gd name="connsiteX30" fmla="*/ 2000869 w 2148321"/>
                      <a:gd name="connsiteY30" fmla="*/ 152112 h 205807"/>
                      <a:gd name="connsiteX31" fmla="*/ 2100772 w 2148321"/>
                      <a:gd name="connsiteY31" fmla="*/ 54177 h 205807"/>
                      <a:gd name="connsiteX32" fmla="*/ 2100772 w 2148321"/>
                      <a:gd name="connsiteY32" fmla="*/ 37329 h 205807"/>
                      <a:gd name="connsiteX33" fmla="*/ 2093085 w 2148321"/>
                      <a:gd name="connsiteY33" fmla="*/ 0 h 205807"/>
                      <a:gd name="connsiteX34" fmla="*/ 2140782 w 2148321"/>
                      <a:gd name="connsiteY34" fmla="*/ 0 h 205807"/>
                      <a:gd name="connsiteX35" fmla="*/ 2148321 w 2148321"/>
                      <a:gd name="connsiteY35" fmla="*/ 36602 h 205807"/>
                      <a:gd name="connsiteX36" fmla="*/ 2148321 w 2148321"/>
                      <a:gd name="connsiteY36" fmla="*/ 61437 h 205807"/>
                      <a:gd name="connsiteX37" fmla="*/ 2001049 w 2148321"/>
                      <a:gd name="connsiteY37" fmla="*/ 205807 h 205807"/>
                      <a:gd name="connsiteX38" fmla="*/ 1513031 w 2148321"/>
                      <a:gd name="connsiteY38" fmla="*/ 205807 h 205807"/>
                      <a:gd name="connsiteX39" fmla="*/ 1455706 w 2148321"/>
                      <a:gd name="connsiteY39" fmla="*/ 194462 h 205807"/>
                      <a:gd name="connsiteX40" fmla="*/ 1415600 w 2148321"/>
                      <a:gd name="connsiteY40" fmla="*/ 167954 h 205807"/>
                      <a:gd name="connsiteX41" fmla="*/ 1375494 w 2148321"/>
                      <a:gd name="connsiteY41" fmla="*/ 194462 h 205807"/>
                      <a:gd name="connsiteX42" fmla="*/ 1318169 w 2148321"/>
                      <a:gd name="connsiteY42" fmla="*/ 205807 h 205807"/>
                      <a:gd name="connsiteX43" fmla="*/ 830151 w 2148321"/>
                      <a:gd name="connsiteY43" fmla="*/ 205807 h 205807"/>
                      <a:gd name="connsiteX44" fmla="*/ 772826 w 2148321"/>
                      <a:gd name="connsiteY44" fmla="*/ 194462 h 205807"/>
                      <a:gd name="connsiteX45" fmla="*/ 732721 w 2148321"/>
                      <a:gd name="connsiteY45" fmla="*/ 167955 h 205807"/>
                      <a:gd name="connsiteX46" fmla="*/ 692615 w 2148321"/>
                      <a:gd name="connsiteY46" fmla="*/ 194462 h 205807"/>
                      <a:gd name="connsiteX47" fmla="*/ 635290 w 2148321"/>
                      <a:gd name="connsiteY47" fmla="*/ 205807 h 205807"/>
                      <a:gd name="connsiteX48" fmla="*/ 147272 w 2148321"/>
                      <a:gd name="connsiteY48" fmla="*/ 205807 h 205807"/>
                      <a:gd name="connsiteX49" fmla="*/ 0 w 2148321"/>
                      <a:gd name="connsiteY49" fmla="*/ 61437 h 205807"/>
                      <a:gd name="connsiteX50" fmla="*/ 0 w 2148321"/>
                      <a:gd name="connsiteY50" fmla="*/ 36602 h 205807"/>
                      <a:gd name="connsiteX51" fmla="*/ 7539 w 2148321"/>
                      <a:gd name="connsiteY51" fmla="*/ 0 h 205807"/>
                      <a:gd name="connsiteX0" fmla="*/ 7539 w 2148321"/>
                      <a:gd name="connsiteY0" fmla="*/ 0 h 205807"/>
                      <a:gd name="connsiteX1" fmla="*/ 61900 w 2148321"/>
                      <a:gd name="connsiteY1" fmla="*/ 0 h 205807"/>
                      <a:gd name="connsiteX2" fmla="*/ 54212 w 2148321"/>
                      <a:gd name="connsiteY2" fmla="*/ 37329 h 205807"/>
                      <a:gd name="connsiteX3" fmla="*/ 54212 w 2148321"/>
                      <a:gd name="connsiteY3" fmla="*/ 54177 h 205807"/>
                      <a:gd name="connsiteX4" fmla="*/ 154116 w 2148321"/>
                      <a:gd name="connsiteY4" fmla="*/ 152112 h 205807"/>
                      <a:gd name="connsiteX5" fmla="*/ 635110 w 2148321"/>
                      <a:gd name="connsiteY5" fmla="*/ 152112 h 205807"/>
                      <a:gd name="connsiteX6" fmla="*/ 673997 w 2148321"/>
                      <a:gd name="connsiteY6" fmla="*/ 144416 h 205807"/>
                      <a:gd name="connsiteX7" fmla="*/ 700724 w 2148321"/>
                      <a:gd name="connsiteY7" fmla="*/ 126751 h 205807"/>
                      <a:gd name="connsiteX8" fmla="*/ 728639 w 2148321"/>
                      <a:gd name="connsiteY8" fmla="*/ 60689 h 205807"/>
                      <a:gd name="connsiteX9" fmla="*/ 770989 w 2148321"/>
                      <a:gd name="connsiteY9" fmla="*/ 117632 h 205807"/>
                      <a:gd name="connsiteX10" fmla="*/ 766799 w 2148321"/>
                      <a:gd name="connsiteY10" fmla="*/ 123723 h 205807"/>
                      <a:gd name="connsiteX11" fmla="*/ 798108 w 2148321"/>
                      <a:gd name="connsiteY11" fmla="*/ 144416 h 205807"/>
                      <a:gd name="connsiteX12" fmla="*/ 836995 w 2148321"/>
                      <a:gd name="connsiteY12" fmla="*/ 152112 h 205807"/>
                      <a:gd name="connsiteX13" fmla="*/ 1317989 w 2148321"/>
                      <a:gd name="connsiteY13" fmla="*/ 152112 h 205807"/>
                      <a:gd name="connsiteX14" fmla="*/ 1356876 w 2148321"/>
                      <a:gd name="connsiteY14" fmla="*/ 144416 h 205807"/>
                      <a:gd name="connsiteX15" fmla="*/ 1383604 w 2148321"/>
                      <a:gd name="connsiteY15" fmla="*/ 126751 h 205807"/>
                      <a:gd name="connsiteX16" fmla="*/ 1377332 w 2148321"/>
                      <a:gd name="connsiteY16" fmla="*/ 117632 h 205807"/>
                      <a:gd name="connsiteX17" fmla="*/ 1365759 w 2148321"/>
                      <a:gd name="connsiteY17" fmla="*/ 61437 h 205807"/>
                      <a:gd name="connsiteX18" fmla="*/ 1365759 w 2148321"/>
                      <a:gd name="connsiteY18" fmla="*/ 36602 h 205807"/>
                      <a:gd name="connsiteX19" fmla="*/ 1373298 w 2148321"/>
                      <a:gd name="connsiteY19" fmla="*/ 0 h 205807"/>
                      <a:gd name="connsiteX20" fmla="*/ 1410205 w 2148321"/>
                      <a:gd name="connsiteY20" fmla="*/ 0 h 205807"/>
                      <a:gd name="connsiteX21" fmla="*/ 1427659 w 2148321"/>
                      <a:gd name="connsiteY21" fmla="*/ 0 h 205807"/>
                      <a:gd name="connsiteX22" fmla="*/ 1457902 w 2148321"/>
                      <a:gd name="connsiteY22" fmla="*/ 0 h 205807"/>
                      <a:gd name="connsiteX23" fmla="*/ 1465441 w 2148321"/>
                      <a:gd name="connsiteY23" fmla="*/ 36602 h 205807"/>
                      <a:gd name="connsiteX24" fmla="*/ 1465441 w 2148321"/>
                      <a:gd name="connsiteY24" fmla="*/ 61437 h 205807"/>
                      <a:gd name="connsiteX25" fmla="*/ 1453868 w 2148321"/>
                      <a:gd name="connsiteY25" fmla="*/ 117632 h 205807"/>
                      <a:gd name="connsiteX26" fmla="*/ 1449679 w 2148321"/>
                      <a:gd name="connsiteY26" fmla="*/ 123723 h 205807"/>
                      <a:gd name="connsiteX27" fmla="*/ 1480988 w 2148321"/>
                      <a:gd name="connsiteY27" fmla="*/ 144416 h 205807"/>
                      <a:gd name="connsiteX28" fmla="*/ 1519875 w 2148321"/>
                      <a:gd name="connsiteY28" fmla="*/ 152112 h 205807"/>
                      <a:gd name="connsiteX29" fmla="*/ 2000869 w 2148321"/>
                      <a:gd name="connsiteY29" fmla="*/ 152112 h 205807"/>
                      <a:gd name="connsiteX30" fmla="*/ 2100772 w 2148321"/>
                      <a:gd name="connsiteY30" fmla="*/ 54177 h 205807"/>
                      <a:gd name="connsiteX31" fmla="*/ 2100772 w 2148321"/>
                      <a:gd name="connsiteY31" fmla="*/ 37329 h 205807"/>
                      <a:gd name="connsiteX32" fmla="*/ 2093085 w 2148321"/>
                      <a:gd name="connsiteY32" fmla="*/ 0 h 205807"/>
                      <a:gd name="connsiteX33" fmla="*/ 2140782 w 2148321"/>
                      <a:gd name="connsiteY33" fmla="*/ 0 h 205807"/>
                      <a:gd name="connsiteX34" fmla="*/ 2148321 w 2148321"/>
                      <a:gd name="connsiteY34" fmla="*/ 36602 h 205807"/>
                      <a:gd name="connsiteX35" fmla="*/ 2148321 w 2148321"/>
                      <a:gd name="connsiteY35" fmla="*/ 61437 h 205807"/>
                      <a:gd name="connsiteX36" fmla="*/ 2001049 w 2148321"/>
                      <a:gd name="connsiteY36" fmla="*/ 205807 h 205807"/>
                      <a:gd name="connsiteX37" fmla="*/ 1513031 w 2148321"/>
                      <a:gd name="connsiteY37" fmla="*/ 205807 h 205807"/>
                      <a:gd name="connsiteX38" fmla="*/ 1455706 w 2148321"/>
                      <a:gd name="connsiteY38" fmla="*/ 194462 h 205807"/>
                      <a:gd name="connsiteX39" fmla="*/ 1415600 w 2148321"/>
                      <a:gd name="connsiteY39" fmla="*/ 167954 h 205807"/>
                      <a:gd name="connsiteX40" fmla="*/ 1375494 w 2148321"/>
                      <a:gd name="connsiteY40" fmla="*/ 194462 h 205807"/>
                      <a:gd name="connsiteX41" fmla="*/ 1318169 w 2148321"/>
                      <a:gd name="connsiteY41" fmla="*/ 205807 h 205807"/>
                      <a:gd name="connsiteX42" fmla="*/ 830151 w 2148321"/>
                      <a:gd name="connsiteY42" fmla="*/ 205807 h 205807"/>
                      <a:gd name="connsiteX43" fmla="*/ 772826 w 2148321"/>
                      <a:gd name="connsiteY43" fmla="*/ 194462 h 205807"/>
                      <a:gd name="connsiteX44" fmla="*/ 732721 w 2148321"/>
                      <a:gd name="connsiteY44" fmla="*/ 167955 h 205807"/>
                      <a:gd name="connsiteX45" fmla="*/ 692615 w 2148321"/>
                      <a:gd name="connsiteY45" fmla="*/ 194462 h 205807"/>
                      <a:gd name="connsiteX46" fmla="*/ 635290 w 2148321"/>
                      <a:gd name="connsiteY46" fmla="*/ 205807 h 205807"/>
                      <a:gd name="connsiteX47" fmla="*/ 147272 w 2148321"/>
                      <a:gd name="connsiteY47" fmla="*/ 205807 h 205807"/>
                      <a:gd name="connsiteX48" fmla="*/ 0 w 2148321"/>
                      <a:gd name="connsiteY48" fmla="*/ 61437 h 205807"/>
                      <a:gd name="connsiteX49" fmla="*/ 0 w 2148321"/>
                      <a:gd name="connsiteY49" fmla="*/ 36602 h 205807"/>
                      <a:gd name="connsiteX50" fmla="*/ 7539 w 2148321"/>
                      <a:gd name="connsiteY50" fmla="*/ 0 h 205807"/>
                      <a:gd name="connsiteX0" fmla="*/ 7539 w 2148321"/>
                      <a:gd name="connsiteY0" fmla="*/ 0 h 205807"/>
                      <a:gd name="connsiteX1" fmla="*/ 61900 w 2148321"/>
                      <a:gd name="connsiteY1" fmla="*/ 0 h 205807"/>
                      <a:gd name="connsiteX2" fmla="*/ 54212 w 2148321"/>
                      <a:gd name="connsiteY2" fmla="*/ 37329 h 205807"/>
                      <a:gd name="connsiteX3" fmla="*/ 54212 w 2148321"/>
                      <a:gd name="connsiteY3" fmla="*/ 54177 h 205807"/>
                      <a:gd name="connsiteX4" fmla="*/ 154116 w 2148321"/>
                      <a:gd name="connsiteY4" fmla="*/ 152112 h 205807"/>
                      <a:gd name="connsiteX5" fmla="*/ 635110 w 2148321"/>
                      <a:gd name="connsiteY5" fmla="*/ 152112 h 205807"/>
                      <a:gd name="connsiteX6" fmla="*/ 673997 w 2148321"/>
                      <a:gd name="connsiteY6" fmla="*/ 144416 h 205807"/>
                      <a:gd name="connsiteX7" fmla="*/ 700724 w 2148321"/>
                      <a:gd name="connsiteY7" fmla="*/ 126751 h 205807"/>
                      <a:gd name="connsiteX8" fmla="*/ 728639 w 2148321"/>
                      <a:gd name="connsiteY8" fmla="*/ 60689 h 205807"/>
                      <a:gd name="connsiteX9" fmla="*/ 770989 w 2148321"/>
                      <a:gd name="connsiteY9" fmla="*/ 117632 h 205807"/>
                      <a:gd name="connsiteX10" fmla="*/ 798108 w 2148321"/>
                      <a:gd name="connsiteY10" fmla="*/ 144416 h 205807"/>
                      <a:gd name="connsiteX11" fmla="*/ 836995 w 2148321"/>
                      <a:gd name="connsiteY11" fmla="*/ 152112 h 205807"/>
                      <a:gd name="connsiteX12" fmla="*/ 1317989 w 2148321"/>
                      <a:gd name="connsiteY12" fmla="*/ 152112 h 205807"/>
                      <a:gd name="connsiteX13" fmla="*/ 1356876 w 2148321"/>
                      <a:gd name="connsiteY13" fmla="*/ 144416 h 205807"/>
                      <a:gd name="connsiteX14" fmla="*/ 1383604 w 2148321"/>
                      <a:gd name="connsiteY14" fmla="*/ 126751 h 205807"/>
                      <a:gd name="connsiteX15" fmla="*/ 1377332 w 2148321"/>
                      <a:gd name="connsiteY15" fmla="*/ 117632 h 205807"/>
                      <a:gd name="connsiteX16" fmla="*/ 1365759 w 2148321"/>
                      <a:gd name="connsiteY16" fmla="*/ 61437 h 205807"/>
                      <a:gd name="connsiteX17" fmla="*/ 1365759 w 2148321"/>
                      <a:gd name="connsiteY17" fmla="*/ 36602 h 205807"/>
                      <a:gd name="connsiteX18" fmla="*/ 1373298 w 2148321"/>
                      <a:gd name="connsiteY18" fmla="*/ 0 h 205807"/>
                      <a:gd name="connsiteX19" fmla="*/ 1410205 w 2148321"/>
                      <a:gd name="connsiteY19" fmla="*/ 0 h 205807"/>
                      <a:gd name="connsiteX20" fmla="*/ 1427659 w 2148321"/>
                      <a:gd name="connsiteY20" fmla="*/ 0 h 205807"/>
                      <a:gd name="connsiteX21" fmla="*/ 1457902 w 2148321"/>
                      <a:gd name="connsiteY21" fmla="*/ 0 h 205807"/>
                      <a:gd name="connsiteX22" fmla="*/ 1465441 w 2148321"/>
                      <a:gd name="connsiteY22" fmla="*/ 36602 h 205807"/>
                      <a:gd name="connsiteX23" fmla="*/ 1465441 w 2148321"/>
                      <a:gd name="connsiteY23" fmla="*/ 61437 h 205807"/>
                      <a:gd name="connsiteX24" fmla="*/ 1453868 w 2148321"/>
                      <a:gd name="connsiteY24" fmla="*/ 117632 h 205807"/>
                      <a:gd name="connsiteX25" fmla="*/ 1449679 w 2148321"/>
                      <a:gd name="connsiteY25" fmla="*/ 123723 h 205807"/>
                      <a:gd name="connsiteX26" fmla="*/ 1480988 w 2148321"/>
                      <a:gd name="connsiteY26" fmla="*/ 144416 h 205807"/>
                      <a:gd name="connsiteX27" fmla="*/ 1519875 w 2148321"/>
                      <a:gd name="connsiteY27" fmla="*/ 152112 h 205807"/>
                      <a:gd name="connsiteX28" fmla="*/ 2000869 w 2148321"/>
                      <a:gd name="connsiteY28" fmla="*/ 152112 h 205807"/>
                      <a:gd name="connsiteX29" fmla="*/ 2100772 w 2148321"/>
                      <a:gd name="connsiteY29" fmla="*/ 54177 h 205807"/>
                      <a:gd name="connsiteX30" fmla="*/ 2100772 w 2148321"/>
                      <a:gd name="connsiteY30" fmla="*/ 37329 h 205807"/>
                      <a:gd name="connsiteX31" fmla="*/ 2093085 w 2148321"/>
                      <a:gd name="connsiteY31" fmla="*/ 0 h 205807"/>
                      <a:gd name="connsiteX32" fmla="*/ 2140782 w 2148321"/>
                      <a:gd name="connsiteY32" fmla="*/ 0 h 205807"/>
                      <a:gd name="connsiteX33" fmla="*/ 2148321 w 2148321"/>
                      <a:gd name="connsiteY33" fmla="*/ 36602 h 205807"/>
                      <a:gd name="connsiteX34" fmla="*/ 2148321 w 2148321"/>
                      <a:gd name="connsiteY34" fmla="*/ 61437 h 205807"/>
                      <a:gd name="connsiteX35" fmla="*/ 2001049 w 2148321"/>
                      <a:gd name="connsiteY35" fmla="*/ 205807 h 205807"/>
                      <a:gd name="connsiteX36" fmla="*/ 1513031 w 2148321"/>
                      <a:gd name="connsiteY36" fmla="*/ 205807 h 205807"/>
                      <a:gd name="connsiteX37" fmla="*/ 1455706 w 2148321"/>
                      <a:gd name="connsiteY37" fmla="*/ 194462 h 205807"/>
                      <a:gd name="connsiteX38" fmla="*/ 1415600 w 2148321"/>
                      <a:gd name="connsiteY38" fmla="*/ 167954 h 205807"/>
                      <a:gd name="connsiteX39" fmla="*/ 1375494 w 2148321"/>
                      <a:gd name="connsiteY39" fmla="*/ 194462 h 205807"/>
                      <a:gd name="connsiteX40" fmla="*/ 1318169 w 2148321"/>
                      <a:gd name="connsiteY40" fmla="*/ 205807 h 205807"/>
                      <a:gd name="connsiteX41" fmla="*/ 830151 w 2148321"/>
                      <a:gd name="connsiteY41" fmla="*/ 205807 h 205807"/>
                      <a:gd name="connsiteX42" fmla="*/ 772826 w 2148321"/>
                      <a:gd name="connsiteY42" fmla="*/ 194462 h 205807"/>
                      <a:gd name="connsiteX43" fmla="*/ 732721 w 2148321"/>
                      <a:gd name="connsiteY43" fmla="*/ 167955 h 205807"/>
                      <a:gd name="connsiteX44" fmla="*/ 692615 w 2148321"/>
                      <a:gd name="connsiteY44" fmla="*/ 194462 h 205807"/>
                      <a:gd name="connsiteX45" fmla="*/ 635290 w 2148321"/>
                      <a:gd name="connsiteY45" fmla="*/ 205807 h 205807"/>
                      <a:gd name="connsiteX46" fmla="*/ 147272 w 2148321"/>
                      <a:gd name="connsiteY46" fmla="*/ 205807 h 205807"/>
                      <a:gd name="connsiteX47" fmla="*/ 0 w 2148321"/>
                      <a:gd name="connsiteY47" fmla="*/ 61437 h 205807"/>
                      <a:gd name="connsiteX48" fmla="*/ 0 w 2148321"/>
                      <a:gd name="connsiteY48" fmla="*/ 36602 h 205807"/>
                      <a:gd name="connsiteX49" fmla="*/ 7539 w 2148321"/>
                      <a:gd name="connsiteY49" fmla="*/ 0 h 205807"/>
                      <a:gd name="connsiteX0" fmla="*/ 7539 w 2148321"/>
                      <a:gd name="connsiteY0" fmla="*/ 0 h 205807"/>
                      <a:gd name="connsiteX1" fmla="*/ 61900 w 2148321"/>
                      <a:gd name="connsiteY1" fmla="*/ 0 h 205807"/>
                      <a:gd name="connsiteX2" fmla="*/ 54212 w 2148321"/>
                      <a:gd name="connsiteY2" fmla="*/ 37329 h 205807"/>
                      <a:gd name="connsiteX3" fmla="*/ 54212 w 2148321"/>
                      <a:gd name="connsiteY3" fmla="*/ 54177 h 205807"/>
                      <a:gd name="connsiteX4" fmla="*/ 154116 w 2148321"/>
                      <a:gd name="connsiteY4" fmla="*/ 152112 h 205807"/>
                      <a:gd name="connsiteX5" fmla="*/ 635110 w 2148321"/>
                      <a:gd name="connsiteY5" fmla="*/ 152112 h 205807"/>
                      <a:gd name="connsiteX6" fmla="*/ 673997 w 2148321"/>
                      <a:gd name="connsiteY6" fmla="*/ 144416 h 205807"/>
                      <a:gd name="connsiteX7" fmla="*/ 700724 w 2148321"/>
                      <a:gd name="connsiteY7" fmla="*/ 126751 h 205807"/>
                      <a:gd name="connsiteX8" fmla="*/ 735783 w 2148321"/>
                      <a:gd name="connsiteY8" fmla="*/ 60689 h 205807"/>
                      <a:gd name="connsiteX9" fmla="*/ 770989 w 2148321"/>
                      <a:gd name="connsiteY9" fmla="*/ 117632 h 205807"/>
                      <a:gd name="connsiteX10" fmla="*/ 798108 w 2148321"/>
                      <a:gd name="connsiteY10" fmla="*/ 144416 h 205807"/>
                      <a:gd name="connsiteX11" fmla="*/ 836995 w 2148321"/>
                      <a:gd name="connsiteY11" fmla="*/ 152112 h 205807"/>
                      <a:gd name="connsiteX12" fmla="*/ 1317989 w 2148321"/>
                      <a:gd name="connsiteY12" fmla="*/ 152112 h 205807"/>
                      <a:gd name="connsiteX13" fmla="*/ 1356876 w 2148321"/>
                      <a:gd name="connsiteY13" fmla="*/ 144416 h 205807"/>
                      <a:gd name="connsiteX14" fmla="*/ 1383604 w 2148321"/>
                      <a:gd name="connsiteY14" fmla="*/ 126751 h 205807"/>
                      <a:gd name="connsiteX15" fmla="*/ 1377332 w 2148321"/>
                      <a:gd name="connsiteY15" fmla="*/ 117632 h 205807"/>
                      <a:gd name="connsiteX16" fmla="*/ 1365759 w 2148321"/>
                      <a:gd name="connsiteY16" fmla="*/ 61437 h 205807"/>
                      <a:gd name="connsiteX17" fmla="*/ 1365759 w 2148321"/>
                      <a:gd name="connsiteY17" fmla="*/ 36602 h 205807"/>
                      <a:gd name="connsiteX18" fmla="*/ 1373298 w 2148321"/>
                      <a:gd name="connsiteY18" fmla="*/ 0 h 205807"/>
                      <a:gd name="connsiteX19" fmla="*/ 1410205 w 2148321"/>
                      <a:gd name="connsiteY19" fmla="*/ 0 h 205807"/>
                      <a:gd name="connsiteX20" fmla="*/ 1427659 w 2148321"/>
                      <a:gd name="connsiteY20" fmla="*/ 0 h 205807"/>
                      <a:gd name="connsiteX21" fmla="*/ 1457902 w 2148321"/>
                      <a:gd name="connsiteY21" fmla="*/ 0 h 205807"/>
                      <a:gd name="connsiteX22" fmla="*/ 1465441 w 2148321"/>
                      <a:gd name="connsiteY22" fmla="*/ 36602 h 205807"/>
                      <a:gd name="connsiteX23" fmla="*/ 1465441 w 2148321"/>
                      <a:gd name="connsiteY23" fmla="*/ 61437 h 205807"/>
                      <a:gd name="connsiteX24" fmla="*/ 1453868 w 2148321"/>
                      <a:gd name="connsiteY24" fmla="*/ 117632 h 205807"/>
                      <a:gd name="connsiteX25" fmla="*/ 1449679 w 2148321"/>
                      <a:gd name="connsiteY25" fmla="*/ 123723 h 205807"/>
                      <a:gd name="connsiteX26" fmla="*/ 1480988 w 2148321"/>
                      <a:gd name="connsiteY26" fmla="*/ 144416 h 205807"/>
                      <a:gd name="connsiteX27" fmla="*/ 1519875 w 2148321"/>
                      <a:gd name="connsiteY27" fmla="*/ 152112 h 205807"/>
                      <a:gd name="connsiteX28" fmla="*/ 2000869 w 2148321"/>
                      <a:gd name="connsiteY28" fmla="*/ 152112 h 205807"/>
                      <a:gd name="connsiteX29" fmla="*/ 2100772 w 2148321"/>
                      <a:gd name="connsiteY29" fmla="*/ 54177 h 205807"/>
                      <a:gd name="connsiteX30" fmla="*/ 2100772 w 2148321"/>
                      <a:gd name="connsiteY30" fmla="*/ 37329 h 205807"/>
                      <a:gd name="connsiteX31" fmla="*/ 2093085 w 2148321"/>
                      <a:gd name="connsiteY31" fmla="*/ 0 h 205807"/>
                      <a:gd name="connsiteX32" fmla="*/ 2140782 w 2148321"/>
                      <a:gd name="connsiteY32" fmla="*/ 0 h 205807"/>
                      <a:gd name="connsiteX33" fmla="*/ 2148321 w 2148321"/>
                      <a:gd name="connsiteY33" fmla="*/ 36602 h 205807"/>
                      <a:gd name="connsiteX34" fmla="*/ 2148321 w 2148321"/>
                      <a:gd name="connsiteY34" fmla="*/ 61437 h 205807"/>
                      <a:gd name="connsiteX35" fmla="*/ 2001049 w 2148321"/>
                      <a:gd name="connsiteY35" fmla="*/ 205807 h 205807"/>
                      <a:gd name="connsiteX36" fmla="*/ 1513031 w 2148321"/>
                      <a:gd name="connsiteY36" fmla="*/ 205807 h 205807"/>
                      <a:gd name="connsiteX37" fmla="*/ 1455706 w 2148321"/>
                      <a:gd name="connsiteY37" fmla="*/ 194462 h 205807"/>
                      <a:gd name="connsiteX38" fmla="*/ 1415600 w 2148321"/>
                      <a:gd name="connsiteY38" fmla="*/ 167954 h 205807"/>
                      <a:gd name="connsiteX39" fmla="*/ 1375494 w 2148321"/>
                      <a:gd name="connsiteY39" fmla="*/ 194462 h 205807"/>
                      <a:gd name="connsiteX40" fmla="*/ 1318169 w 2148321"/>
                      <a:gd name="connsiteY40" fmla="*/ 205807 h 205807"/>
                      <a:gd name="connsiteX41" fmla="*/ 830151 w 2148321"/>
                      <a:gd name="connsiteY41" fmla="*/ 205807 h 205807"/>
                      <a:gd name="connsiteX42" fmla="*/ 772826 w 2148321"/>
                      <a:gd name="connsiteY42" fmla="*/ 194462 h 205807"/>
                      <a:gd name="connsiteX43" fmla="*/ 732721 w 2148321"/>
                      <a:gd name="connsiteY43" fmla="*/ 167955 h 205807"/>
                      <a:gd name="connsiteX44" fmla="*/ 692615 w 2148321"/>
                      <a:gd name="connsiteY44" fmla="*/ 194462 h 205807"/>
                      <a:gd name="connsiteX45" fmla="*/ 635290 w 2148321"/>
                      <a:gd name="connsiteY45" fmla="*/ 205807 h 205807"/>
                      <a:gd name="connsiteX46" fmla="*/ 147272 w 2148321"/>
                      <a:gd name="connsiteY46" fmla="*/ 205807 h 205807"/>
                      <a:gd name="connsiteX47" fmla="*/ 0 w 2148321"/>
                      <a:gd name="connsiteY47" fmla="*/ 61437 h 205807"/>
                      <a:gd name="connsiteX48" fmla="*/ 0 w 2148321"/>
                      <a:gd name="connsiteY48" fmla="*/ 36602 h 205807"/>
                      <a:gd name="connsiteX49" fmla="*/ 7539 w 2148321"/>
                      <a:gd name="connsiteY49" fmla="*/ 0 h 205807"/>
                      <a:gd name="connsiteX0" fmla="*/ 7539 w 2148321"/>
                      <a:gd name="connsiteY0" fmla="*/ 0 h 205807"/>
                      <a:gd name="connsiteX1" fmla="*/ 61900 w 2148321"/>
                      <a:gd name="connsiteY1" fmla="*/ 0 h 205807"/>
                      <a:gd name="connsiteX2" fmla="*/ 54212 w 2148321"/>
                      <a:gd name="connsiteY2" fmla="*/ 37329 h 205807"/>
                      <a:gd name="connsiteX3" fmla="*/ 54212 w 2148321"/>
                      <a:gd name="connsiteY3" fmla="*/ 54177 h 205807"/>
                      <a:gd name="connsiteX4" fmla="*/ 154116 w 2148321"/>
                      <a:gd name="connsiteY4" fmla="*/ 152112 h 205807"/>
                      <a:gd name="connsiteX5" fmla="*/ 635110 w 2148321"/>
                      <a:gd name="connsiteY5" fmla="*/ 152112 h 205807"/>
                      <a:gd name="connsiteX6" fmla="*/ 673997 w 2148321"/>
                      <a:gd name="connsiteY6" fmla="*/ 144416 h 205807"/>
                      <a:gd name="connsiteX7" fmla="*/ 700724 w 2148321"/>
                      <a:gd name="connsiteY7" fmla="*/ 126751 h 205807"/>
                      <a:gd name="connsiteX8" fmla="*/ 738164 w 2148321"/>
                      <a:gd name="connsiteY8" fmla="*/ 60689 h 205807"/>
                      <a:gd name="connsiteX9" fmla="*/ 770989 w 2148321"/>
                      <a:gd name="connsiteY9" fmla="*/ 117632 h 205807"/>
                      <a:gd name="connsiteX10" fmla="*/ 798108 w 2148321"/>
                      <a:gd name="connsiteY10" fmla="*/ 144416 h 205807"/>
                      <a:gd name="connsiteX11" fmla="*/ 836995 w 2148321"/>
                      <a:gd name="connsiteY11" fmla="*/ 152112 h 205807"/>
                      <a:gd name="connsiteX12" fmla="*/ 1317989 w 2148321"/>
                      <a:gd name="connsiteY12" fmla="*/ 152112 h 205807"/>
                      <a:gd name="connsiteX13" fmla="*/ 1356876 w 2148321"/>
                      <a:gd name="connsiteY13" fmla="*/ 144416 h 205807"/>
                      <a:gd name="connsiteX14" fmla="*/ 1383604 w 2148321"/>
                      <a:gd name="connsiteY14" fmla="*/ 126751 h 205807"/>
                      <a:gd name="connsiteX15" fmla="*/ 1377332 w 2148321"/>
                      <a:gd name="connsiteY15" fmla="*/ 117632 h 205807"/>
                      <a:gd name="connsiteX16" fmla="*/ 1365759 w 2148321"/>
                      <a:gd name="connsiteY16" fmla="*/ 61437 h 205807"/>
                      <a:gd name="connsiteX17" fmla="*/ 1365759 w 2148321"/>
                      <a:gd name="connsiteY17" fmla="*/ 36602 h 205807"/>
                      <a:gd name="connsiteX18" fmla="*/ 1373298 w 2148321"/>
                      <a:gd name="connsiteY18" fmla="*/ 0 h 205807"/>
                      <a:gd name="connsiteX19" fmla="*/ 1410205 w 2148321"/>
                      <a:gd name="connsiteY19" fmla="*/ 0 h 205807"/>
                      <a:gd name="connsiteX20" fmla="*/ 1427659 w 2148321"/>
                      <a:gd name="connsiteY20" fmla="*/ 0 h 205807"/>
                      <a:gd name="connsiteX21" fmla="*/ 1457902 w 2148321"/>
                      <a:gd name="connsiteY21" fmla="*/ 0 h 205807"/>
                      <a:gd name="connsiteX22" fmla="*/ 1465441 w 2148321"/>
                      <a:gd name="connsiteY22" fmla="*/ 36602 h 205807"/>
                      <a:gd name="connsiteX23" fmla="*/ 1465441 w 2148321"/>
                      <a:gd name="connsiteY23" fmla="*/ 61437 h 205807"/>
                      <a:gd name="connsiteX24" fmla="*/ 1453868 w 2148321"/>
                      <a:gd name="connsiteY24" fmla="*/ 117632 h 205807"/>
                      <a:gd name="connsiteX25" fmla="*/ 1449679 w 2148321"/>
                      <a:gd name="connsiteY25" fmla="*/ 123723 h 205807"/>
                      <a:gd name="connsiteX26" fmla="*/ 1480988 w 2148321"/>
                      <a:gd name="connsiteY26" fmla="*/ 144416 h 205807"/>
                      <a:gd name="connsiteX27" fmla="*/ 1519875 w 2148321"/>
                      <a:gd name="connsiteY27" fmla="*/ 152112 h 205807"/>
                      <a:gd name="connsiteX28" fmla="*/ 2000869 w 2148321"/>
                      <a:gd name="connsiteY28" fmla="*/ 152112 h 205807"/>
                      <a:gd name="connsiteX29" fmla="*/ 2100772 w 2148321"/>
                      <a:gd name="connsiteY29" fmla="*/ 54177 h 205807"/>
                      <a:gd name="connsiteX30" fmla="*/ 2100772 w 2148321"/>
                      <a:gd name="connsiteY30" fmla="*/ 37329 h 205807"/>
                      <a:gd name="connsiteX31" fmla="*/ 2093085 w 2148321"/>
                      <a:gd name="connsiteY31" fmla="*/ 0 h 205807"/>
                      <a:gd name="connsiteX32" fmla="*/ 2140782 w 2148321"/>
                      <a:gd name="connsiteY32" fmla="*/ 0 h 205807"/>
                      <a:gd name="connsiteX33" fmla="*/ 2148321 w 2148321"/>
                      <a:gd name="connsiteY33" fmla="*/ 36602 h 205807"/>
                      <a:gd name="connsiteX34" fmla="*/ 2148321 w 2148321"/>
                      <a:gd name="connsiteY34" fmla="*/ 61437 h 205807"/>
                      <a:gd name="connsiteX35" fmla="*/ 2001049 w 2148321"/>
                      <a:gd name="connsiteY35" fmla="*/ 205807 h 205807"/>
                      <a:gd name="connsiteX36" fmla="*/ 1513031 w 2148321"/>
                      <a:gd name="connsiteY36" fmla="*/ 205807 h 205807"/>
                      <a:gd name="connsiteX37" fmla="*/ 1455706 w 2148321"/>
                      <a:gd name="connsiteY37" fmla="*/ 194462 h 205807"/>
                      <a:gd name="connsiteX38" fmla="*/ 1415600 w 2148321"/>
                      <a:gd name="connsiteY38" fmla="*/ 167954 h 205807"/>
                      <a:gd name="connsiteX39" fmla="*/ 1375494 w 2148321"/>
                      <a:gd name="connsiteY39" fmla="*/ 194462 h 205807"/>
                      <a:gd name="connsiteX40" fmla="*/ 1318169 w 2148321"/>
                      <a:gd name="connsiteY40" fmla="*/ 205807 h 205807"/>
                      <a:gd name="connsiteX41" fmla="*/ 830151 w 2148321"/>
                      <a:gd name="connsiteY41" fmla="*/ 205807 h 205807"/>
                      <a:gd name="connsiteX42" fmla="*/ 772826 w 2148321"/>
                      <a:gd name="connsiteY42" fmla="*/ 194462 h 205807"/>
                      <a:gd name="connsiteX43" fmla="*/ 732721 w 2148321"/>
                      <a:gd name="connsiteY43" fmla="*/ 167955 h 205807"/>
                      <a:gd name="connsiteX44" fmla="*/ 692615 w 2148321"/>
                      <a:gd name="connsiteY44" fmla="*/ 194462 h 205807"/>
                      <a:gd name="connsiteX45" fmla="*/ 635290 w 2148321"/>
                      <a:gd name="connsiteY45" fmla="*/ 205807 h 205807"/>
                      <a:gd name="connsiteX46" fmla="*/ 147272 w 2148321"/>
                      <a:gd name="connsiteY46" fmla="*/ 205807 h 205807"/>
                      <a:gd name="connsiteX47" fmla="*/ 0 w 2148321"/>
                      <a:gd name="connsiteY47" fmla="*/ 61437 h 205807"/>
                      <a:gd name="connsiteX48" fmla="*/ 0 w 2148321"/>
                      <a:gd name="connsiteY48" fmla="*/ 36602 h 205807"/>
                      <a:gd name="connsiteX49" fmla="*/ 7539 w 2148321"/>
                      <a:gd name="connsiteY49" fmla="*/ 0 h 205807"/>
                      <a:gd name="connsiteX0" fmla="*/ 7539 w 2148321"/>
                      <a:gd name="connsiteY0" fmla="*/ 0 h 205807"/>
                      <a:gd name="connsiteX1" fmla="*/ 61900 w 2148321"/>
                      <a:gd name="connsiteY1" fmla="*/ 0 h 205807"/>
                      <a:gd name="connsiteX2" fmla="*/ 54212 w 2148321"/>
                      <a:gd name="connsiteY2" fmla="*/ 37329 h 205807"/>
                      <a:gd name="connsiteX3" fmla="*/ 54212 w 2148321"/>
                      <a:gd name="connsiteY3" fmla="*/ 54177 h 205807"/>
                      <a:gd name="connsiteX4" fmla="*/ 154116 w 2148321"/>
                      <a:gd name="connsiteY4" fmla="*/ 152112 h 205807"/>
                      <a:gd name="connsiteX5" fmla="*/ 635110 w 2148321"/>
                      <a:gd name="connsiteY5" fmla="*/ 152112 h 205807"/>
                      <a:gd name="connsiteX6" fmla="*/ 673997 w 2148321"/>
                      <a:gd name="connsiteY6" fmla="*/ 144416 h 205807"/>
                      <a:gd name="connsiteX7" fmla="*/ 700724 w 2148321"/>
                      <a:gd name="connsiteY7" fmla="*/ 126751 h 205807"/>
                      <a:gd name="connsiteX8" fmla="*/ 738164 w 2148321"/>
                      <a:gd name="connsiteY8" fmla="*/ 60689 h 205807"/>
                      <a:gd name="connsiteX9" fmla="*/ 770989 w 2148321"/>
                      <a:gd name="connsiteY9" fmla="*/ 117632 h 205807"/>
                      <a:gd name="connsiteX10" fmla="*/ 798108 w 2148321"/>
                      <a:gd name="connsiteY10" fmla="*/ 144416 h 205807"/>
                      <a:gd name="connsiteX11" fmla="*/ 836995 w 2148321"/>
                      <a:gd name="connsiteY11" fmla="*/ 152112 h 205807"/>
                      <a:gd name="connsiteX12" fmla="*/ 1317989 w 2148321"/>
                      <a:gd name="connsiteY12" fmla="*/ 152112 h 205807"/>
                      <a:gd name="connsiteX13" fmla="*/ 1356876 w 2148321"/>
                      <a:gd name="connsiteY13" fmla="*/ 144416 h 205807"/>
                      <a:gd name="connsiteX14" fmla="*/ 1383604 w 2148321"/>
                      <a:gd name="connsiteY14" fmla="*/ 126751 h 205807"/>
                      <a:gd name="connsiteX15" fmla="*/ 1377332 w 2148321"/>
                      <a:gd name="connsiteY15" fmla="*/ 117632 h 205807"/>
                      <a:gd name="connsiteX16" fmla="*/ 1365759 w 2148321"/>
                      <a:gd name="connsiteY16" fmla="*/ 61437 h 205807"/>
                      <a:gd name="connsiteX17" fmla="*/ 1365759 w 2148321"/>
                      <a:gd name="connsiteY17" fmla="*/ 36602 h 205807"/>
                      <a:gd name="connsiteX18" fmla="*/ 1410205 w 2148321"/>
                      <a:gd name="connsiteY18" fmla="*/ 0 h 205807"/>
                      <a:gd name="connsiteX19" fmla="*/ 1427659 w 2148321"/>
                      <a:gd name="connsiteY19" fmla="*/ 0 h 205807"/>
                      <a:gd name="connsiteX20" fmla="*/ 1457902 w 2148321"/>
                      <a:gd name="connsiteY20" fmla="*/ 0 h 205807"/>
                      <a:gd name="connsiteX21" fmla="*/ 1465441 w 2148321"/>
                      <a:gd name="connsiteY21" fmla="*/ 36602 h 205807"/>
                      <a:gd name="connsiteX22" fmla="*/ 1465441 w 2148321"/>
                      <a:gd name="connsiteY22" fmla="*/ 61437 h 205807"/>
                      <a:gd name="connsiteX23" fmla="*/ 1453868 w 2148321"/>
                      <a:gd name="connsiteY23" fmla="*/ 117632 h 205807"/>
                      <a:gd name="connsiteX24" fmla="*/ 1449679 w 2148321"/>
                      <a:gd name="connsiteY24" fmla="*/ 123723 h 205807"/>
                      <a:gd name="connsiteX25" fmla="*/ 1480988 w 2148321"/>
                      <a:gd name="connsiteY25" fmla="*/ 144416 h 205807"/>
                      <a:gd name="connsiteX26" fmla="*/ 1519875 w 2148321"/>
                      <a:gd name="connsiteY26" fmla="*/ 152112 h 205807"/>
                      <a:gd name="connsiteX27" fmla="*/ 2000869 w 2148321"/>
                      <a:gd name="connsiteY27" fmla="*/ 152112 h 205807"/>
                      <a:gd name="connsiteX28" fmla="*/ 2100772 w 2148321"/>
                      <a:gd name="connsiteY28" fmla="*/ 54177 h 205807"/>
                      <a:gd name="connsiteX29" fmla="*/ 2100772 w 2148321"/>
                      <a:gd name="connsiteY29" fmla="*/ 37329 h 205807"/>
                      <a:gd name="connsiteX30" fmla="*/ 2093085 w 2148321"/>
                      <a:gd name="connsiteY30" fmla="*/ 0 h 205807"/>
                      <a:gd name="connsiteX31" fmla="*/ 2140782 w 2148321"/>
                      <a:gd name="connsiteY31" fmla="*/ 0 h 205807"/>
                      <a:gd name="connsiteX32" fmla="*/ 2148321 w 2148321"/>
                      <a:gd name="connsiteY32" fmla="*/ 36602 h 205807"/>
                      <a:gd name="connsiteX33" fmla="*/ 2148321 w 2148321"/>
                      <a:gd name="connsiteY33" fmla="*/ 61437 h 205807"/>
                      <a:gd name="connsiteX34" fmla="*/ 2001049 w 2148321"/>
                      <a:gd name="connsiteY34" fmla="*/ 205807 h 205807"/>
                      <a:gd name="connsiteX35" fmla="*/ 1513031 w 2148321"/>
                      <a:gd name="connsiteY35" fmla="*/ 205807 h 205807"/>
                      <a:gd name="connsiteX36" fmla="*/ 1455706 w 2148321"/>
                      <a:gd name="connsiteY36" fmla="*/ 194462 h 205807"/>
                      <a:gd name="connsiteX37" fmla="*/ 1415600 w 2148321"/>
                      <a:gd name="connsiteY37" fmla="*/ 167954 h 205807"/>
                      <a:gd name="connsiteX38" fmla="*/ 1375494 w 2148321"/>
                      <a:gd name="connsiteY38" fmla="*/ 194462 h 205807"/>
                      <a:gd name="connsiteX39" fmla="*/ 1318169 w 2148321"/>
                      <a:gd name="connsiteY39" fmla="*/ 205807 h 205807"/>
                      <a:gd name="connsiteX40" fmla="*/ 830151 w 2148321"/>
                      <a:gd name="connsiteY40" fmla="*/ 205807 h 205807"/>
                      <a:gd name="connsiteX41" fmla="*/ 772826 w 2148321"/>
                      <a:gd name="connsiteY41" fmla="*/ 194462 h 205807"/>
                      <a:gd name="connsiteX42" fmla="*/ 732721 w 2148321"/>
                      <a:gd name="connsiteY42" fmla="*/ 167955 h 205807"/>
                      <a:gd name="connsiteX43" fmla="*/ 692615 w 2148321"/>
                      <a:gd name="connsiteY43" fmla="*/ 194462 h 205807"/>
                      <a:gd name="connsiteX44" fmla="*/ 635290 w 2148321"/>
                      <a:gd name="connsiteY44" fmla="*/ 205807 h 205807"/>
                      <a:gd name="connsiteX45" fmla="*/ 147272 w 2148321"/>
                      <a:gd name="connsiteY45" fmla="*/ 205807 h 205807"/>
                      <a:gd name="connsiteX46" fmla="*/ 0 w 2148321"/>
                      <a:gd name="connsiteY46" fmla="*/ 61437 h 205807"/>
                      <a:gd name="connsiteX47" fmla="*/ 0 w 2148321"/>
                      <a:gd name="connsiteY47" fmla="*/ 36602 h 205807"/>
                      <a:gd name="connsiteX48" fmla="*/ 7539 w 2148321"/>
                      <a:gd name="connsiteY48" fmla="*/ 0 h 205807"/>
                      <a:gd name="connsiteX0" fmla="*/ 7539 w 2148321"/>
                      <a:gd name="connsiteY0" fmla="*/ 0 h 205807"/>
                      <a:gd name="connsiteX1" fmla="*/ 61900 w 2148321"/>
                      <a:gd name="connsiteY1" fmla="*/ 0 h 205807"/>
                      <a:gd name="connsiteX2" fmla="*/ 54212 w 2148321"/>
                      <a:gd name="connsiteY2" fmla="*/ 37329 h 205807"/>
                      <a:gd name="connsiteX3" fmla="*/ 54212 w 2148321"/>
                      <a:gd name="connsiteY3" fmla="*/ 54177 h 205807"/>
                      <a:gd name="connsiteX4" fmla="*/ 154116 w 2148321"/>
                      <a:gd name="connsiteY4" fmla="*/ 152112 h 205807"/>
                      <a:gd name="connsiteX5" fmla="*/ 635110 w 2148321"/>
                      <a:gd name="connsiteY5" fmla="*/ 152112 h 205807"/>
                      <a:gd name="connsiteX6" fmla="*/ 673997 w 2148321"/>
                      <a:gd name="connsiteY6" fmla="*/ 144416 h 205807"/>
                      <a:gd name="connsiteX7" fmla="*/ 700724 w 2148321"/>
                      <a:gd name="connsiteY7" fmla="*/ 126751 h 205807"/>
                      <a:gd name="connsiteX8" fmla="*/ 738164 w 2148321"/>
                      <a:gd name="connsiteY8" fmla="*/ 60689 h 205807"/>
                      <a:gd name="connsiteX9" fmla="*/ 770989 w 2148321"/>
                      <a:gd name="connsiteY9" fmla="*/ 117632 h 205807"/>
                      <a:gd name="connsiteX10" fmla="*/ 798108 w 2148321"/>
                      <a:gd name="connsiteY10" fmla="*/ 144416 h 205807"/>
                      <a:gd name="connsiteX11" fmla="*/ 836995 w 2148321"/>
                      <a:gd name="connsiteY11" fmla="*/ 152112 h 205807"/>
                      <a:gd name="connsiteX12" fmla="*/ 1317989 w 2148321"/>
                      <a:gd name="connsiteY12" fmla="*/ 152112 h 205807"/>
                      <a:gd name="connsiteX13" fmla="*/ 1356876 w 2148321"/>
                      <a:gd name="connsiteY13" fmla="*/ 144416 h 205807"/>
                      <a:gd name="connsiteX14" fmla="*/ 1383604 w 2148321"/>
                      <a:gd name="connsiteY14" fmla="*/ 126751 h 205807"/>
                      <a:gd name="connsiteX15" fmla="*/ 1377332 w 2148321"/>
                      <a:gd name="connsiteY15" fmla="*/ 117632 h 205807"/>
                      <a:gd name="connsiteX16" fmla="*/ 1365759 w 2148321"/>
                      <a:gd name="connsiteY16" fmla="*/ 61437 h 205807"/>
                      <a:gd name="connsiteX17" fmla="*/ 1365759 w 2148321"/>
                      <a:gd name="connsiteY17" fmla="*/ 36602 h 205807"/>
                      <a:gd name="connsiteX18" fmla="*/ 1410205 w 2148321"/>
                      <a:gd name="connsiteY18" fmla="*/ 0 h 205807"/>
                      <a:gd name="connsiteX19" fmla="*/ 1457902 w 2148321"/>
                      <a:gd name="connsiteY19" fmla="*/ 0 h 205807"/>
                      <a:gd name="connsiteX20" fmla="*/ 1465441 w 2148321"/>
                      <a:gd name="connsiteY20" fmla="*/ 36602 h 205807"/>
                      <a:gd name="connsiteX21" fmla="*/ 1465441 w 2148321"/>
                      <a:gd name="connsiteY21" fmla="*/ 61437 h 205807"/>
                      <a:gd name="connsiteX22" fmla="*/ 1453868 w 2148321"/>
                      <a:gd name="connsiteY22" fmla="*/ 117632 h 205807"/>
                      <a:gd name="connsiteX23" fmla="*/ 1449679 w 2148321"/>
                      <a:gd name="connsiteY23" fmla="*/ 123723 h 205807"/>
                      <a:gd name="connsiteX24" fmla="*/ 1480988 w 2148321"/>
                      <a:gd name="connsiteY24" fmla="*/ 144416 h 205807"/>
                      <a:gd name="connsiteX25" fmla="*/ 1519875 w 2148321"/>
                      <a:gd name="connsiteY25" fmla="*/ 152112 h 205807"/>
                      <a:gd name="connsiteX26" fmla="*/ 2000869 w 2148321"/>
                      <a:gd name="connsiteY26" fmla="*/ 152112 h 205807"/>
                      <a:gd name="connsiteX27" fmla="*/ 2100772 w 2148321"/>
                      <a:gd name="connsiteY27" fmla="*/ 54177 h 205807"/>
                      <a:gd name="connsiteX28" fmla="*/ 2100772 w 2148321"/>
                      <a:gd name="connsiteY28" fmla="*/ 37329 h 205807"/>
                      <a:gd name="connsiteX29" fmla="*/ 2093085 w 2148321"/>
                      <a:gd name="connsiteY29" fmla="*/ 0 h 205807"/>
                      <a:gd name="connsiteX30" fmla="*/ 2140782 w 2148321"/>
                      <a:gd name="connsiteY30" fmla="*/ 0 h 205807"/>
                      <a:gd name="connsiteX31" fmla="*/ 2148321 w 2148321"/>
                      <a:gd name="connsiteY31" fmla="*/ 36602 h 205807"/>
                      <a:gd name="connsiteX32" fmla="*/ 2148321 w 2148321"/>
                      <a:gd name="connsiteY32" fmla="*/ 61437 h 205807"/>
                      <a:gd name="connsiteX33" fmla="*/ 2001049 w 2148321"/>
                      <a:gd name="connsiteY33" fmla="*/ 205807 h 205807"/>
                      <a:gd name="connsiteX34" fmla="*/ 1513031 w 2148321"/>
                      <a:gd name="connsiteY34" fmla="*/ 205807 h 205807"/>
                      <a:gd name="connsiteX35" fmla="*/ 1455706 w 2148321"/>
                      <a:gd name="connsiteY35" fmla="*/ 194462 h 205807"/>
                      <a:gd name="connsiteX36" fmla="*/ 1415600 w 2148321"/>
                      <a:gd name="connsiteY36" fmla="*/ 167954 h 205807"/>
                      <a:gd name="connsiteX37" fmla="*/ 1375494 w 2148321"/>
                      <a:gd name="connsiteY37" fmla="*/ 194462 h 205807"/>
                      <a:gd name="connsiteX38" fmla="*/ 1318169 w 2148321"/>
                      <a:gd name="connsiteY38" fmla="*/ 205807 h 205807"/>
                      <a:gd name="connsiteX39" fmla="*/ 830151 w 2148321"/>
                      <a:gd name="connsiteY39" fmla="*/ 205807 h 205807"/>
                      <a:gd name="connsiteX40" fmla="*/ 772826 w 2148321"/>
                      <a:gd name="connsiteY40" fmla="*/ 194462 h 205807"/>
                      <a:gd name="connsiteX41" fmla="*/ 732721 w 2148321"/>
                      <a:gd name="connsiteY41" fmla="*/ 167955 h 205807"/>
                      <a:gd name="connsiteX42" fmla="*/ 692615 w 2148321"/>
                      <a:gd name="connsiteY42" fmla="*/ 194462 h 205807"/>
                      <a:gd name="connsiteX43" fmla="*/ 635290 w 2148321"/>
                      <a:gd name="connsiteY43" fmla="*/ 205807 h 205807"/>
                      <a:gd name="connsiteX44" fmla="*/ 147272 w 2148321"/>
                      <a:gd name="connsiteY44" fmla="*/ 205807 h 205807"/>
                      <a:gd name="connsiteX45" fmla="*/ 0 w 2148321"/>
                      <a:gd name="connsiteY45" fmla="*/ 61437 h 205807"/>
                      <a:gd name="connsiteX46" fmla="*/ 0 w 2148321"/>
                      <a:gd name="connsiteY46" fmla="*/ 36602 h 205807"/>
                      <a:gd name="connsiteX47" fmla="*/ 7539 w 2148321"/>
                      <a:gd name="connsiteY47" fmla="*/ 0 h 205807"/>
                      <a:gd name="connsiteX0" fmla="*/ 7539 w 2148321"/>
                      <a:gd name="connsiteY0" fmla="*/ 0 h 205807"/>
                      <a:gd name="connsiteX1" fmla="*/ 61900 w 2148321"/>
                      <a:gd name="connsiteY1" fmla="*/ 0 h 205807"/>
                      <a:gd name="connsiteX2" fmla="*/ 54212 w 2148321"/>
                      <a:gd name="connsiteY2" fmla="*/ 37329 h 205807"/>
                      <a:gd name="connsiteX3" fmla="*/ 54212 w 2148321"/>
                      <a:gd name="connsiteY3" fmla="*/ 54177 h 205807"/>
                      <a:gd name="connsiteX4" fmla="*/ 154116 w 2148321"/>
                      <a:gd name="connsiteY4" fmla="*/ 152112 h 205807"/>
                      <a:gd name="connsiteX5" fmla="*/ 635110 w 2148321"/>
                      <a:gd name="connsiteY5" fmla="*/ 152112 h 205807"/>
                      <a:gd name="connsiteX6" fmla="*/ 673997 w 2148321"/>
                      <a:gd name="connsiteY6" fmla="*/ 144416 h 205807"/>
                      <a:gd name="connsiteX7" fmla="*/ 700724 w 2148321"/>
                      <a:gd name="connsiteY7" fmla="*/ 126751 h 205807"/>
                      <a:gd name="connsiteX8" fmla="*/ 738164 w 2148321"/>
                      <a:gd name="connsiteY8" fmla="*/ 60689 h 205807"/>
                      <a:gd name="connsiteX9" fmla="*/ 770989 w 2148321"/>
                      <a:gd name="connsiteY9" fmla="*/ 117632 h 205807"/>
                      <a:gd name="connsiteX10" fmla="*/ 798108 w 2148321"/>
                      <a:gd name="connsiteY10" fmla="*/ 144416 h 205807"/>
                      <a:gd name="connsiteX11" fmla="*/ 836995 w 2148321"/>
                      <a:gd name="connsiteY11" fmla="*/ 152112 h 205807"/>
                      <a:gd name="connsiteX12" fmla="*/ 1317989 w 2148321"/>
                      <a:gd name="connsiteY12" fmla="*/ 152112 h 205807"/>
                      <a:gd name="connsiteX13" fmla="*/ 1356876 w 2148321"/>
                      <a:gd name="connsiteY13" fmla="*/ 144416 h 205807"/>
                      <a:gd name="connsiteX14" fmla="*/ 1383604 w 2148321"/>
                      <a:gd name="connsiteY14" fmla="*/ 126751 h 205807"/>
                      <a:gd name="connsiteX15" fmla="*/ 1377332 w 2148321"/>
                      <a:gd name="connsiteY15" fmla="*/ 117632 h 205807"/>
                      <a:gd name="connsiteX16" fmla="*/ 1365759 w 2148321"/>
                      <a:gd name="connsiteY16" fmla="*/ 61437 h 205807"/>
                      <a:gd name="connsiteX17" fmla="*/ 1365759 w 2148321"/>
                      <a:gd name="connsiteY17" fmla="*/ 36602 h 205807"/>
                      <a:gd name="connsiteX18" fmla="*/ 1457902 w 2148321"/>
                      <a:gd name="connsiteY18" fmla="*/ 0 h 205807"/>
                      <a:gd name="connsiteX19" fmla="*/ 1465441 w 2148321"/>
                      <a:gd name="connsiteY19" fmla="*/ 36602 h 205807"/>
                      <a:gd name="connsiteX20" fmla="*/ 1465441 w 2148321"/>
                      <a:gd name="connsiteY20" fmla="*/ 61437 h 205807"/>
                      <a:gd name="connsiteX21" fmla="*/ 1453868 w 2148321"/>
                      <a:gd name="connsiteY21" fmla="*/ 117632 h 205807"/>
                      <a:gd name="connsiteX22" fmla="*/ 1449679 w 2148321"/>
                      <a:gd name="connsiteY22" fmla="*/ 123723 h 205807"/>
                      <a:gd name="connsiteX23" fmla="*/ 1480988 w 2148321"/>
                      <a:gd name="connsiteY23" fmla="*/ 144416 h 205807"/>
                      <a:gd name="connsiteX24" fmla="*/ 1519875 w 2148321"/>
                      <a:gd name="connsiteY24" fmla="*/ 152112 h 205807"/>
                      <a:gd name="connsiteX25" fmla="*/ 2000869 w 2148321"/>
                      <a:gd name="connsiteY25" fmla="*/ 152112 h 205807"/>
                      <a:gd name="connsiteX26" fmla="*/ 2100772 w 2148321"/>
                      <a:gd name="connsiteY26" fmla="*/ 54177 h 205807"/>
                      <a:gd name="connsiteX27" fmla="*/ 2100772 w 2148321"/>
                      <a:gd name="connsiteY27" fmla="*/ 37329 h 205807"/>
                      <a:gd name="connsiteX28" fmla="*/ 2093085 w 2148321"/>
                      <a:gd name="connsiteY28" fmla="*/ 0 h 205807"/>
                      <a:gd name="connsiteX29" fmla="*/ 2140782 w 2148321"/>
                      <a:gd name="connsiteY29" fmla="*/ 0 h 205807"/>
                      <a:gd name="connsiteX30" fmla="*/ 2148321 w 2148321"/>
                      <a:gd name="connsiteY30" fmla="*/ 36602 h 205807"/>
                      <a:gd name="connsiteX31" fmla="*/ 2148321 w 2148321"/>
                      <a:gd name="connsiteY31" fmla="*/ 61437 h 205807"/>
                      <a:gd name="connsiteX32" fmla="*/ 2001049 w 2148321"/>
                      <a:gd name="connsiteY32" fmla="*/ 205807 h 205807"/>
                      <a:gd name="connsiteX33" fmla="*/ 1513031 w 2148321"/>
                      <a:gd name="connsiteY33" fmla="*/ 205807 h 205807"/>
                      <a:gd name="connsiteX34" fmla="*/ 1455706 w 2148321"/>
                      <a:gd name="connsiteY34" fmla="*/ 194462 h 205807"/>
                      <a:gd name="connsiteX35" fmla="*/ 1415600 w 2148321"/>
                      <a:gd name="connsiteY35" fmla="*/ 167954 h 205807"/>
                      <a:gd name="connsiteX36" fmla="*/ 1375494 w 2148321"/>
                      <a:gd name="connsiteY36" fmla="*/ 194462 h 205807"/>
                      <a:gd name="connsiteX37" fmla="*/ 1318169 w 2148321"/>
                      <a:gd name="connsiteY37" fmla="*/ 205807 h 205807"/>
                      <a:gd name="connsiteX38" fmla="*/ 830151 w 2148321"/>
                      <a:gd name="connsiteY38" fmla="*/ 205807 h 205807"/>
                      <a:gd name="connsiteX39" fmla="*/ 772826 w 2148321"/>
                      <a:gd name="connsiteY39" fmla="*/ 194462 h 205807"/>
                      <a:gd name="connsiteX40" fmla="*/ 732721 w 2148321"/>
                      <a:gd name="connsiteY40" fmla="*/ 167955 h 205807"/>
                      <a:gd name="connsiteX41" fmla="*/ 692615 w 2148321"/>
                      <a:gd name="connsiteY41" fmla="*/ 194462 h 205807"/>
                      <a:gd name="connsiteX42" fmla="*/ 635290 w 2148321"/>
                      <a:gd name="connsiteY42" fmla="*/ 205807 h 205807"/>
                      <a:gd name="connsiteX43" fmla="*/ 147272 w 2148321"/>
                      <a:gd name="connsiteY43" fmla="*/ 205807 h 205807"/>
                      <a:gd name="connsiteX44" fmla="*/ 0 w 2148321"/>
                      <a:gd name="connsiteY44" fmla="*/ 61437 h 205807"/>
                      <a:gd name="connsiteX45" fmla="*/ 0 w 2148321"/>
                      <a:gd name="connsiteY45" fmla="*/ 36602 h 205807"/>
                      <a:gd name="connsiteX46" fmla="*/ 7539 w 2148321"/>
                      <a:gd name="connsiteY46" fmla="*/ 0 h 205807"/>
                      <a:gd name="connsiteX0" fmla="*/ 7539 w 2148321"/>
                      <a:gd name="connsiteY0" fmla="*/ 0 h 205807"/>
                      <a:gd name="connsiteX1" fmla="*/ 61900 w 2148321"/>
                      <a:gd name="connsiteY1" fmla="*/ 0 h 205807"/>
                      <a:gd name="connsiteX2" fmla="*/ 54212 w 2148321"/>
                      <a:gd name="connsiteY2" fmla="*/ 37329 h 205807"/>
                      <a:gd name="connsiteX3" fmla="*/ 54212 w 2148321"/>
                      <a:gd name="connsiteY3" fmla="*/ 54177 h 205807"/>
                      <a:gd name="connsiteX4" fmla="*/ 154116 w 2148321"/>
                      <a:gd name="connsiteY4" fmla="*/ 152112 h 205807"/>
                      <a:gd name="connsiteX5" fmla="*/ 635110 w 2148321"/>
                      <a:gd name="connsiteY5" fmla="*/ 152112 h 205807"/>
                      <a:gd name="connsiteX6" fmla="*/ 673997 w 2148321"/>
                      <a:gd name="connsiteY6" fmla="*/ 144416 h 205807"/>
                      <a:gd name="connsiteX7" fmla="*/ 700724 w 2148321"/>
                      <a:gd name="connsiteY7" fmla="*/ 126751 h 205807"/>
                      <a:gd name="connsiteX8" fmla="*/ 738164 w 2148321"/>
                      <a:gd name="connsiteY8" fmla="*/ 60689 h 205807"/>
                      <a:gd name="connsiteX9" fmla="*/ 770989 w 2148321"/>
                      <a:gd name="connsiteY9" fmla="*/ 117632 h 205807"/>
                      <a:gd name="connsiteX10" fmla="*/ 798108 w 2148321"/>
                      <a:gd name="connsiteY10" fmla="*/ 144416 h 205807"/>
                      <a:gd name="connsiteX11" fmla="*/ 836995 w 2148321"/>
                      <a:gd name="connsiteY11" fmla="*/ 152112 h 205807"/>
                      <a:gd name="connsiteX12" fmla="*/ 1317989 w 2148321"/>
                      <a:gd name="connsiteY12" fmla="*/ 152112 h 205807"/>
                      <a:gd name="connsiteX13" fmla="*/ 1356876 w 2148321"/>
                      <a:gd name="connsiteY13" fmla="*/ 144416 h 205807"/>
                      <a:gd name="connsiteX14" fmla="*/ 1383604 w 2148321"/>
                      <a:gd name="connsiteY14" fmla="*/ 126751 h 205807"/>
                      <a:gd name="connsiteX15" fmla="*/ 1377332 w 2148321"/>
                      <a:gd name="connsiteY15" fmla="*/ 117632 h 205807"/>
                      <a:gd name="connsiteX16" fmla="*/ 1365759 w 2148321"/>
                      <a:gd name="connsiteY16" fmla="*/ 61437 h 205807"/>
                      <a:gd name="connsiteX17" fmla="*/ 1365759 w 2148321"/>
                      <a:gd name="connsiteY17" fmla="*/ 36602 h 205807"/>
                      <a:gd name="connsiteX18" fmla="*/ 1465441 w 2148321"/>
                      <a:gd name="connsiteY18" fmla="*/ 36602 h 205807"/>
                      <a:gd name="connsiteX19" fmla="*/ 1465441 w 2148321"/>
                      <a:gd name="connsiteY19" fmla="*/ 61437 h 205807"/>
                      <a:gd name="connsiteX20" fmla="*/ 1453868 w 2148321"/>
                      <a:gd name="connsiteY20" fmla="*/ 117632 h 205807"/>
                      <a:gd name="connsiteX21" fmla="*/ 1449679 w 2148321"/>
                      <a:gd name="connsiteY21" fmla="*/ 123723 h 205807"/>
                      <a:gd name="connsiteX22" fmla="*/ 1480988 w 2148321"/>
                      <a:gd name="connsiteY22" fmla="*/ 144416 h 205807"/>
                      <a:gd name="connsiteX23" fmla="*/ 1519875 w 2148321"/>
                      <a:gd name="connsiteY23" fmla="*/ 152112 h 205807"/>
                      <a:gd name="connsiteX24" fmla="*/ 2000869 w 2148321"/>
                      <a:gd name="connsiteY24" fmla="*/ 152112 h 205807"/>
                      <a:gd name="connsiteX25" fmla="*/ 2100772 w 2148321"/>
                      <a:gd name="connsiteY25" fmla="*/ 54177 h 205807"/>
                      <a:gd name="connsiteX26" fmla="*/ 2100772 w 2148321"/>
                      <a:gd name="connsiteY26" fmla="*/ 37329 h 205807"/>
                      <a:gd name="connsiteX27" fmla="*/ 2093085 w 2148321"/>
                      <a:gd name="connsiteY27" fmla="*/ 0 h 205807"/>
                      <a:gd name="connsiteX28" fmla="*/ 2140782 w 2148321"/>
                      <a:gd name="connsiteY28" fmla="*/ 0 h 205807"/>
                      <a:gd name="connsiteX29" fmla="*/ 2148321 w 2148321"/>
                      <a:gd name="connsiteY29" fmla="*/ 36602 h 205807"/>
                      <a:gd name="connsiteX30" fmla="*/ 2148321 w 2148321"/>
                      <a:gd name="connsiteY30" fmla="*/ 61437 h 205807"/>
                      <a:gd name="connsiteX31" fmla="*/ 2001049 w 2148321"/>
                      <a:gd name="connsiteY31" fmla="*/ 205807 h 205807"/>
                      <a:gd name="connsiteX32" fmla="*/ 1513031 w 2148321"/>
                      <a:gd name="connsiteY32" fmla="*/ 205807 h 205807"/>
                      <a:gd name="connsiteX33" fmla="*/ 1455706 w 2148321"/>
                      <a:gd name="connsiteY33" fmla="*/ 194462 h 205807"/>
                      <a:gd name="connsiteX34" fmla="*/ 1415600 w 2148321"/>
                      <a:gd name="connsiteY34" fmla="*/ 167954 h 205807"/>
                      <a:gd name="connsiteX35" fmla="*/ 1375494 w 2148321"/>
                      <a:gd name="connsiteY35" fmla="*/ 194462 h 205807"/>
                      <a:gd name="connsiteX36" fmla="*/ 1318169 w 2148321"/>
                      <a:gd name="connsiteY36" fmla="*/ 205807 h 205807"/>
                      <a:gd name="connsiteX37" fmla="*/ 830151 w 2148321"/>
                      <a:gd name="connsiteY37" fmla="*/ 205807 h 205807"/>
                      <a:gd name="connsiteX38" fmla="*/ 772826 w 2148321"/>
                      <a:gd name="connsiteY38" fmla="*/ 194462 h 205807"/>
                      <a:gd name="connsiteX39" fmla="*/ 732721 w 2148321"/>
                      <a:gd name="connsiteY39" fmla="*/ 167955 h 205807"/>
                      <a:gd name="connsiteX40" fmla="*/ 692615 w 2148321"/>
                      <a:gd name="connsiteY40" fmla="*/ 194462 h 205807"/>
                      <a:gd name="connsiteX41" fmla="*/ 635290 w 2148321"/>
                      <a:gd name="connsiteY41" fmla="*/ 205807 h 205807"/>
                      <a:gd name="connsiteX42" fmla="*/ 147272 w 2148321"/>
                      <a:gd name="connsiteY42" fmla="*/ 205807 h 205807"/>
                      <a:gd name="connsiteX43" fmla="*/ 0 w 2148321"/>
                      <a:gd name="connsiteY43" fmla="*/ 61437 h 205807"/>
                      <a:gd name="connsiteX44" fmla="*/ 0 w 2148321"/>
                      <a:gd name="connsiteY44" fmla="*/ 36602 h 205807"/>
                      <a:gd name="connsiteX45" fmla="*/ 7539 w 2148321"/>
                      <a:gd name="connsiteY45" fmla="*/ 0 h 205807"/>
                      <a:gd name="connsiteX0" fmla="*/ 7539 w 2148321"/>
                      <a:gd name="connsiteY0" fmla="*/ 0 h 205807"/>
                      <a:gd name="connsiteX1" fmla="*/ 61900 w 2148321"/>
                      <a:gd name="connsiteY1" fmla="*/ 0 h 205807"/>
                      <a:gd name="connsiteX2" fmla="*/ 54212 w 2148321"/>
                      <a:gd name="connsiteY2" fmla="*/ 37329 h 205807"/>
                      <a:gd name="connsiteX3" fmla="*/ 54212 w 2148321"/>
                      <a:gd name="connsiteY3" fmla="*/ 54177 h 205807"/>
                      <a:gd name="connsiteX4" fmla="*/ 154116 w 2148321"/>
                      <a:gd name="connsiteY4" fmla="*/ 152112 h 205807"/>
                      <a:gd name="connsiteX5" fmla="*/ 635110 w 2148321"/>
                      <a:gd name="connsiteY5" fmla="*/ 152112 h 205807"/>
                      <a:gd name="connsiteX6" fmla="*/ 673997 w 2148321"/>
                      <a:gd name="connsiteY6" fmla="*/ 144416 h 205807"/>
                      <a:gd name="connsiteX7" fmla="*/ 700724 w 2148321"/>
                      <a:gd name="connsiteY7" fmla="*/ 126751 h 205807"/>
                      <a:gd name="connsiteX8" fmla="*/ 738164 w 2148321"/>
                      <a:gd name="connsiteY8" fmla="*/ 60689 h 205807"/>
                      <a:gd name="connsiteX9" fmla="*/ 770989 w 2148321"/>
                      <a:gd name="connsiteY9" fmla="*/ 117632 h 205807"/>
                      <a:gd name="connsiteX10" fmla="*/ 798108 w 2148321"/>
                      <a:gd name="connsiteY10" fmla="*/ 144416 h 205807"/>
                      <a:gd name="connsiteX11" fmla="*/ 836995 w 2148321"/>
                      <a:gd name="connsiteY11" fmla="*/ 152112 h 205807"/>
                      <a:gd name="connsiteX12" fmla="*/ 1317989 w 2148321"/>
                      <a:gd name="connsiteY12" fmla="*/ 152112 h 205807"/>
                      <a:gd name="connsiteX13" fmla="*/ 1356876 w 2148321"/>
                      <a:gd name="connsiteY13" fmla="*/ 144416 h 205807"/>
                      <a:gd name="connsiteX14" fmla="*/ 1383604 w 2148321"/>
                      <a:gd name="connsiteY14" fmla="*/ 126751 h 205807"/>
                      <a:gd name="connsiteX15" fmla="*/ 1377332 w 2148321"/>
                      <a:gd name="connsiteY15" fmla="*/ 117632 h 205807"/>
                      <a:gd name="connsiteX16" fmla="*/ 1365759 w 2148321"/>
                      <a:gd name="connsiteY16" fmla="*/ 61437 h 205807"/>
                      <a:gd name="connsiteX17" fmla="*/ 1465441 w 2148321"/>
                      <a:gd name="connsiteY17" fmla="*/ 36602 h 205807"/>
                      <a:gd name="connsiteX18" fmla="*/ 1465441 w 2148321"/>
                      <a:gd name="connsiteY18" fmla="*/ 61437 h 205807"/>
                      <a:gd name="connsiteX19" fmla="*/ 1453868 w 2148321"/>
                      <a:gd name="connsiteY19" fmla="*/ 117632 h 205807"/>
                      <a:gd name="connsiteX20" fmla="*/ 1449679 w 2148321"/>
                      <a:gd name="connsiteY20" fmla="*/ 123723 h 205807"/>
                      <a:gd name="connsiteX21" fmla="*/ 1480988 w 2148321"/>
                      <a:gd name="connsiteY21" fmla="*/ 144416 h 205807"/>
                      <a:gd name="connsiteX22" fmla="*/ 1519875 w 2148321"/>
                      <a:gd name="connsiteY22" fmla="*/ 152112 h 205807"/>
                      <a:gd name="connsiteX23" fmla="*/ 2000869 w 2148321"/>
                      <a:gd name="connsiteY23" fmla="*/ 152112 h 205807"/>
                      <a:gd name="connsiteX24" fmla="*/ 2100772 w 2148321"/>
                      <a:gd name="connsiteY24" fmla="*/ 54177 h 205807"/>
                      <a:gd name="connsiteX25" fmla="*/ 2100772 w 2148321"/>
                      <a:gd name="connsiteY25" fmla="*/ 37329 h 205807"/>
                      <a:gd name="connsiteX26" fmla="*/ 2093085 w 2148321"/>
                      <a:gd name="connsiteY26" fmla="*/ 0 h 205807"/>
                      <a:gd name="connsiteX27" fmla="*/ 2140782 w 2148321"/>
                      <a:gd name="connsiteY27" fmla="*/ 0 h 205807"/>
                      <a:gd name="connsiteX28" fmla="*/ 2148321 w 2148321"/>
                      <a:gd name="connsiteY28" fmla="*/ 36602 h 205807"/>
                      <a:gd name="connsiteX29" fmla="*/ 2148321 w 2148321"/>
                      <a:gd name="connsiteY29" fmla="*/ 61437 h 205807"/>
                      <a:gd name="connsiteX30" fmla="*/ 2001049 w 2148321"/>
                      <a:gd name="connsiteY30" fmla="*/ 205807 h 205807"/>
                      <a:gd name="connsiteX31" fmla="*/ 1513031 w 2148321"/>
                      <a:gd name="connsiteY31" fmla="*/ 205807 h 205807"/>
                      <a:gd name="connsiteX32" fmla="*/ 1455706 w 2148321"/>
                      <a:gd name="connsiteY32" fmla="*/ 194462 h 205807"/>
                      <a:gd name="connsiteX33" fmla="*/ 1415600 w 2148321"/>
                      <a:gd name="connsiteY33" fmla="*/ 167954 h 205807"/>
                      <a:gd name="connsiteX34" fmla="*/ 1375494 w 2148321"/>
                      <a:gd name="connsiteY34" fmla="*/ 194462 h 205807"/>
                      <a:gd name="connsiteX35" fmla="*/ 1318169 w 2148321"/>
                      <a:gd name="connsiteY35" fmla="*/ 205807 h 205807"/>
                      <a:gd name="connsiteX36" fmla="*/ 830151 w 2148321"/>
                      <a:gd name="connsiteY36" fmla="*/ 205807 h 205807"/>
                      <a:gd name="connsiteX37" fmla="*/ 772826 w 2148321"/>
                      <a:gd name="connsiteY37" fmla="*/ 194462 h 205807"/>
                      <a:gd name="connsiteX38" fmla="*/ 732721 w 2148321"/>
                      <a:gd name="connsiteY38" fmla="*/ 167955 h 205807"/>
                      <a:gd name="connsiteX39" fmla="*/ 692615 w 2148321"/>
                      <a:gd name="connsiteY39" fmla="*/ 194462 h 205807"/>
                      <a:gd name="connsiteX40" fmla="*/ 635290 w 2148321"/>
                      <a:gd name="connsiteY40" fmla="*/ 205807 h 205807"/>
                      <a:gd name="connsiteX41" fmla="*/ 147272 w 2148321"/>
                      <a:gd name="connsiteY41" fmla="*/ 205807 h 205807"/>
                      <a:gd name="connsiteX42" fmla="*/ 0 w 2148321"/>
                      <a:gd name="connsiteY42" fmla="*/ 61437 h 205807"/>
                      <a:gd name="connsiteX43" fmla="*/ 0 w 2148321"/>
                      <a:gd name="connsiteY43" fmla="*/ 36602 h 205807"/>
                      <a:gd name="connsiteX44" fmla="*/ 7539 w 2148321"/>
                      <a:gd name="connsiteY44" fmla="*/ 0 h 205807"/>
                      <a:gd name="connsiteX0" fmla="*/ 7539 w 2148321"/>
                      <a:gd name="connsiteY0" fmla="*/ 0 h 205807"/>
                      <a:gd name="connsiteX1" fmla="*/ 61900 w 2148321"/>
                      <a:gd name="connsiteY1" fmla="*/ 0 h 205807"/>
                      <a:gd name="connsiteX2" fmla="*/ 54212 w 2148321"/>
                      <a:gd name="connsiteY2" fmla="*/ 37329 h 205807"/>
                      <a:gd name="connsiteX3" fmla="*/ 54212 w 2148321"/>
                      <a:gd name="connsiteY3" fmla="*/ 54177 h 205807"/>
                      <a:gd name="connsiteX4" fmla="*/ 154116 w 2148321"/>
                      <a:gd name="connsiteY4" fmla="*/ 152112 h 205807"/>
                      <a:gd name="connsiteX5" fmla="*/ 635110 w 2148321"/>
                      <a:gd name="connsiteY5" fmla="*/ 152112 h 205807"/>
                      <a:gd name="connsiteX6" fmla="*/ 673997 w 2148321"/>
                      <a:gd name="connsiteY6" fmla="*/ 144416 h 205807"/>
                      <a:gd name="connsiteX7" fmla="*/ 700724 w 2148321"/>
                      <a:gd name="connsiteY7" fmla="*/ 126751 h 205807"/>
                      <a:gd name="connsiteX8" fmla="*/ 738164 w 2148321"/>
                      <a:gd name="connsiteY8" fmla="*/ 60689 h 205807"/>
                      <a:gd name="connsiteX9" fmla="*/ 770989 w 2148321"/>
                      <a:gd name="connsiteY9" fmla="*/ 117632 h 205807"/>
                      <a:gd name="connsiteX10" fmla="*/ 798108 w 2148321"/>
                      <a:gd name="connsiteY10" fmla="*/ 144416 h 205807"/>
                      <a:gd name="connsiteX11" fmla="*/ 836995 w 2148321"/>
                      <a:gd name="connsiteY11" fmla="*/ 152112 h 205807"/>
                      <a:gd name="connsiteX12" fmla="*/ 1317989 w 2148321"/>
                      <a:gd name="connsiteY12" fmla="*/ 152112 h 205807"/>
                      <a:gd name="connsiteX13" fmla="*/ 1356876 w 2148321"/>
                      <a:gd name="connsiteY13" fmla="*/ 144416 h 205807"/>
                      <a:gd name="connsiteX14" fmla="*/ 1383604 w 2148321"/>
                      <a:gd name="connsiteY14" fmla="*/ 126751 h 205807"/>
                      <a:gd name="connsiteX15" fmla="*/ 1377332 w 2148321"/>
                      <a:gd name="connsiteY15" fmla="*/ 117632 h 205807"/>
                      <a:gd name="connsiteX16" fmla="*/ 1365759 w 2148321"/>
                      <a:gd name="connsiteY16" fmla="*/ 61437 h 205807"/>
                      <a:gd name="connsiteX17" fmla="*/ 1465441 w 2148321"/>
                      <a:gd name="connsiteY17" fmla="*/ 61437 h 205807"/>
                      <a:gd name="connsiteX18" fmla="*/ 1453868 w 2148321"/>
                      <a:gd name="connsiteY18" fmla="*/ 117632 h 205807"/>
                      <a:gd name="connsiteX19" fmla="*/ 1449679 w 2148321"/>
                      <a:gd name="connsiteY19" fmla="*/ 123723 h 205807"/>
                      <a:gd name="connsiteX20" fmla="*/ 1480988 w 2148321"/>
                      <a:gd name="connsiteY20" fmla="*/ 144416 h 205807"/>
                      <a:gd name="connsiteX21" fmla="*/ 1519875 w 2148321"/>
                      <a:gd name="connsiteY21" fmla="*/ 152112 h 205807"/>
                      <a:gd name="connsiteX22" fmla="*/ 2000869 w 2148321"/>
                      <a:gd name="connsiteY22" fmla="*/ 152112 h 205807"/>
                      <a:gd name="connsiteX23" fmla="*/ 2100772 w 2148321"/>
                      <a:gd name="connsiteY23" fmla="*/ 54177 h 205807"/>
                      <a:gd name="connsiteX24" fmla="*/ 2100772 w 2148321"/>
                      <a:gd name="connsiteY24" fmla="*/ 37329 h 205807"/>
                      <a:gd name="connsiteX25" fmla="*/ 2093085 w 2148321"/>
                      <a:gd name="connsiteY25" fmla="*/ 0 h 205807"/>
                      <a:gd name="connsiteX26" fmla="*/ 2140782 w 2148321"/>
                      <a:gd name="connsiteY26" fmla="*/ 0 h 205807"/>
                      <a:gd name="connsiteX27" fmla="*/ 2148321 w 2148321"/>
                      <a:gd name="connsiteY27" fmla="*/ 36602 h 205807"/>
                      <a:gd name="connsiteX28" fmla="*/ 2148321 w 2148321"/>
                      <a:gd name="connsiteY28" fmla="*/ 61437 h 205807"/>
                      <a:gd name="connsiteX29" fmla="*/ 2001049 w 2148321"/>
                      <a:gd name="connsiteY29" fmla="*/ 205807 h 205807"/>
                      <a:gd name="connsiteX30" fmla="*/ 1513031 w 2148321"/>
                      <a:gd name="connsiteY30" fmla="*/ 205807 h 205807"/>
                      <a:gd name="connsiteX31" fmla="*/ 1455706 w 2148321"/>
                      <a:gd name="connsiteY31" fmla="*/ 194462 h 205807"/>
                      <a:gd name="connsiteX32" fmla="*/ 1415600 w 2148321"/>
                      <a:gd name="connsiteY32" fmla="*/ 167954 h 205807"/>
                      <a:gd name="connsiteX33" fmla="*/ 1375494 w 2148321"/>
                      <a:gd name="connsiteY33" fmla="*/ 194462 h 205807"/>
                      <a:gd name="connsiteX34" fmla="*/ 1318169 w 2148321"/>
                      <a:gd name="connsiteY34" fmla="*/ 205807 h 205807"/>
                      <a:gd name="connsiteX35" fmla="*/ 830151 w 2148321"/>
                      <a:gd name="connsiteY35" fmla="*/ 205807 h 205807"/>
                      <a:gd name="connsiteX36" fmla="*/ 772826 w 2148321"/>
                      <a:gd name="connsiteY36" fmla="*/ 194462 h 205807"/>
                      <a:gd name="connsiteX37" fmla="*/ 732721 w 2148321"/>
                      <a:gd name="connsiteY37" fmla="*/ 167955 h 205807"/>
                      <a:gd name="connsiteX38" fmla="*/ 692615 w 2148321"/>
                      <a:gd name="connsiteY38" fmla="*/ 194462 h 205807"/>
                      <a:gd name="connsiteX39" fmla="*/ 635290 w 2148321"/>
                      <a:gd name="connsiteY39" fmla="*/ 205807 h 205807"/>
                      <a:gd name="connsiteX40" fmla="*/ 147272 w 2148321"/>
                      <a:gd name="connsiteY40" fmla="*/ 205807 h 205807"/>
                      <a:gd name="connsiteX41" fmla="*/ 0 w 2148321"/>
                      <a:gd name="connsiteY41" fmla="*/ 61437 h 205807"/>
                      <a:gd name="connsiteX42" fmla="*/ 0 w 2148321"/>
                      <a:gd name="connsiteY42" fmla="*/ 36602 h 205807"/>
                      <a:gd name="connsiteX43" fmla="*/ 7539 w 2148321"/>
                      <a:gd name="connsiteY43" fmla="*/ 0 h 205807"/>
                      <a:gd name="connsiteX0" fmla="*/ 7539 w 2148321"/>
                      <a:gd name="connsiteY0" fmla="*/ 0 h 205807"/>
                      <a:gd name="connsiteX1" fmla="*/ 61900 w 2148321"/>
                      <a:gd name="connsiteY1" fmla="*/ 0 h 205807"/>
                      <a:gd name="connsiteX2" fmla="*/ 54212 w 2148321"/>
                      <a:gd name="connsiteY2" fmla="*/ 37329 h 205807"/>
                      <a:gd name="connsiteX3" fmla="*/ 54212 w 2148321"/>
                      <a:gd name="connsiteY3" fmla="*/ 54177 h 205807"/>
                      <a:gd name="connsiteX4" fmla="*/ 154116 w 2148321"/>
                      <a:gd name="connsiteY4" fmla="*/ 152112 h 205807"/>
                      <a:gd name="connsiteX5" fmla="*/ 635110 w 2148321"/>
                      <a:gd name="connsiteY5" fmla="*/ 152112 h 205807"/>
                      <a:gd name="connsiteX6" fmla="*/ 673997 w 2148321"/>
                      <a:gd name="connsiteY6" fmla="*/ 144416 h 205807"/>
                      <a:gd name="connsiteX7" fmla="*/ 700724 w 2148321"/>
                      <a:gd name="connsiteY7" fmla="*/ 126751 h 205807"/>
                      <a:gd name="connsiteX8" fmla="*/ 738164 w 2148321"/>
                      <a:gd name="connsiteY8" fmla="*/ 60689 h 205807"/>
                      <a:gd name="connsiteX9" fmla="*/ 770989 w 2148321"/>
                      <a:gd name="connsiteY9" fmla="*/ 117632 h 205807"/>
                      <a:gd name="connsiteX10" fmla="*/ 798108 w 2148321"/>
                      <a:gd name="connsiteY10" fmla="*/ 144416 h 205807"/>
                      <a:gd name="connsiteX11" fmla="*/ 836995 w 2148321"/>
                      <a:gd name="connsiteY11" fmla="*/ 152112 h 205807"/>
                      <a:gd name="connsiteX12" fmla="*/ 1317989 w 2148321"/>
                      <a:gd name="connsiteY12" fmla="*/ 152112 h 205807"/>
                      <a:gd name="connsiteX13" fmla="*/ 1356876 w 2148321"/>
                      <a:gd name="connsiteY13" fmla="*/ 144416 h 205807"/>
                      <a:gd name="connsiteX14" fmla="*/ 1383604 w 2148321"/>
                      <a:gd name="connsiteY14" fmla="*/ 126751 h 205807"/>
                      <a:gd name="connsiteX15" fmla="*/ 1377332 w 2148321"/>
                      <a:gd name="connsiteY15" fmla="*/ 117632 h 205807"/>
                      <a:gd name="connsiteX16" fmla="*/ 1365759 w 2148321"/>
                      <a:gd name="connsiteY16" fmla="*/ 61437 h 205807"/>
                      <a:gd name="connsiteX17" fmla="*/ 1416820 w 2148321"/>
                      <a:gd name="connsiteY17" fmla="*/ 58308 h 205807"/>
                      <a:gd name="connsiteX18" fmla="*/ 1465441 w 2148321"/>
                      <a:gd name="connsiteY18" fmla="*/ 61437 h 205807"/>
                      <a:gd name="connsiteX19" fmla="*/ 1453868 w 2148321"/>
                      <a:gd name="connsiteY19" fmla="*/ 117632 h 205807"/>
                      <a:gd name="connsiteX20" fmla="*/ 1449679 w 2148321"/>
                      <a:gd name="connsiteY20" fmla="*/ 123723 h 205807"/>
                      <a:gd name="connsiteX21" fmla="*/ 1480988 w 2148321"/>
                      <a:gd name="connsiteY21" fmla="*/ 144416 h 205807"/>
                      <a:gd name="connsiteX22" fmla="*/ 1519875 w 2148321"/>
                      <a:gd name="connsiteY22" fmla="*/ 152112 h 205807"/>
                      <a:gd name="connsiteX23" fmla="*/ 2000869 w 2148321"/>
                      <a:gd name="connsiteY23" fmla="*/ 152112 h 205807"/>
                      <a:gd name="connsiteX24" fmla="*/ 2100772 w 2148321"/>
                      <a:gd name="connsiteY24" fmla="*/ 54177 h 205807"/>
                      <a:gd name="connsiteX25" fmla="*/ 2100772 w 2148321"/>
                      <a:gd name="connsiteY25" fmla="*/ 37329 h 205807"/>
                      <a:gd name="connsiteX26" fmla="*/ 2093085 w 2148321"/>
                      <a:gd name="connsiteY26" fmla="*/ 0 h 205807"/>
                      <a:gd name="connsiteX27" fmla="*/ 2140782 w 2148321"/>
                      <a:gd name="connsiteY27" fmla="*/ 0 h 205807"/>
                      <a:gd name="connsiteX28" fmla="*/ 2148321 w 2148321"/>
                      <a:gd name="connsiteY28" fmla="*/ 36602 h 205807"/>
                      <a:gd name="connsiteX29" fmla="*/ 2148321 w 2148321"/>
                      <a:gd name="connsiteY29" fmla="*/ 61437 h 205807"/>
                      <a:gd name="connsiteX30" fmla="*/ 2001049 w 2148321"/>
                      <a:gd name="connsiteY30" fmla="*/ 205807 h 205807"/>
                      <a:gd name="connsiteX31" fmla="*/ 1513031 w 2148321"/>
                      <a:gd name="connsiteY31" fmla="*/ 205807 h 205807"/>
                      <a:gd name="connsiteX32" fmla="*/ 1455706 w 2148321"/>
                      <a:gd name="connsiteY32" fmla="*/ 194462 h 205807"/>
                      <a:gd name="connsiteX33" fmla="*/ 1415600 w 2148321"/>
                      <a:gd name="connsiteY33" fmla="*/ 167954 h 205807"/>
                      <a:gd name="connsiteX34" fmla="*/ 1375494 w 2148321"/>
                      <a:gd name="connsiteY34" fmla="*/ 194462 h 205807"/>
                      <a:gd name="connsiteX35" fmla="*/ 1318169 w 2148321"/>
                      <a:gd name="connsiteY35" fmla="*/ 205807 h 205807"/>
                      <a:gd name="connsiteX36" fmla="*/ 830151 w 2148321"/>
                      <a:gd name="connsiteY36" fmla="*/ 205807 h 205807"/>
                      <a:gd name="connsiteX37" fmla="*/ 772826 w 2148321"/>
                      <a:gd name="connsiteY37" fmla="*/ 194462 h 205807"/>
                      <a:gd name="connsiteX38" fmla="*/ 732721 w 2148321"/>
                      <a:gd name="connsiteY38" fmla="*/ 167955 h 205807"/>
                      <a:gd name="connsiteX39" fmla="*/ 692615 w 2148321"/>
                      <a:gd name="connsiteY39" fmla="*/ 194462 h 205807"/>
                      <a:gd name="connsiteX40" fmla="*/ 635290 w 2148321"/>
                      <a:gd name="connsiteY40" fmla="*/ 205807 h 205807"/>
                      <a:gd name="connsiteX41" fmla="*/ 147272 w 2148321"/>
                      <a:gd name="connsiteY41" fmla="*/ 205807 h 205807"/>
                      <a:gd name="connsiteX42" fmla="*/ 0 w 2148321"/>
                      <a:gd name="connsiteY42" fmla="*/ 61437 h 205807"/>
                      <a:gd name="connsiteX43" fmla="*/ 0 w 2148321"/>
                      <a:gd name="connsiteY43" fmla="*/ 36602 h 205807"/>
                      <a:gd name="connsiteX44" fmla="*/ 7539 w 2148321"/>
                      <a:gd name="connsiteY44" fmla="*/ 0 h 205807"/>
                      <a:gd name="connsiteX0" fmla="*/ 7539 w 2148321"/>
                      <a:gd name="connsiteY0" fmla="*/ 0 h 205807"/>
                      <a:gd name="connsiteX1" fmla="*/ 61900 w 2148321"/>
                      <a:gd name="connsiteY1" fmla="*/ 0 h 205807"/>
                      <a:gd name="connsiteX2" fmla="*/ 54212 w 2148321"/>
                      <a:gd name="connsiteY2" fmla="*/ 37329 h 205807"/>
                      <a:gd name="connsiteX3" fmla="*/ 54212 w 2148321"/>
                      <a:gd name="connsiteY3" fmla="*/ 54177 h 205807"/>
                      <a:gd name="connsiteX4" fmla="*/ 154116 w 2148321"/>
                      <a:gd name="connsiteY4" fmla="*/ 152112 h 205807"/>
                      <a:gd name="connsiteX5" fmla="*/ 635110 w 2148321"/>
                      <a:gd name="connsiteY5" fmla="*/ 152112 h 205807"/>
                      <a:gd name="connsiteX6" fmla="*/ 673997 w 2148321"/>
                      <a:gd name="connsiteY6" fmla="*/ 144416 h 205807"/>
                      <a:gd name="connsiteX7" fmla="*/ 700724 w 2148321"/>
                      <a:gd name="connsiteY7" fmla="*/ 126751 h 205807"/>
                      <a:gd name="connsiteX8" fmla="*/ 738164 w 2148321"/>
                      <a:gd name="connsiteY8" fmla="*/ 60689 h 205807"/>
                      <a:gd name="connsiteX9" fmla="*/ 770989 w 2148321"/>
                      <a:gd name="connsiteY9" fmla="*/ 117632 h 205807"/>
                      <a:gd name="connsiteX10" fmla="*/ 798108 w 2148321"/>
                      <a:gd name="connsiteY10" fmla="*/ 144416 h 205807"/>
                      <a:gd name="connsiteX11" fmla="*/ 836995 w 2148321"/>
                      <a:gd name="connsiteY11" fmla="*/ 152112 h 205807"/>
                      <a:gd name="connsiteX12" fmla="*/ 1317989 w 2148321"/>
                      <a:gd name="connsiteY12" fmla="*/ 152112 h 205807"/>
                      <a:gd name="connsiteX13" fmla="*/ 1356876 w 2148321"/>
                      <a:gd name="connsiteY13" fmla="*/ 144416 h 205807"/>
                      <a:gd name="connsiteX14" fmla="*/ 1383604 w 2148321"/>
                      <a:gd name="connsiteY14" fmla="*/ 126751 h 205807"/>
                      <a:gd name="connsiteX15" fmla="*/ 1377332 w 2148321"/>
                      <a:gd name="connsiteY15" fmla="*/ 117632 h 205807"/>
                      <a:gd name="connsiteX16" fmla="*/ 1365759 w 2148321"/>
                      <a:gd name="connsiteY16" fmla="*/ 61437 h 205807"/>
                      <a:gd name="connsiteX17" fmla="*/ 1416820 w 2148321"/>
                      <a:gd name="connsiteY17" fmla="*/ 58308 h 205807"/>
                      <a:gd name="connsiteX18" fmla="*/ 1453868 w 2148321"/>
                      <a:gd name="connsiteY18" fmla="*/ 117632 h 205807"/>
                      <a:gd name="connsiteX19" fmla="*/ 1449679 w 2148321"/>
                      <a:gd name="connsiteY19" fmla="*/ 123723 h 205807"/>
                      <a:gd name="connsiteX20" fmla="*/ 1480988 w 2148321"/>
                      <a:gd name="connsiteY20" fmla="*/ 144416 h 205807"/>
                      <a:gd name="connsiteX21" fmla="*/ 1519875 w 2148321"/>
                      <a:gd name="connsiteY21" fmla="*/ 152112 h 205807"/>
                      <a:gd name="connsiteX22" fmla="*/ 2000869 w 2148321"/>
                      <a:gd name="connsiteY22" fmla="*/ 152112 h 205807"/>
                      <a:gd name="connsiteX23" fmla="*/ 2100772 w 2148321"/>
                      <a:gd name="connsiteY23" fmla="*/ 54177 h 205807"/>
                      <a:gd name="connsiteX24" fmla="*/ 2100772 w 2148321"/>
                      <a:gd name="connsiteY24" fmla="*/ 37329 h 205807"/>
                      <a:gd name="connsiteX25" fmla="*/ 2093085 w 2148321"/>
                      <a:gd name="connsiteY25" fmla="*/ 0 h 205807"/>
                      <a:gd name="connsiteX26" fmla="*/ 2140782 w 2148321"/>
                      <a:gd name="connsiteY26" fmla="*/ 0 h 205807"/>
                      <a:gd name="connsiteX27" fmla="*/ 2148321 w 2148321"/>
                      <a:gd name="connsiteY27" fmla="*/ 36602 h 205807"/>
                      <a:gd name="connsiteX28" fmla="*/ 2148321 w 2148321"/>
                      <a:gd name="connsiteY28" fmla="*/ 61437 h 205807"/>
                      <a:gd name="connsiteX29" fmla="*/ 2001049 w 2148321"/>
                      <a:gd name="connsiteY29" fmla="*/ 205807 h 205807"/>
                      <a:gd name="connsiteX30" fmla="*/ 1513031 w 2148321"/>
                      <a:gd name="connsiteY30" fmla="*/ 205807 h 205807"/>
                      <a:gd name="connsiteX31" fmla="*/ 1455706 w 2148321"/>
                      <a:gd name="connsiteY31" fmla="*/ 194462 h 205807"/>
                      <a:gd name="connsiteX32" fmla="*/ 1415600 w 2148321"/>
                      <a:gd name="connsiteY32" fmla="*/ 167954 h 205807"/>
                      <a:gd name="connsiteX33" fmla="*/ 1375494 w 2148321"/>
                      <a:gd name="connsiteY33" fmla="*/ 194462 h 205807"/>
                      <a:gd name="connsiteX34" fmla="*/ 1318169 w 2148321"/>
                      <a:gd name="connsiteY34" fmla="*/ 205807 h 205807"/>
                      <a:gd name="connsiteX35" fmla="*/ 830151 w 2148321"/>
                      <a:gd name="connsiteY35" fmla="*/ 205807 h 205807"/>
                      <a:gd name="connsiteX36" fmla="*/ 772826 w 2148321"/>
                      <a:gd name="connsiteY36" fmla="*/ 194462 h 205807"/>
                      <a:gd name="connsiteX37" fmla="*/ 732721 w 2148321"/>
                      <a:gd name="connsiteY37" fmla="*/ 167955 h 205807"/>
                      <a:gd name="connsiteX38" fmla="*/ 692615 w 2148321"/>
                      <a:gd name="connsiteY38" fmla="*/ 194462 h 205807"/>
                      <a:gd name="connsiteX39" fmla="*/ 635290 w 2148321"/>
                      <a:gd name="connsiteY39" fmla="*/ 205807 h 205807"/>
                      <a:gd name="connsiteX40" fmla="*/ 147272 w 2148321"/>
                      <a:gd name="connsiteY40" fmla="*/ 205807 h 205807"/>
                      <a:gd name="connsiteX41" fmla="*/ 0 w 2148321"/>
                      <a:gd name="connsiteY41" fmla="*/ 61437 h 205807"/>
                      <a:gd name="connsiteX42" fmla="*/ 0 w 2148321"/>
                      <a:gd name="connsiteY42" fmla="*/ 36602 h 205807"/>
                      <a:gd name="connsiteX43" fmla="*/ 7539 w 2148321"/>
                      <a:gd name="connsiteY43" fmla="*/ 0 h 205807"/>
                      <a:gd name="connsiteX0" fmla="*/ 7539 w 2148321"/>
                      <a:gd name="connsiteY0" fmla="*/ 0 h 205807"/>
                      <a:gd name="connsiteX1" fmla="*/ 61900 w 2148321"/>
                      <a:gd name="connsiteY1" fmla="*/ 0 h 205807"/>
                      <a:gd name="connsiteX2" fmla="*/ 54212 w 2148321"/>
                      <a:gd name="connsiteY2" fmla="*/ 37329 h 205807"/>
                      <a:gd name="connsiteX3" fmla="*/ 54212 w 2148321"/>
                      <a:gd name="connsiteY3" fmla="*/ 54177 h 205807"/>
                      <a:gd name="connsiteX4" fmla="*/ 154116 w 2148321"/>
                      <a:gd name="connsiteY4" fmla="*/ 152112 h 205807"/>
                      <a:gd name="connsiteX5" fmla="*/ 635110 w 2148321"/>
                      <a:gd name="connsiteY5" fmla="*/ 152112 h 205807"/>
                      <a:gd name="connsiteX6" fmla="*/ 673997 w 2148321"/>
                      <a:gd name="connsiteY6" fmla="*/ 144416 h 205807"/>
                      <a:gd name="connsiteX7" fmla="*/ 700724 w 2148321"/>
                      <a:gd name="connsiteY7" fmla="*/ 126751 h 205807"/>
                      <a:gd name="connsiteX8" fmla="*/ 738164 w 2148321"/>
                      <a:gd name="connsiteY8" fmla="*/ 60689 h 205807"/>
                      <a:gd name="connsiteX9" fmla="*/ 770989 w 2148321"/>
                      <a:gd name="connsiteY9" fmla="*/ 117632 h 205807"/>
                      <a:gd name="connsiteX10" fmla="*/ 798108 w 2148321"/>
                      <a:gd name="connsiteY10" fmla="*/ 144416 h 205807"/>
                      <a:gd name="connsiteX11" fmla="*/ 836995 w 2148321"/>
                      <a:gd name="connsiteY11" fmla="*/ 152112 h 205807"/>
                      <a:gd name="connsiteX12" fmla="*/ 1317989 w 2148321"/>
                      <a:gd name="connsiteY12" fmla="*/ 152112 h 205807"/>
                      <a:gd name="connsiteX13" fmla="*/ 1356876 w 2148321"/>
                      <a:gd name="connsiteY13" fmla="*/ 144416 h 205807"/>
                      <a:gd name="connsiteX14" fmla="*/ 1383604 w 2148321"/>
                      <a:gd name="connsiteY14" fmla="*/ 126751 h 205807"/>
                      <a:gd name="connsiteX15" fmla="*/ 1377332 w 2148321"/>
                      <a:gd name="connsiteY15" fmla="*/ 117632 h 205807"/>
                      <a:gd name="connsiteX16" fmla="*/ 1416820 w 2148321"/>
                      <a:gd name="connsiteY16" fmla="*/ 58308 h 205807"/>
                      <a:gd name="connsiteX17" fmla="*/ 1453868 w 2148321"/>
                      <a:gd name="connsiteY17" fmla="*/ 117632 h 205807"/>
                      <a:gd name="connsiteX18" fmla="*/ 1449679 w 2148321"/>
                      <a:gd name="connsiteY18" fmla="*/ 123723 h 205807"/>
                      <a:gd name="connsiteX19" fmla="*/ 1480988 w 2148321"/>
                      <a:gd name="connsiteY19" fmla="*/ 144416 h 205807"/>
                      <a:gd name="connsiteX20" fmla="*/ 1519875 w 2148321"/>
                      <a:gd name="connsiteY20" fmla="*/ 152112 h 205807"/>
                      <a:gd name="connsiteX21" fmla="*/ 2000869 w 2148321"/>
                      <a:gd name="connsiteY21" fmla="*/ 152112 h 205807"/>
                      <a:gd name="connsiteX22" fmla="*/ 2100772 w 2148321"/>
                      <a:gd name="connsiteY22" fmla="*/ 54177 h 205807"/>
                      <a:gd name="connsiteX23" fmla="*/ 2100772 w 2148321"/>
                      <a:gd name="connsiteY23" fmla="*/ 37329 h 205807"/>
                      <a:gd name="connsiteX24" fmla="*/ 2093085 w 2148321"/>
                      <a:gd name="connsiteY24" fmla="*/ 0 h 205807"/>
                      <a:gd name="connsiteX25" fmla="*/ 2140782 w 2148321"/>
                      <a:gd name="connsiteY25" fmla="*/ 0 h 205807"/>
                      <a:gd name="connsiteX26" fmla="*/ 2148321 w 2148321"/>
                      <a:gd name="connsiteY26" fmla="*/ 36602 h 205807"/>
                      <a:gd name="connsiteX27" fmla="*/ 2148321 w 2148321"/>
                      <a:gd name="connsiteY27" fmla="*/ 61437 h 205807"/>
                      <a:gd name="connsiteX28" fmla="*/ 2001049 w 2148321"/>
                      <a:gd name="connsiteY28" fmla="*/ 205807 h 205807"/>
                      <a:gd name="connsiteX29" fmla="*/ 1513031 w 2148321"/>
                      <a:gd name="connsiteY29" fmla="*/ 205807 h 205807"/>
                      <a:gd name="connsiteX30" fmla="*/ 1455706 w 2148321"/>
                      <a:gd name="connsiteY30" fmla="*/ 194462 h 205807"/>
                      <a:gd name="connsiteX31" fmla="*/ 1415600 w 2148321"/>
                      <a:gd name="connsiteY31" fmla="*/ 167954 h 205807"/>
                      <a:gd name="connsiteX32" fmla="*/ 1375494 w 2148321"/>
                      <a:gd name="connsiteY32" fmla="*/ 194462 h 205807"/>
                      <a:gd name="connsiteX33" fmla="*/ 1318169 w 2148321"/>
                      <a:gd name="connsiteY33" fmla="*/ 205807 h 205807"/>
                      <a:gd name="connsiteX34" fmla="*/ 830151 w 2148321"/>
                      <a:gd name="connsiteY34" fmla="*/ 205807 h 205807"/>
                      <a:gd name="connsiteX35" fmla="*/ 772826 w 2148321"/>
                      <a:gd name="connsiteY35" fmla="*/ 194462 h 205807"/>
                      <a:gd name="connsiteX36" fmla="*/ 732721 w 2148321"/>
                      <a:gd name="connsiteY36" fmla="*/ 167955 h 205807"/>
                      <a:gd name="connsiteX37" fmla="*/ 692615 w 2148321"/>
                      <a:gd name="connsiteY37" fmla="*/ 194462 h 205807"/>
                      <a:gd name="connsiteX38" fmla="*/ 635290 w 2148321"/>
                      <a:gd name="connsiteY38" fmla="*/ 205807 h 205807"/>
                      <a:gd name="connsiteX39" fmla="*/ 147272 w 2148321"/>
                      <a:gd name="connsiteY39" fmla="*/ 205807 h 205807"/>
                      <a:gd name="connsiteX40" fmla="*/ 0 w 2148321"/>
                      <a:gd name="connsiteY40" fmla="*/ 61437 h 205807"/>
                      <a:gd name="connsiteX41" fmla="*/ 0 w 2148321"/>
                      <a:gd name="connsiteY41" fmla="*/ 36602 h 205807"/>
                      <a:gd name="connsiteX42" fmla="*/ 7539 w 2148321"/>
                      <a:gd name="connsiteY42" fmla="*/ 0 h 205807"/>
                      <a:gd name="connsiteX0" fmla="*/ 7539 w 2148321"/>
                      <a:gd name="connsiteY0" fmla="*/ 0 h 205807"/>
                      <a:gd name="connsiteX1" fmla="*/ 61900 w 2148321"/>
                      <a:gd name="connsiteY1" fmla="*/ 0 h 205807"/>
                      <a:gd name="connsiteX2" fmla="*/ 54212 w 2148321"/>
                      <a:gd name="connsiteY2" fmla="*/ 37329 h 205807"/>
                      <a:gd name="connsiteX3" fmla="*/ 54212 w 2148321"/>
                      <a:gd name="connsiteY3" fmla="*/ 54177 h 205807"/>
                      <a:gd name="connsiteX4" fmla="*/ 154116 w 2148321"/>
                      <a:gd name="connsiteY4" fmla="*/ 152112 h 205807"/>
                      <a:gd name="connsiteX5" fmla="*/ 635110 w 2148321"/>
                      <a:gd name="connsiteY5" fmla="*/ 152112 h 205807"/>
                      <a:gd name="connsiteX6" fmla="*/ 673997 w 2148321"/>
                      <a:gd name="connsiteY6" fmla="*/ 144416 h 205807"/>
                      <a:gd name="connsiteX7" fmla="*/ 700724 w 2148321"/>
                      <a:gd name="connsiteY7" fmla="*/ 126751 h 205807"/>
                      <a:gd name="connsiteX8" fmla="*/ 738164 w 2148321"/>
                      <a:gd name="connsiteY8" fmla="*/ 60689 h 205807"/>
                      <a:gd name="connsiteX9" fmla="*/ 770989 w 2148321"/>
                      <a:gd name="connsiteY9" fmla="*/ 117632 h 205807"/>
                      <a:gd name="connsiteX10" fmla="*/ 798108 w 2148321"/>
                      <a:gd name="connsiteY10" fmla="*/ 144416 h 205807"/>
                      <a:gd name="connsiteX11" fmla="*/ 836995 w 2148321"/>
                      <a:gd name="connsiteY11" fmla="*/ 152112 h 205807"/>
                      <a:gd name="connsiteX12" fmla="*/ 1317989 w 2148321"/>
                      <a:gd name="connsiteY12" fmla="*/ 152112 h 205807"/>
                      <a:gd name="connsiteX13" fmla="*/ 1356876 w 2148321"/>
                      <a:gd name="connsiteY13" fmla="*/ 144416 h 205807"/>
                      <a:gd name="connsiteX14" fmla="*/ 1383604 w 2148321"/>
                      <a:gd name="connsiteY14" fmla="*/ 126751 h 205807"/>
                      <a:gd name="connsiteX15" fmla="*/ 1416820 w 2148321"/>
                      <a:gd name="connsiteY15" fmla="*/ 58308 h 205807"/>
                      <a:gd name="connsiteX16" fmla="*/ 1453868 w 2148321"/>
                      <a:gd name="connsiteY16" fmla="*/ 117632 h 205807"/>
                      <a:gd name="connsiteX17" fmla="*/ 1449679 w 2148321"/>
                      <a:gd name="connsiteY17" fmla="*/ 123723 h 205807"/>
                      <a:gd name="connsiteX18" fmla="*/ 1480988 w 2148321"/>
                      <a:gd name="connsiteY18" fmla="*/ 144416 h 205807"/>
                      <a:gd name="connsiteX19" fmla="*/ 1519875 w 2148321"/>
                      <a:gd name="connsiteY19" fmla="*/ 152112 h 205807"/>
                      <a:gd name="connsiteX20" fmla="*/ 2000869 w 2148321"/>
                      <a:gd name="connsiteY20" fmla="*/ 152112 h 205807"/>
                      <a:gd name="connsiteX21" fmla="*/ 2100772 w 2148321"/>
                      <a:gd name="connsiteY21" fmla="*/ 54177 h 205807"/>
                      <a:gd name="connsiteX22" fmla="*/ 2100772 w 2148321"/>
                      <a:gd name="connsiteY22" fmla="*/ 37329 h 205807"/>
                      <a:gd name="connsiteX23" fmla="*/ 2093085 w 2148321"/>
                      <a:gd name="connsiteY23" fmla="*/ 0 h 205807"/>
                      <a:gd name="connsiteX24" fmla="*/ 2140782 w 2148321"/>
                      <a:gd name="connsiteY24" fmla="*/ 0 h 205807"/>
                      <a:gd name="connsiteX25" fmla="*/ 2148321 w 2148321"/>
                      <a:gd name="connsiteY25" fmla="*/ 36602 h 205807"/>
                      <a:gd name="connsiteX26" fmla="*/ 2148321 w 2148321"/>
                      <a:gd name="connsiteY26" fmla="*/ 61437 h 205807"/>
                      <a:gd name="connsiteX27" fmla="*/ 2001049 w 2148321"/>
                      <a:gd name="connsiteY27" fmla="*/ 205807 h 205807"/>
                      <a:gd name="connsiteX28" fmla="*/ 1513031 w 2148321"/>
                      <a:gd name="connsiteY28" fmla="*/ 205807 h 205807"/>
                      <a:gd name="connsiteX29" fmla="*/ 1455706 w 2148321"/>
                      <a:gd name="connsiteY29" fmla="*/ 194462 h 205807"/>
                      <a:gd name="connsiteX30" fmla="*/ 1415600 w 2148321"/>
                      <a:gd name="connsiteY30" fmla="*/ 167954 h 205807"/>
                      <a:gd name="connsiteX31" fmla="*/ 1375494 w 2148321"/>
                      <a:gd name="connsiteY31" fmla="*/ 194462 h 205807"/>
                      <a:gd name="connsiteX32" fmla="*/ 1318169 w 2148321"/>
                      <a:gd name="connsiteY32" fmla="*/ 205807 h 205807"/>
                      <a:gd name="connsiteX33" fmla="*/ 830151 w 2148321"/>
                      <a:gd name="connsiteY33" fmla="*/ 205807 h 205807"/>
                      <a:gd name="connsiteX34" fmla="*/ 772826 w 2148321"/>
                      <a:gd name="connsiteY34" fmla="*/ 194462 h 205807"/>
                      <a:gd name="connsiteX35" fmla="*/ 732721 w 2148321"/>
                      <a:gd name="connsiteY35" fmla="*/ 167955 h 205807"/>
                      <a:gd name="connsiteX36" fmla="*/ 692615 w 2148321"/>
                      <a:gd name="connsiteY36" fmla="*/ 194462 h 205807"/>
                      <a:gd name="connsiteX37" fmla="*/ 635290 w 2148321"/>
                      <a:gd name="connsiteY37" fmla="*/ 205807 h 205807"/>
                      <a:gd name="connsiteX38" fmla="*/ 147272 w 2148321"/>
                      <a:gd name="connsiteY38" fmla="*/ 205807 h 205807"/>
                      <a:gd name="connsiteX39" fmla="*/ 0 w 2148321"/>
                      <a:gd name="connsiteY39" fmla="*/ 61437 h 205807"/>
                      <a:gd name="connsiteX40" fmla="*/ 0 w 2148321"/>
                      <a:gd name="connsiteY40" fmla="*/ 36602 h 205807"/>
                      <a:gd name="connsiteX41" fmla="*/ 7539 w 2148321"/>
                      <a:gd name="connsiteY41" fmla="*/ 0 h 205807"/>
                      <a:gd name="connsiteX0" fmla="*/ 7539 w 2148321"/>
                      <a:gd name="connsiteY0" fmla="*/ 0 h 205807"/>
                      <a:gd name="connsiteX1" fmla="*/ 61900 w 2148321"/>
                      <a:gd name="connsiteY1" fmla="*/ 0 h 205807"/>
                      <a:gd name="connsiteX2" fmla="*/ 54212 w 2148321"/>
                      <a:gd name="connsiteY2" fmla="*/ 37329 h 205807"/>
                      <a:gd name="connsiteX3" fmla="*/ 54212 w 2148321"/>
                      <a:gd name="connsiteY3" fmla="*/ 54177 h 205807"/>
                      <a:gd name="connsiteX4" fmla="*/ 154116 w 2148321"/>
                      <a:gd name="connsiteY4" fmla="*/ 152112 h 205807"/>
                      <a:gd name="connsiteX5" fmla="*/ 635110 w 2148321"/>
                      <a:gd name="connsiteY5" fmla="*/ 152112 h 205807"/>
                      <a:gd name="connsiteX6" fmla="*/ 673997 w 2148321"/>
                      <a:gd name="connsiteY6" fmla="*/ 144416 h 205807"/>
                      <a:gd name="connsiteX7" fmla="*/ 700724 w 2148321"/>
                      <a:gd name="connsiteY7" fmla="*/ 126751 h 205807"/>
                      <a:gd name="connsiteX8" fmla="*/ 738164 w 2148321"/>
                      <a:gd name="connsiteY8" fmla="*/ 60689 h 205807"/>
                      <a:gd name="connsiteX9" fmla="*/ 770989 w 2148321"/>
                      <a:gd name="connsiteY9" fmla="*/ 117632 h 205807"/>
                      <a:gd name="connsiteX10" fmla="*/ 798108 w 2148321"/>
                      <a:gd name="connsiteY10" fmla="*/ 144416 h 205807"/>
                      <a:gd name="connsiteX11" fmla="*/ 836995 w 2148321"/>
                      <a:gd name="connsiteY11" fmla="*/ 152112 h 205807"/>
                      <a:gd name="connsiteX12" fmla="*/ 1317989 w 2148321"/>
                      <a:gd name="connsiteY12" fmla="*/ 152112 h 205807"/>
                      <a:gd name="connsiteX13" fmla="*/ 1356876 w 2148321"/>
                      <a:gd name="connsiteY13" fmla="*/ 144416 h 205807"/>
                      <a:gd name="connsiteX14" fmla="*/ 1383604 w 2148321"/>
                      <a:gd name="connsiteY14" fmla="*/ 126751 h 205807"/>
                      <a:gd name="connsiteX15" fmla="*/ 1416820 w 2148321"/>
                      <a:gd name="connsiteY15" fmla="*/ 58308 h 205807"/>
                      <a:gd name="connsiteX16" fmla="*/ 1453868 w 2148321"/>
                      <a:gd name="connsiteY16" fmla="*/ 117632 h 205807"/>
                      <a:gd name="connsiteX17" fmla="*/ 1480988 w 2148321"/>
                      <a:gd name="connsiteY17" fmla="*/ 144416 h 205807"/>
                      <a:gd name="connsiteX18" fmla="*/ 1519875 w 2148321"/>
                      <a:gd name="connsiteY18" fmla="*/ 152112 h 205807"/>
                      <a:gd name="connsiteX19" fmla="*/ 2000869 w 2148321"/>
                      <a:gd name="connsiteY19" fmla="*/ 152112 h 205807"/>
                      <a:gd name="connsiteX20" fmla="*/ 2100772 w 2148321"/>
                      <a:gd name="connsiteY20" fmla="*/ 54177 h 205807"/>
                      <a:gd name="connsiteX21" fmla="*/ 2100772 w 2148321"/>
                      <a:gd name="connsiteY21" fmla="*/ 37329 h 205807"/>
                      <a:gd name="connsiteX22" fmla="*/ 2093085 w 2148321"/>
                      <a:gd name="connsiteY22" fmla="*/ 0 h 205807"/>
                      <a:gd name="connsiteX23" fmla="*/ 2140782 w 2148321"/>
                      <a:gd name="connsiteY23" fmla="*/ 0 h 205807"/>
                      <a:gd name="connsiteX24" fmla="*/ 2148321 w 2148321"/>
                      <a:gd name="connsiteY24" fmla="*/ 36602 h 205807"/>
                      <a:gd name="connsiteX25" fmla="*/ 2148321 w 2148321"/>
                      <a:gd name="connsiteY25" fmla="*/ 61437 h 205807"/>
                      <a:gd name="connsiteX26" fmla="*/ 2001049 w 2148321"/>
                      <a:gd name="connsiteY26" fmla="*/ 205807 h 205807"/>
                      <a:gd name="connsiteX27" fmla="*/ 1513031 w 2148321"/>
                      <a:gd name="connsiteY27" fmla="*/ 205807 h 205807"/>
                      <a:gd name="connsiteX28" fmla="*/ 1455706 w 2148321"/>
                      <a:gd name="connsiteY28" fmla="*/ 194462 h 205807"/>
                      <a:gd name="connsiteX29" fmla="*/ 1415600 w 2148321"/>
                      <a:gd name="connsiteY29" fmla="*/ 167954 h 205807"/>
                      <a:gd name="connsiteX30" fmla="*/ 1375494 w 2148321"/>
                      <a:gd name="connsiteY30" fmla="*/ 194462 h 205807"/>
                      <a:gd name="connsiteX31" fmla="*/ 1318169 w 2148321"/>
                      <a:gd name="connsiteY31" fmla="*/ 205807 h 205807"/>
                      <a:gd name="connsiteX32" fmla="*/ 830151 w 2148321"/>
                      <a:gd name="connsiteY32" fmla="*/ 205807 h 205807"/>
                      <a:gd name="connsiteX33" fmla="*/ 772826 w 2148321"/>
                      <a:gd name="connsiteY33" fmla="*/ 194462 h 205807"/>
                      <a:gd name="connsiteX34" fmla="*/ 732721 w 2148321"/>
                      <a:gd name="connsiteY34" fmla="*/ 167955 h 205807"/>
                      <a:gd name="connsiteX35" fmla="*/ 692615 w 2148321"/>
                      <a:gd name="connsiteY35" fmla="*/ 194462 h 205807"/>
                      <a:gd name="connsiteX36" fmla="*/ 635290 w 2148321"/>
                      <a:gd name="connsiteY36" fmla="*/ 205807 h 205807"/>
                      <a:gd name="connsiteX37" fmla="*/ 147272 w 2148321"/>
                      <a:gd name="connsiteY37" fmla="*/ 205807 h 205807"/>
                      <a:gd name="connsiteX38" fmla="*/ 0 w 2148321"/>
                      <a:gd name="connsiteY38" fmla="*/ 61437 h 205807"/>
                      <a:gd name="connsiteX39" fmla="*/ 0 w 2148321"/>
                      <a:gd name="connsiteY39" fmla="*/ 36602 h 205807"/>
                      <a:gd name="connsiteX40" fmla="*/ 7539 w 2148321"/>
                      <a:gd name="connsiteY40" fmla="*/ 0 h 205807"/>
                      <a:gd name="connsiteX0" fmla="*/ 7539 w 2148321"/>
                      <a:gd name="connsiteY0" fmla="*/ 0 h 205807"/>
                      <a:gd name="connsiteX1" fmla="*/ 61900 w 2148321"/>
                      <a:gd name="connsiteY1" fmla="*/ 0 h 205807"/>
                      <a:gd name="connsiteX2" fmla="*/ 54212 w 2148321"/>
                      <a:gd name="connsiteY2" fmla="*/ 37329 h 205807"/>
                      <a:gd name="connsiteX3" fmla="*/ 54212 w 2148321"/>
                      <a:gd name="connsiteY3" fmla="*/ 54177 h 205807"/>
                      <a:gd name="connsiteX4" fmla="*/ 154116 w 2148321"/>
                      <a:gd name="connsiteY4" fmla="*/ 152112 h 205807"/>
                      <a:gd name="connsiteX5" fmla="*/ 635110 w 2148321"/>
                      <a:gd name="connsiteY5" fmla="*/ 152112 h 205807"/>
                      <a:gd name="connsiteX6" fmla="*/ 673997 w 2148321"/>
                      <a:gd name="connsiteY6" fmla="*/ 144416 h 205807"/>
                      <a:gd name="connsiteX7" fmla="*/ 700724 w 2148321"/>
                      <a:gd name="connsiteY7" fmla="*/ 126751 h 205807"/>
                      <a:gd name="connsiteX8" fmla="*/ 738164 w 2148321"/>
                      <a:gd name="connsiteY8" fmla="*/ 60689 h 205807"/>
                      <a:gd name="connsiteX9" fmla="*/ 770989 w 2148321"/>
                      <a:gd name="connsiteY9" fmla="*/ 117632 h 205807"/>
                      <a:gd name="connsiteX10" fmla="*/ 798108 w 2148321"/>
                      <a:gd name="connsiteY10" fmla="*/ 144416 h 205807"/>
                      <a:gd name="connsiteX11" fmla="*/ 836995 w 2148321"/>
                      <a:gd name="connsiteY11" fmla="*/ 152112 h 205807"/>
                      <a:gd name="connsiteX12" fmla="*/ 1317989 w 2148321"/>
                      <a:gd name="connsiteY12" fmla="*/ 152112 h 205807"/>
                      <a:gd name="connsiteX13" fmla="*/ 1356876 w 2148321"/>
                      <a:gd name="connsiteY13" fmla="*/ 144416 h 205807"/>
                      <a:gd name="connsiteX14" fmla="*/ 1383604 w 2148321"/>
                      <a:gd name="connsiteY14" fmla="*/ 126751 h 205807"/>
                      <a:gd name="connsiteX15" fmla="*/ 1421583 w 2148321"/>
                      <a:gd name="connsiteY15" fmla="*/ 58308 h 205807"/>
                      <a:gd name="connsiteX16" fmla="*/ 1453868 w 2148321"/>
                      <a:gd name="connsiteY16" fmla="*/ 117632 h 205807"/>
                      <a:gd name="connsiteX17" fmla="*/ 1480988 w 2148321"/>
                      <a:gd name="connsiteY17" fmla="*/ 144416 h 205807"/>
                      <a:gd name="connsiteX18" fmla="*/ 1519875 w 2148321"/>
                      <a:gd name="connsiteY18" fmla="*/ 152112 h 205807"/>
                      <a:gd name="connsiteX19" fmla="*/ 2000869 w 2148321"/>
                      <a:gd name="connsiteY19" fmla="*/ 152112 h 205807"/>
                      <a:gd name="connsiteX20" fmla="*/ 2100772 w 2148321"/>
                      <a:gd name="connsiteY20" fmla="*/ 54177 h 205807"/>
                      <a:gd name="connsiteX21" fmla="*/ 2100772 w 2148321"/>
                      <a:gd name="connsiteY21" fmla="*/ 37329 h 205807"/>
                      <a:gd name="connsiteX22" fmla="*/ 2093085 w 2148321"/>
                      <a:gd name="connsiteY22" fmla="*/ 0 h 205807"/>
                      <a:gd name="connsiteX23" fmla="*/ 2140782 w 2148321"/>
                      <a:gd name="connsiteY23" fmla="*/ 0 h 205807"/>
                      <a:gd name="connsiteX24" fmla="*/ 2148321 w 2148321"/>
                      <a:gd name="connsiteY24" fmla="*/ 36602 h 205807"/>
                      <a:gd name="connsiteX25" fmla="*/ 2148321 w 2148321"/>
                      <a:gd name="connsiteY25" fmla="*/ 61437 h 205807"/>
                      <a:gd name="connsiteX26" fmla="*/ 2001049 w 2148321"/>
                      <a:gd name="connsiteY26" fmla="*/ 205807 h 205807"/>
                      <a:gd name="connsiteX27" fmla="*/ 1513031 w 2148321"/>
                      <a:gd name="connsiteY27" fmla="*/ 205807 h 205807"/>
                      <a:gd name="connsiteX28" fmla="*/ 1455706 w 2148321"/>
                      <a:gd name="connsiteY28" fmla="*/ 194462 h 205807"/>
                      <a:gd name="connsiteX29" fmla="*/ 1415600 w 2148321"/>
                      <a:gd name="connsiteY29" fmla="*/ 167954 h 205807"/>
                      <a:gd name="connsiteX30" fmla="*/ 1375494 w 2148321"/>
                      <a:gd name="connsiteY30" fmla="*/ 194462 h 205807"/>
                      <a:gd name="connsiteX31" fmla="*/ 1318169 w 2148321"/>
                      <a:gd name="connsiteY31" fmla="*/ 205807 h 205807"/>
                      <a:gd name="connsiteX32" fmla="*/ 830151 w 2148321"/>
                      <a:gd name="connsiteY32" fmla="*/ 205807 h 205807"/>
                      <a:gd name="connsiteX33" fmla="*/ 772826 w 2148321"/>
                      <a:gd name="connsiteY33" fmla="*/ 194462 h 205807"/>
                      <a:gd name="connsiteX34" fmla="*/ 732721 w 2148321"/>
                      <a:gd name="connsiteY34" fmla="*/ 167955 h 205807"/>
                      <a:gd name="connsiteX35" fmla="*/ 692615 w 2148321"/>
                      <a:gd name="connsiteY35" fmla="*/ 194462 h 205807"/>
                      <a:gd name="connsiteX36" fmla="*/ 635290 w 2148321"/>
                      <a:gd name="connsiteY36" fmla="*/ 205807 h 205807"/>
                      <a:gd name="connsiteX37" fmla="*/ 147272 w 2148321"/>
                      <a:gd name="connsiteY37" fmla="*/ 205807 h 205807"/>
                      <a:gd name="connsiteX38" fmla="*/ 0 w 2148321"/>
                      <a:gd name="connsiteY38" fmla="*/ 61437 h 205807"/>
                      <a:gd name="connsiteX39" fmla="*/ 0 w 2148321"/>
                      <a:gd name="connsiteY39" fmla="*/ 36602 h 205807"/>
                      <a:gd name="connsiteX40" fmla="*/ 7539 w 2148321"/>
                      <a:gd name="connsiteY40" fmla="*/ 0 h 2058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148321" h="205807">
                        <a:moveTo>
                          <a:pt x="7539" y="0"/>
                        </a:moveTo>
                        <a:lnTo>
                          <a:pt x="61900" y="0"/>
                        </a:lnTo>
                        <a:lnTo>
                          <a:pt x="54212" y="37329"/>
                        </a:lnTo>
                        <a:lnTo>
                          <a:pt x="54212" y="54177"/>
                        </a:lnTo>
                        <a:cubicBezTo>
                          <a:pt x="54212" y="108265"/>
                          <a:pt x="98940" y="152112"/>
                          <a:pt x="154116" y="152112"/>
                        </a:cubicBezTo>
                        <a:lnTo>
                          <a:pt x="635110" y="152112"/>
                        </a:lnTo>
                        <a:cubicBezTo>
                          <a:pt x="648904" y="152112"/>
                          <a:pt x="662045" y="149372"/>
                          <a:pt x="673997" y="144416"/>
                        </a:cubicBezTo>
                        <a:lnTo>
                          <a:pt x="700724" y="126751"/>
                        </a:lnTo>
                        <a:lnTo>
                          <a:pt x="738164" y="60689"/>
                        </a:lnTo>
                        <a:lnTo>
                          <a:pt x="770989" y="117632"/>
                        </a:lnTo>
                        <a:lnTo>
                          <a:pt x="798108" y="144416"/>
                        </a:lnTo>
                        <a:cubicBezTo>
                          <a:pt x="810060" y="149372"/>
                          <a:pt x="823201" y="152112"/>
                          <a:pt x="836995" y="152112"/>
                        </a:cubicBezTo>
                        <a:lnTo>
                          <a:pt x="1317989" y="152112"/>
                        </a:lnTo>
                        <a:cubicBezTo>
                          <a:pt x="1331783" y="152112"/>
                          <a:pt x="1344924" y="149372"/>
                          <a:pt x="1356876" y="144416"/>
                        </a:cubicBezTo>
                        <a:lnTo>
                          <a:pt x="1383604" y="126751"/>
                        </a:lnTo>
                        <a:lnTo>
                          <a:pt x="1421583" y="58308"/>
                        </a:lnTo>
                        <a:lnTo>
                          <a:pt x="1453868" y="117632"/>
                        </a:lnTo>
                        <a:lnTo>
                          <a:pt x="1480988" y="144416"/>
                        </a:lnTo>
                        <a:cubicBezTo>
                          <a:pt x="1492940" y="149372"/>
                          <a:pt x="1506081" y="152112"/>
                          <a:pt x="1519875" y="152112"/>
                        </a:cubicBezTo>
                        <a:lnTo>
                          <a:pt x="2000869" y="152112"/>
                        </a:lnTo>
                        <a:cubicBezTo>
                          <a:pt x="2056044" y="152112"/>
                          <a:pt x="2100772" y="108265"/>
                          <a:pt x="2100772" y="54177"/>
                        </a:cubicBezTo>
                        <a:lnTo>
                          <a:pt x="2100772" y="37329"/>
                        </a:lnTo>
                        <a:lnTo>
                          <a:pt x="2093085" y="0"/>
                        </a:lnTo>
                        <a:lnTo>
                          <a:pt x="2140782" y="0"/>
                        </a:lnTo>
                        <a:lnTo>
                          <a:pt x="2148321" y="36602"/>
                        </a:lnTo>
                        <a:lnTo>
                          <a:pt x="2148321" y="61437"/>
                        </a:lnTo>
                        <a:cubicBezTo>
                          <a:pt x="2148321" y="141170"/>
                          <a:pt x="2082385" y="205807"/>
                          <a:pt x="2001049" y="205807"/>
                        </a:cubicBezTo>
                        <a:lnTo>
                          <a:pt x="1513031" y="205807"/>
                        </a:lnTo>
                        <a:cubicBezTo>
                          <a:pt x="1492697" y="205807"/>
                          <a:pt x="1473325" y="201767"/>
                          <a:pt x="1455706" y="194462"/>
                        </a:cubicBezTo>
                        <a:lnTo>
                          <a:pt x="1415600" y="167954"/>
                        </a:lnTo>
                        <a:lnTo>
                          <a:pt x="1375494" y="194462"/>
                        </a:lnTo>
                        <a:cubicBezTo>
                          <a:pt x="1357874" y="201767"/>
                          <a:pt x="1338503" y="205807"/>
                          <a:pt x="1318169" y="205807"/>
                        </a:cubicBezTo>
                        <a:lnTo>
                          <a:pt x="830151" y="205807"/>
                        </a:lnTo>
                        <a:cubicBezTo>
                          <a:pt x="809817" y="205807"/>
                          <a:pt x="790445" y="201767"/>
                          <a:pt x="772826" y="194462"/>
                        </a:cubicBezTo>
                        <a:lnTo>
                          <a:pt x="732721" y="167955"/>
                        </a:lnTo>
                        <a:lnTo>
                          <a:pt x="692615" y="194462"/>
                        </a:lnTo>
                        <a:cubicBezTo>
                          <a:pt x="674996" y="201767"/>
                          <a:pt x="655624" y="205807"/>
                          <a:pt x="635290" y="205807"/>
                        </a:cubicBezTo>
                        <a:lnTo>
                          <a:pt x="147272" y="205807"/>
                        </a:lnTo>
                        <a:cubicBezTo>
                          <a:pt x="65936" y="205807"/>
                          <a:pt x="0" y="141170"/>
                          <a:pt x="0" y="61437"/>
                        </a:cubicBezTo>
                        <a:lnTo>
                          <a:pt x="0" y="36602"/>
                        </a:lnTo>
                        <a:lnTo>
                          <a:pt x="7539" y="0"/>
                        </a:ln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grpSp>
                <p:nvGrpSpPr>
                  <p:cNvPr id="234" name="Group 233"/>
                  <p:cNvGrpSpPr/>
                  <p:nvPr/>
                </p:nvGrpSpPr>
                <p:grpSpPr>
                  <a:xfrm>
                    <a:off x="3405380" y="1759679"/>
                    <a:ext cx="529640" cy="1676400"/>
                    <a:chOff x="3405380" y="1759679"/>
                    <a:chExt cx="529640" cy="1676400"/>
                  </a:xfrm>
                  <a:grpFill/>
                </p:grpSpPr>
                <p:sp>
                  <p:nvSpPr>
                    <p:cNvPr id="240" name="Freeform 239"/>
                    <p:cNvSpPr/>
                    <p:nvPr/>
                  </p:nvSpPr>
                  <p:spPr>
                    <a:xfrm>
                      <a:off x="3405380" y="1759679"/>
                      <a:ext cx="529640" cy="1676400"/>
                    </a:xfrm>
                    <a:custGeom>
                      <a:avLst/>
                      <a:gdLst>
                        <a:gd name="connsiteX0" fmla="*/ 264820 w 529640"/>
                        <a:gd name="connsiteY0" fmla="*/ 1174909 h 1676400"/>
                        <a:gd name="connsiteX1" fmla="*/ 72143 w 529640"/>
                        <a:gd name="connsiteY1" fmla="*/ 1367586 h 1676400"/>
                        <a:gd name="connsiteX2" fmla="*/ 264820 w 529640"/>
                        <a:gd name="connsiteY2" fmla="*/ 1560263 h 1676400"/>
                        <a:gd name="connsiteX3" fmla="*/ 457497 w 529640"/>
                        <a:gd name="connsiteY3" fmla="*/ 1367586 h 1676400"/>
                        <a:gd name="connsiteX4" fmla="*/ 264820 w 529640"/>
                        <a:gd name="connsiteY4" fmla="*/ 1174909 h 1676400"/>
                        <a:gd name="connsiteX5" fmla="*/ 146244 w 529640"/>
                        <a:gd name="connsiteY5" fmla="*/ 110942 h 1676400"/>
                        <a:gd name="connsiteX6" fmla="*/ 86954 w 529640"/>
                        <a:gd name="connsiteY6" fmla="*/ 170232 h 1676400"/>
                        <a:gd name="connsiteX7" fmla="*/ 86954 w 529640"/>
                        <a:gd name="connsiteY7" fmla="*/ 846485 h 1676400"/>
                        <a:gd name="connsiteX8" fmla="*/ 146244 w 529640"/>
                        <a:gd name="connsiteY8" fmla="*/ 905775 h 1676400"/>
                        <a:gd name="connsiteX9" fmla="*/ 383397 w 529640"/>
                        <a:gd name="connsiteY9" fmla="*/ 905775 h 1676400"/>
                        <a:gd name="connsiteX10" fmla="*/ 442687 w 529640"/>
                        <a:gd name="connsiteY10" fmla="*/ 846485 h 1676400"/>
                        <a:gd name="connsiteX11" fmla="*/ 442687 w 529640"/>
                        <a:gd name="connsiteY11" fmla="*/ 170232 h 1676400"/>
                        <a:gd name="connsiteX12" fmla="*/ 383397 w 529640"/>
                        <a:gd name="connsiteY12" fmla="*/ 110942 h 1676400"/>
                        <a:gd name="connsiteX13" fmla="*/ 88275 w 529640"/>
                        <a:gd name="connsiteY13" fmla="*/ 0 h 1676400"/>
                        <a:gd name="connsiteX14" fmla="*/ 441365 w 529640"/>
                        <a:gd name="connsiteY14" fmla="*/ 0 h 1676400"/>
                        <a:gd name="connsiteX15" fmla="*/ 529640 w 529640"/>
                        <a:gd name="connsiteY15" fmla="*/ 88275 h 1676400"/>
                        <a:gd name="connsiteX16" fmla="*/ 529640 w 529640"/>
                        <a:gd name="connsiteY16" fmla="*/ 1588125 h 1676400"/>
                        <a:gd name="connsiteX17" fmla="*/ 441365 w 529640"/>
                        <a:gd name="connsiteY17" fmla="*/ 1676400 h 1676400"/>
                        <a:gd name="connsiteX18" fmla="*/ 88275 w 529640"/>
                        <a:gd name="connsiteY18" fmla="*/ 1676400 h 1676400"/>
                        <a:gd name="connsiteX19" fmla="*/ 0 w 529640"/>
                        <a:gd name="connsiteY19" fmla="*/ 1588125 h 1676400"/>
                        <a:gd name="connsiteX20" fmla="*/ 0 w 529640"/>
                        <a:gd name="connsiteY20" fmla="*/ 88275 h 1676400"/>
                        <a:gd name="connsiteX21" fmla="*/ 88275 w 529640"/>
                        <a:gd name="connsiteY21" fmla="*/ 0 h 167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29640" h="1676400">
                          <a:moveTo>
                            <a:pt x="264820" y="1174909"/>
                          </a:moveTo>
                          <a:cubicBezTo>
                            <a:pt x="158407" y="1174909"/>
                            <a:pt x="72143" y="1261173"/>
                            <a:pt x="72143" y="1367586"/>
                          </a:cubicBezTo>
                          <a:cubicBezTo>
                            <a:pt x="72143" y="1473999"/>
                            <a:pt x="158407" y="1560263"/>
                            <a:pt x="264820" y="1560263"/>
                          </a:cubicBezTo>
                          <a:cubicBezTo>
                            <a:pt x="371233" y="1560263"/>
                            <a:pt x="457497" y="1473999"/>
                            <a:pt x="457497" y="1367586"/>
                          </a:cubicBezTo>
                          <a:cubicBezTo>
                            <a:pt x="457497" y="1261173"/>
                            <a:pt x="371233" y="1174909"/>
                            <a:pt x="264820" y="1174909"/>
                          </a:cubicBezTo>
                          <a:close/>
                          <a:moveTo>
                            <a:pt x="146244" y="110942"/>
                          </a:moveTo>
                          <a:cubicBezTo>
                            <a:pt x="113499" y="110942"/>
                            <a:pt x="86954" y="137487"/>
                            <a:pt x="86954" y="170232"/>
                          </a:cubicBezTo>
                          <a:lnTo>
                            <a:pt x="86954" y="846485"/>
                          </a:lnTo>
                          <a:cubicBezTo>
                            <a:pt x="86954" y="879230"/>
                            <a:pt x="113499" y="905775"/>
                            <a:pt x="146244" y="905775"/>
                          </a:cubicBezTo>
                          <a:lnTo>
                            <a:pt x="383397" y="905775"/>
                          </a:lnTo>
                          <a:cubicBezTo>
                            <a:pt x="416142" y="905775"/>
                            <a:pt x="442687" y="879230"/>
                            <a:pt x="442687" y="846485"/>
                          </a:cubicBezTo>
                          <a:lnTo>
                            <a:pt x="442687" y="170232"/>
                          </a:lnTo>
                          <a:cubicBezTo>
                            <a:pt x="442687" y="137487"/>
                            <a:pt x="416142" y="110942"/>
                            <a:pt x="383397" y="110942"/>
                          </a:cubicBezTo>
                          <a:close/>
                          <a:moveTo>
                            <a:pt x="88275" y="0"/>
                          </a:moveTo>
                          <a:lnTo>
                            <a:pt x="441365" y="0"/>
                          </a:lnTo>
                          <a:cubicBezTo>
                            <a:pt x="490118" y="0"/>
                            <a:pt x="529640" y="39522"/>
                            <a:pt x="529640" y="88275"/>
                          </a:cubicBezTo>
                          <a:lnTo>
                            <a:pt x="529640" y="1588125"/>
                          </a:lnTo>
                          <a:cubicBezTo>
                            <a:pt x="529640" y="1636878"/>
                            <a:pt x="490118" y="1676400"/>
                            <a:pt x="441365" y="1676400"/>
                          </a:cubicBezTo>
                          <a:lnTo>
                            <a:pt x="88275" y="1676400"/>
                          </a:lnTo>
                          <a:cubicBezTo>
                            <a:pt x="39522" y="1676400"/>
                            <a:pt x="0" y="1636878"/>
                            <a:pt x="0" y="1588125"/>
                          </a:cubicBezTo>
                          <a:lnTo>
                            <a:pt x="0" y="88275"/>
                          </a:lnTo>
                          <a:cubicBezTo>
                            <a:pt x="0" y="39522"/>
                            <a:pt x="39522" y="0"/>
                            <a:pt x="88275" y="0"/>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sp>
                  <p:nvSpPr>
                    <p:cNvPr id="241" name="Oval 240"/>
                    <p:cNvSpPr/>
                    <p:nvPr/>
                  </p:nvSpPr>
                  <p:spPr>
                    <a:xfrm>
                      <a:off x="3594780" y="3051845"/>
                      <a:ext cx="150840" cy="15084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sp>
                  <p:nvSpPr>
                    <p:cNvPr id="242" name="Rectangle 241"/>
                    <p:cNvSpPr/>
                    <p:nvPr/>
                  </p:nvSpPr>
                  <p:spPr>
                    <a:xfrm>
                      <a:off x="3557533" y="2323899"/>
                      <a:ext cx="225334" cy="88175"/>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sp>
                  <p:nvSpPr>
                    <p:cNvPr id="243" name="Rectangle 242"/>
                    <p:cNvSpPr/>
                    <p:nvPr/>
                  </p:nvSpPr>
                  <p:spPr>
                    <a:xfrm>
                      <a:off x="3557533" y="2122826"/>
                      <a:ext cx="225334" cy="68949"/>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grpSp>
              <p:grpSp>
                <p:nvGrpSpPr>
                  <p:cNvPr id="235" name="Group 234"/>
                  <p:cNvGrpSpPr/>
                  <p:nvPr/>
                </p:nvGrpSpPr>
                <p:grpSpPr>
                  <a:xfrm>
                    <a:off x="4087144" y="1759679"/>
                    <a:ext cx="529640" cy="1676400"/>
                    <a:chOff x="4087144" y="1759679"/>
                    <a:chExt cx="529640" cy="1676400"/>
                  </a:xfrm>
                  <a:grpFill/>
                </p:grpSpPr>
                <p:sp>
                  <p:nvSpPr>
                    <p:cNvPr id="236" name="Freeform 235"/>
                    <p:cNvSpPr/>
                    <p:nvPr/>
                  </p:nvSpPr>
                  <p:spPr>
                    <a:xfrm>
                      <a:off x="4087144" y="1759679"/>
                      <a:ext cx="529640" cy="1676400"/>
                    </a:xfrm>
                    <a:custGeom>
                      <a:avLst/>
                      <a:gdLst>
                        <a:gd name="connsiteX0" fmla="*/ 264820 w 529640"/>
                        <a:gd name="connsiteY0" fmla="*/ 1174909 h 1676400"/>
                        <a:gd name="connsiteX1" fmla="*/ 72143 w 529640"/>
                        <a:gd name="connsiteY1" fmla="*/ 1367586 h 1676400"/>
                        <a:gd name="connsiteX2" fmla="*/ 264820 w 529640"/>
                        <a:gd name="connsiteY2" fmla="*/ 1560263 h 1676400"/>
                        <a:gd name="connsiteX3" fmla="*/ 457497 w 529640"/>
                        <a:gd name="connsiteY3" fmla="*/ 1367586 h 1676400"/>
                        <a:gd name="connsiteX4" fmla="*/ 264820 w 529640"/>
                        <a:gd name="connsiteY4" fmla="*/ 1174909 h 1676400"/>
                        <a:gd name="connsiteX5" fmla="*/ 146244 w 529640"/>
                        <a:gd name="connsiteY5" fmla="*/ 110942 h 1676400"/>
                        <a:gd name="connsiteX6" fmla="*/ 86954 w 529640"/>
                        <a:gd name="connsiteY6" fmla="*/ 170232 h 1676400"/>
                        <a:gd name="connsiteX7" fmla="*/ 86954 w 529640"/>
                        <a:gd name="connsiteY7" fmla="*/ 846485 h 1676400"/>
                        <a:gd name="connsiteX8" fmla="*/ 146244 w 529640"/>
                        <a:gd name="connsiteY8" fmla="*/ 905775 h 1676400"/>
                        <a:gd name="connsiteX9" fmla="*/ 383397 w 529640"/>
                        <a:gd name="connsiteY9" fmla="*/ 905775 h 1676400"/>
                        <a:gd name="connsiteX10" fmla="*/ 442687 w 529640"/>
                        <a:gd name="connsiteY10" fmla="*/ 846485 h 1676400"/>
                        <a:gd name="connsiteX11" fmla="*/ 442687 w 529640"/>
                        <a:gd name="connsiteY11" fmla="*/ 170232 h 1676400"/>
                        <a:gd name="connsiteX12" fmla="*/ 383397 w 529640"/>
                        <a:gd name="connsiteY12" fmla="*/ 110942 h 1676400"/>
                        <a:gd name="connsiteX13" fmla="*/ 88275 w 529640"/>
                        <a:gd name="connsiteY13" fmla="*/ 0 h 1676400"/>
                        <a:gd name="connsiteX14" fmla="*/ 441365 w 529640"/>
                        <a:gd name="connsiteY14" fmla="*/ 0 h 1676400"/>
                        <a:gd name="connsiteX15" fmla="*/ 529640 w 529640"/>
                        <a:gd name="connsiteY15" fmla="*/ 88275 h 1676400"/>
                        <a:gd name="connsiteX16" fmla="*/ 529640 w 529640"/>
                        <a:gd name="connsiteY16" fmla="*/ 1588125 h 1676400"/>
                        <a:gd name="connsiteX17" fmla="*/ 441365 w 529640"/>
                        <a:gd name="connsiteY17" fmla="*/ 1676400 h 1676400"/>
                        <a:gd name="connsiteX18" fmla="*/ 88275 w 529640"/>
                        <a:gd name="connsiteY18" fmla="*/ 1676400 h 1676400"/>
                        <a:gd name="connsiteX19" fmla="*/ 0 w 529640"/>
                        <a:gd name="connsiteY19" fmla="*/ 1588125 h 1676400"/>
                        <a:gd name="connsiteX20" fmla="*/ 0 w 529640"/>
                        <a:gd name="connsiteY20" fmla="*/ 88275 h 1676400"/>
                        <a:gd name="connsiteX21" fmla="*/ 88275 w 529640"/>
                        <a:gd name="connsiteY21" fmla="*/ 0 h 167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29640" h="1676400">
                          <a:moveTo>
                            <a:pt x="264820" y="1174909"/>
                          </a:moveTo>
                          <a:cubicBezTo>
                            <a:pt x="158407" y="1174909"/>
                            <a:pt x="72143" y="1261173"/>
                            <a:pt x="72143" y="1367586"/>
                          </a:cubicBezTo>
                          <a:cubicBezTo>
                            <a:pt x="72143" y="1473999"/>
                            <a:pt x="158407" y="1560263"/>
                            <a:pt x="264820" y="1560263"/>
                          </a:cubicBezTo>
                          <a:cubicBezTo>
                            <a:pt x="371233" y="1560263"/>
                            <a:pt x="457497" y="1473999"/>
                            <a:pt x="457497" y="1367586"/>
                          </a:cubicBezTo>
                          <a:cubicBezTo>
                            <a:pt x="457497" y="1261173"/>
                            <a:pt x="371233" y="1174909"/>
                            <a:pt x="264820" y="1174909"/>
                          </a:cubicBezTo>
                          <a:close/>
                          <a:moveTo>
                            <a:pt x="146244" y="110942"/>
                          </a:moveTo>
                          <a:cubicBezTo>
                            <a:pt x="113499" y="110942"/>
                            <a:pt x="86954" y="137487"/>
                            <a:pt x="86954" y="170232"/>
                          </a:cubicBezTo>
                          <a:lnTo>
                            <a:pt x="86954" y="846485"/>
                          </a:lnTo>
                          <a:cubicBezTo>
                            <a:pt x="86954" y="879230"/>
                            <a:pt x="113499" y="905775"/>
                            <a:pt x="146244" y="905775"/>
                          </a:cubicBezTo>
                          <a:lnTo>
                            <a:pt x="383397" y="905775"/>
                          </a:lnTo>
                          <a:cubicBezTo>
                            <a:pt x="416142" y="905775"/>
                            <a:pt x="442687" y="879230"/>
                            <a:pt x="442687" y="846485"/>
                          </a:cubicBezTo>
                          <a:lnTo>
                            <a:pt x="442687" y="170232"/>
                          </a:lnTo>
                          <a:cubicBezTo>
                            <a:pt x="442687" y="137487"/>
                            <a:pt x="416142" y="110942"/>
                            <a:pt x="383397" y="110942"/>
                          </a:cubicBezTo>
                          <a:close/>
                          <a:moveTo>
                            <a:pt x="88275" y="0"/>
                          </a:moveTo>
                          <a:lnTo>
                            <a:pt x="441365" y="0"/>
                          </a:lnTo>
                          <a:cubicBezTo>
                            <a:pt x="490118" y="0"/>
                            <a:pt x="529640" y="39522"/>
                            <a:pt x="529640" y="88275"/>
                          </a:cubicBezTo>
                          <a:lnTo>
                            <a:pt x="529640" y="1588125"/>
                          </a:lnTo>
                          <a:cubicBezTo>
                            <a:pt x="529640" y="1636878"/>
                            <a:pt x="490118" y="1676400"/>
                            <a:pt x="441365" y="1676400"/>
                          </a:cubicBezTo>
                          <a:lnTo>
                            <a:pt x="88275" y="1676400"/>
                          </a:lnTo>
                          <a:cubicBezTo>
                            <a:pt x="39522" y="1676400"/>
                            <a:pt x="0" y="1636878"/>
                            <a:pt x="0" y="1588125"/>
                          </a:cubicBezTo>
                          <a:lnTo>
                            <a:pt x="0" y="88275"/>
                          </a:lnTo>
                          <a:cubicBezTo>
                            <a:pt x="0" y="39522"/>
                            <a:pt x="39522" y="0"/>
                            <a:pt x="88275" y="0"/>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sp>
                  <p:nvSpPr>
                    <p:cNvPr id="237" name="Oval 236"/>
                    <p:cNvSpPr/>
                    <p:nvPr/>
                  </p:nvSpPr>
                  <p:spPr>
                    <a:xfrm>
                      <a:off x="4276544" y="3051845"/>
                      <a:ext cx="150840" cy="150840"/>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sp>
                  <p:nvSpPr>
                    <p:cNvPr id="238" name="Rectangle 237"/>
                    <p:cNvSpPr/>
                    <p:nvPr/>
                  </p:nvSpPr>
                  <p:spPr>
                    <a:xfrm>
                      <a:off x="4239297" y="2323899"/>
                      <a:ext cx="225334" cy="88175"/>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sp>
                  <p:nvSpPr>
                    <p:cNvPr id="239" name="Rectangle 238"/>
                    <p:cNvSpPr/>
                    <p:nvPr/>
                  </p:nvSpPr>
                  <p:spPr>
                    <a:xfrm>
                      <a:off x="4239297" y="2122826"/>
                      <a:ext cx="225334" cy="68949"/>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grpSp>
            </p:grpSp>
          </p:grpSp>
          <p:grpSp>
            <p:nvGrpSpPr>
              <p:cNvPr id="209" name="Group 208"/>
              <p:cNvGrpSpPr/>
              <p:nvPr/>
            </p:nvGrpSpPr>
            <p:grpSpPr>
              <a:xfrm>
                <a:off x="1901366" y="895794"/>
                <a:ext cx="841469" cy="1094214"/>
                <a:chOff x="1901366" y="895794"/>
                <a:chExt cx="841469" cy="1094214"/>
              </a:xfrm>
            </p:grpSpPr>
            <p:sp>
              <p:nvSpPr>
                <p:cNvPr id="225" name="Freeform 224"/>
                <p:cNvSpPr/>
                <p:nvPr/>
              </p:nvSpPr>
              <p:spPr>
                <a:xfrm rot="19800000">
                  <a:off x="1901366" y="895794"/>
                  <a:ext cx="841469" cy="1094214"/>
                </a:xfrm>
                <a:custGeom>
                  <a:avLst/>
                  <a:gdLst>
                    <a:gd name="connsiteX0" fmla="*/ 0 w 1825846"/>
                    <a:gd name="connsiteY0" fmla="*/ 0 h 2374259"/>
                    <a:gd name="connsiteX1" fmla="*/ 198245 w 1825846"/>
                    <a:gd name="connsiteY1" fmla="*/ 10255 h 2374259"/>
                    <a:gd name="connsiteX2" fmla="*/ 1788001 w 1825846"/>
                    <a:gd name="connsiteY2" fmla="*/ 1214185 h 2374259"/>
                    <a:gd name="connsiteX3" fmla="*/ 1825846 w 1825846"/>
                    <a:gd name="connsiteY3" fmla="*/ 1320107 h 2374259"/>
                    <a:gd name="connsiteX4" fmla="*/ 1171591 w 1825846"/>
                    <a:gd name="connsiteY4" fmla="*/ 1697841 h 2374259"/>
                    <a:gd name="connsiteX5" fmla="*/ 1173528 w 1825846"/>
                    <a:gd name="connsiteY5" fmla="*/ 1711675 h 2374259"/>
                    <a:gd name="connsiteX6" fmla="*/ 1187909 w 1825846"/>
                    <a:gd name="connsiteY6" fmla="*/ 1740145 h 2374259"/>
                    <a:gd name="connsiteX7" fmla="*/ 1226654 w 1825846"/>
                    <a:gd name="connsiteY7" fmla="*/ 1765053 h 2374259"/>
                    <a:gd name="connsiteX8" fmla="*/ 1311851 w 1825846"/>
                    <a:gd name="connsiteY8" fmla="*/ 1816602 h 2374259"/>
                    <a:gd name="connsiteX9" fmla="*/ 1266539 w 1825846"/>
                    <a:gd name="connsiteY9" fmla="*/ 1982477 h 2374259"/>
                    <a:gd name="connsiteX10" fmla="*/ 1099959 w 1825846"/>
                    <a:gd name="connsiteY10" fmla="*/ 1949047 h 2374259"/>
                    <a:gd name="connsiteX11" fmla="*/ 1088222 w 1825846"/>
                    <a:gd name="connsiteY11" fmla="*/ 1861406 h 2374259"/>
                    <a:gd name="connsiteX12" fmla="*/ 1079863 w 1825846"/>
                    <a:gd name="connsiteY12" fmla="*/ 1810955 h 2374259"/>
                    <a:gd name="connsiteX13" fmla="*/ 1061604 w 1825846"/>
                    <a:gd name="connsiteY13" fmla="*/ 1780253 h 2374259"/>
                    <a:gd name="connsiteX14" fmla="*/ 1048037 w 1825846"/>
                    <a:gd name="connsiteY14" fmla="*/ 1769175 h 2374259"/>
                    <a:gd name="connsiteX15" fmla="*/ 0 w 1825846"/>
                    <a:gd name="connsiteY15" fmla="*/ 2374259 h 2374259"/>
                    <a:gd name="connsiteX16" fmla="*/ 0 w 1825846"/>
                    <a:gd name="connsiteY16" fmla="*/ 1153979 h 2374259"/>
                    <a:gd name="connsiteX17" fmla="*/ 15468 w 1825846"/>
                    <a:gd name="connsiteY17" fmla="*/ 1148725 h 2374259"/>
                    <a:gd name="connsiteX18" fmla="*/ 51181 w 1825846"/>
                    <a:gd name="connsiteY18" fmla="*/ 1149514 h 2374259"/>
                    <a:gd name="connsiteX19" fmla="*/ 98393 w 1825846"/>
                    <a:gd name="connsiteY19" fmla="*/ 1169168 h 2374259"/>
                    <a:gd name="connsiteX20" fmla="*/ 178931 w 1825846"/>
                    <a:gd name="connsiteY20" fmla="*/ 1205667 h 2374259"/>
                    <a:gd name="connsiteX21" fmla="*/ 295572 w 1825846"/>
                    <a:gd name="connsiteY21" fmla="*/ 1082131 h 2374259"/>
                    <a:gd name="connsiteX22" fmla="*/ 178931 w 1825846"/>
                    <a:gd name="connsiteY22" fmla="*/ 955787 h 2374259"/>
                    <a:gd name="connsiteX23" fmla="*/ 90061 w 1825846"/>
                    <a:gd name="connsiteY23" fmla="*/ 1000709 h 2374259"/>
                    <a:gd name="connsiteX24" fmla="*/ 48404 w 1825846"/>
                    <a:gd name="connsiteY24" fmla="*/ 1020363 h 2374259"/>
                    <a:gd name="connsiteX25" fmla="*/ 16640 w 1825846"/>
                    <a:gd name="connsiteY25" fmla="*/ 1017467 h 2374259"/>
                    <a:gd name="connsiteX26" fmla="*/ 0 w 1825846"/>
                    <a:gd name="connsiteY26" fmla="*/ 1010046 h 237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825846" h="2374259">
                      <a:moveTo>
                        <a:pt x="0" y="0"/>
                      </a:moveTo>
                      <a:lnTo>
                        <a:pt x="198245" y="10255"/>
                      </a:lnTo>
                      <a:cubicBezTo>
                        <a:pt x="915888" y="84913"/>
                        <a:pt x="1517940" y="560115"/>
                        <a:pt x="1788001" y="1214185"/>
                      </a:cubicBezTo>
                      <a:lnTo>
                        <a:pt x="1825846" y="1320107"/>
                      </a:lnTo>
                      <a:lnTo>
                        <a:pt x="1171591" y="1697841"/>
                      </a:lnTo>
                      <a:lnTo>
                        <a:pt x="1173528" y="1711675"/>
                      </a:lnTo>
                      <a:cubicBezTo>
                        <a:pt x="1176317" y="1721600"/>
                        <a:pt x="1180830" y="1731469"/>
                        <a:pt x="1187909" y="1740145"/>
                      </a:cubicBezTo>
                      <a:cubicBezTo>
                        <a:pt x="1199122" y="1752787"/>
                        <a:pt x="1215096" y="1762452"/>
                        <a:pt x="1226654" y="1765053"/>
                      </a:cubicBezTo>
                      <a:cubicBezTo>
                        <a:pt x="1259512" y="1780541"/>
                        <a:pt x="1292715" y="1785987"/>
                        <a:pt x="1311851" y="1816602"/>
                      </a:cubicBezTo>
                      <a:cubicBezTo>
                        <a:pt x="1345707" y="1870766"/>
                        <a:pt x="1326059" y="1945274"/>
                        <a:pt x="1266539" y="1982477"/>
                      </a:cubicBezTo>
                      <a:cubicBezTo>
                        <a:pt x="1209399" y="2018193"/>
                        <a:pt x="1133815" y="2003211"/>
                        <a:pt x="1099959" y="1949047"/>
                      </a:cubicBezTo>
                      <a:cubicBezTo>
                        <a:pt x="1083767" y="1923142"/>
                        <a:pt x="1089566" y="1890042"/>
                        <a:pt x="1088222" y="1861406"/>
                      </a:cubicBezTo>
                      <a:cubicBezTo>
                        <a:pt x="1088004" y="1845167"/>
                        <a:pt x="1084843" y="1824218"/>
                        <a:pt x="1079863" y="1810955"/>
                      </a:cubicBezTo>
                      <a:cubicBezTo>
                        <a:pt x="1075252" y="1798281"/>
                        <a:pt x="1068755" y="1788218"/>
                        <a:pt x="1061604" y="1780253"/>
                      </a:cubicBezTo>
                      <a:lnTo>
                        <a:pt x="1048037" y="1769175"/>
                      </a:lnTo>
                      <a:lnTo>
                        <a:pt x="0" y="2374259"/>
                      </a:lnTo>
                      <a:lnTo>
                        <a:pt x="0" y="1153979"/>
                      </a:lnTo>
                      <a:lnTo>
                        <a:pt x="15468" y="1148725"/>
                      </a:lnTo>
                      <a:cubicBezTo>
                        <a:pt x="26013" y="1146882"/>
                        <a:pt x="37989" y="1146707"/>
                        <a:pt x="51181" y="1149514"/>
                      </a:cubicBezTo>
                      <a:cubicBezTo>
                        <a:pt x="65067" y="1152322"/>
                        <a:pt x="84507" y="1160745"/>
                        <a:pt x="98393" y="1169168"/>
                      </a:cubicBezTo>
                      <a:cubicBezTo>
                        <a:pt x="123387" y="1183206"/>
                        <a:pt x="148382" y="1205667"/>
                        <a:pt x="178931" y="1205667"/>
                      </a:cubicBezTo>
                      <a:cubicBezTo>
                        <a:pt x="242806" y="1205667"/>
                        <a:pt x="295572" y="1149514"/>
                        <a:pt x="295572" y="1082131"/>
                      </a:cubicBezTo>
                      <a:cubicBezTo>
                        <a:pt x="295572" y="1011940"/>
                        <a:pt x="242806" y="955787"/>
                        <a:pt x="178931" y="955787"/>
                      </a:cubicBezTo>
                      <a:cubicBezTo>
                        <a:pt x="142828" y="955787"/>
                        <a:pt x="120610" y="981056"/>
                        <a:pt x="90061" y="1000709"/>
                      </a:cubicBezTo>
                      <a:cubicBezTo>
                        <a:pt x="81730" y="1009132"/>
                        <a:pt x="65067" y="1017555"/>
                        <a:pt x="48404" y="1020363"/>
                      </a:cubicBezTo>
                      <a:cubicBezTo>
                        <a:pt x="37295" y="1021767"/>
                        <a:pt x="26533" y="1020363"/>
                        <a:pt x="16640" y="1017467"/>
                      </a:cubicBezTo>
                      <a:lnTo>
                        <a:pt x="0" y="1010046"/>
                      </a:lnTo>
                      <a:close/>
                    </a:path>
                  </a:pathLst>
                </a:cu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grpSp>
              <p:nvGrpSpPr>
                <p:cNvPr id="226" name="Group 225"/>
                <p:cNvGrpSpPr/>
                <p:nvPr/>
              </p:nvGrpSpPr>
              <p:grpSpPr>
                <a:xfrm>
                  <a:off x="2143465" y="1483858"/>
                  <a:ext cx="292250" cy="218256"/>
                  <a:chOff x="2143465" y="1483853"/>
                  <a:chExt cx="859737" cy="642054"/>
                </a:xfrm>
                <a:solidFill>
                  <a:srgbClr val="FFFFFF"/>
                </a:solidFill>
                <a:effectLst/>
              </p:grpSpPr>
              <p:sp>
                <p:nvSpPr>
                  <p:cNvPr id="227" name="Freeform 226"/>
                  <p:cNvSpPr/>
                  <p:nvPr/>
                </p:nvSpPr>
                <p:spPr>
                  <a:xfrm rot="18900000">
                    <a:off x="2363296" y="1505407"/>
                    <a:ext cx="639906" cy="193650"/>
                  </a:xfrm>
                  <a:custGeom>
                    <a:avLst/>
                    <a:gdLst>
                      <a:gd name="connsiteX0" fmla="*/ 0 w 4187076"/>
                      <a:gd name="connsiteY0" fmla="*/ 592801 h 1294760"/>
                      <a:gd name="connsiteX1" fmla="*/ 0 w 4187076"/>
                      <a:gd name="connsiteY1" fmla="*/ 592802 h 1294760"/>
                      <a:gd name="connsiteX2" fmla="*/ 0 w 4187076"/>
                      <a:gd name="connsiteY2" fmla="*/ 592802 h 1294760"/>
                      <a:gd name="connsiteX3" fmla="*/ 4137573 w 4187076"/>
                      <a:gd name="connsiteY3" fmla="*/ 0 h 1294760"/>
                      <a:gd name="connsiteX4" fmla="*/ 3886400 w 4187076"/>
                      <a:gd name="connsiteY4" fmla="*/ 668284 h 1294760"/>
                      <a:gd name="connsiteX5" fmla="*/ 4187076 w 4187076"/>
                      <a:gd name="connsiteY5" fmla="*/ 1270363 h 1294760"/>
                      <a:gd name="connsiteX6" fmla="*/ 3056470 w 4187076"/>
                      <a:gd name="connsiteY6" fmla="*/ 1294760 h 1294760"/>
                      <a:gd name="connsiteX7" fmla="*/ 2247040 w 4187076"/>
                      <a:gd name="connsiteY7" fmla="*/ 744830 h 1294760"/>
                      <a:gd name="connsiteX8" fmla="*/ 2244655 w 4187076"/>
                      <a:gd name="connsiteY8" fmla="*/ 741762 h 1294760"/>
                      <a:gd name="connsiteX9" fmla="*/ 148960 w 4187076"/>
                      <a:gd name="connsiteY9" fmla="*/ 741761 h 1294760"/>
                      <a:gd name="connsiteX10" fmla="*/ 11706 w 4187076"/>
                      <a:gd name="connsiteY10" fmla="*/ 650782 h 1294760"/>
                      <a:gd name="connsiteX11" fmla="*/ 0 w 4187076"/>
                      <a:gd name="connsiteY11" fmla="*/ 592802 h 1294760"/>
                      <a:gd name="connsiteX12" fmla="*/ 11706 w 4187076"/>
                      <a:gd name="connsiteY12" fmla="*/ 534820 h 1294760"/>
                      <a:gd name="connsiteX13" fmla="*/ 148960 w 4187076"/>
                      <a:gd name="connsiteY13" fmla="*/ 443842 h 1294760"/>
                      <a:gd name="connsiteX14" fmla="*/ 2304691 w 4187076"/>
                      <a:gd name="connsiteY14" fmla="*/ 443842 h 1294760"/>
                      <a:gd name="connsiteX15" fmla="*/ 2316317 w 4187076"/>
                      <a:gd name="connsiteY15" fmla="*/ 434371 h 1294760"/>
                      <a:gd name="connsiteX16" fmla="*/ 3145820 w 4187076"/>
                      <a:gd name="connsiteY16" fmla="*/ 31690 h 1294760"/>
                      <a:gd name="connsiteX17" fmla="*/ 4137573 w 4187076"/>
                      <a:gd name="connsiteY17" fmla="*/ 0 h 1294760"/>
                      <a:gd name="connsiteX0" fmla="*/ 0 w 4187076"/>
                      <a:gd name="connsiteY0" fmla="*/ 581776 h 1283735"/>
                      <a:gd name="connsiteX1" fmla="*/ 0 w 4187076"/>
                      <a:gd name="connsiteY1" fmla="*/ 581777 h 1283735"/>
                      <a:gd name="connsiteX2" fmla="*/ 0 w 4187076"/>
                      <a:gd name="connsiteY2" fmla="*/ 581777 h 1283735"/>
                      <a:gd name="connsiteX3" fmla="*/ 0 w 4187076"/>
                      <a:gd name="connsiteY3" fmla="*/ 581776 h 1283735"/>
                      <a:gd name="connsiteX4" fmla="*/ 4148597 w 4187076"/>
                      <a:gd name="connsiteY4" fmla="*/ 1 h 1283735"/>
                      <a:gd name="connsiteX5" fmla="*/ 3886400 w 4187076"/>
                      <a:gd name="connsiteY5" fmla="*/ 657259 h 1283735"/>
                      <a:gd name="connsiteX6" fmla="*/ 4187076 w 4187076"/>
                      <a:gd name="connsiteY6" fmla="*/ 1259338 h 1283735"/>
                      <a:gd name="connsiteX7" fmla="*/ 3056470 w 4187076"/>
                      <a:gd name="connsiteY7" fmla="*/ 1283735 h 1283735"/>
                      <a:gd name="connsiteX8" fmla="*/ 2247040 w 4187076"/>
                      <a:gd name="connsiteY8" fmla="*/ 733805 h 1283735"/>
                      <a:gd name="connsiteX9" fmla="*/ 2244655 w 4187076"/>
                      <a:gd name="connsiteY9" fmla="*/ 730737 h 1283735"/>
                      <a:gd name="connsiteX10" fmla="*/ 148960 w 4187076"/>
                      <a:gd name="connsiteY10" fmla="*/ 730736 h 1283735"/>
                      <a:gd name="connsiteX11" fmla="*/ 11706 w 4187076"/>
                      <a:gd name="connsiteY11" fmla="*/ 639757 h 1283735"/>
                      <a:gd name="connsiteX12" fmla="*/ 0 w 4187076"/>
                      <a:gd name="connsiteY12" fmla="*/ 581777 h 1283735"/>
                      <a:gd name="connsiteX13" fmla="*/ 11706 w 4187076"/>
                      <a:gd name="connsiteY13" fmla="*/ 523795 h 1283735"/>
                      <a:gd name="connsiteX14" fmla="*/ 148960 w 4187076"/>
                      <a:gd name="connsiteY14" fmla="*/ 432817 h 1283735"/>
                      <a:gd name="connsiteX15" fmla="*/ 2304691 w 4187076"/>
                      <a:gd name="connsiteY15" fmla="*/ 432817 h 1283735"/>
                      <a:gd name="connsiteX16" fmla="*/ 2316317 w 4187076"/>
                      <a:gd name="connsiteY16" fmla="*/ 423346 h 1283735"/>
                      <a:gd name="connsiteX17" fmla="*/ 3145820 w 4187076"/>
                      <a:gd name="connsiteY17" fmla="*/ 20665 h 1283735"/>
                      <a:gd name="connsiteX18" fmla="*/ 4148597 w 4187076"/>
                      <a:gd name="connsiteY18" fmla="*/ 1 h 1283735"/>
                      <a:gd name="connsiteX0" fmla="*/ 0 w 4187076"/>
                      <a:gd name="connsiteY0" fmla="*/ 565143 h 1267102"/>
                      <a:gd name="connsiteX1" fmla="*/ 0 w 4187076"/>
                      <a:gd name="connsiteY1" fmla="*/ 565144 h 1267102"/>
                      <a:gd name="connsiteX2" fmla="*/ 0 w 4187076"/>
                      <a:gd name="connsiteY2" fmla="*/ 565144 h 1267102"/>
                      <a:gd name="connsiteX3" fmla="*/ 0 w 4187076"/>
                      <a:gd name="connsiteY3" fmla="*/ 565143 h 1267102"/>
                      <a:gd name="connsiteX4" fmla="*/ 4104520 w 4187076"/>
                      <a:gd name="connsiteY4" fmla="*/ 5401 h 1267102"/>
                      <a:gd name="connsiteX5" fmla="*/ 3886400 w 4187076"/>
                      <a:gd name="connsiteY5" fmla="*/ 640626 h 1267102"/>
                      <a:gd name="connsiteX6" fmla="*/ 4187076 w 4187076"/>
                      <a:gd name="connsiteY6" fmla="*/ 1242705 h 1267102"/>
                      <a:gd name="connsiteX7" fmla="*/ 3056470 w 4187076"/>
                      <a:gd name="connsiteY7" fmla="*/ 1267102 h 1267102"/>
                      <a:gd name="connsiteX8" fmla="*/ 2247040 w 4187076"/>
                      <a:gd name="connsiteY8" fmla="*/ 717172 h 1267102"/>
                      <a:gd name="connsiteX9" fmla="*/ 2244655 w 4187076"/>
                      <a:gd name="connsiteY9" fmla="*/ 714104 h 1267102"/>
                      <a:gd name="connsiteX10" fmla="*/ 148960 w 4187076"/>
                      <a:gd name="connsiteY10" fmla="*/ 714103 h 1267102"/>
                      <a:gd name="connsiteX11" fmla="*/ 11706 w 4187076"/>
                      <a:gd name="connsiteY11" fmla="*/ 623124 h 1267102"/>
                      <a:gd name="connsiteX12" fmla="*/ 0 w 4187076"/>
                      <a:gd name="connsiteY12" fmla="*/ 565144 h 1267102"/>
                      <a:gd name="connsiteX13" fmla="*/ 11706 w 4187076"/>
                      <a:gd name="connsiteY13" fmla="*/ 507162 h 1267102"/>
                      <a:gd name="connsiteX14" fmla="*/ 148960 w 4187076"/>
                      <a:gd name="connsiteY14" fmla="*/ 416184 h 1267102"/>
                      <a:gd name="connsiteX15" fmla="*/ 2304691 w 4187076"/>
                      <a:gd name="connsiteY15" fmla="*/ 416184 h 1267102"/>
                      <a:gd name="connsiteX16" fmla="*/ 2316317 w 4187076"/>
                      <a:gd name="connsiteY16" fmla="*/ 406713 h 1267102"/>
                      <a:gd name="connsiteX17" fmla="*/ 3145820 w 4187076"/>
                      <a:gd name="connsiteY17" fmla="*/ 4032 h 1267102"/>
                      <a:gd name="connsiteX18" fmla="*/ 4104520 w 4187076"/>
                      <a:gd name="connsiteY18" fmla="*/ 5401 h 1267102"/>
                      <a:gd name="connsiteX0" fmla="*/ 0 w 4198088"/>
                      <a:gd name="connsiteY0" fmla="*/ 565143 h 1275759"/>
                      <a:gd name="connsiteX1" fmla="*/ 0 w 4198088"/>
                      <a:gd name="connsiteY1" fmla="*/ 565144 h 1275759"/>
                      <a:gd name="connsiteX2" fmla="*/ 0 w 4198088"/>
                      <a:gd name="connsiteY2" fmla="*/ 565144 h 1275759"/>
                      <a:gd name="connsiteX3" fmla="*/ 0 w 4198088"/>
                      <a:gd name="connsiteY3" fmla="*/ 565143 h 1275759"/>
                      <a:gd name="connsiteX4" fmla="*/ 4104520 w 4198088"/>
                      <a:gd name="connsiteY4" fmla="*/ 5401 h 1275759"/>
                      <a:gd name="connsiteX5" fmla="*/ 3886400 w 4198088"/>
                      <a:gd name="connsiteY5" fmla="*/ 640626 h 1275759"/>
                      <a:gd name="connsiteX6" fmla="*/ 4198087 w 4198088"/>
                      <a:gd name="connsiteY6" fmla="*/ 1275760 h 1275759"/>
                      <a:gd name="connsiteX7" fmla="*/ 3056470 w 4198088"/>
                      <a:gd name="connsiteY7" fmla="*/ 1267102 h 1275759"/>
                      <a:gd name="connsiteX8" fmla="*/ 2247040 w 4198088"/>
                      <a:gd name="connsiteY8" fmla="*/ 717172 h 1275759"/>
                      <a:gd name="connsiteX9" fmla="*/ 2244655 w 4198088"/>
                      <a:gd name="connsiteY9" fmla="*/ 714104 h 1275759"/>
                      <a:gd name="connsiteX10" fmla="*/ 148960 w 4198088"/>
                      <a:gd name="connsiteY10" fmla="*/ 714103 h 1275759"/>
                      <a:gd name="connsiteX11" fmla="*/ 11706 w 4198088"/>
                      <a:gd name="connsiteY11" fmla="*/ 623124 h 1275759"/>
                      <a:gd name="connsiteX12" fmla="*/ 0 w 4198088"/>
                      <a:gd name="connsiteY12" fmla="*/ 565144 h 1275759"/>
                      <a:gd name="connsiteX13" fmla="*/ 11706 w 4198088"/>
                      <a:gd name="connsiteY13" fmla="*/ 507162 h 1275759"/>
                      <a:gd name="connsiteX14" fmla="*/ 148960 w 4198088"/>
                      <a:gd name="connsiteY14" fmla="*/ 416184 h 1275759"/>
                      <a:gd name="connsiteX15" fmla="*/ 2304691 w 4198088"/>
                      <a:gd name="connsiteY15" fmla="*/ 416184 h 1275759"/>
                      <a:gd name="connsiteX16" fmla="*/ 2316317 w 4198088"/>
                      <a:gd name="connsiteY16" fmla="*/ 406713 h 1275759"/>
                      <a:gd name="connsiteX17" fmla="*/ 3145820 w 4198088"/>
                      <a:gd name="connsiteY17" fmla="*/ 4032 h 1275759"/>
                      <a:gd name="connsiteX18" fmla="*/ 4104520 w 4198088"/>
                      <a:gd name="connsiteY18" fmla="*/ 5401 h 1275759"/>
                      <a:gd name="connsiteX0" fmla="*/ 0 w 4187069"/>
                      <a:gd name="connsiteY0" fmla="*/ 565143 h 1267102"/>
                      <a:gd name="connsiteX1" fmla="*/ 0 w 4187069"/>
                      <a:gd name="connsiteY1" fmla="*/ 565144 h 1267102"/>
                      <a:gd name="connsiteX2" fmla="*/ 0 w 4187069"/>
                      <a:gd name="connsiteY2" fmla="*/ 565144 h 1267102"/>
                      <a:gd name="connsiteX3" fmla="*/ 0 w 4187069"/>
                      <a:gd name="connsiteY3" fmla="*/ 565143 h 1267102"/>
                      <a:gd name="connsiteX4" fmla="*/ 4104520 w 4187069"/>
                      <a:gd name="connsiteY4" fmla="*/ 5401 h 1267102"/>
                      <a:gd name="connsiteX5" fmla="*/ 3886400 w 4187069"/>
                      <a:gd name="connsiteY5" fmla="*/ 640626 h 1267102"/>
                      <a:gd name="connsiteX6" fmla="*/ 4187066 w 4187069"/>
                      <a:gd name="connsiteY6" fmla="*/ 1264732 h 1267102"/>
                      <a:gd name="connsiteX7" fmla="*/ 3056470 w 4187069"/>
                      <a:gd name="connsiteY7" fmla="*/ 1267102 h 1267102"/>
                      <a:gd name="connsiteX8" fmla="*/ 2247040 w 4187069"/>
                      <a:gd name="connsiteY8" fmla="*/ 717172 h 1267102"/>
                      <a:gd name="connsiteX9" fmla="*/ 2244655 w 4187069"/>
                      <a:gd name="connsiteY9" fmla="*/ 714104 h 1267102"/>
                      <a:gd name="connsiteX10" fmla="*/ 148960 w 4187069"/>
                      <a:gd name="connsiteY10" fmla="*/ 714103 h 1267102"/>
                      <a:gd name="connsiteX11" fmla="*/ 11706 w 4187069"/>
                      <a:gd name="connsiteY11" fmla="*/ 623124 h 1267102"/>
                      <a:gd name="connsiteX12" fmla="*/ 0 w 4187069"/>
                      <a:gd name="connsiteY12" fmla="*/ 565144 h 1267102"/>
                      <a:gd name="connsiteX13" fmla="*/ 11706 w 4187069"/>
                      <a:gd name="connsiteY13" fmla="*/ 507162 h 1267102"/>
                      <a:gd name="connsiteX14" fmla="*/ 148960 w 4187069"/>
                      <a:gd name="connsiteY14" fmla="*/ 416184 h 1267102"/>
                      <a:gd name="connsiteX15" fmla="*/ 2304691 w 4187069"/>
                      <a:gd name="connsiteY15" fmla="*/ 416184 h 1267102"/>
                      <a:gd name="connsiteX16" fmla="*/ 2316317 w 4187069"/>
                      <a:gd name="connsiteY16" fmla="*/ 406713 h 1267102"/>
                      <a:gd name="connsiteX17" fmla="*/ 3145820 w 4187069"/>
                      <a:gd name="connsiteY17" fmla="*/ 4032 h 1267102"/>
                      <a:gd name="connsiteX18" fmla="*/ 4104520 w 4187069"/>
                      <a:gd name="connsiteY18" fmla="*/ 5401 h 1267102"/>
                      <a:gd name="connsiteX0" fmla="*/ 0 w 4187069"/>
                      <a:gd name="connsiteY0" fmla="*/ 565143 h 1267102"/>
                      <a:gd name="connsiteX1" fmla="*/ 0 w 4187069"/>
                      <a:gd name="connsiteY1" fmla="*/ 565144 h 1267102"/>
                      <a:gd name="connsiteX2" fmla="*/ 0 w 4187069"/>
                      <a:gd name="connsiteY2" fmla="*/ 565144 h 1267102"/>
                      <a:gd name="connsiteX3" fmla="*/ 0 w 4187069"/>
                      <a:gd name="connsiteY3" fmla="*/ 565143 h 1267102"/>
                      <a:gd name="connsiteX4" fmla="*/ 4104520 w 4187069"/>
                      <a:gd name="connsiteY4" fmla="*/ 5401 h 1267102"/>
                      <a:gd name="connsiteX5" fmla="*/ 3886400 w 4187069"/>
                      <a:gd name="connsiteY5" fmla="*/ 640626 h 1267102"/>
                      <a:gd name="connsiteX6" fmla="*/ 4187066 w 4187069"/>
                      <a:gd name="connsiteY6" fmla="*/ 1264732 h 1267102"/>
                      <a:gd name="connsiteX7" fmla="*/ 3056474 w 4187069"/>
                      <a:gd name="connsiteY7" fmla="*/ 1267101 h 1267102"/>
                      <a:gd name="connsiteX8" fmla="*/ 2247040 w 4187069"/>
                      <a:gd name="connsiteY8" fmla="*/ 717172 h 1267102"/>
                      <a:gd name="connsiteX9" fmla="*/ 2244655 w 4187069"/>
                      <a:gd name="connsiteY9" fmla="*/ 714104 h 1267102"/>
                      <a:gd name="connsiteX10" fmla="*/ 148960 w 4187069"/>
                      <a:gd name="connsiteY10" fmla="*/ 714103 h 1267102"/>
                      <a:gd name="connsiteX11" fmla="*/ 11706 w 4187069"/>
                      <a:gd name="connsiteY11" fmla="*/ 623124 h 1267102"/>
                      <a:gd name="connsiteX12" fmla="*/ 0 w 4187069"/>
                      <a:gd name="connsiteY12" fmla="*/ 565144 h 1267102"/>
                      <a:gd name="connsiteX13" fmla="*/ 11706 w 4187069"/>
                      <a:gd name="connsiteY13" fmla="*/ 507162 h 1267102"/>
                      <a:gd name="connsiteX14" fmla="*/ 148960 w 4187069"/>
                      <a:gd name="connsiteY14" fmla="*/ 416184 h 1267102"/>
                      <a:gd name="connsiteX15" fmla="*/ 2304691 w 4187069"/>
                      <a:gd name="connsiteY15" fmla="*/ 416184 h 1267102"/>
                      <a:gd name="connsiteX16" fmla="*/ 2316317 w 4187069"/>
                      <a:gd name="connsiteY16" fmla="*/ 406713 h 1267102"/>
                      <a:gd name="connsiteX17" fmla="*/ 3145820 w 4187069"/>
                      <a:gd name="connsiteY17" fmla="*/ 4032 h 1267102"/>
                      <a:gd name="connsiteX18" fmla="*/ 4104520 w 4187069"/>
                      <a:gd name="connsiteY18" fmla="*/ 5401 h 1267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187069" h="1267102">
                        <a:moveTo>
                          <a:pt x="0" y="565143"/>
                        </a:moveTo>
                        <a:lnTo>
                          <a:pt x="0" y="565144"/>
                        </a:lnTo>
                        <a:lnTo>
                          <a:pt x="0" y="565144"/>
                        </a:lnTo>
                        <a:lnTo>
                          <a:pt x="0" y="565143"/>
                        </a:lnTo>
                        <a:close/>
                        <a:moveTo>
                          <a:pt x="4104520" y="5401"/>
                        </a:moveTo>
                        <a:cubicBezTo>
                          <a:pt x="4013198" y="251556"/>
                          <a:pt x="3966703" y="422997"/>
                          <a:pt x="3886400" y="640626"/>
                        </a:cubicBezTo>
                        <a:cubicBezTo>
                          <a:pt x="4024307" y="916532"/>
                          <a:pt x="4024255" y="951546"/>
                          <a:pt x="4187066" y="1264732"/>
                        </a:cubicBezTo>
                        <a:lnTo>
                          <a:pt x="3056474" y="1267101"/>
                        </a:lnTo>
                        <a:cubicBezTo>
                          <a:pt x="2791292" y="1076881"/>
                          <a:pt x="2429412" y="842610"/>
                          <a:pt x="2247040" y="717172"/>
                        </a:cubicBezTo>
                        <a:lnTo>
                          <a:pt x="2244655" y="714104"/>
                        </a:lnTo>
                        <a:lnTo>
                          <a:pt x="148960" y="714103"/>
                        </a:lnTo>
                        <a:cubicBezTo>
                          <a:pt x="87259" y="714103"/>
                          <a:pt x="34320" y="676588"/>
                          <a:pt x="11706" y="623124"/>
                        </a:cubicBezTo>
                        <a:lnTo>
                          <a:pt x="0" y="565144"/>
                        </a:lnTo>
                        <a:lnTo>
                          <a:pt x="11706" y="507162"/>
                        </a:lnTo>
                        <a:cubicBezTo>
                          <a:pt x="34320" y="453698"/>
                          <a:pt x="87259" y="416184"/>
                          <a:pt x="148960" y="416184"/>
                        </a:cubicBezTo>
                        <a:lnTo>
                          <a:pt x="2304691" y="416184"/>
                        </a:lnTo>
                        <a:lnTo>
                          <a:pt x="2316317" y="406713"/>
                        </a:lnTo>
                        <a:cubicBezTo>
                          <a:pt x="2497929" y="331631"/>
                          <a:pt x="2847409" y="153401"/>
                          <a:pt x="3145820" y="4032"/>
                        </a:cubicBezTo>
                        <a:cubicBezTo>
                          <a:pt x="3476404" y="-6531"/>
                          <a:pt x="3744656" y="7210"/>
                          <a:pt x="4104520" y="5401"/>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sp>
                <p:nvSpPr>
                  <p:cNvPr id="228" name="Freeform 227"/>
                  <p:cNvSpPr/>
                  <p:nvPr/>
                </p:nvSpPr>
                <p:spPr>
                  <a:xfrm>
                    <a:off x="2286572" y="1631027"/>
                    <a:ext cx="354259" cy="354259"/>
                  </a:xfrm>
                  <a:custGeom>
                    <a:avLst/>
                    <a:gdLst>
                      <a:gd name="connsiteX0" fmla="*/ 1159004 w 2318008"/>
                      <a:gd name="connsiteY0" fmla="*/ 0 h 2318008"/>
                      <a:gd name="connsiteX1" fmla="*/ 1711454 w 2318008"/>
                      <a:gd name="connsiteY1" fmla="*/ 139886 h 2318008"/>
                      <a:gd name="connsiteX2" fmla="*/ 1721693 w 2318008"/>
                      <a:gd name="connsiteY2" fmla="*/ 146106 h 2318008"/>
                      <a:gd name="connsiteX3" fmla="*/ 1346540 w 2318008"/>
                      <a:gd name="connsiteY3" fmla="*/ 515609 h 2318008"/>
                      <a:gd name="connsiteX4" fmla="*/ 1294672 w 2318008"/>
                      <a:gd name="connsiteY4" fmla="*/ 499509 h 2318008"/>
                      <a:gd name="connsiteX5" fmla="*/ 1159004 w 2318008"/>
                      <a:gd name="connsiteY5" fmla="*/ 485832 h 2318008"/>
                      <a:gd name="connsiteX6" fmla="*/ 485832 w 2318008"/>
                      <a:gd name="connsiteY6" fmla="*/ 1159004 h 2318008"/>
                      <a:gd name="connsiteX7" fmla="*/ 1159004 w 2318008"/>
                      <a:gd name="connsiteY7" fmla="*/ 1832176 h 2318008"/>
                      <a:gd name="connsiteX8" fmla="*/ 1832176 w 2318008"/>
                      <a:gd name="connsiteY8" fmla="*/ 1159004 h 2318008"/>
                      <a:gd name="connsiteX9" fmla="*/ 1818500 w 2318008"/>
                      <a:gd name="connsiteY9" fmla="*/ 1023336 h 2318008"/>
                      <a:gd name="connsiteX10" fmla="*/ 1804053 w 2318008"/>
                      <a:gd name="connsiteY10" fmla="*/ 976796 h 2318008"/>
                      <a:gd name="connsiteX11" fmla="*/ 2178713 w 2318008"/>
                      <a:gd name="connsiteY11" fmla="*/ 607779 h 2318008"/>
                      <a:gd name="connsiteX12" fmla="*/ 2226928 w 2318008"/>
                      <a:gd name="connsiteY12" fmla="*/ 707868 h 2318008"/>
                      <a:gd name="connsiteX13" fmla="*/ 2318008 w 2318008"/>
                      <a:gd name="connsiteY13" fmla="*/ 1159004 h 2318008"/>
                      <a:gd name="connsiteX14" fmla="*/ 1159004 w 2318008"/>
                      <a:gd name="connsiteY14" fmla="*/ 2318008 h 2318008"/>
                      <a:gd name="connsiteX15" fmla="*/ 0 w 2318008"/>
                      <a:gd name="connsiteY15" fmla="*/ 1159004 h 2318008"/>
                      <a:gd name="connsiteX16" fmla="*/ 1159004 w 2318008"/>
                      <a:gd name="connsiteY16" fmla="*/ 0 h 2318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18008" h="2318008">
                        <a:moveTo>
                          <a:pt x="1159004" y="0"/>
                        </a:moveTo>
                        <a:cubicBezTo>
                          <a:pt x="1359036" y="0"/>
                          <a:pt x="1547231" y="50674"/>
                          <a:pt x="1711454" y="139886"/>
                        </a:cubicBezTo>
                        <a:lnTo>
                          <a:pt x="1721693" y="146106"/>
                        </a:lnTo>
                        <a:lnTo>
                          <a:pt x="1346540" y="515609"/>
                        </a:lnTo>
                        <a:lnTo>
                          <a:pt x="1294672" y="499509"/>
                        </a:lnTo>
                        <a:cubicBezTo>
                          <a:pt x="1250850" y="490541"/>
                          <a:pt x="1205477" y="485832"/>
                          <a:pt x="1159004" y="485832"/>
                        </a:cubicBezTo>
                        <a:cubicBezTo>
                          <a:pt x="787221" y="485832"/>
                          <a:pt x="485832" y="787221"/>
                          <a:pt x="485832" y="1159004"/>
                        </a:cubicBezTo>
                        <a:cubicBezTo>
                          <a:pt x="485832" y="1530787"/>
                          <a:pt x="787221" y="1832176"/>
                          <a:pt x="1159004" y="1832176"/>
                        </a:cubicBezTo>
                        <a:cubicBezTo>
                          <a:pt x="1530787" y="1832176"/>
                          <a:pt x="1832176" y="1530787"/>
                          <a:pt x="1832176" y="1159004"/>
                        </a:cubicBezTo>
                        <a:cubicBezTo>
                          <a:pt x="1832176" y="1112531"/>
                          <a:pt x="1827467" y="1067158"/>
                          <a:pt x="1818500" y="1023336"/>
                        </a:cubicBezTo>
                        <a:lnTo>
                          <a:pt x="1804053" y="976796"/>
                        </a:lnTo>
                        <a:lnTo>
                          <a:pt x="2178713" y="607779"/>
                        </a:lnTo>
                        <a:lnTo>
                          <a:pt x="2226928" y="707868"/>
                        </a:lnTo>
                        <a:cubicBezTo>
                          <a:pt x="2285577" y="846529"/>
                          <a:pt x="2318008" y="998979"/>
                          <a:pt x="2318008" y="1159004"/>
                        </a:cubicBezTo>
                        <a:cubicBezTo>
                          <a:pt x="2318008" y="1799104"/>
                          <a:pt x="1799104" y="2318008"/>
                          <a:pt x="1159004" y="2318008"/>
                        </a:cubicBezTo>
                        <a:cubicBezTo>
                          <a:pt x="518904" y="2318008"/>
                          <a:pt x="0" y="1799104"/>
                          <a:pt x="0" y="1159004"/>
                        </a:cubicBezTo>
                        <a:cubicBezTo>
                          <a:pt x="0" y="518904"/>
                          <a:pt x="518904" y="0"/>
                          <a:pt x="1159004" y="0"/>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sp>
                <p:nvSpPr>
                  <p:cNvPr id="229" name="Freeform 228"/>
                  <p:cNvSpPr/>
                  <p:nvPr/>
                </p:nvSpPr>
                <p:spPr>
                  <a:xfrm>
                    <a:off x="2143465" y="1483853"/>
                    <a:ext cx="642055" cy="642054"/>
                  </a:xfrm>
                  <a:custGeom>
                    <a:avLst/>
                    <a:gdLst>
                      <a:gd name="connsiteX0" fmla="*/ 2100565 w 4201130"/>
                      <a:gd name="connsiteY0" fmla="*/ 0 h 4201130"/>
                      <a:gd name="connsiteX1" fmla="*/ 3275011 w 4201130"/>
                      <a:gd name="connsiteY1" fmla="*/ 358744 h 4201130"/>
                      <a:gd name="connsiteX2" fmla="*/ 3343083 w 4201130"/>
                      <a:gd name="connsiteY2" fmla="*/ 409647 h 4201130"/>
                      <a:gd name="connsiteX3" fmla="*/ 3019166 w 4201130"/>
                      <a:gd name="connsiteY3" fmla="*/ 728686 h 4201130"/>
                      <a:gd name="connsiteX4" fmla="*/ 2887577 w 4201130"/>
                      <a:gd name="connsiteY4" fmla="*/ 648744 h 4201130"/>
                      <a:gd name="connsiteX5" fmla="*/ 2100565 w 4201130"/>
                      <a:gd name="connsiteY5" fmla="*/ 449465 h 4201130"/>
                      <a:gd name="connsiteX6" fmla="*/ 449465 w 4201130"/>
                      <a:gd name="connsiteY6" fmla="*/ 2100565 h 4201130"/>
                      <a:gd name="connsiteX7" fmla="*/ 2100565 w 4201130"/>
                      <a:gd name="connsiteY7" fmla="*/ 3751665 h 4201130"/>
                      <a:gd name="connsiteX8" fmla="*/ 3751665 w 4201130"/>
                      <a:gd name="connsiteY8" fmla="*/ 2100565 h 4201130"/>
                      <a:gd name="connsiteX9" fmla="*/ 3552386 w 4201130"/>
                      <a:gd name="connsiteY9" fmla="*/ 1313553 h 4201130"/>
                      <a:gd name="connsiteX10" fmla="*/ 3477035 w 4201130"/>
                      <a:gd name="connsiteY10" fmla="*/ 1189522 h 4201130"/>
                      <a:gd name="connsiteX11" fmla="*/ 3800854 w 4201130"/>
                      <a:gd name="connsiteY11" fmla="*/ 870579 h 4201130"/>
                      <a:gd name="connsiteX12" fmla="*/ 3842387 w 4201130"/>
                      <a:gd name="connsiteY12" fmla="*/ 926119 h 4201130"/>
                      <a:gd name="connsiteX13" fmla="*/ 4201130 w 4201130"/>
                      <a:gd name="connsiteY13" fmla="*/ 2100565 h 4201130"/>
                      <a:gd name="connsiteX14" fmla="*/ 2100565 w 4201130"/>
                      <a:gd name="connsiteY14" fmla="*/ 4201130 h 4201130"/>
                      <a:gd name="connsiteX15" fmla="*/ 0 w 4201130"/>
                      <a:gd name="connsiteY15" fmla="*/ 2100565 h 4201130"/>
                      <a:gd name="connsiteX16" fmla="*/ 2100565 w 4201130"/>
                      <a:gd name="connsiteY16" fmla="*/ 0 h 4201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01130" h="4201130">
                        <a:moveTo>
                          <a:pt x="2100565" y="0"/>
                        </a:moveTo>
                        <a:cubicBezTo>
                          <a:pt x="2535606" y="0"/>
                          <a:pt x="2939759" y="132252"/>
                          <a:pt x="3275011" y="358744"/>
                        </a:cubicBezTo>
                        <a:lnTo>
                          <a:pt x="3343083" y="409647"/>
                        </a:lnTo>
                        <a:lnTo>
                          <a:pt x="3019166" y="728686"/>
                        </a:lnTo>
                        <a:lnTo>
                          <a:pt x="2887577" y="648744"/>
                        </a:lnTo>
                        <a:cubicBezTo>
                          <a:pt x="2653628" y="521655"/>
                          <a:pt x="2385527" y="449465"/>
                          <a:pt x="2100565" y="449465"/>
                        </a:cubicBezTo>
                        <a:cubicBezTo>
                          <a:pt x="1188688" y="449465"/>
                          <a:pt x="449465" y="1188688"/>
                          <a:pt x="449465" y="2100565"/>
                        </a:cubicBezTo>
                        <a:cubicBezTo>
                          <a:pt x="449465" y="3012442"/>
                          <a:pt x="1188688" y="3751665"/>
                          <a:pt x="2100565" y="3751665"/>
                        </a:cubicBezTo>
                        <a:cubicBezTo>
                          <a:pt x="3012442" y="3751665"/>
                          <a:pt x="3751665" y="3012442"/>
                          <a:pt x="3751665" y="2100565"/>
                        </a:cubicBezTo>
                        <a:cubicBezTo>
                          <a:pt x="3751665" y="1815604"/>
                          <a:pt x="3679476" y="1547503"/>
                          <a:pt x="3552386" y="1313553"/>
                        </a:cubicBezTo>
                        <a:lnTo>
                          <a:pt x="3477035" y="1189522"/>
                        </a:lnTo>
                        <a:lnTo>
                          <a:pt x="3800854" y="870579"/>
                        </a:lnTo>
                        <a:lnTo>
                          <a:pt x="3842387" y="926119"/>
                        </a:lnTo>
                        <a:cubicBezTo>
                          <a:pt x="4068879" y="1261372"/>
                          <a:pt x="4201130" y="1665524"/>
                          <a:pt x="4201130" y="2100565"/>
                        </a:cubicBezTo>
                        <a:cubicBezTo>
                          <a:pt x="4201130" y="3260675"/>
                          <a:pt x="3260675" y="4201130"/>
                          <a:pt x="2100565" y="4201130"/>
                        </a:cubicBezTo>
                        <a:cubicBezTo>
                          <a:pt x="940455" y="4201130"/>
                          <a:pt x="0" y="3260675"/>
                          <a:pt x="0" y="2100565"/>
                        </a:cubicBezTo>
                        <a:cubicBezTo>
                          <a:pt x="0" y="940455"/>
                          <a:pt x="940455" y="0"/>
                          <a:pt x="2100565" y="0"/>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grpSp>
          </p:grpSp>
          <p:grpSp>
            <p:nvGrpSpPr>
              <p:cNvPr id="210" name="Group 209"/>
              <p:cNvGrpSpPr/>
              <p:nvPr/>
            </p:nvGrpSpPr>
            <p:grpSpPr>
              <a:xfrm>
                <a:off x="1860094" y="2226870"/>
                <a:ext cx="691038" cy="1094218"/>
                <a:chOff x="1860094" y="2226870"/>
                <a:chExt cx="691038" cy="1094218"/>
              </a:xfrm>
            </p:grpSpPr>
            <p:sp>
              <p:nvSpPr>
                <p:cNvPr id="218" name="Freeform 217"/>
                <p:cNvSpPr/>
                <p:nvPr/>
              </p:nvSpPr>
              <p:spPr>
                <a:xfrm rot="19800000">
                  <a:off x="1860094" y="2226870"/>
                  <a:ext cx="691038" cy="1094218"/>
                </a:xfrm>
                <a:custGeom>
                  <a:avLst/>
                  <a:gdLst>
                    <a:gd name="connsiteX0" fmla="*/ 1499435 w 1499435"/>
                    <a:gd name="connsiteY0" fmla="*/ 0 h 2374267"/>
                    <a:gd name="connsiteX1" fmla="*/ 1499435 w 1499435"/>
                    <a:gd name="connsiteY1" fmla="*/ 1223587 h 2374267"/>
                    <a:gd name="connsiteX2" fmla="*/ 1490613 w 1499435"/>
                    <a:gd name="connsiteY2" fmla="*/ 1227521 h 2374267"/>
                    <a:gd name="connsiteX3" fmla="*/ 1458849 w 1499435"/>
                    <a:gd name="connsiteY3" fmla="*/ 1230417 h 2374267"/>
                    <a:gd name="connsiteX4" fmla="*/ 1417191 w 1499435"/>
                    <a:gd name="connsiteY4" fmla="*/ 1210763 h 2374267"/>
                    <a:gd name="connsiteX5" fmla="*/ 1328322 w 1499435"/>
                    <a:gd name="connsiteY5" fmla="*/ 1165841 h 2374267"/>
                    <a:gd name="connsiteX6" fmla="*/ 1211680 w 1499435"/>
                    <a:gd name="connsiteY6" fmla="*/ 1292185 h 2374267"/>
                    <a:gd name="connsiteX7" fmla="*/ 1328322 w 1499435"/>
                    <a:gd name="connsiteY7" fmla="*/ 1415721 h 2374267"/>
                    <a:gd name="connsiteX8" fmla="*/ 1408860 w 1499435"/>
                    <a:gd name="connsiteY8" fmla="*/ 1379222 h 2374267"/>
                    <a:gd name="connsiteX9" fmla="*/ 1456072 w 1499435"/>
                    <a:gd name="connsiteY9" fmla="*/ 1359568 h 2374267"/>
                    <a:gd name="connsiteX10" fmla="*/ 1491785 w 1499435"/>
                    <a:gd name="connsiteY10" fmla="*/ 1358779 h 2374267"/>
                    <a:gd name="connsiteX11" fmla="*/ 1499435 w 1499435"/>
                    <a:gd name="connsiteY11" fmla="*/ 1361378 h 2374267"/>
                    <a:gd name="connsiteX12" fmla="*/ 1499435 w 1499435"/>
                    <a:gd name="connsiteY12" fmla="*/ 2374267 h 2374267"/>
                    <a:gd name="connsiteX13" fmla="*/ 687051 w 1499435"/>
                    <a:gd name="connsiteY13" fmla="*/ 2374267 h 2374267"/>
                    <a:gd name="connsiteX14" fmla="*/ 225699 w 1499435"/>
                    <a:gd name="connsiteY14" fmla="*/ 1162170 h 2374267"/>
                    <a:gd name="connsiteX15" fmla="*/ 127340 w 1499435"/>
                    <a:gd name="connsiteY15" fmla="*/ 1018871 h 2374267"/>
                    <a:gd name="connsiteX16" fmla="*/ 2085 w 1499435"/>
                    <a:gd name="connsiteY16" fmla="*/ 868634 h 2374267"/>
                    <a:gd name="connsiteX17" fmla="*/ 0 w 1499435"/>
                    <a:gd name="connsiteY17" fmla="*/ 865699 h 2374267"/>
                    <a:gd name="connsiteX18" fmla="*/ 317303 w 1499435"/>
                    <a:gd name="connsiteY18" fmla="*/ 682504 h 2374267"/>
                    <a:gd name="connsiteX19" fmla="*/ 315885 w 1499435"/>
                    <a:gd name="connsiteY19" fmla="*/ 675256 h 2374267"/>
                    <a:gd name="connsiteX20" fmla="*/ 297437 w 1499435"/>
                    <a:gd name="connsiteY20" fmla="*/ 644667 h 2374267"/>
                    <a:gd name="connsiteX21" fmla="*/ 256904 w 1499435"/>
                    <a:gd name="connsiteY21" fmla="*/ 613485 h 2374267"/>
                    <a:gd name="connsiteX22" fmla="*/ 185180 w 1499435"/>
                    <a:gd name="connsiteY22" fmla="*/ 561771 h 2374267"/>
                    <a:gd name="connsiteX23" fmla="*/ 234333 w 1499435"/>
                    <a:gd name="connsiteY23" fmla="*/ 399135 h 2374267"/>
                    <a:gd name="connsiteX24" fmla="*/ 401956 w 1499435"/>
                    <a:gd name="connsiteY24" fmla="*/ 437481 h 2374267"/>
                    <a:gd name="connsiteX25" fmla="*/ 407189 w 1499435"/>
                    <a:gd name="connsiteY25" fmla="*/ 536922 h 2374267"/>
                    <a:gd name="connsiteX26" fmla="*/ 410860 w 1499435"/>
                    <a:gd name="connsiteY26" fmla="*/ 582836 h 2374267"/>
                    <a:gd name="connsiteX27" fmla="*/ 429171 w 1499435"/>
                    <a:gd name="connsiteY27" fmla="*/ 608952 h 2374267"/>
                    <a:gd name="connsiteX28" fmla="*/ 436028 w 1499435"/>
                    <a:gd name="connsiteY28" fmla="*/ 613958 h 2374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99435" h="2374267">
                      <a:moveTo>
                        <a:pt x="1499435" y="0"/>
                      </a:moveTo>
                      <a:lnTo>
                        <a:pt x="1499435" y="1223587"/>
                      </a:lnTo>
                      <a:lnTo>
                        <a:pt x="1490613" y="1227521"/>
                      </a:lnTo>
                      <a:cubicBezTo>
                        <a:pt x="1480719" y="1230417"/>
                        <a:pt x="1469957" y="1231821"/>
                        <a:pt x="1458849" y="1230417"/>
                      </a:cubicBezTo>
                      <a:cubicBezTo>
                        <a:pt x="1442186" y="1227609"/>
                        <a:pt x="1425523" y="1219186"/>
                        <a:pt x="1417191" y="1210763"/>
                      </a:cubicBezTo>
                      <a:cubicBezTo>
                        <a:pt x="1386642" y="1191110"/>
                        <a:pt x="1364425" y="1165841"/>
                        <a:pt x="1328322" y="1165841"/>
                      </a:cubicBezTo>
                      <a:cubicBezTo>
                        <a:pt x="1264447" y="1165841"/>
                        <a:pt x="1211680" y="1221994"/>
                        <a:pt x="1211680" y="1292185"/>
                      </a:cubicBezTo>
                      <a:cubicBezTo>
                        <a:pt x="1211680" y="1359568"/>
                        <a:pt x="1264447" y="1415721"/>
                        <a:pt x="1328322" y="1415721"/>
                      </a:cubicBezTo>
                      <a:cubicBezTo>
                        <a:pt x="1358871" y="1415721"/>
                        <a:pt x="1383865" y="1393260"/>
                        <a:pt x="1408860" y="1379222"/>
                      </a:cubicBezTo>
                      <a:cubicBezTo>
                        <a:pt x="1422746" y="1370799"/>
                        <a:pt x="1442186" y="1362376"/>
                        <a:pt x="1456072" y="1359568"/>
                      </a:cubicBezTo>
                      <a:cubicBezTo>
                        <a:pt x="1469263" y="1356761"/>
                        <a:pt x="1481240" y="1356936"/>
                        <a:pt x="1491785" y="1358779"/>
                      </a:cubicBezTo>
                      <a:lnTo>
                        <a:pt x="1499435" y="1361378"/>
                      </a:lnTo>
                      <a:lnTo>
                        <a:pt x="1499435" y="2374267"/>
                      </a:lnTo>
                      <a:lnTo>
                        <a:pt x="687051" y="2374267"/>
                      </a:lnTo>
                      <a:cubicBezTo>
                        <a:pt x="337306" y="2125765"/>
                        <a:pt x="537694" y="1647743"/>
                        <a:pt x="225699" y="1162170"/>
                      </a:cubicBezTo>
                      <a:lnTo>
                        <a:pt x="127340" y="1018871"/>
                      </a:lnTo>
                      <a:cubicBezTo>
                        <a:pt x="83441" y="969956"/>
                        <a:pt x="41635" y="919883"/>
                        <a:pt x="2085" y="868634"/>
                      </a:cubicBezTo>
                      <a:lnTo>
                        <a:pt x="0" y="865699"/>
                      </a:lnTo>
                      <a:lnTo>
                        <a:pt x="317303" y="682504"/>
                      </a:lnTo>
                      <a:lnTo>
                        <a:pt x="315885" y="675256"/>
                      </a:lnTo>
                      <a:cubicBezTo>
                        <a:pt x="312239" y="665192"/>
                        <a:pt x="306434" y="654714"/>
                        <a:pt x="297437" y="644667"/>
                      </a:cubicBezTo>
                      <a:cubicBezTo>
                        <a:pt x="288094" y="634017"/>
                        <a:pt x="271118" y="621342"/>
                        <a:pt x="256904" y="613485"/>
                      </a:cubicBezTo>
                      <a:cubicBezTo>
                        <a:pt x="232293" y="598784"/>
                        <a:pt x="200375" y="588273"/>
                        <a:pt x="185180" y="561771"/>
                      </a:cubicBezTo>
                      <a:cubicBezTo>
                        <a:pt x="153409" y="506358"/>
                        <a:pt x="175876" y="432652"/>
                        <a:pt x="234333" y="399135"/>
                      </a:cubicBezTo>
                      <a:cubicBezTo>
                        <a:pt x="295225" y="364222"/>
                        <a:pt x="370185" y="382068"/>
                        <a:pt x="401956" y="437481"/>
                      </a:cubicBezTo>
                      <a:cubicBezTo>
                        <a:pt x="419914" y="468801"/>
                        <a:pt x="409044" y="500644"/>
                        <a:pt x="407189" y="536922"/>
                      </a:cubicBezTo>
                      <a:cubicBezTo>
                        <a:pt x="404026" y="548339"/>
                        <a:pt x="405007" y="566984"/>
                        <a:pt x="410860" y="582836"/>
                      </a:cubicBezTo>
                      <a:cubicBezTo>
                        <a:pt x="415168" y="593171"/>
                        <a:pt x="421738" y="601809"/>
                        <a:pt x="429171" y="608952"/>
                      </a:cubicBezTo>
                      <a:lnTo>
                        <a:pt x="436028" y="613958"/>
                      </a:lnTo>
                      <a:close/>
                    </a:path>
                  </a:pathLst>
                </a:custGeom>
                <a:solidFill>
                  <a:srgbClr val="4836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grpSp>
              <p:nvGrpSpPr>
                <p:cNvPr id="219" name="Group 218"/>
                <p:cNvGrpSpPr/>
                <p:nvPr/>
              </p:nvGrpSpPr>
              <p:grpSpPr>
                <a:xfrm>
                  <a:off x="2111455" y="2543585"/>
                  <a:ext cx="202154" cy="224528"/>
                  <a:chOff x="2111455" y="2543585"/>
                  <a:chExt cx="1489324" cy="1654162"/>
                </a:xfrm>
                <a:solidFill>
                  <a:srgbClr val="FFFFFF"/>
                </a:solidFill>
                <a:effectLst/>
              </p:grpSpPr>
              <p:sp>
                <p:nvSpPr>
                  <p:cNvPr id="220" name="Freeform 219"/>
                  <p:cNvSpPr>
                    <a:spLocks/>
                  </p:cNvSpPr>
                  <p:nvPr/>
                </p:nvSpPr>
                <p:spPr bwMode="auto">
                  <a:xfrm>
                    <a:off x="2230849" y="2543585"/>
                    <a:ext cx="921752" cy="804876"/>
                  </a:xfrm>
                  <a:custGeom>
                    <a:avLst/>
                    <a:gdLst>
                      <a:gd name="T0" fmla="*/ 359 w 359"/>
                      <a:gd name="T1" fmla="*/ 0 h 310"/>
                      <a:gd name="T2" fmla="*/ 359 w 359"/>
                      <a:gd name="T3" fmla="*/ 4 h 310"/>
                      <a:gd name="T4" fmla="*/ 359 w 359"/>
                      <a:gd name="T5" fmla="*/ 30 h 310"/>
                      <a:gd name="T6" fmla="*/ 358 w 359"/>
                      <a:gd name="T7" fmla="*/ 68 h 310"/>
                      <a:gd name="T8" fmla="*/ 358 w 359"/>
                      <a:gd name="T9" fmla="*/ 108 h 310"/>
                      <a:gd name="T10" fmla="*/ 358 w 359"/>
                      <a:gd name="T11" fmla="*/ 125 h 310"/>
                      <a:gd name="T12" fmla="*/ 358 w 359"/>
                      <a:gd name="T13" fmla="*/ 132 h 310"/>
                      <a:gd name="T14" fmla="*/ 356 w 359"/>
                      <a:gd name="T15" fmla="*/ 133 h 310"/>
                      <a:gd name="T16" fmla="*/ 354 w 359"/>
                      <a:gd name="T17" fmla="*/ 133 h 310"/>
                      <a:gd name="T18" fmla="*/ 352 w 359"/>
                      <a:gd name="T19" fmla="*/ 133 h 310"/>
                      <a:gd name="T20" fmla="*/ 341 w 359"/>
                      <a:gd name="T21" fmla="*/ 123 h 310"/>
                      <a:gd name="T22" fmla="*/ 324 w 359"/>
                      <a:gd name="T23" fmla="*/ 110 h 310"/>
                      <a:gd name="T24" fmla="*/ 316 w 359"/>
                      <a:gd name="T25" fmla="*/ 103 h 310"/>
                      <a:gd name="T26" fmla="*/ 263 w 359"/>
                      <a:gd name="T27" fmla="*/ 174 h 310"/>
                      <a:gd name="T28" fmla="*/ 201 w 359"/>
                      <a:gd name="T29" fmla="*/ 226 h 310"/>
                      <a:gd name="T30" fmla="*/ 136 w 359"/>
                      <a:gd name="T31" fmla="*/ 264 h 310"/>
                      <a:gd name="T32" fmla="*/ 78 w 359"/>
                      <a:gd name="T33" fmla="*/ 289 h 310"/>
                      <a:gd name="T34" fmla="*/ 30 w 359"/>
                      <a:gd name="T35" fmla="*/ 303 h 310"/>
                      <a:gd name="T36" fmla="*/ 4 w 359"/>
                      <a:gd name="T37" fmla="*/ 310 h 310"/>
                      <a:gd name="T38" fmla="*/ 49 w 359"/>
                      <a:gd name="T39" fmla="*/ 290 h 310"/>
                      <a:gd name="T40" fmla="*/ 127 w 359"/>
                      <a:gd name="T41" fmla="*/ 243 h 310"/>
                      <a:gd name="T42" fmla="*/ 185 w 359"/>
                      <a:gd name="T43" fmla="*/ 192 h 310"/>
                      <a:gd name="T44" fmla="*/ 225 w 359"/>
                      <a:gd name="T45" fmla="*/ 144 h 310"/>
                      <a:gd name="T46" fmla="*/ 250 w 359"/>
                      <a:gd name="T47" fmla="*/ 103 h 310"/>
                      <a:gd name="T48" fmla="*/ 263 w 359"/>
                      <a:gd name="T49" fmla="*/ 74 h 310"/>
                      <a:gd name="T50" fmla="*/ 266 w 359"/>
                      <a:gd name="T51" fmla="*/ 64 h 310"/>
                      <a:gd name="T52" fmla="*/ 266 w 359"/>
                      <a:gd name="T53" fmla="*/ 64 h 310"/>
                      <a:gd name="T54" fmla="*/ 229 w 359"/>
                      <a:gd name="T55" fmla="*/ 34 h 310"/>
                      <a:gd name="T56" fmla="*/ 228 w 359"/>
                      <a:gd name="T57" fmla="*/ 31 h 310"/>
                      <a:gd name="T58" fmla="*/ 231 w 359"/>
                      <a:gd name="T59" fmla="*/ 30 h 310"/>
                      <a:gd name="T60" fmla="*/ 233 w 359"/>
                      <a:gd name="T61" fmla="*/ 28 h 310"/>
                      <a:gd name="T62" fmla="*/ 240 w 359"/>
                      <a:gd name="T63" fmla="*/ 27 h 310"/>
                      <a:gd name="T64" fmla="*/ 258 w 359"/>
                      <a:gd name="T65" fmla="*/ 23 h 310"/>
                      <a:gd name="T66" fmla="*/ 295 w 359"/>
                      <a:gd name="T67" fmla="*/ 14 h 310"/>
                      <a:gd name="T68" fmla="*/ 331 w 359"/>
                      <a:gd name="T69" fmla="*/ 6 h 310"/>
                      <a:gd name="T70" fmla="*/ 355 w 359"/>
                      <a:gd name="T71" fmla="*/ 0 h 310"/>
                      <a:gd name="connsiteX0" fmla="*/ 9861 w 9889"/>
                      <a:gd name="connsiteY0" fmla="*/ 0 h 10000"/>
                      <a:gd name="connsiteX1" fmla="*/ 9889 w 9889"/>
                      <a:gd name="connsiteY1" fmla="*/ 0 h 10000"/>
                      <a:gd name="connsiteX2" fmla="*/ 9889 w 9889"/>
                      <a:gd name="connsiteY2" fmla="*/ 32 h 10000"/>
                      <a:gd name="connsiteX3" fmla="*/ 9889 w 9889"/>
                      <a:gd name="connsiteY3" fmla="*/ 129 h 10000"/>
                      <a:gd name="connsiteX4" fmla="*/ 9889 w 9889"/>
                      <a:gd name="connsiteY4" fmla="*/ 452 h 10000"/>
                      <a:gd name="connsiteX5" fmla="*/ 9889 w 9889"/>
                      <a:gd name="connsiteY5" fmla="*/ 968 h 10000"/>
                      <a:gd name="connsiteX6" fmla="*/ 9889 w 9889"/>
                      <a:gd name="connsiteY6" fmla="*/ 1548 h 10000"/>
                      <a:gd name="connsiteX7" fmla="*/ 9861 w 9889"/>
                      <a:gd name="connsiteY7" fmla="*/ 2194 h 10000"/>
                      <a:gd name="connsiteX8" fmla="*/ 9861 w 9889"/>
                      <a:gd name="connsiteY8" fmla="*/ 2871 h 10000"/>
                      <a:gd name="connsiteX9" fmla="*/ 9861 w 9889"/>
                      <a:gd name="connsiteY9" fmla="*/ 3484 h 10000"/>
                      <a:gd name="connsiteX10" fmla="*/ 9861 w 9889"/>
                      <a:gd name="connsiteY10" fmla="*/ 4000 h 10000"/>
                      <a:gd name="connsiteX11" fmla="*/ 9861 w 9889"/>
                      <a:gd name="connsiteY11" fmla="*/ 4032 h 10000"/>
                      <a:gd name="connsiteX12" fmla="*/ 9861 w 9889"/>
                      <a:gd name="connsiteY12" fmla="*/ 4161 h 10000"/>
                      <a:gd name="connsiteX13" fmla="*/ 9861 w 9889"/>
                      <a:gd name="connsiteY13" fmla="*/ 4258 h 10000"/>
                      <a:gd name="connsiteX14" fmla="*/ 9805 w 9889"/>
                      <a:gd name="connsiteY14" fmla="*/ 4290 h 10000"/>
                      <a:gd name="connsiteX15" fmla="*/ 9805 w 9889"/>
                      <a:gd name="connsiteY15" fmla="*/ 4290 h 10000"/>
                      <a:gd name="connsiteX16" fmla="*/ 9778 w 9889"/>
                      <a:gd name="connsiteY16" fmla="*/ 4290 h 10000"/>
                      <a:gd name="connsiteX17" fmla="*/ 9750 w 9889"/>
                      <a:gd name="connsiteY17" fmla="*/ 4290 h 10000"/>
                      <a:gd name="connsiteX18" fmla="*/ 9750 w 9889"/>
                      <a:gd name="connsiteY18" fmla="*/ 4290 h 10000"/>
                      <a:gd name="connsiteX19" fmla="*/ 9694 w 9889"/>
                      <a:gd name="connsiteY19" fmla="*/ 4290 h 10000"/>
                      <a:gd name="connsiteX20" fmla="*/ 9610 w 9889"/>
                      <a:gd name="connsiteY20" fmla="*/ 4161 h 10000"/>
                      <a:gd name="connsiteX21" fmla="*/ 9388 w 9889"/>
                      <a:gd name="connsiteY21" fmla="*/ 3968 h 10000"/>
                      <a:gd name="connsiteX22" fmla="*/ 9109 w 9889"/>
                      <a:gd name="connsiteY22" fmla="*/ 3742 h 10000"/>
                      <a:gd name="connsiteX23" fmla="*/ 8914 w 9889"/>
                      <a:gd name="connsiteY23" fmla="*/ 3548 h 10000"/>
                      <a:gd name="connsiteX24" fmla="*/ 8747 w 9889"/>
                      <a:gd name="connsiteY24" fmla="*/ 3355 h 10000"/>
                      <a:gd name="connsiteX25" fmla="*/ 8691 w 9889"/>
                      <a:gd name="connsiteY25" fmla="*/ 3323 h 10000"/>
                      <a:gd name="connsiteX26" fmla="*/ 7995 w 9889"/>
                      <a:gd name="connsiteY26" fmla="*/ 4548 h 10000"/>
                      <a:gd name="connsiteX27" fmla="*/ 7215 w 9889"/>
                      <a:gd name="connsiteY27" fmla="*/ 5613 h 10000"/>
                      <a:gd name="connsiteX28" fmla="*/ 6379 w 9889"/>
                      <a:gd name="connsiteY28" fmla="*/ 6484 h 10000"/>
                      <a:gd name="connsiteX29" fmla="*/ 5488 w 9889"/>
                      <a:gd name="connsiteY29" fmla="*/ 7290 h 10000"/>
                      <a:gd name="connsiteX30" fmla="*/ 4597 w 9889"/>
                      <a:gd name="connsiteY30" fmla="*/ 7968 h 10000"/>
                      <a:gd name="connsiteX31" fmla="*/ 3677 w 9889"/>
                      <a:gd name="connsiteY31" fmla="*/ 8516 h 10000"/>
                      <a:gd name="connsiteX32" fmla="*/ 2842 w 9889"/>
                      <a:gd name="connsiteY32" fmla="*/ 8968 h 10000"/>
                      <a:gd name="connsiteX33" fmla="*/ 2062 w 9889"/>
                      <a:gd name="connsiteY33" fmla="*/ 9323 h 10000"/>
                      <a:gd name="connsiteX34" fmla="*/ 1365 w 9889"/>
                      <a:gd name="connsiteY34" fmla="*/ 9613 h 10000"/>
                      <a:gd name="connsiteX35" fmla="*/ 725 w 9889"/>
                      <a:gd name="connsiteY35" fmla="*/ 9774 h 10000"/>
                      <a:gd name="connsiteX36" fmla="*/ 307 w 9889"/>
                      <a:gd name="connsiteY36" fmla="*/ 9903 h 10000"/>
                      <a:gd name="connsiteX37" fmla="*/ 0 w 9889"/>
                      <a:gd name="connsiteY37" fmla="*/ 10000 h 10000"/>
                      <a:gd name="connsiteX38" fmla="*/ 1254 w 9889"/>
                      <a:gd name="connsiteY38" fmla="*/ 9355 h 10000"/>
                      <a:gd name="connsiteX39" fmla="*/ 2424 w 9889"/>
                      <a:gd name="connsiteY39" fmla="*/ 8613 h 10000"/>
                      <a:gd name="connsiteX40" fmla="*/ 3427 w 9889"/>
                      <a:gd name="connsiteY40" fmla="*/ 7839 h 10000"/>
                      <a:gd name="connsiteX41" fmla="*/ 4318 w 9889"/>
                      <a:gd name="connsiteY41" fmla="*/ 7000 h 10000"/>
                      <a:gd name="connsiteX42" fmla="*/ 5042 w 9889"/>
                      <a:gd name="connsiteY42" fmla="*/ 6194 h 10000"/>
                      <a:gd name="connsiteX43" fmla="*/ 5655 w 9889"/>
                      <a:gd name="connsiteY43" fmla="*/ 5387 h 10000"/>
                      <a:gd name="connsiteX44" fmla="*/ 6156 w 9889"/>
                      <a:gd name="connsiteY44" fmla="*/ 4645 h 10000"/>
                      <a:gd name="connsiteX45" fmla="*/ 6574 w 9889"/>
                      <a:gd name="connsiteY45" fmla="*/ 3968 h 10000"/>
                      <a:gd name="connsiteX46" fmla="*/ 6853 w 9889"/>
                      <a:gd name="connsiteY46" fmla="*/ 3323 h 10000"/>
                      <a:gd name="connsiteX47" fmla="*/ 7076 w 9889"/>
                      <a:gd name="connsiteY47" fmla="*/ 2806 h 10000"/>
                      <a:gd name="connsiteX48" fmla="*/ 7215 w 9889"/>
                      <a:gd name="connsiteY48" fmla="*/ 2387 h 10000"/>
                      <a:gd name="connsiteX49" fmla="*/ 7298 w 9889"/>
                      <a:gd name="connsiteY49" fmla="*/ 2129 h 10000"/>
                      <a:gd name="connsiteX50" fmla="*/ 7298 w 9889"/>
                      <a:gd name="connsiteY50" fmla="*/ 2065 h 10000"/>
                      <a:gd name="connsiteX51" fmla="*/ 7298 w 9889"/>
                      <a:gd name="connsiteY51" fmla="*/ 2065 h 10000"/>
                      <a:gd name="connsiteX52" fmla="*/ 7298 w 9889"/>
                      <a:gd name="connsiteY52" fmla="*/ 2065 h 10000"/>
                      <a:gd name="connsiteX53" fmla="*/ 6351 w 9889"/>
                      <a:gd name="connsiteY53" fmla="*/ 1161 h 10000"/>
                      <a:gd name="connsiteX54" fmla="*/ 6268 w 9889"/>
                      <a:gd name="connsiteY54" fmla="*/ 1097 h 10000"/>
                      <a:gd name="connsiteX55" fmla="*/ 6240 w 9889"/>
                      <a:gd name="connsiteY55" fmla="*/ 1032 h 10000"/>
                      <a:gd name="connsiteX56" fmla="*/ 6240 w 9889"/>
                      <a:gd name="connsiteY56" fmla="*/ 1000 h 10000"/>
                      <a:gd name="connsiteX57" fmla="*/ 6268 w 9889"/>
                      <a:gd name="connsiteY57" fmla="*/ 968 h 10000"/>
                      <a:gd name="connsiteX58" fmla="*/ 6324 w 9889"/>
                      <a:gd name="connsiteY58" fmla="*/ 968 h 10000"/>
                      <a:gd name="connsiteX59" fmla="*/ 6351 w 9889"/>
                      <a:gd name="connsiteY59" fmla="*/ 903 h 10000"/>
                      <a:gd name="connsiteX60" fmla="*/ 6379 w 9889"/>
                      <a:gd name="connsiteY60" fmla="*/ 903 h 10000"/>
                      <a:gd name="connsiteX61" fmla="*/ 6463 w 9889"/>
                      <a:gd name="connsiteY61" fmla="*/ 903 h 10000"/>
                      <a:gd name="connsiteX62" fmla="*/ 6574 w 9889"/>
                      <a:gd name="connsiteY62" fmla="*/ 871 h 10000"/>
                      <a:gd name="connsiteX63" fmla="*/ 6630 w 9889"/>
                      <a:gd name="connsiteY63" fmla="*/ 871 h 10000"/>
                      <a:gd name="connsiteX64" fmla="*/ 7076 w 9889"/>
                      <a:gd name="connsiteY64" fmla="*/ 742 h 10000"/>
                      <a:gd name="connsiteX65" fmla="*/ 7549 w 9889"/>
                      <a:gd name="connsiteY65" fmla="*/ 613 h 10000"/>
                      <a:gd name="connsiteX66" fmla="*/ 8106 w 9889"/>
                      <a:gd name="connsiteY66" fmla="*/ 452 h 10000"/>
                      <a:gd name="connsiteX67" fmla="*/ 8636 w 9889"/>
                      <a:gd name="connsiteY67" fmla="*/ 323 h 10000"/>
                      <a:gd name="connsiteX68" fmla="*/ 9109 w 9889"/>
                      <a:gd name="connsiteY68" fmla="*/ 194 h 10000"/>
                      <a:gd name="connsiteX69" fmla="*/ 9499 w 9889"/>
                      <a:gd name="connsiteY69" fmla="*/ 65 h 10000"/>
                      <a:gd name="connsiteX70" fmla="*/ 9778 w 9889"/>
                      <a:gd name="connsiteY70" fmla="*/ 0 h 10000"/>
                      <a:gd name="connsiteX71" fmla="*/ 9861 w 9889"/>
                      <a:gd name="connsiteY71" fmla="*/ 0 h 10000"/>
                      <a:gd name="connsiteX0" fmla="*/ 9972 w 10000"/>
                      <a:gd name="connsiteY0" fmla="*/ 0 h 10000"/>
                      <a:gd name="connsiteX1" fmla="*/ 10000 w 10000"/>
                      <a:gd name="connsiteY1" fmla="*/ 0 h 10000"/>
                      <a:gd name="connsiteX2" fmla="*/ 10000 w 10000"/>
                      <a:gd name="connsiteY2" fmla="*/ 32 h 10000"/>
                      <a:gd name="connsiteX3" fmla="*/ 10000 w 10000"/>
                      <a:gd name="connsiteY3" fmla="*/ 129 h 10000"/>
                      <a:gd name="connsiteX4" fmla="*/ 10000 w 10000"/>
                      <a:gd name="connsiteY4" fmla="*/ 452 h 10000"/>
                      <a:gd name="connsiteX5" fmla="*/ 10000 w 10000"/>
                      <a:gd name="connsiteY5" fmla="*/ 968 h 10000"/>
                      <a:gd name="connsiteX6" fmla="*/ 10000 w 10000"/>
                      <a:gd name="connsiteY6" fmla="*/ 1548 h 10000"/>
                      <a:gd name="connsiteX7" fmla="*/ 9972 w 10000"/>
                      <a:gd name="connsiteY7" fmla="*/ 2194 h 10000"/>
                      <a:gd name="connsiteX8" fmla="*/ 9972 w 10000"/>
                      <a:gd name="connsiteY8" fmla="*/ 2871 h 10000"/>
                      <a:gd name="connsiteX9" fmla="*/ 9972 w 10000"/>
                      <a:gd name="connsiteY9" fmla="*/ 3484 h 10000"/>
                      <a:gd name="connsiteX10" fmla="*/ 9972 w 10000"/>
                      <a:gd name="connsiteY10" fmla="*/ 4000 h 10000"/>
                      <a:gd name="connsiteX11" fmla="*/ 9972 w 10000"/>
                      <a:gd name="connsiteY11" fmla="*/ 4032 h 10000"/>
                      <a:gd name="connsiteX12" fmla="*/ 9972 w 10000"/>
                      <a:gd name="connsiteY12" fmla="*/ 4161 h 10000"/>
                      <a:gd name="connsiteX13" fmla="*/ 9972 w 10000"/>
                      <a:gd name="connsiteY13" fmla="*/ 4258 h 10000"/>
                      <a:gd name="connsiteX14" fmla="*/ 9915 w 10000"/>
                      <a:gd name="connsiteY14" fmla="*/ 4290 h 10000"/>
                      <a:gd name="connsiteX15" fmla="*/ 9915 w 10000"/>
                      <a:gd name="connsiteY15" fmla="*/ 4290 h 10000"/>
                      <a:gd name="connsiteX16" fmla="*/ 9888 w 10000"/>
                      <a:gd name="connsiteY16" fmla="*/ 4290 h 10000"/>
                      <a:gd name="connsiteX17" fmla="*/ 9859 w 10000"/>
                      <a:gd name="connsiteY17" fmla="*/ 4290 h 10000"/>
                      <a:gd name="connsiteX18" fmla="*/ 9859 w 10000"/>
                      <a:gd name="connsiteY18" fmla="*/ 4290 h 10000"/>
                      <a:gd name="connsiteX19" fmla="*/ 9803 w 10000"/>
                      <a:gd name="connsiteY19" fmla="*/ 4290 h 10000"/>
                      <a:gd name="connsiteX20" fmla="*/ 9718 w 10000"/>
                      <a:gd name="connsiteY20" fmla="*/ 4161 h 10000"/>
                      <a:gd name="connsiteX21" fmla="*/ 9493 w 10000"/>
                      <a:gd name="connsiteY21" fmla="*/ 3968 h 10000"/>
                      <a:gd name="connsiteX22" fmla="*/ 9211 w 10000"/>
                      <a:gd name="connsiteY22" fmla="*/ 3742 h 10000"/>
                      <a:gd name="connsiteX23" fmla="*/ 9014 w 10000"/>
                      <a:gd name="connsiteY23" fmla="*/ 3548 h 10000"/>
                      <a:gd name="connsiteX24" fmla="*/ 8845 w 10000"/>
                      <a:gd name="connsiteY24" fmla="*/ 3355 h 10000"/>
                      <a:gd name="connsiteX25" fmla="*/ 8789 w 10000"/>
                      <a:gd name="connsiteY25" fmla="*/ 3323 h 10000"/>
                      <a:gd name="connsiteX26" fmla="*/ 8085 w 10000"/>
                      <a:gd name="connsiteY26" fmla="*/ 4548 h 10000"/>
                      <a:gd name="connsiteX27" fmla="*/ 7296 w 10000"/>
                      <a:gd name="connsiteY27" fmla="*/ 5613 h 10000"/>
                      <a:gd name="connsiteX28" fmla="*/ 6451 w 10000"/>
                      <a:gd name="connsiteY28" fmla="*/ 6484 h 10000"/>
                      <a:gd name="connsiteX29" fmla="*/ 5550 w 10000"/>
                      <a:gd name="connsiteY29" fmla="*/ 7290 h 10000"/>
                      <a:gd name="connsiteX30" fmla="*/ 4649 w 10000"/>
                      <a:gd name="connsiteY30" fmla="*/ 7968 h 10000"/>
                      <a:gd name="connsiteX31" fmla="*/ 3718 w 10000"/>
                      <a:gd name="connsiteY31" fmla="*/ 8516 h 10000"/>
                      <a:gd name="connsiteX32" fmla="*/ 2874 w 10000"/>
                      <a:gd name="connsiteY32" fmla="*/ 8968 h 10000"/>
                      <a:gd name="connsiteX33" fmla="*/ 2085 w 10000"/>
                      <a:gd name="connsiteY33" fmla="*/ 9323 h 10000"/>
                      <a:gd name="connsiteX34" fmla="*/ 1380 w 10000"/>
                      <a:gd name="connsiteY34" fmla="*/ 9613 h 10000"/>
                      <a:gd name="connsiteX35" fmla="*/ 733 w 10000"/>
                      <a:gd name="connsiteY35" fmla="*/ 9774 h 10000"/>
                      <a:gd name="connsiteX36" fmla="*/ 310 w 10000"/>
                      <a:gd name="connsiteY36" fmla="*/ 9903 h 10000"/>
                      <a:gd name="connsiteX37" fmla="*/ 0 w 10000"/>
                      <a:gd name="connsiteY37" fmla="*/ 10000 h 10000"/>
                      <a:gd name="connsiteX38" fmla="*/ 2451 w 10000"/>
                      <a:gd name="connsiteY38" fmla="*/ 8613 h 10000"/>
                      <a:gd name="connsiteX39" fmla="*/ 3465 w 10000"/>
                      <a:gd name="connsiteY39" fmla="*/ 7839 h 10000"/>
                      <a:gd name="connsiteX40" fmla="*/ 4366 w 10000"/>
                      <a:gd name="connsiteY40" fmla="*/ 7000 h 10000"/>
                      <a:gd name="connsiteX41" fmla="*/ 5099 w 10000"/>
                      <a:gd name="connsiteY41" fmla="*/ 6194 h 10000"/>
                      <a:gd name="connsiteX42" fmla="*/ 5718 w 10000"/>
                      <a:gd name="connsiteY42" fmla="*/ 5387 h 10000"/>
                      <a:gd name="connsiteX43" fmla="*/ 6225 w 10000"/>
                      <a:gd name="connsiteY43" fmla="*/ 4645 h 10000"/>
                      <a:gd name="connsiteX44" fmla="*/ 6648 w 10000"/>
                      <a:gd name="connsiteY44" fmla="*/ 3968 h 10000"/>
                      <a:gd name="connsiteX45" fmla="*/ 6930 w 10000"/>
                      <a:gd name="connsiteY45" fmla="*/ 3323 h 10000"/>
                      <a:gd name="connsiteX46" fmla="*/ 7155 w 10000"/>
                      <a:gd name="connsiteY46" fmla="*/ 2806 h 10000"/>
                      <a:gd name="connsiteX47" fmla="*/ 7296 w 10000"/>
                      <a:gd name="connsiteY47" fmla="*/ 2387 h 10000"/>
                      <a:gd name="connsiteX48" fmla="*/ 7380 w 10000"/>
                      <a:gd name="connsiteY48" fmla="*/ 2129 h 10000"/>
                      <a:gd name="connsiteX49" fmla="*/ 7380 w 10000"/>
                      <a:gd name="connsiteY49" fmla="*/ 2065 h 10000"/>
                      <a:gd name="connsiteX50" fmla="*/ 7380 w 10000"/>
                      <a:gd name="connsiteY50" fmla="*/ 2065 h 10000"/>
                      <a:gd name="connsiteX51" fmla="*/ 7380 w 10000"/>
                      <a:gd name="connsiteY51" fmla="*/ 2065 h 10000"/>
                      <a:gd name="connsiteX52" fmla="*/ 6422 w 10000"/>
                      <a:gd name="connsiteY52" fmla="*/ 1161 h 10000"/>
                      <a:gd name="connsiteX53" fmla="*/ 6338 w 10000"/>
                      <a:gd name="connsiteY53" fmla="*/ 1097 h 10000"/>
                      <a:gd name="connsiteX54" fmla="*/ 6310 w 10000"/>
                      <a:gd name="connsiteY54" fmla="*/ 1032 h 10000"/>
                      <a:gd name="connsiteX55" fmla="*/ 6310 w 10000"/>
                      <a:gd name="connsiteY55" fmla="*/ 1000 h 10000"/>
                      <a:gd name="connsiteX56" fmla="*/ 6338 w 10000"/>
                      <a:gd name="connsiteY56" fmla="*/ 968 h 10000"/>
                      <a:gd name="connsiteX57" fmla="*/ 6395 w 10000"/>
                      <a:gd name="connsiteY57" fmla="*/ 968 h 10000"/>
                      <a:gd name="connsiteX58" fmla="*/ 6422 w 10000"/>
                      <a:gd name="connsiteY58" fmla="*/ 903 h 10000"/>
                      <a:gd name="connsiteX59" fmla="*/ 6451 w 10000"/>
                      <a:gd name="connsiteY59" fmla="*/ 903 h 10000"/>
                      <a:gd name="connsiteX60" fmla="*/ 6536 w 10000"/>
                      <a:gd name="connsiteY60" fmla="*/ 903 h 10000"/>
                      <a:gd name="connsiteX61" fmla="*/ 6648 w 10000"/>
                      <a:gd name="connsiteY61" fmla="*/ 871 h 10000"/>
                      <a:gd name="connsiteX62" fmla="*/ 6704 w 10000"/>
                      <a:gd name="connsiteY62" fmla="*/ 871 h 10000"/>
                      <a:gd name="connsiteX63" fmla="*/ 7155 w 10000"/>
                      <a:gd name="connsiteY63" fmla="*/ 742 h 10000"/>
                      <a:gd name="connsiteX64" fmla="*/ 7634 w 10000"/>
                      <a:gd name="connsiteY64" fmla="*/ 613 h 10000"/>
                      <a:gd name="connsiteX65" fmla="*/ 8197 w 10000"/>
                      <a:gd name="connsiteY65" fmla="*/ 452 h 10000"/>
                      <a:gd name="connsiteX66" fmla="*/ 8733 w 10000"/>
                      <a:gd name="connsiteY66" fmla="*/ 323 h 10000"/>
                      <a:gd name="connsiteX67" fmla="*/ 9211 w 10000"/>
                      <a:gd name="connsiteY67" fmla="*/ 194 h 10000"/>
                      <a:gd name="connsiteX68" fmla="*/ 9606 w 10000"/>
                      <a:gd name="connsiteY68" fmla="*/ 65 h 10000"/>
                      <a:gd name="connsiteX69" fmla="*/ 9888 w 10000"/>
                      <a:gd name="connsiteY69" fmla="*/ 0 h 10000"/>
                      <a:gd name="connsiteX70" fmla="*/ 9972 w 10000"/>
                      <a:gd name="connsiteY70" fmla="*/ 0 h 10000"/>
                      <a:gd name="connsiteX0" fmla="*/ 9972 w 10000"/>
                      <a:gd name="connsiteY0" fmla="*/ 0 h 10000"/>
                      <a:gd name="connsiteX1" fmla="*/ 10000 w 10000"/>
                      <a:gd name="connsiteY1" fmla="*/ 0 h 10000"/>
                      <a:gd name="connsiteX2" fmla="*/ 10000 w 10000"/>
                      <a:gd name="connsiteY2" fmla="*/ 32 h 10000"/>
                      <a:gd name="connsiteX3" fmla="*/ 10000 w 10000"/>
                      <a:gd name="connsiteY3" fmla="*/ 129 h 10000"/>
                      <a:gd name="connsiteX4" fmla="*/ 10000 w 10000"/>
                      <a:gd name="connsiteY4" fmla="*/ 452 h 10000"/>
                      <a:gd name="connsiteX5" fmla="*/ 10000 w 10000"/>
                      <a:gd name="connsiteY5" fmla="*/ 968 h 10000"/>
                      <a:gd name="connsiteX6" fmla="*/ 10000 w 10000"/>
                      <a:gd name="connsiteY6" fmla="*/ 1548 h 10000"/>
                      <a:gd name="connsiteX7" fmla="*/ 9972 w 10000"/>
                      <a:gd name="connsiteY7" fmla="*/ 2194 h 10000"/>
                      <a:gd name="connsiteX8" fmla="*/ 9972 w 10000"/>
                      <a:gd name="connsiteY8" fmla="*/ 2871 h 10000"/>
                      <a:gd name="connsiteX9" fmla="*/ 9972 w 10000"/>
                      <a:gd name="connsiteY9" fmla="*/ 3484 h 10000"/>
                      <a:gd name="connsiteX10" fmla="*/ 9972 w 10000"/>
                      <a:gd name="connsiteY10" fmla="*/ 4000 h 10000"/>
                      <a:gd name="connsiteX11" fmla="*/ 9972 w 10000"/>
                      <a:gd name="connsiteY11" fmla="*/ 4032 h 10000"/>
                      <a:gd name="connsiteX12" fmla="*/ 9972 w 10000"/>
                      <a:gd name="connsiteY12" fmla="*/ 4161 h 10000"/>
                      <a:gd name="connsiteX13" fmla="*/ 9972 w 10000"/>
                      <a:gd name="connsiteY13" fmla="*/ 4258 h 10000"/>
                      <a:gd name="connsiteX14" fmla="*/ 9915 w 10000"/>
                      <a:gd name="connsiteY14" fmla="*/ 4290 h 10000"/>
                      <a:gd name="connsiteX15" fmla="*/ 9915 w 10000"/>
                      <a:gd name="connsiteY15" fmla="*/ 4290 h 10000"/>
                      <a:gd name="connsiteX16" fmla="*/ 9888 w 10000"/>
                      <a:gd name="connsiteY16" fmla="*/ 4290 h 10000"/>
                      <a:gd name="connsiteX17" fmla="*/ 9859 w 10000"/>
                      <a:gd name="connsiteY17" fmla="*/ 4290 h 10000"/>
                      <a:gd name="connsiteX18" fmla="*/ 9859 w 10000"/>
                      <a:gd name="connsiteY18" fmla="*/ 4290 h 10000"/>
                      <a:gd name="connsiteX19" fmla="*/ 9803 w 10000"/>
                      <a:gd name="connsiteY19" fmla="*/ 4290 h 10000"/>
                      <a:gd name="connsiteX20" fmla="*/ 9718 w 10000"/>
                      <a:gd name="connsiteY20" fmla="*/ 4161 h 10000"/>
                      <a:gd name="connsiteX21" fmla="*/ 9493 w 10000"/>
                      <a:gd name="connsiteY21" fmla="*/ 3968 h 10000"/>
                      <a:gd name="connsiteX22" fmla="*/ 9211 w 10000"/>
                      <a:gd name="connsiteY22" fmla="*/ 3742 h 10000"/>
                      <a:gd name="connsiteX23" fmla="*/ 9014 w 10000"/>
                      <a:gd name="connsiteY23" fmla="*/ 3548 h 10000"/>
                      <a:gd name="connsiteX24" fmla="*/ 8845 w 10000"/>
                      <a:gd name="connsiteY24" fmla="*/ 3355 h 10000"/>
                      <a:gd name="connsiteX25" fmla="*/ 8789 w 10000"/>
                      <a:gd name="connsiteY25" fmla="*/ 3323 h 10000"/>
                      <a:gd name="connsiteX26" fmla="*/ 8085 w 10000"/>
                      <a:gd name="connsiteY26" fmla="*/ 4548 h 10000"/>
                      <a:gd name="connsiteX27" fmla="*/ 7296 w 10000"/>
                      <a:gd name="connsiteY27" fmla="*/ 5613 h 10000"/>
                      <a:gd name="connsiteX28" fmla="*/ 6451 w 10000"/>
                      <a:gd name="connsiteY28" fmla="*/ 6484 h 10000"/>
                      <a:gd name="connsiteX29" fmla="*/ 5550 w 10000"/>
                      <a:gd name="connsiteY29" fmla="*/ 7290 h 10000"/>
                      <a:gd name="connsiteX30" fmla="*/ 4649 w 10000"/>
                      <a:gd name="connsiteY30" fmla="*/ 7968 h 10000"/>
                      <a:gd name="connsiteX31" fmla="*/ 3718 w 10000"/>
                      <a:gd name="connsiteY31" fmla="*/ 8516 h 10000"/>
                      <a:gd name="connsiteX32" fmla="*/ 2874 w 10000"/>
                      <a:gd name="connsiteY32" fmla="*/ 8968 h 10000"/>
                      <a:gd name="connsiteX33" fmla="*/ 2085 w 10000"/>
                      <a:gd name="connsiteY33" fmla="*/ 9323 h 10000"/>
                      <a:gd name="connsiteX34" fmla="*/ 1380 w 10000"/>
                      <a:gd name="connsiteY34" fmla="*/ 9613 h 10000"/>
                      <a:gd name="connsiteX35" fmla="*/ 733 w 10000"/>
                      <a:gd name="connsiteY35" fmla="*/ 9774 h 10000"/>
                      <a:gd name="connsiteX36" fmla="*/ 310 w 10000"/>
                      <a:gd name="connsiteY36" fmla="*/ 9903 h 10000"/>
                      <a:gd name="connsiteX37" fmla="*/ 0 w 10000"/>
                      <a:gd name="connsiteY37" fmla="*/ 10000 h 10000"/>
                      <a:gd name="connsiteX38" fmla="*/ 3465 w 10000"/>
                      <a:gd name="connsiteY38" fmla="*/ 7839 h 10000"/>
                      <a:gd name="connsiteX39" fmla="*/ 4366 w 10000"/>
                      <a:gd name="connsiteY39" fmla="*/ 7000 h 10000"/>
                      <a:gd name="connsiteX40" fmla="*/ 5099 w 10000"/>
                      <a:gd name="connsiteY40" fmla="*/ 6194 h 10000"/>
                      <a:gd name="connsiteX41" fmla="*/ 5718 w 10000"/>
                      <a:gd name="connsiteY41" fmla="*/ 5387 h 10000"/>
                      <a:gd name="connsiteX42" fmla="*/ 6225 w 10000"/>
                      <a:gd name="connsiteY42" fmla="*/ 4645 h 10000"/>
                      <a:gd name="connsiteX43" fmla="*/ 6648 w 10000"/>
                      <a:gd name="connsiteY43" fmla="*/ 3968 h 10000"/>
                      <a:gd name="connsiteX44" fmla="*/ 6930 w 10000"/>
                      <a:gd name="connsiteY44" fmla="*/ 3323 h 10000"/>
                      <a:gd name="connsiteX45" fmla="*/ 7155 w 10000"/>
                      <a:gd name="connsiteY45" fmla="*/ 2806 h 10000"/>
                      <a:gd name="connsiteX46" fmla="*/ 7296 w 10000"/>
                      <a:gd name="connsiteY46" fmla="*/ 2387 h 10000"/>
                      <a:gd name="connsiteX47" fmla="*/ 7380 w 10000"/>
                      <a:gd name="connsiteY47" fmla="*/ 2129 h 10000"/>
                      <a:gd name="connsiteX48" fmla="*/ 7380 w 10000"/>
                      <a:gd name="connsiteY48" fmla="*/ 2065 h 10000"/>
                      <a:gd name="connsiteX49" fmla="*/ 7380 w 10000"/>
                      <a:gd name="connsiteY49" fmla="*/ 2065 h 10000"/>
                      <a:gd name="connsiteX50" fmla="*/ 7380 w 10000"/>
                      <a:gd name="connsiteY50" fmla="*/ 2065 h 10000"/>
                      <a:gd name="connsiteX51" fmla="*/ 6422 w 10000"/>
                      <a:gd name="connsiteY51" fmla="*/ 1161 h 10000"/>
                      <a:gd name="connsiteX52" fmla="*/ 6338 w 10000"/>
                      <a:gd name="connsiteY52" fmla="*/ 1097 h 10000"/>
                      <a:gd name="connsiteX53" fmla="*/ 6310 w 10000"/>
                      <a:gd name="connsiteY53" fmla="*/ 1032 h 10000"/>
                      <a:gd name="connsiteX54" fmla="*/ 6310 w 10000"/>
                      <a:gd name="connsiteY54" fmla="*/ 1000 h 10000"/>
                      <a:gd name="connsiteX55" fmla="*/ 6338 w 10000"/>
                      <a:gd name="connsiteY55" fmla="*/ 968 h 10000"/>
                      <a:gd name="connsiteX56" fmla="*/ 6395 w 10000"/>
                      <a:gd name="connsiteY56" fmla="*/ 968 h 10000"/>
                      <a:gd name="connsiteX57" fmla="*/ 6422 w 10000"/>
                      <a:gd name="connsiteY57" fmla="*/ 903 h 10000"/>
                      <a:gd name="connsiteX58" fmla="*/ 6451 w 10000"/>
                      <a:gd name="connsiteY58" fmla="*/ 903 h 10000"/>
                      <a:gd name="connsiteX59" fmla="*/ 6536 w 10000"/>
                      <a:gd name="connsiteY59" fmla="*/ 903 h 10000"/>
                      <a:gd name="connsiteX60" fmla="*/ 6648 w 10000"/>
                      <a:gd name="connsiteY60" fmla="*/ 871 h 10000"/>
                      <a:gd name="connsiteX61" fmla="*/ 6704 w 10000"/>
                      <a:gd name="connsiteY61" fmla="*/ 871 h 10000"/>
                      <a:gd name="connsiteX62" fmla="*/ 7155 w 10000"/>
                      <a:gd name="connsiteY62" fmla="*/ 742 h 10000"/>
                      <a:gd name="connsiteX63" fmla="*/ 7634 w 10000"/>
                      <a:gd name="connsiteY63" fmla="*/ 613 h 10000"/>
                      <a:gd name="connsiteX64" fmla="*/ 8197 w 10000"/>
                      <a:gd name="connsiteY64" fmla="*/ 452 h 10000"/>
                      <a:gd name="connsiteX65" fmla="*/ 8733 w 10000"/>
                      <a:gd name="connsiteY65" fmla="*/ 323 h 10000"/>
                      <a:gd name="connsiteX66" fmla="*/ 9211 w 10000"/>
                      <a:gd name="connsiteY66" fmla="*/ 194 h 10000"/>
                      <a:gd name="connsiteX67" fmla="*/ 9606 w 10000"/>
                      <a:gd name="connsiteY67" fmla="*/ 65 h 10000"/>
                      <a:gd name="connsiteX68" fmla="*/ 9888 w 10000"/>
                      <a:gd name="connsiteY68" fmla="*/ 0 h 10000"/>
                      <a:gd name="connsiteX69" fmla="*/ 9972 w 10000"/>
                      <a:gd name="connsiteY69" fmla="*/ 0 h 10000"/>
                      <a:gd name="connsiteX0" fmla="*/ 9972 w 10000"/>
                      <a:gd name="connsiteY0" fmla="*/ 0 h 10000"/>
                      <a:gd name="connsiteX1" fmla="*/ 10000 w 10000"/>
                      <a:gd name="connsiteY1" fmla="*/ 0 h 10000"/>
                      <a:gd name="connsiteX2" fmla="*/ 10000 w 10000"/>
                      <a:gd name="connsiteY2" fmla="*/ 32 h 10000"/>
                      <a:gd name="connsiteX3" fmla="*/ 10000 w 10000"/>
                      <a:gd name="connsiteY3" fmla="*/ 129 h 10000"/>
                      <a:gd name="connsiteX4" fmla="*/ 10000 w 10000"/>
                      <a:gd name="connsiteY4" fmla="*/ 452 h 10000"/>
                      <a:gd name="connsiteX5" fmla="*/ 10000 w 10000"/>
                      <a:gd name="connsiteY5" fmla="*/ 968 h 10000"/>
                      <a:gd name="connsiteX6" fmla="*/ 10000 w 10000"/>
                      <a:gd name="connsiteY6" fmla="*/ 1548 h 10000"/>
                      <a:gd name="connsiteX7" fmla="*/ 9972 w 10000"/>
                      <a:gd name="connsiteY7" fmla="*/ 2194 h 10000"/>
                      <a:gd name="connsiteX8" fmla="*/ 9972 w 10000"/>
                      <a:gd name="connsiteY8" fmla="*/ 2871 h 10000"/>
                      <a:gd name="connsiteX9" fmla="*/ 9972 w 10000"/>
                      <a:gd name="connsiteY9" fmla="*/ 3484 h 10000"/>
                      <a:gd name="connsiteX10" fmla="*/ 9972 w 10000"/>
                      <a:gd name="connsiteY10" fmla="*/ 4000 h 10000"/>
                      <a:gd name="connsiteX11" fmla="*/ 9972 w 10000"/>
                      <a:gd name="connsiteY11" fmla="*/ 4032 h 10000"/>
                      <a:gd name="connsiteX12" fmla="*/ 9972 w 10000"/>
                      <a:gd name="connsiteY12" fmla="*/ 4161 h 10000"/>
                      <a:gd name="connsiteX13" fmla="*/ 9972 w 10000"/>
                      <a:gd name="connsiteY13" fmla="*/ 4258 h 10000"/>
                      <a:gd name="connsiteX14" fmla="*/ 9915 w 10000"/>
                      <a:gd name="connsiteY14" fmla="*/ 4290 h 10000"/>
                      <a:gd name="connsiteX15" fmla="*/ 9915 w 10000"/>
                      <a:gd name="connsiteY15" fmla="*/ 4290 h 10000"/>
                      <a:gd name="connsiteX16" fmla="*/ 9888 w 10000"/>
                      <a:gd name="connsiteY16" fmla="*/ 4290 h 10000"/>
                      <a:gd name="connsiteX17" fmla="*/ 9859 w 10000"/>
                      <a:gd name="connsiteY17" fmla="*/ 4290 h 10000"/>
                      <a:gd name="connsiteX18" fmla="*/ 9859 w 10000"/>
                      <a:gd name="connsiteY18" fmla="*/ 4290 h 10000"/>
                      <a:gd name="connsiteX19" fmla="*/ 9803 w 10000"/>
                      <a:gd name="connsiteY19" fmla="*/ 4290 h 10000"/>
                      <a:gd name="connsiteX20" fmla="*/ 9718 w 10000"/>
                      <a:gd name="connsiteY20" fmla="*/ 4161 h 10000"/>
                      <a:gd name="connsiteX21" fmla="*/ 9493 w 10000"/>
                      <a:gd name="connsiteY21" fmla="*/ 3968 h 10000"/>
                      <a:gd name="connsiteX22" fmla="*/ 9211 w 10000"/>
                      <a:gd name="connsiteY22" fmla="*/ 3742 h 10000"/>
                      <a:gd name="connsiteX23" fmla="*/ 9014 w 10000"/>
                      <a:gd name="connsiteY23" fmla="*/ 3548 h 10000"/>
                      <a:gd name="connsiteX24" fmla="*/ 8845 w 10000"/>
                      <a:gd name="connsiteY24" fmla="*/ 3355 h 10000"/>
                      <a:gd name="connsiteX25" fmla="*/ 8789 w 10000"/>
                      <a:gd name="connsiteY25" fmla="*/ 3323 h 10000"/>
                      <a:gd name="connsiteX26" fmla="*/ 8085 w 10000"/>
                      <a:gd name="connsiteY26" fmla="*/ 4548 h 10000"/>
                      <a:gd name="connsiteX27" fmla="*/ 7296 w 10000"/>
                      <a:gd name="connsiteY27" fmla="*/ 5613 h 10000"/>
                      <a:gd name="connsiteX28" fmla="*/ 6451 w 10000"/>
                      <a:gd name="connsiteY28" fmla="*/ 6484 h 10000"/>
                      <a:gd name="connsiteX29" fmla="*/ 5550 w 10000"/>
                      <a:gd name="connsiteY29" fmla="*/ 7290 h 10000"/>
                      <a:gd name="connsiteX30" fmla="*/ 4649 w 10000"/>
                      <a:gd name="connsiteY30" fmla="*/ 7968 h 10000"/>
                      <a:gd name="connsiteX31" fmla="*/ 3718 w 10000"/>
                      <a:gd name="connsiteY31" fmla="*/ 8516 h 10000"/>
                      <a:gd name="connsiteX32" fmla="*/ 2874 w 10000"/>
                      <a:gd name="connsiteY32" fmla="*/ 8968 h 10000"/>
                      <a:gd name="connsiteX33" fmla="*/ 2085 w 10000"/>
                      <a:gd name="connsiteY33" fmla="*/ 9323 h 10000"/>
                      <a:gd name="connsiteX34" fmla="*/ 1380 w 10000"/>
                      <a:gd name="connsiteY34" fmla="*/ 9613 h 10000"/>
                      <a:gd name="connsiteX35" fmla="*/ 733 w 10000"/>
                      <a:gd name="connsiteY35" fmla="*/ 9774 h 10000"/>
                      <a:gd name="connsiteX36" fmla="*/ 310 w 10000"/>
                      <a:gd name="connsiteY36" fmla="*/ 9903 h 10000"/>
                      <a:gd name="connsiteX37" fmla="*/ 0 w 10000"/>
                      <a:gd name="connsiteY37" fmla="*/ 10000 h 10000"/>
                      <a:gd name="connsiteX38" fmla="*/ 4366 w 10000"/>
                      <a:gd name="connsiteY38" fmla="*/ 7000 h 10000"/>
                      <a:gd name="connsiteX39" fmla="*/ 5099 w 10000"/>
                      <a:gd name="connsiteY39" fmla="*/ 6194 h 10000"/>
                      <a:gd name="connsiteX40" fmla="*/ 5718 w 10000"/>
                      <a:gd name="connsiteY40" fmla="*/ 5387 h 10000"/>
                      <a:gd name="connsiteX41" fmla="*/ 6225 w 10000"/>
                      <a:gd name="connsiteY41" fmla="*/ 4645 h 10000"/>
                      <a:gd name="connsiteX42" fmla="*/ 6648 w 10000"/>
                      <a:gd name="connsiteY42" fmla="*/ 3968 h 10000"/>
                      <a:gd name="connsiteX43" fmla="*/ 6930 w 10000"/>
                      <a:gd name="connsiteY43" fmla="*/ 3323 h 10000"/>
                      <a:gd name="connsiteX44" fmla="*/ 7155 w 10000"/>
                      <a:gd name="connsiteY44" fmla="*/ 2806 h 10000"/>
                      <a:gd name="connsiteX45" fmla="*/ 7296 w 10000"/>
                      <a:gd name="connsiteY45" fmla="*/ 2387 h 10000"/>
                      <a:gd name="connsiteX46" fmla="*/ 7380 w 10000"/>
                      <a:gd name="connsiteY46" fmla="*/ 2129 h 10000"/>
                      <a:gd name="connsiteX47" fmla="*/ 7380 w 10000"/>
                      <a:gd name="connsiteY47" fmla="*/ 2065 h 10000"/>
                      <a:gd name="connsiteX48" fmla="*/ 7380 w 10000"/>
                      <a:gd name="connsiteY48" fmla="*/ 2065 h 10000"/>
                      <a:gd name="connsiteX49" fmla="*/ 7380 w 10000"/>
                      <a:gd name="connsiteY49" fmla="*/ 2065 h 10000"/>
                      <a:gd name="connsiteX50" fmla="*/ 6422 w 10000"/>
                      <a:gd name="connsiteY50" fmla="*/ 1161 h 10000"/>
                      <a:gd name="connsiteX51" fmla="*/ 6338 w 10000"/>
                      <a:gd name="connsiteY51" fmla="*/ 1097 h 10000"/>
                      <a:gd name="connsiteX52" fmla="*/ 6310 w 10000"/>
                      <a:gd name="connsiteY52" fmla="*/ 1032 h 10000"/>
                      <a:gd name="connsiteX53" fmla="*/ 6310 w 10000"/>
                      <a:gd name="connsiteY53" fmla="*/ 1000 h 10000"/>
                      <a:gd name="connsiteX54" fmla="*/ 6338 w 10000"/>
                      <a:gd name="connsiteY54" fmla="*/ 968 h 10000"/>
                      <a:gd name="connsiteX55" fmla="*/ 6395 w 10000"/>
                      <a:gd name="connsiteY55" fmla="*/ 968 h 10000"/>
                      <a:gd name="connsiteX56" fmla="*/ 6422 w 10000"/>
                      <a:gd name="connsiteY56" fmla="*/ 903 h 10000"/>
                      <a:gd name="connsiteX57" fmla="*/ 6451 w 10000"/>
                      <a:gd name="connsiteY57" fmla="*/ 903 h 10000"/>
                      <a:gd name="connsiteX58" fmla="*/ 6536 w 10000"/>
                      <a:gd name="connsiteY58" fmla="*/ 903 h 10000"/>
                      <a:gd name="connsiteX59" fmla="*/ 6648 w 10000"/>
                      <a:gd name="connsiteY59" fmla="*/ 871 h 10000"/>
                      <a:gd name="connsiteX60" fmla="*/ 6704 w 10000"/>
                      <a:gd name="connsiteY60" fmla="*/ 871 h 10000"/>
                      <a:gd name="connsiteX61" fmla="*/ 7155 w 10000"/>
                      <a:gd name="connsiteY61" fmla="*/ 742 h 10000"/>
                      <a:gd name="connsiteX62" fmla="*/ 7634 w 10000"/>
                      <a:gd name="connsiteY62" fmla="*/ 613 h 10000"/>
                      <a:gd name="connsiteX63" fmla="*/ 8197 w 10000"/>
                      <a:gd name="connsiteY63" fmla="*/ 452 h 10000"/>
                      <a:gd name="connsiteX64" fmla="*/ 8733 w 10000"/>
                      <a:gd name="connsiteY64" fmla="*/ 323 h 10000"/>
                      <a:gd name="connsiteX65" fmla="*/ 9211 w 10000"/>
                      <a:gd name="connsiteY65" fmla="*/ 194 h 10000"/>
                      <a:gd name="connsiteX66" fmla="*/ 9606 w 10000"/>
                      <a:gd name="connsiteY66" fmla="*/ 65 h 10000"/>
                      <a:gd name="connsiteX67" fmla="*/ 9888 w 10000"/>
                      <a:gd name="connsiteY67" fmla="*/ 0 h 10000"/>
                      <a:gd name="connsiteX68" fmla="*/ 9972 w 10000"/>
                      <a:gd name="connsiteY68" fmla="*/ 0 h 10000"/>
                      <a:gd name="connsiteX0" fmla="*/ 9972 w 10000"/>
                      <a:gd name="connsiteY0" fmla="*/ 0 h 10000"/>
                      <a:gd name="connsiteX1" fmla="*/ 10000 w 10000"/>
                      <a:gd name="connsiteY1" fmla="*/ 0 h 10000"/>
                      <a:gd name="connsiteX2" fmla="*/ 10000 w 10000"/>
                      <a:gd name="connsiteY2" fmla="*/ 32 h 10000"/>
                      <a:gd name="connsiteX3" fmla="*/ 10000 w 10000"/>
                      <a:gd name="connsiteY3" fmla="*/ 129 h 10000"/>
                      <a:gd name="connsiteX4" fmla="*/ 10000 w 10000"/>
                      <a:gd name="connsiteY4" fmla="*/ 452 h 10000"/>
                      <a:gd name="connsiteX5" fmla="*/ 10000 w 10000"/>
                      <a:gd name="connsiteY5" fmla="*/ 968 h 10000"/>
                      <a:gd name="connsiteX6" fmla="*/ 10000 w 10000"/>
                      <a:gd name="connsiteY6" fmla="*/ 1548 h 10000"/>
                      <a:gd name="connsiteX7" fmla="*/ 9972 w 10000"/>
                      <a:gd name="connsiteY7" fmla="*/ 2194 h 10000"/>
                      <a:gd name="connsiteX8" fmla="*/ 9972 w 10000"/>
                      <a:gd name="connsiteY8" fmla="*/ 2871 h 10000"/>
                      <a:gd name="connsiteX9" fmla="*/ 9972 w 10000"/>
                      <a:gd name="connsiteY9" fmla="*/ 3484 h 10000"/>
                      <a:gd name="connsiteX10" fmla="*/ 9972 w 10000"/>
                      <a:gd name="connsiteY10" fmla="*/ 4000 h 10000"/>
                      <a:gd name="connsiteX11" fmla="*/ 9972 w 10000"/>
                      <a:gd name="connsiteY11" fmla="*/ 4032 h 10000"/>
                      <a:gd name="connsiteX12" fmla="*/ 9972 w 10000"/>
                      <a:gd name="connsiteY12" fmla="*/ 4161 h 10000"/>
                      <a:gd name="connsiteX13" fmla="*/ 9972 w 10000"/>
                      <a:gd name="connsiteY13" fmla="*/ 4258 h 10000"/>
                      <a:gd name="connsiteX14" fmla="*/ 9915 w 10000"/>
                      <a:gd name="connsiteY14" fmla="*/ 4290 h 10000"/>
                      <a:gd name="connsiteX15" fmla="*/ 9915 w 10000"/>
                      <a:gd name="connsiteY15" fmla="*/ 4290 h 10000"/>
                      <a:gd name="connsiteX16" fmla="*/ 9888 w 10000"/>
                      <a:gd name="connsiteY16" fmla="*/ 4290 h 10000"/>
                      <a:gd name="connsiteX17" fmla="*/ 9859 w 10000"/>
                      <a:gd name="connsiteY17" fmla="*/ 4290 h 10000"/>
                      <a:gd name="connsiteX18" fmla="*/ 9859 w 10000"/>
                      <a:gd name="connsiteY18" fmla="*/ 4290 h 10000"/>
                      <a:gd name="connsiteX19" fmla="*/ 9803 w 10000"/>
                      <a:gd name="connsiteY19" fmla="*/ 4290 h 10000"/>
                      <a:gd name="connsiteX20" fmla="*/ 9718 w 10000"/>
                      <a:gd name="connsiteY20" fmla="*/ 4161 h 10000"/>
                      <a:gd name="connsiteX21" fmla="*/ 9493 w 10000"/>
                      <a:gd name="connsiteY21" fmla="*/ 3968 h 10000"/>
                      <a:gd name="connsiteX22" fmla="*/ 9211 w 10000"/>
                      <a:gd name="connsiteY22" fmla="*/ 3742 h 10000"/>
                      <a:gd name="connsiteX23" fmla="*/ 9014 w 10000"/>
                      <a:gd name="connsiteY23" fmla="*/ 3548 h 10000"/>
                      <a:gd name="connsiteX24" fmla="*/ 8845 w 10000"/>
                      <a:gd name="connsiteY24" fmla="*/ 3355 h 10000"/>
                      <a:gd name="connsiteX25" fmla="*/ 8789 w 10000"/>
                      <a:gd name="connsiteY25" fmla="*/ 3323 h 10000"/>
                      <a:gd name="connsiteX26" fmla="*/ 8085 w 10000"/>
                      <a:gd name="connsiteY26" fmla="*/ 4548 h 10000"/>
                      <a:gd name="connsiteX27" fmla="*/ 7296 w 10000"/>
                      <a:gd name="connsiteY27" fmla="*/ 5613 h 10000"/>
                      <a:gd name="connsiteX28" fmla="*/ 6451 w 10000"/>
                      <a:gd name="connsiteY28" fmla="*/ 6484 h 10000"/>
                      <a:gd name="connsiteX29" fmla="*/ 5550 w 10000"/>
                      <a:gd name="connsiteY29" fmla="*/ 7290 h 10000"/>
                      <a:gd name="connsiteX30" fmla="*/ 4649 w 10000"/>
                      <a:gd name="connsiteY30" fmla="*/ 7968 h 10000"/>
                      <a:gd name="connsiteX31" fmla="*/ 3718 w 10000"/>
                      <a:gd name="connsiteY31" fmla="*/ 8516 h 10000"/>
                      <a:gd name="connsiteX32" fmla="*/ 2874 w 10000"/>
                      <a:gd name="connsiteY32" fmla="*/ 8968 h 10000"/>
                      <a:gd name="connsiteX33" fmla="*/ 2085 w 10000"/>
                      <a:gd name="connsiteY33" fmla="*/ 9323 h 10000"/>
                      <a:gd name="connsiteX34" fmla="*/ 1380 w 10000"/>
                      <a:gd name="connsiteY34" fmla="*/ 9613 h 10000"/>
                      <a:gd name="connsiteX35" fmla="*/ 733 w 10000"/>
                      <a:gd name="connsiteY35" fmla="*/ 9774 h 10000"/>
                      <a:gd name="connsiteX36" fmla="*/ 310 w 10000"/>
                      <a:gd name="connsiteY36" fmla="*/ 9903 h 10000"/>
                      <a:gd name="connsiteX37" fmla="*/ 0 w 10000"/>
                      <a:gd name="connsiteY37" fmla="*/ 10000 h 10000"/>
                      <a:gd name="connsiteX38" fmla="*/ 5099 w 10000"/>
                      <a:gd name="connsiteY38" fmla="*/ 6194 h 10000"/>
                      <a:gd name="connsiteX39" fmla="*/ 5718 w 10000"/>
                      <a:gd name="connsiteY39" fmla="*/ 5387 h 10000"/>
                      <a:gd name="connsiteX40" fmla="*/ 6225 w 10000"/>
                      <a:gd name="connsiteY40" fmla="*/ 4645 h 10000"/>
                      <a:gd name="connsiteX41" fmla="*/ 6648 w 10000"/>
                      <a:gd name="connsiteY41" fmla="*/ 3968 h 10000"/>
                      <a:gd name="connsiteX42" fmla="*/ 6930 w 10000"/>
                      <a:gd name="connsiteY42" fmla="*/ 3323 h 10000"/>
                      <a:gd name="connsiteX43" fmla="*/ 7155 w 10000"/>
                      <a:gd name="connsiteY43" fmla="*/ 2806 h 10000"/>
                      <a:gd name="connsiteX44" fmla="*/ 7296 w 10000"/>
                      <a:gd name="connsiteY44" fmla="*/ 2387 h 10000"/>
                      <a:gd name="connsiteX45" fmla="*/ 7380 w 10000"/>
                      <a:gd name="connsiteY45" fmla="*/ 2129 h 10000"/>
                      <a:gd name="connsiteX46" fmla="*/ 7380 w 10000"/>
                      <a:gd name="connsiteY46" fmla="*/ 2065 h 10000"/>
                      <a:gd name="connsiteX47" fmla="*/ 7380 w 10000"/>
                      <a:gd name="connsiteY47" fmla="*/ 2065 h 10000"/>
                      <a:gd name="connsiteX48" fmla="*/ 7380 w 10000"/>
                      <a:gd name="connsiteY48" fmla="*/ 2065 h 10000"/>
                      <a:gd name="connsiteX49" fmla="*/ 6422 w 10000"/>
                      <a:gd name="connsiteY49" fmla="*/ 1161 h 10000"/>
                      <a:gd name="connsiteX50" fmla="*/ 6338 w 10000"/>
                      <a:gd name="connsiteY50" fmla="*/ 1097 h 10000"/>
                      <a:gd name="connsiteX51" fmla="*/ 6310 w 10000"/>
                      <a:gd name="connsiteY51" fmla="*/ 1032 h 10000"/>
                      <a:gd name="connsiteX52" fmla="*/ 6310 w 10000"/>
                      <a:gd name="connsiteY52" fmla="*/ 1000 h 10000"/>
                      <a:gd name="connsiteX53" fmla="*/ 6338 w 10000"/>
                      <a:gd name="connsiteY53" fmla="*/ 968 h 10000"/>
                      <a:gd name="connsiteX54" fmla="*/ 6395 w 10000"/>
                      <a:gd name="connsiteY54" fmla="*/ 968 h 10000"/>
                      <a:gd name="connsiteX55" fmla="*/ 6422 w 10000"/>
                      <a:gd name="connsiteY55" fmla="*/ 903 h 10000"/>
                      <a:gd name="connsiteX56" fmla="*/ 6451 w 10000"/>
                      <a:gd name="connsiteY56" fmla="*/ 903 h 10000"/>
                      <a:gd name="connsiteX57" fmla="*/ 6536 w 10000"/>
                      <a:gd name="connsiteY57" fmla="*/ 903 h 10000"/>
                      <a:gd name="connsiteX58" fmla="*/ 6648 w 10000"/>
                      <a:gd name="connsiteY58" fmla="*/ 871 h 10000"/>
                      <a:gd name="connsiteX59" fmla="*/ 6704 w 10000"/>
                      <a:gd name="connsiteY59" fmla="*/ 871 h 10000"/>
                      <a:gd name="connsiteX60" fmla="*/ 7155 w 10000"/>
                      <a:gd name="connsiteY60" fmla="*/ 742 h 10000"/>
                      <a:gd name="connsiteX61" fmla="*/ 7634 w 10000"/>
                      <a:gd name="connsiteY61" fmla="*/ 613 h 10000"/>
                      <a:gd name="connsiteX62" fmla="*/ 8197 w 10000"/>
                      <a:gd name="connsiteY62" fmla="*/ 452 h 10000"/>
                      <a:gd name="connsiteX63" fmla="*/ 8733 w 10000"/>
                      <a:gd name="connsiteY63" fmla="*/ 323 h 10000"/>
                      <a:gd name="connsiteX64" fmla="*/ 9211 w 10000"/>
                      <a:gd name="connsiteY64" fmla="*/ 194 h 10000"/>
                      <a:gd name="connsiteX65" fmla="*/ 9606 w 10000"/>
                      <a:gd name="connsiteY65" fmla="*/ 65 h 10000"/>
                      <a:gd name="connsiteX66" fmla="*/ 9888 w 10000"/>
                      <a:gd name="connsiteY66" fmla="*/ 0 h 10000"/>
                      <a:gd name="connsiteX67" fmla="*/ 9972 w 10000"/>
                      <a:gd name="connsiteY67" fmla="*/ 0 h 10000"/>
                      <a:gd name="connsiteX0" fmla="*/ 9972 w 10000"/>
                      <a:gd name="connsiteY0" fmla="*/ 0 h 10000"/>
                      <a:gd name="connsiteX1" fmla="*/ 10000 w 10000"/>
                      <a:gd name="connsiteY1" fmla="*/ 0 h 10000"/>
                      <a:gd name="connsiteX2" fmla="*/ 10000 w 10000"/>
                      <a:gd name="connsiteY2" fmla="*/ 32 h 10000"/>
                      <a:gd name="connsiteX3" fmla="*/ 10000 w 10000"/>
                      <a:gd name="connsiteY3" fmla="*/ 129 h 10000"/>
                      <a:gd name="connsiteX4" fmla="*/ 10000 w 10000"/>
                      <a:gd name="connsiteY4" fmla="*/ 452 h 10000"/>
                      <a:gd name="connsiteX5" fmla="*/ 10000 w 10000"/>
                      <a:gd name="connsiteY5" fmla="*/ 968 h 10000"/>
                      <a:gd name="connsiteX6" fmla="*/ 10000 w 10000"/>
                      <a:gd name="connsiteY6" fmla="*/ 1548 h 10000"/>
                      <a:gd name="connsiteX7" fmla="*/ 9972 w 10000"/>
                      <a:gd name="connsiteY7" fmla="*/ 2194 h 10000"/>
                      <a:gd name="connsiteX8" fmla="*/ 9972 w 10000"/>
                      <a:gd name="connsiteY8" fmla="*/ 2871 h 10000"/>
                      <a:gd name="connsiteX9" fmla="*/ 9972 w 10000"/>
                      <a:gd name="connsiteY9" fmla="*/ 3484 h 10000"/>
                      <a:gd name="connsiteX10" fmla="*/ 9972 w 10000"/>
                      <a:gd name="connsiteY10" fmla="*/ 4000 h 10000"/>
                      <a:gd name="connsiteX11" fmla="*/ 9972 w 10000"/>
                      <a:gd name="connsiteY11" fmla="*/ 4032 h 10000"/>
                      <a:gd name="connsiteX12" fmla="*/ 9972 w 10000"/>
                      <a:gd name="connsiteY12" fmla="*/ 4161 h 10000"/>
                      <a:gd name="connsiteX13" fmla="*/ 9972 w 10000"/>
                      <a:gd name="connsiteY13" fmla="*/ 4258 h 10000"/>
                      <a:gd name="connsiteX14" fmla="*/ 9915 w 10000"/>
                      <a:gd name="connsiteY14" fmla="*/ 4290 h 10000"/>
                      <a:gd name="connsiteX15" fmla="*/ 9915 w 10000"/>
                      <a:gd name="connsiteY15" fmla="*/ 4290 h 10000"/>
                      <a:gd name="connsiteX16" fmla="*/ 9888 w 10000"/>
                      <a:gd name="connsiteY16" fmla="*/ 4290 h 10000"/>
                      <a:gd name="connsiteX17" fmla="*/ 9859 w 10000"/>
                      <a:gd name="connsiteY17" fmla="*/ 4290 h 10000"/>
                      <a:gd name="connsiteX18" fmla="*/ 9859 w 10000"/>
                      <a:gd name="connsiteY18" fmla="*/ 4290 h 10000"/>
                      <a:gd name="connsiteX19" fmla="*/ 9803 w 10000"/>
                      <a:gd name="connsiteY19" fmla="*/ 4290 h 10000"/>
                      <a:gd name="connsiteX20" fmla="*/ 9718 w 10000"/>
                      <a:gd name="connsiteY20" fmla="*/ 4161 h 10000"/>
                      <a:gd name="connsiteX21" fmla="*/ 9493 w 10000"/>
                      <a:gd name="connsiteY21" fmla="*/ 3968 h 10000"/>
                      <a:gd name="connsiteX22" fmla="*/ 9211 w 10000"/>
                      <a:gd name="connsiteY22" fmla="*/ 3742 h 10000"/>
                      <a:gd name="connsiteX23" fmla="*/ 9014 w 10000"/>
                      <a:gd name="connsiteY23" fmla="*/ 3548 h 10000"/>
                      <a:gd name="connsiteX24" fmla="*/ 8845 w 10000"/>
                      <a:gd name="connsiteY24" fmla="*/ 3355 h 10000"/>
                      <a:gd name="connsiteX25" fmla="*/ 8789 w 10000"/>
                      <a:gd name="connsiteY25" fmla="*/ 3323 h 10000"/>
                      <a:gd name="connsiteX26" fmla="*/ 8085 w 10000"/>
                      <a:gd name="connsiteY26" fmla="*/ 4548 h 10000"/>
                      <a:gd name="connsiteX27" fmla="*/ 7296 w 10000"/>
                      <a:gd name="connsiteY27" fmla="*/ 5613 h 10000"/>
                      <a:gd name="connsiteX28" fmla="*/ 6451 w 10000"/>
                      <a:gd name="connsiteY28" fmla="*/ 6484 h 10000"/>
                      <a:gd name="connsiteX29" fmla="*/ 5550 w 10000"/>
                      <a:gd name="connsiteY29" fmla="*/ 7290 h 10000"/>
                      <a:gd name="connsiteX30" fmla="*/ 4649 w 10000"/>
                      <a:gd name="connsiteY30" fmla="*/ 7968 h 10000"/>
                      <a:gd name="connsiteX31" fmla="*/ 3718 w 10000"/>
                      <a:gd name="connsiteY31" fmla="*/ 8516 h 10000"/>
                      <a:gd name="connsiteX32" fmla="*/ 2874 w 10000"/>
                      <a:gd name="connsiteY32" fmla="*/ 8968 h 10000"/>
                      <a:gd name="connsiteX33" fmla="*/ 2085 w 10000"/>
                      <a:gd name="connsiteY33" fmla="*/ 9323 h 10000"/>
                      <a:gd name="connsiteX34" fmla="*/ 1380 w 10000"/>
                      <a:gd name="connsiteY34" fmla="*/ 9613 h 10000"/>
                      <a:gd name="connsiteX35" fmla="*/ 733 w 10000"/>
                      <a:gd name="connsiteY35" fmla="*/ 9774 h 10000"/>
                      <a:gd name="connsiteX36" fmla="*/ 310 w 10000"/>
                      <a:gd name="connsiteY36" fmla="*/ 9903 h 10000"/>
                      <a:gd name="connsiteX37" fmla="*/ 0 w 10000"/>
                      <a:gd name="connsiteY37" fmla="*/ 10000 h 10000"/>
                      <a:gd name="connsiteX38" fmla="*/ 5718 w 10000"/>
                      <a:gd name="connsiteY38" fmla="*/ 5387 h 10000"/>
                      <a:gd name="connsiteX39" fmla="*/ 6225 w 10000"/>
                      <a:gd name="connsiteY39" fmla="*/ 4645 h 10000"/>
                      <a:gd name="connsiteX40" fmla="*/ 6648 w 10000"/>
                      <a:gd name="connsiteY40" fmla="*/ 3968 h 10000"/>
                      <a:gd name="connsiteX41" fmla="*/ 6930 w 10000"/>
                      <a:gd name="connsiteY41" fmla="*/ 3323 h 10000"/>
                      <a:gd name="connsiteX42" fmla="*/ 7155 w 10000"/>
                      <a:gd name="connsiteY42" fmla="*/ 2806 h 10000"/>
                      <a:gd name="connsiteX43" fmla="*/ 7296 w 10000"/>
                      <a:gd name="connsiteY43" fmla="*/ 2387 h 10000"/>
                      <a:gd name="connsiteX44" fmla="*/ 7380 w 10000"/>
                      <a:gd name="connsiteY44" fmla="*/ 2129 h 10000"/>
                      <a:gd name="connsiteX45" fmla="*/ 7380 w 10000"/>
                      <a:gd name="connsiteY45" fmla="*/ 2065 h 10000"/>
                      <a:gd name="connsiteX46" fmla="*/ 7380 w 10000"/>
                      <a:gd name="connsiteY46" fmla="*/ 2065 h 10000"/>
                      <a:gd name="connsiteX47" fmla="*/ 7380 w 10000"/>
                      <a:gd name="connsiteY47" fmla="*/ 2065 h 10000"/>
                      <a:gd name="connsiteX48" fmla="*/ 6422 w 10000"/>
                      <a:gd name="connsiteY48" fmla="*/ 1161 h 10000"/>
                      <a:gd name="connsiteX49" fmla="*/ 6338 w 10000"/>
                      <a:gd name="connsiteY49" fmla="*/ 1097 h 10000"/>
                      <a:gd name="connsiteX50" fmla="*/ 6310 w 10000"/>
                      <a:gd name="connsiteY50" fmla="*/ 1032 h 10000"/>
                      <a:gd name="connsiteX51" fmla="*/ 6310 w 10000"/>
                      <a:gd name="connsiteY51" fmla="*/ 1000 h 10000"/>
                      <a:gd name="connsiteX52" fmla="*/ 6338 w 10000"/>
                      <a:gd name="connsiteY52" fmla="*/ 968 h 10000"/>
                      <a:gd name="connsiteX53" fmla="*/ 6395 w 10000"/>
                      <a:gd name="connsiteY53" fmla="*/ 968 h 10000"/>
                      <a:gd name="connsiteX54" fmla="*/ 6422 w 10000"/>
                      <a:gd name="connsiteY54" fmla="*/ 903 h 10000"/>
                      <a:gd name="connsiteX55" fmla="*/ 6451 w 10000"/>
                      <a:gd name="connsiteY55" fmla="*/ 903 h 10000"/>
                      <a:gd name="connsiteX56" fmla="*/ 6536 w 10000"/>
                      <a:gd name="connsiteY56" fmla="*/ 903 h 10000"/>
                      <a:gd name="connsiteX57" fmla="*/ 6648 w 10000"/>
                      <a:gd name="connsiteY57" fmla="*/ 871 h 10000"/>
                      <a:gd name="connsiteX58" fmla="*/ 6704 w 10000"/>
                      <a:gd name="connsiteY58" fmla="*/ 871 h 10000"/>
                      <a:gd name="connsiteX59" fmla="*/ 7155 w 10000"/>
                      <a:gd name="connsiteY59" fmla="*/ 742 h 10000"/>
                      <a:gd name="connsiteX60" fmla="*/ 7634 w 10000"/>
                      <a:gd name="connsiteY60" fmla="*/ 613 h 10000"/>
                      <a:gd name="connsiteX61" fmla="*/ 8197 w 10000"/>
                      <a:gd name="connsiteY61" fmla="*/ 452 h 10000"/>
                      <a:gd name="connsiteX62" fmla="*/ 8733 w 10000"/>
                      <a:gd name="connsiteY62" fmla="*/ 323 h 10000"/>
                      <a:gd name="connsiteX63" fmla="*/ 9211 w 10000"/>
                      <a:gd name="connsiteY63" fmla="*/ 194 h 10000"/>
                      <a:gd name="connsiteX64" fmla="*/ 9606 w 10000"/>
                      <a:gd name="connsiteY64" fmla="*/ 65 h 10000"/>
                      <a:gd name="connsiteX65" fmla="*/ 9888 w 10000"/>
                      <a:gd name="connsiteY65" fmla="*/ 0 h 10000"/>
                      <a:gd name="connsiteX66" fmla="*/ 9972 w 10000"/>
                      <a:gd name="connsiteY66" fmla="*/ 0 h 10000"/>
                      <a:gd name="connsiteX0" fmla="*/ 9972 w 10000"/>
                      <a:gd name="connsiteY0" fmla="*/ 0 h 10000"/>
                      <a:gd name="connsiteX1" fmla="*/ 10000 w 10000"/>
                      <a:gd name="connsiteY1" fmla="*/ 0 h 10000"/>
                      <a:gd name="connsiteX2" fmla="*/ 10000 w 10000"/>
                      <a:gd name="connsiteY2" fmla="*/ 32 h 10000"/>
                      <a:gd name="connsiteX3" fmla="*/ 10000 w 10000"/>
                      <a:gd name="connsiteY3" fmla="*/ 129 h 10000"/>
                      <a:gd name="connsiteX4" fmla="*/ 10000 w 10000"/>
                      <a:gd name="connsiteY4" fmla="*/ 452 h 10000"/>
                      <a:gd name="connsiteX5" fmla="*/ 10000 w 10000"/>
                      <a:gd name="connsiteY5" fmla="*/ 968 h 10000"/>
                      <a:gd name="connsiteX6" fmla="*/ 10000 w 10000"/>
                      <a:gd name="connsiteY6" fmla="*/ 1548 h 10000"/>
                      <a:gd name="connsiteX7" fmla="*/ 9972 w 10000"/>
                      <a:gd name="connsiteY7" fmla="*/ 2194 h 10000"/>
                      <a:gd name="connsiteX8" fmla="*/ 9972 w 10000"/>
                      <a:gd name="connsiteY8" fmla="*/ 2871 h 10000"/>
                      <a:gd name="connsiteX9" fmla="*/ 9972 w 10000"/>
                      <a:gd name="connsiteY9" fmla="*/ 3484 h 10000"/>
                      <a:gd name="connsiteX10" fmla="*/ 9972 w 10000"/>
                      <a:gd name="connsiteY10" fmla="*/ 4000 h 10000"/>
                      <a:gd name="connsiteX11" fmla="*/ 9972 w 10000"/>
                      <a:gd name="connsiteY11" fmla="*/ 4032 h 10000"/>
                      <a:gd name="connsiteX12" fmla="*/ 9972 w 10000"/>
                      <a:gd name="connsiteY12" fmla="*/ 4161 h 10000"/>
                      <a:gd name="connsiteX13" fmla="*/ 9972 w 10000"/>
                      <a:gd name="connsiteY13" fmla="*/ 4258 h 10000"/>
                      <a:gd name="connsiteX14" fmla="*/ 9915 w 10000"/>
                      <a:gd name="connsiteY14" fmla="*/ 4290 h 10000"/>
                      <a:gd name="connsiteX15" fmla="*/ 9915 w 10000"/>
                      <a:gd name="connsiteY15" fmla="*/ 4290 h 10000"/>
                      <a:gd name="connsiteX16" fmla="*/ 9888 w 10000"/>
                      <a:gd name="connsiteY16" fmla="*/ 4290 h 10000"/>
                      <a:gd name="connsiteX17" fmla="*/ 9859 w 10000"/>
                      <a:gd name="connsiteY17" fmla="*/ 4290 h 10000"/>
                      <a:gd name="connsiteX18" fmla="*/ 9859 w 10000"/>
                      <a:gd name="connsiteY18" fmla="*/ 4290 h 10000"/>
                      <a:gd name="connsiteX19" fmla="*/ 9803 w 10000"/>
                      <a:gd name="connsiteY19" fmla="*/ 4290 h 10000"/>
                      <a:gd name="connsiteX20" fmla="*/ 9718 w 10000"/>
                      <a:gd name="connsiteY20" fmla="*/ 4161 h 10000"/>
                      <a:gd name="connsiteX21" fmla="*/ 9493 w 10000"/>
                      <a:gd name="connsiteY21" fmla="*/ 3968 h 10000"/>
                      <a:gd name="connsiteX22" fmla="*/ 9211 w 10000"/>
                      <a:gd name="connsiteY22" fmla="*/ 3742 h 10000"/>
                      <a:gd name="connsiteX23" fmla="*/ 9014 w 10000"/>
                      <a:gd name="connsiteY23" fmla="*/ 3548 h 10000"/>
                      <a:gd name="connsiteX24" fmla="*/ 8845 w 10000"/>
                      <a:gd name="connsiteY24" fmla="*/ 3355 h 10000"/>
                      <a:gd name="connsiteX25" fmla="*/ 8789 w 10000"/>
                      <a:gd name="connsiteY25" fmla="*/ 3323 h 10000"/>
                      <a:gd name="connsiteX26" fmla="*/ 8085 w 10000"/>
                      <a:gd name="connsiteY26" fmla="*/ 4548 h 10000"/>
                      <a:gd name="connsiteX27" fmla="*/ 7296 w 10000"/>
                      <a:gd name="connsiteY27" fmla="*/ 5613 h 10000"/>
                      <a:gd name="connsiteX28" fmla="*/ 6451 w 10000"/>
                      <a:gd name="connsiteY28" fmla="*/ 6484 h 10000"/>
                      <a:gd name="connsiteX29" fmla="*/ 5550 w 10000"/>
                      <a:gd name="connsiteY29" fmla="*/ 7290 h 10000"/>
                      <a:gd name="connsiteX30" fmla="*/ 4649 w 10000"/>
                      <a:gd name="connsiteY30" fmla="*/ 7968 h 10000"/>
                      <a:gd name="connsiteX31" fmla="*/ 3718 w 10000"/>
                      <a:gd name="connsiteY31" fmla="*/ 8516 h 10000"/>
                      <a:gd name="connsiteX32" fmla="*/ 2874 w 10000"/>
                      <a:gd name="connsiteY32" fmla="*/ 8968 h 10000"/>
                      <a:gd name="connsiteX33" fmla="*/ 2085 w 10000"/>
                      <a:gd name="connsiteY33" fmla="*/ 9323 h 10000"/>
                      <a:gd name="connsiteX34" fmla="*/ 1380 w 10000"/>
                      <a:gd name="connsiteY34" fmla="*/ 9613 h 10000"/>
                      <a:gd name="connsiteX35" fmla="*/ 733 w 10000"/>
                      <a:gd name="connsiteY35" fmla="*/ 9774 h 10000"/>
                      <a:gd name="connsiteX36" fmla="*/ 310 w 10000"/>
                      <a:gd name="connsiteY36" fmla="*/ 9903 h 10000"/>
                      <a:gd name="connsiteX37" fmla="*/ 0 w 10000"/>
                      <a:gd name="connsiteY37" fmla="*/ 10000 h 10000"/>
                      <a:gd name="connsiteX38" fmla="*/ 5718 w 10000"/>
                      <a:gd name="connsiteY38" fmla="*/ 5387 h 10000"/>
                      <a:gd name="connsiteX39" fmla="*/ 6225 w 10000"/>
                      <a:gd name="connsiteY39" fmla="*/ 4645 h 10000"/>
                      <a:gd name="connsiteX40" fmla="*/ 6648 w 10000"/>
                      <a:gd name="connsiteY40" fmla="*/ 3968 h 10000"/>
                      <a:gd name="connsiteX41" fmla="*/ 6930 w 10000"/>
                      <a:gd name="connsiteY41" fmla="*/ 3323 h 10000"/>
                      <a:gd name="connsiteX42" fmla="*/ 7155 w 10000"/>
                      <a:gd name="connsiteY42" fmla="*/ 2806 h 10000"/>
                      <a:gd name="connsiteX43" fmla="*/ 7296 w 10000"/>
                      <a:gd name="connsiteY43" fmla="*/ 2387 h 10000"/>
                      <a:gd name="connsiteX44" fmla="*/ 7380 w 10000"/>
                      <a:gd name="connsiteY44" fmla="*/ 2129 h 10000"/>
                      <a:gd name="connsiteX45" fmla="*/ 7380 w 10000"/>
                      <a:gd name="connsiteY45" fmla="*/ 2065 h 10000"/>
                      <a:gd name="connsiteX46" fmla="*/ 7380 w 10000"/>
                      <a:gd name="connsiteY46" fmla="*/ 2065 h 10000"/>
                      <a:gd name="connsiteX47" fmla="*/ 7380 w 10000"/>
                      <a:gd name="connsiteY47" fmla="*/ 2065 h 10000"/>
                      <a:gd name="connsiteX48" fmla="*/ 6422 w 10000"/>
                      <a:gd name="connsiteY48" fmla="*/ 1161 h 10000"/>
                      <a:gd name="connsiteX49" fmla="*/ 6338 w 10000"/>
                      <a:gd name="connsiteY49" fmla="*/ 1097 h 10000"/>
                      <a:gd name="connsiteX50" fmla="*/ 6310 w 10000"/>
                      <a:gd name="connsiteY50" fmla="*/ 1032 h 10000"/>
                      <a:gd name="connsiteX51" fmla="*/ 6310 w 10000"/>
                      <a:gd name="connsiteY51" fmla="*/ 1000 h 10000"/>
                      <a:gd name="connsiteX52" fmla="*/ 6338 w 10000"/>
                      <a:gd name="connsiteY52" fmla="*/ 968 h 10000"/>
                      <a:gd name="connsiteX53" fmla="*/ 6395 w 10000"/>
                      <a:gd name="connsiteY53" fmla="*/ 968 h 10000"/>
                      <a:gd name="connsiteX54" fmla="*/ 6422 w 10000"/>
                      <a:gd name="connsiteY54" fmla="*/ 903 h 10000"/>
                      <a:gd name="connsiteX55" fmla="*/ 6451 w 10000"/>
                      <a:gd name="connsiteY55" fmla="*/ 903 h 10000"/>
                      <a:gd name="connsiteX56" fmla="*/ 6536 w 10000"/>
                      <a:gd name="connsiteY56" fmla="*/ 903 h 10000"/>
                      <a:gd name="connsiteX57" fmla="*/ 6648 w 10000"/>
                      <a:gd name="connsiteY57" fmla="*/ 871 h 10000"/>
                      <a:gd name="connsiteX58" fmla="*/ 6704 w 10000"/>
                      <a:gd name="connsiteY58" fmla="*/ 871 h 10000"/>
                      <a:gd name="connsiteX59" fmla="*/ 7155 w 10000"/>
                      <a:gd name="connsiteY59" fmla="*/ 742 h 10000"/>
                      <a:gd name="connsiteX60" fmla="*/ 7634 w 10000"/>
                      <a:gd name="connsiteY60" fmla="*/ 613 h 10000"/>
                      <a:gd name="connsiteX61" fmla="*/ 8197 w 10000"/>
                      <a:gd name="connsiteY61" fmla="*/ 452 h 10000"/>
                      <a:gd name="connsiteX62" fmla="*/ 8733 w 10000"/>
                      <a:gd name="connsiteY62" fmla="*/ 323 h 10000"/>
                      <a:gd name="connsiteX63" fmla="*/ 9211 w 10000"/>
                      <a:gd name="connsiteY63" fmla="*/ 194 h 10000"/>
                      <a:gd name="connsiteX64" fmla="*/ 9606 w 10000"/>
                      <a:gd name="connsiteY64" fmla="*/ 65 h 10000"/>
                      <a:gd name="connsiteX65" fmla="*/ 9888 w 10000"/>
                      <a:gd name="connsiteY65" fmla="*/ 0 h 10000"/>
                      <a:gd name="connsiteX66" fmla="*/ 9972 w 10000"/>
                      <a:gd name="connsiteY66" fmla="*/ 0 h 10000"/>
                      <a:gd name="connsiteX0" fmla="*/ 9972 w 10000"/>
                      <a:gd name="connsiteY0" fmla="*/ 0 h 10000"/>
                      <a:gd name="connsiteX1" fmla="*/ 10000 w 10000"/>
                      <a:gd name="connsiteY1" fmla="*/ 0 h 10000"/>
                      <a:gd name="connsiteX2" fmla="*/ 10000 w 10000"/>
                      <a:gd name="connsiteY2" fmla="*/ 32 h 10000"/>
                      <a:gd name="connsiteX3" fmla="*/ 10000 w 10000"/>
                      <a:gd name="connsiteY3" fmla="*/ 129 h 10000"/>
                      <a:gd name="connsiteX4" fmla="*/ 10000 w 10000"/>
                      <a:gd name="connsiteY4" fmla="*/ 452 h 10000"/>
                      <a:gd name="connsiteX5" fmla="*/ 10000 w 10000"/>
                      <a:gd name="connsiteY5" fmla="*/ 968 h 10000"/>
                      <a:gd name="connsiteX6" fmla="*/ 10000 w 10000"/>
                      <a:gd name="connsiteY6" fmla="*/ 1548 h 10000"/>
                      <a:gd name="connsiteX7" fmla="*/ 9972 w 10000"/>
                      <a:gd name="connsiteY7" fmla="*/ 2194 h 10000"/>
                      <a:gd name="connsiteX8" fmla="*/ 9972 w 10000"/>
                      <a:gd name="connsiteY8" fmla="*/ 2871 h 10000"/>
                      <a:gd name="connsiteX9" fmla="*/ 9972 w 10000"/>
                      <a:gd name="connsiteY9" fmla="*/ 3484 h 10000"/>
                      <a:gd name="connsiteX10" fmla="*/ 9972 w 10000"/>
                      <a:gd name="connsiteY10" fmla="*/ 4000 h 10000"/>
                      <a:gd name="connsiteX11" fmla="*/ 9972 w 10000"/>
                      <a:gd name="connsiteY11" fmla="*/ 4032 h 10000"/>
                      <a:gd name="connsiteX12" fmla="*/ 9972 w 10000"/>
                      <a:gd name="connsiteY12" fmla="*/ 4161 h 10000"/>
                      <a:gd name="connsiteX13" fmla="*/ 9972 w 10000"/>
                      <a:gd name="connsiteY13" fmla="*/ 4258 h 10000"/>
                      <a:gd name="connsiteX14" fmla="*/ 9915 w 10000"/>
                      <a:gd name="connsiteY14" fmla="*/ 4290 h 10000"/>
                      <a:gd name="connsiteX15" fmla="*/ 9915 w 10000"/>
                      <a:gd name="connsiteY15" fmla="*/ 4290 h 10000"/>
                      <a:gd name="connsiteX16" fmla="*/ 9888 w 10000"/>
                      <a:gd name="connsiteY16" fmla="*/ 4290 h 10000"/>
                      <a:gd name="connsiteX17" fmla="*/ 9859 w 10000"/>
                      <a:gd name="connsiteY17" fmla="*/ 4290 h 10000"/>
                      <a:gd name="connsiteX18" fmla="*/ 9859 w 10000"/>
                      <a:gd name="connsiteY18" fmla="*/ 4290 h 10000"/>
                      <a:gd name="connsiteX19" fmla="*/ 9803 w 10000"/>
                      <a:gd name="connsiteY19" fmla="*/ 4290 h 10000"/>
                      <a:gd name="connsiteX20" fmla="*/ 9718 w 10000"/>
                      <a:gd name="connsiteY20" fmla="*/ 4161 h 10000"/>
                      <a:gd name="connsiteX21" fmla="*/ 9493 w 10000"/>
                      <a:gd name="connsiteY21" fmla="*/ 3968 h 10000"/>
                      <a:gd name="connsiteX22" fmla="*/ 9211 w 10000"/>
                      <a:gd name="connsiteY22" fmla="*/ 3742 h 10000"/>
                      <a:gd name="connsiteX23" fmla="*/ 9014 w 10000"/>
                      <a:gd name="connsiteY23" fmla="*/ 3548 h 10000"/>
                      <a:gd name="connsiteX24" fmla="*/ 8845 w 10000"/>
                      <a:gd name="connsiteY24" fmla="*/ 3355 h 10000"/>
                      <a:gd name="connsiteX25" fmla="*/ 8789 w 10000"/>
                      <a:gd name="connsiteY25" fmla="*/ 3323 h 10000"/>
                      <a:gd name="connsiteX26" fmla="*/ 8085 w 10000"/>
                      <a:gd name="connsiteY26" fmla="*/ 4548 h 10000"/>
                      <a:gd name="connsiteX27" fmla="*/ 7296 w 10000"/>
                      <a:gd name="connsiteY27" fmla="*/ 5613 h 10000"/>
                      <a:gd name="connsiteX28" fmla="*/ 6451 w 10000"/>
                      <a:gd name="connsiteY28" fmla="*/ 6484 h 10000"/>
                      <a:gd name="connsiteX29" fmla="*/ 5550 w 10000"/>
                      <a:gd name="connsiteY29" fmla="*/ 7290 h 10000"/>
                      <a:gd name="connsiteX30" fmla="*/ 4649 w 10000"/>
                      <a:gd name="connsiteY30" fmla="*/ 7968 h 10000"/>
                      <a:gd name="connsiteX31" fmla="*/ 3718 w 10000"/>
                      <a:gd name="connsiteY31" fmla="*/ 8516 h 10000"/>
                      <a:gd name="connsiteX32" fmla="*/ 2874 w 10000"/>
                      <a:gd name="connsiteY32" fmla="*/ 8968 h 10000"/>
                      <a:gd name="connsiteX33" fmla="*/ 2085 w 10000"/>
                      <a:gd name="connsiteY33" fmla="*/ 9323 h 10000"/>
                      <a:gd name="connsiteX34" fmla="*/ 1380 w 10000"/>
                      <a:gd name="connsiteY34" fmla="*/ 9613 h 10000"/>
                      <a:gd name="connsiteX35" fmla="*/ 733 w 10000"/>
                      <a:gd name="connsiteY35" fmla="*/ 9774 h 10000"/>
                      <a:gd name="connsiteX36" fmla="*/ 310 w 10000"/>
                      <a:gd name="connsiteY36" fmla="*/ 9903 h 10000"/>
                      <a:gd name="connsiteX37" fmla="*/ 0 w 10000"/>
                      <a:gd name="connsiteY37" fmla="*/ 10000 h 10000"/>
                      <a:gd name="connsiteX38" fmla="*/ 5718 w 10000"/>
                      <a:gd name="connsiteY38" fmla="*/ 5387 h 10000"/>
                      <a:gd name="connsiteX39" fmla="*/ 6225 w 10000"/>
                      <a:gd name="connsiteY39" fmla="*/ 4645 h 10000"/>
                      <a:gd name="connsiteX40" fmla="*/ 6648 w 10000"/>
                      <a:gd name="connsiteY40" fmla="*/ 3968 h 10000"/>
                      <a:gd name="connsiteX41" fmla="*/ 6930 w 10000"/>
                      <a:gd name="connsiteY41" fmla="*/ 3323 h 10000"/>
                      <a:gd name="connsiteX42" fmla="*/ 7155 w 10000"/>
                      <a:gd name="connsiteY42" fmla="*/ 2806 h 10000"/>
                      <a:gd name="connsiteX43" fmla="*/ 7296 w 10000"/>
                      <a:gd name="connsiteY43" fmla="*/ 2387 h 10000"/>
                      <a:gd name="connsiteX44" fmla="*/ 7380 w 10000"/>
                      <a:gd name="connsiteY44" fmla="*/ 2129 h 10000"/>
                      <a:gd name="connsiteX45" fmla="*/ 7380 w 10000"/>
                      <a:gd name="connsiteY45" fmla="*/ 2065 h 10000"/>
                      <a:gd name="connsiteX46" fmla="*/ 7380 w 10000"/>
                      <a:gd name="connsiteY46" fmla="*/ 2065 h 10000"/>
                      <a:gd name="connsiteX47" fmla="*/ 7380 w 10000"/>
                      <a:gd name="connsiteY47" fmla="*/ 2065 h 10000"/>
                      <a:gd name="connsiteX48" fmla="*/ 6422 w 10000"/>
                      <a:gd name="connsiteY48" fmla="*/ 1161 h 10000"/>
                      <a:gd name="connsiteX49" fmla="*/ 6338 w 10000"/>
                      <a:gd name="connsiteY49" fmla="*/ 1097 h 10000"/>
                      <a:gd name="connsiteX50" fmla="*/ 6310 w 10000"/>
                      <a:gd name="connsiteY50" fmla="*/ 1032 h 10000"/>
                      <a:gd name="connsiteX51" fmla="*/ 6310 w 10000"/>
                      <a:gd name="connsiteY51" fmla="*/ 1000 h 10000"/>
                      <a:gd name="connsiteX52" fmla="*/ 6338 w 10000"/>
                      <a:gd name="connsiteY52" fmla="*/ 968 h 10000"/>
                      <a:gd name="connsiteX53" fmla="*/ 6395 w 10000"/>
                      <a:gd name="connsiteY53" fmla="*/ 968 h 10000"/>
                      <a:gd name="connsiteX54" fmla="*/ 6422 w 10000"/>
                      <a:gd name="connsiteY54" fmla="*/ 903 h 10000"/>
                      <a:gd name="connsiteX55" fmla="*/ 6451 w 10000"/>
                      <a:gd name="connsiteY55" fmla="*/ 903 h 10000"/>
                      <a:gd name="connsiteX56" fmla="*/ 6536 w 10000"/>
                      <a:gd name="connsiteY56" fmla="*/ 903 h 10000"/>
                      <a:gd name="connsiteX57" fmla="*/ 6648 w 10000"/>
                      <a:gd name="connsiteY57" fmla="*/ 871 h 10000"/>
                      <a:gd name="connsiteX58" fmla="*/ 6704 w 10000"/>
                      <a:gd name="connsiteY58" fmla="*/ 871 h 10000"/>
                      <a:gd name="connsiteX59" fmla="*/ 7155 w 10000"/>
                      <a:gd name="connsiteY59" fmla="*/ 742 h 10000"/>
                      <a:gd name="connsiteX60" fmla="*/ 7634 w 10000"/>
                      <a:gd name="connsiteY60" fmla="*/ 613 h 10000"/>
                      <a:gd name="connsiteX61" fmla="*/ 8197 w 10000"/>
                      <a:gd name="connsiteY61" fmla="*/ 452 h 10000"/>
                      <a:gd name="connsiteX62" fmla="*/ 8733 w 10000"/>
                      <a:gd name="connsiteY62" fmla="*/ 323 h 10000"/>
                      <a:gd name="connsiteX63" fmla="*/ 9211 w 10000"/>
                      <a:gd name="connsiteY63" fmla="*/ 194 h 10000"/>
                      <a:gd name="connsiteX64" fmla="*/ 9606 w 10000"/>
                      <a:gd name="connsiteY64" fmla="*/ 65 h 10000"/>
                      <a:gd name="connsiteX65" fmla="*/ 9888 w 10000"/>
                      <a:gd name="connsiteY65" fmla="*/ 0 h 10000"/>
                      <a:gd name="connsiteX66" fmla="*/ 9972 w 10000"/>
                      <a:gd name="connsiteY66" fmla="*/ 0 h 10000"/>
                      <a:gd name="connsiteX0" fmla="*/ 9972 w 10000"/>
                      <a:gd name="connsiteY0" fmla="*/ 0 h 10000"/>
                      <a:gd name="connsiteX1" fmla="*/ 10000 w 10000"/>
                      <a:gd name="connsiteY1" fmla="*/ 0 h 10000"/>
                      <a:gd name="connsiteX2" fmla="*/ 10000 w 10000"/>
                      <a:gd name="connsiteY2" fmla="*/ 32 h 10000"/>
                      <a:gd name="connsiteX3" fmla="*/ 10000 w 10000"/>
                      <a:gd name="connsiteY3" fmla="*/ 129 h 10000"/>
                      <a:gd name="connsiteX4" fmla="*/ 10000 w 10000"/>
                      <a:gd name="connsiteY4" fmla="*/ 452 h 10000"/>
                      <a:gd name="connsiteX5" fmla="*/ 10000 w 10000"/>
                      <a:gd name="connsiteY5" fmla="*/ 968 h 10000"/>
                      <a:gd name="connsiteX6" fmla="*/ 10000 w 10000"/>
                      <a:gd name="connsiteY6" fmla="*/ 1548 h 10000"/>
                      <a:gd name="connsiteX7" fmla="*/ 9972 w 10000"/>
                      <a:gd name="connsiteY7" fmla="*/ 2194 h 10000"/>
                      <a:gd name="connsiteX8" fmla="*/ 9972 w 10000"/>
                      <a:gd name="connsiteY8" fmla="*/ 2871 h 10000"/>
                      <a:gd name="connsiteX9" fmla="*/ 9972 w 10000"/>
                      <a:gd name="connsiteY9" fmla="*/ 3484 h 10000"/>
                      <a:gd name="connsiteX10" fmla="*/ 9972 w 10000"/>
                      <a:gd name="connsiteY10" fmla="*/ 4000 h 10000"/>
                      <a:gd name="connsiteX11" fmla="*/ 9972 w 10000"/>
                      <a:gd name="connsiteY11" fmla="*/ 4032 h 10000"/>
                      <a:gd name="connsiteX12" fmla="*/ 9972 w 10000"/>
                      <a:gd name="connsiteY12" fmla="*/ 4161 h 10000"/>
                      <a:gd name="connsiteX13" fmla="*/ 9972 w 10000"/>
                      <a:gd name="connsiteY13" fmla="*/ 4258 h 10000"/>
                      <a:gd name="connsiteX14" fmla="*/ 9915 w 10000"/>
                      <a:gd name="connsiteY14" fmla="*/ 4290 h 10000"/>
                      <a:gd name="connsiteX15" fmla="*/ 9915 w 10000"/>
                      <a:gd name="connsiteY15" fmla="*/ 4290 h 10000"/>
                      <a:gd name="connsiteX16" fmla="*/ 9888 w 10000"/>
                      <a:gd name="connsiteY16" fmla="*/ 4290 h 10000"/>
                      <a:gd name="connsiteX17" fmla="*/ 9859 w 10000"/>
                      <a:gd name="connsiteY17" fmla="*/ 4290 h 10000"/>
                      <a:gd name="connsiteX18" fmla="*/ 9859 w 10000"/>
                      <a:gd name="connsiteY18" fmla="*/ 4290 h 10000"/>
                      <a:gd name="connsiteX19" fmla="*/ 9803 w 10000"/>
                      <a:gd name="connsiteY19" fmla="*/ 4290 h 10000"/>
                      <a:gd name="connsiteX20" fmla="*/ 9718 w 10000"/>
                      <a:gd name="connsiteY20" fmla="*/ 4161 h 10000"/>
                      <a:gd name="connsiteX21" fmla="*/ 9493 w 10000"/>
                      <a:gd name="connsiteY21" fmla="*/ 3968 h 10000"/>
                      <a:gd name="connsiteX22" fmla="*/ 9211 w 10000"/>
                      <a:gd name="connsiteY22" fmla="*/ 3742 h 10000"/>
                      <a:gd name="connsiteX23" fmla="*/ 9014 w 10000"/>
                      <a:gd name="connsiteY23" fmla="*/ 3548 h 10000"/>
                      <a:gd name="connsiteX24" fmla="*/ 8845 w 10000"/>
                      <a:gd name="connsiteY24" fmla="*/ 3355 h 10000"/>
                      <a:gd name="connsiteX25" fmla="*/ 8789 w 10000"/>
                      <a:gd name="connsiteY25" fmla="*/ 3323 h 10000"/>
                      <a:gd name="connsiteX26" fmla="*/ 8085 w 10000"/>
                      <a:gd name="connsiteY26" fmla="*/ 4548 h 10000"/>
                      <a:gd name="connsiteX27" fmla="*/ 7296 w 10000"/>
                      <a:gd name="connsiteY27" fmla="*/ 5613 h 10000"/>
                      <a:gd name="connsiteX28" fmla="*/ 6451 w 10000"/>
                      <a:gd name="connsiteY28" fmla="*/ 6484 h 10000"/>
                      <a:gd name="connsiteX29" fmla="*/ 5550 w 10000"/>
                      <a:gd name="connsiteY29" fmla="*/ 7290 h 10000"/>
                      <a:gd name="connsiteX30" fmla="*/ 4649 w 10000"/>
                      <a:gd name="connsiteY30" fmla="*/ 7968 h 10000"/>
                      <a:gd name="connsiteX31" fmla="*/ 3718 w 10000"/>
                      <a:gd name="connsiteY31" fmla="*/ 8516 h 10000"/>
                      <a:gd name="connsiteX32" fmla="*/ 2874 w 10000"/>
                      <a:gd name="connsiteY32" fmla="*/ 8968 h 10000"/>
                      <a:gd name="connsiteX33" fmla="*/ 2085 w 10000"/>
                      <a:gd name="connsiteY33" fmla="*/ 9323 h 10000"/>
                      <a:gd name="connsiteX34" fmla="*/ 1380 w 10000"/>
                      <a:gd name="connsiteY34" fmla="*/ 9613 h 10000"/>
                      <a:gd name="connsiteX35" fmla="*/ 733 w 10000"/>
                      <a:gd name="connsiteY35" fmla="*/ 9774 h 10000"/>
                      <a:gd name="connsiteX36" fmla="*/ 310 w 10000"/>
                      <a:gd name="connsiteY36" fmla="*/ 9903 h 10000"/>
                      <a:gd name="connsiteX37" fmla="*/ 0 w 10000"/>
                      <a:gd name="connsiteY37" fmla="*/ 10000 h 10000"/>
                      <a:gd name="connsiteX38" fmla="*/ 5718 w 10000"/>
                      <a:gd name="connsiteY38" fmla="*/ 5387 h 10000"/>
                      <a:gd name="connsiteX39" fmla="*/ 6648 w 10000"/>
                      <a:gd name="connsiteY39" fmla="*/ 3968 h 10000"/>
                      <a:gd name="connsiteX40" fmla="*/ 6930 w 10000"/>
                      <a:gd name="connsiteY40" fmla="*/ 3323 h 10000"/>
                      <a:gd name="connsiteX41" fmla="*/ 7155 w 10000"/>
                      <a:gd name="connsiteY41" fmla="*/ 2806 h 10000"/>
                      <a:gd name="connsiteX42" fmla="*/ 7296 w 10000"/>
                      <a:gd name="connsiteY42" fmla="*/ 2387 h 10000"/>
                      <a:gd name="connsiteX43" fmla="*/ 7380 w 10000"/>
                      <a:gd name="connsiteY43" fmla="*/ 2129 h 10000"/>
                      <a:gd name="connsiteX44" fmla="*/ 7380 w 10000"/>
                      <a:gd name="connsiteY44" fmla="*/ 2065 h 10000"/>
                      <a:gd name="connsiteX45" fmla="*/ 7380 w 10000"/>
                      <a:gd name="connsiteY45" fmla="*/ 2065 h 10000"/>
                      <a:gd name="connsiteX46" fmla="*/ 7380 w 10000"/>
                      <a:gd name="connsiteY46" fmla="*/ 2065 h 10000"/>
                      <a:gd name="connsiteX47" fmla="*/ 6422 w 10000"/>
                      <a:gd name="connsiteY47" fmla="*/ 1161 h 10000"/>
                      <a:gd name="connsiteX48" fmla="*/ 6338 w 10000"/>
                      <a:gd name="connsiteY48" fmla="*/ 1097 h 10000"/>
                      <a:gd name="connsiteX49" fmla="*/ 6310 w 10000"/>
                      <a:gd name="connsiteY49" fmla="*/ 1032 h 10000"/>
                      <a:gd name="connsiteX50" fmla="*/ 6310 w 10000"/>
                      <a:gd name="connsiteY50" fmla="*/ 1000 h 10000"/>
                      <a:gd name="connsiteX51" fmla="*/ 6338 w 10000"/>
                      <a:gd name="connsiteY51" fmla="*/ 968 h 10000"/>
                      <a:gd name="connsiteX52" fmla="*/ 6395 w 10000"/>
                      <a:gd name="connsiteY52" fmla="*/ 968 h 10000"/>
                      <a:gd name="connsiteX53" fmla="*/ 6422 w 10000"/>
                      <a:gd name="connsiteY53" fmla="*/ 903 h 10000"/>
                      <a:gd name="connsiteX54" fmla="*/ 6451 w 10000"/>
                      <a:gd name="connsiteY54" fmla="*/ 903 h 10000"/>
                      <a:gd name="connsiteX55" fmla="*/ 6536 w 10000"/>
                      <a:gd name="connsiteY55" fmla="*/ 903 h 10000"/>
                      <a:gd name="connsiteX56" fmla="*/ 6648 w 10000"/>
                      <a:gd name="connsiteY56" fmla="*/ 871 h 10000"/>
                      <a:gd name="connsiteX57" fmla="*/ 6704 w 10000"/>
                      <a:gd name="connsiteY57" fmla="*/ 871 h 10000"/>
                      <a:gd name="connsiteX58" fmla="*/ 7155 w 10000"/>
                      <a:gd name="connsiteY58" fmla="*/ 742 h 10000"/>
                      <a:gd name="connsiteX59" fmla="*/ 7634 w 10000"/>
                      <a:gd name="connsiteY59" fmla="*/ 613 h 10000"/>
                      <a:gd name="connsiteX60" fmla="*/ 8197 w 10000"/>
                      <a:gd name="connsiteY60" fmla="*/ 452 h 10000"/>
                      <a:gd name="connsiteX61" fmla="*/ 8733 w 10000"/>
                      <a:gd name="connsiteY61" fmla="*/ 323 h 10000"/>
                      <a:gd name="connsiteX62" fmla="*/ 9211 w 10000"/>
                      <a:gd name="connsiteY62" fmla="*/ 194 h 10000"/>
                      <a:gd name="connsiteX63" fmla="*/ 9606 w 10000"/>
                      <a:gd name="connsiteY63" fmla="*/ 65 h 10000"/>
                      <a:gd name="connsiteX64" fmla="*/ 9888 w 10000"/>
                      <a:gd name="connsiteY64" fmla="*/ 0 h 10000"/>
                      <a:gd name="connsiteX65" fmla="*/ 9972 w 10000"/>
                      <a:gd name="connsiteY65" fmla="*/ 0 h 10000"/>
                      <a:gd name="connsiteX0" fmla="*/ 9972 w 10000"/>
                      <a:gd name="connsiteY0" fmla="*/ 0 h 10000"/>
                      <a:gd name="connsiteX1" fmla="*/ 10000 w 10000"/>
                      <a:gd name="connsiteY1" fmla="*/ 0 h 10000"/>
                      <a:gd name="connsiteX2" fmla="*/ 10000 w 10000"/>
                      <a:gd name="connsiteY2" fmla="*/ 32 h 10000"/>
                      <a:gd name="connsiteX3" fmla="*/ 10000 w 10000"/>
                      <a:gd name="connsiteY3" fmla="*/ 129 h 10000"/>
                      <a:gd name="connsiteX4" fmla="*/ 10000 w 10000"/>
                      <a:gd name="connsiteY4" fmla="*/ 452 h 10000"/>
                      <a:gd name="connsiteX5" fmla="*/ 10000 w 10000"/>
                      <a:gd name="connsiteY5" fmla="*/ 968 h 10000"/>
                      <a:gd name="connsiteX6" fmla="*/ 10000 w 10000"/>
                      <a:gd name="connsiteY6" fmla="*/ 1548 h 10000"/>
                      <a:gd name="connsiteX7" fmla="*/ 9972 w 10000"/>
                      <a:gd name="connsiteY7" fmla="*/ 2194 h 10000"/>
                      <a:gd name="connsiteX8" fmla="*/ 9972 w 10000"/>
                      <a:gd name="connsiteY8" fmla="*/ 2871 h 10000"/>
                      <a:gd name="connsiteX9" fmla="*/ 9972 w 10000"/>
                      <a:gd name="connsiteY9" fmla="*/ 3484 h 10000"/>
                      <a:gd name="connsiteX10" fmla="*/ 9972 w 10000"/>
                      <a:gd name="connsiteY10" fmla="*/ 4000 h 10000"/>
                      <a:gd name="connsiteX11" fmla="*/ 9972 w 10000"/>
                      <a:gd name="connsiteY11" fmla="*/ 4032 h 10000"/>
                      <a:gd name="connsiteX12" fmla="*/ 9972 w 10000"/>
                      <a:gd name="connsiteY12" fmla="*/ 4161 h 10000"/>
                      <a:gd name="connsiteX13" fmla="*/ 9972 w 10000"/>
                      <a:gd name="connsiteY13" fmla="*/ 4258 h 10000"/>
                      <a:gd name="connsiteX14" fmla="*/ 9915 w 10000"/>
                      <a:gd name="connsiteY14" fmla="*/ 4290 h 10000"/>
                      <a:gd name="connsiteX15" fmla="*/ 9915 w 10000"/>
                      <a:gd name="connsiteY15" fmla="*/ 4290 h 10000"/>
                      <a:gd name="connsiteX16" fmla="*/ 9888 w 10000"/>
                      <a:gd name="connsiteY16" fmla="*/ 4290 h 10000"/>
                      <a:gd name="connsiteX17" fmla="*/ 9859 w 10000"/>
                      <a:gd name="connsiteY17" fmla="*/ 4290 h 10000"/>
                      <a:gd name="connsiteX18" fmla="*/ 9859 w 10000"/>
                      <a:gd name="connsiteY18" fmla="*/ 4290 h 10000"/>
                      <a:gd name="connsiteX19" fmla="*/ 9803 w 10000"/>
                      <a:gd name="connsiteY19" fmla="*/ 4290 h 10000"/>
                      <a:gd name="connsiteX20" fmla="*/ 9718 w 10000"/>
                      <a:gd name="connsiteY20" fmla="*/ 4161 h 10000"/>
                      <a:gd name="connsiteX21" fmla="*/ 9493 w 10000"/>
                      <a:gd name="connsiteY21" fmla="*/ 3968 h 10000"/>
                      <a:gd name="connsiteX22" fmla="*/ 9211 w 10000"/>
                      <a:gd name="connsiteY22" fmla="*/ 3742 h 10000"/>
                      <a:gd name="connsiteX23" fmla="*/ 9014 w 10000"/>
                      <a:gd name="connsiteY23" fmla="*/ 3548 h 10000"/>
                      <a:gd name="connsiteX24" fmla="*/ 8845 w 10000"/>
                      <a:gd name="connsiteY24" fmla="*/ 3355 h 10000"/>
                      <a:gd name="connsiteX25" fmla="*/ 8789 w 10000"/>
                      <a:gd name="connsiteY25" fmla="*/ 3323 h 10000"/>
                      <a:gd name="connsiteX26" fmla="*/ 8085 w 10000"/>
                      <a:gd name="connsiteY26" fmla="*/ 4548 h 10000"/>
                      <a:gd name="connsiteX27" fmla="*/ 7296 w 10000"/>
                      <a:gd name="connsiteY27" fmla="*/ 5613 h 10000"/>
                      <a:gd name="connsiteX28" fmla="*/ 6451 w 10000"/>
                      <a:gd name="connsiteY28" fmla="*/ 6484 h 10000"/>
                      <a:gd name="connsiteX29" fmla="*/ 5550 w 10000"/>
                      <a:gd name="connsiteY29" fmla="*/ 7290 h 10000"/>
                      <a:gd name="connsiteX30" fmla="*/ 4649 w 10000"/>
                      <a:gd name="connsiteY30" fmla="*/ 7968 h 10000"/>
                      <a:gd name="connsiteX31" fmla="*/ 3718 w 10000"/>
                      <a:gd name="connsiteY31" fmla="*/ 8516 h 10000"/>
                      <a:gd name="connsiteX32" fmla="*/ 2874 w 10000"/>
                      <a:gd name="connsiteY32" fmla="*/ 8968 h 10000"/>
                      <a:gd name="connsiteX33" fmla="*/ 2085 w 10000"/>
                      <a:gd name="connsiteY33" fmla="*/ 9323 h 10000"/>
                      <a:gd name="connsiteX34" fmla="*/ 1380 w 10000"/>
                      <a:gd name="connsiteY34" fmla="*/ 9613 h 10000"/>
                      <a:gd name="connsiteX35" fmla="*/ 733 w 10000"/>
                      <a:gd name="connsiteY35" fmla="*/ 9774 h 10000"/>
                      <a:gd name="connsiteX36" fmla="*/ 310 w 10000"/>
                      <a:gd name="connsiteY36" fmla="*/ 9903 h 10000"/>
                      <a:gd name="connsiteX37" fmla="*/ 0 w 10000"/>
                      <a:gd name="connsiteY37" fmla="*/ 10000 h 10000"/>
                      <a:gd name="connsiteX38" fmla="*/ 5718 w 10000"/>
                      <a:gd name="connsiteY38" fmla="*/ 5387 h 10000"/>
                      <a:gd name="connsiteX39" fmla="*/ 6930 w 10000"/>
                      <a:gd name="connsiteY39" fmla="*/ 3323 h 10000"/>
                      <a:gd name="connsiteX40" fmla="*/ 7155 w 10000"/>
                      <a:gd name="connsiteY40" fmla="*/ 2806 h 10000"/>
                      <a:gd name="connsiteX41" fmla="*/ 7296 w 10000"/>
                      <a:gd name="connsiteY41" fmla="*/ 2387 h 10000"/>
                      <a:gd name="connsiteX42" fmla="*/ 7380 w 10000"/>
                      <a:gd name="connsiteY42" fmla="*/ 2129 h 10000"/>
                      <a:gd name="connsiteX43" fmla="*/ 7380 w 10000"/>
                      <a:gd name="connsiteY43" fmla="*/ 2065 h 10000"/>
                      <a:gd name="connsiteX44" fmla="*/ 7380 w 10000"/>
                      <a:gd name="connsiteY44" fmla="*/ 2065 h 10000"/>
                      <a:gd name="connsiteX45" fmla="*/ 7380 w 10000"/>
                      <a:gd name="connsiteY45" fmla="*/ 2065 h 10000"/>
                      <a:gd name="connsiteX46" fmla="*/ 6422 w 10000"/>
                      <a:gd name="connsiteY46" fmla="*/ 1161 h 10000"/>
                      <a:gd name="connsiteX47" fmla="*/ 6338 w 10000"/>
                      <a:gd name="connsiteY47" fmla="*/ 1097 h 10000"/>
                      <a:gd name="connsiteX48" fmla="*/ 6310 w 10000"/>
                      <a:gd name="connsiteY48" fmla="*/ 1032 h 10000"/>
                      <a:gd name="connsiteX49" fmla="*/ 6310 w 10000"/>
                      <a:gd name="connsiteY49" fmla="*/ 1000 h 10000"/>
                      <a:gd name="connsiteX50" fmla="*/ 6338 w 10000"/>
                      <a:gd name="connsiteY50" fmla="*/ 968 h 10000"/>
                      <a:gd name="connsiteX51" fmla="*/ 6395 w 10000"/>
                      <a:gd name="connsiteY51" fmla="*/ 968 h 10000"/>
                      <a:gd name="connsiteX52" fmla="*/ 6422 w 10000"/>
                      <a:gd name="connsiteY52" fmla="*/ 903 h 10000"/>
                      <a:gd name="connsiteX53" fmla="*/ 6451 w 10000"/>
                      <a:gd name="connsiteY53" fmla="*/ 903 h 10000"/>
                      <a:gd name="connsiteX54" fmla="*/ 6536 w 10000"/>
                      <a:gd name="connsiteY54" fmla="*/ 903 h 10000"/>
                      <a:gd name="connsiteX55" fmla="*/ 6648 w 10000"/>
                      <a:gd name="connsiteY55" fmla="*/ 871 h 10000"/>
                      <a:gd name="connsiteX56" fmla="*/ 6704 w 10000"/>
                      <a:gd name="connsiteY56" fmla="*/ 871 h 10000"/>
                      <a:gd name="connsiteX57" fmla="*/ 7155 w 10000"/>
                      <a:gd name="connsiteY57" fmla="*/ 742 h 10000"/>
                      <a:gd name="connsiteX58" fmla="*/ 7634 w 10000"/>
                      <a:gd name="connsiteY58" fmla="*/ 613 h 10000"/>
                      <a:gd name="connsiteX59" fmla="*/ 8197 w 10000"/>
                      <a:gd name="connsiteY59" fmla="*/ 452 h 10000"/>
                      <a:gd name="connsiteX60" fmla="*/ 8733 w 10000"/>
                      <a:gd name="connsiteY60" fmla="*/ 323 h 10000"/>
                      <a:gd name="connsiteX61" fmla="*/ 9211 w 10000"/>
                      <a:gd name="connsiteY61" fmla="*/ 194 h 10000"/>
                      <a:gd name="connsiteX62" fmla="*/ 9606 w 10000"/>
                      <a:gd name="connsiteY62" fmla="*/ 65 h 10000"/>
                      <a:gd name="connsiteX63" fmla="*/ 9888 w 10000"/>
                      <a:gd name="connsiteY63" fmla="*/ 0 h 10000"/>
                      <a:gd name="connsiteX64" fmla="*/ 9972 w 10000"/>
                      <a:gd name="connsiteY64" fmla="*/ 0 h 10000"/>
                      <a:gd name="connsiteX0" fmla="*/ 9972 w 10000"/>
                      <a:gd name="connsiteY0" fmla="*/ 0 h 10000"/>
                      <a:gd name="connsiteX1" fmla="*/ 10000 w 10000"/>
                      <a:gd name="connsiteY1" fmla="*/ 0 h 10000"/>
                      <a:gd name="connsiteX2" fmla="*/ 10000 w 10000"/>
                      <a:gd name="connsiteY2" fmla="*/ 32 h 10000"/>
                      <a:gd name="connsiteX3" fmla="*/ 10000 w 10000"/>
                      <a:gd name="connsiteY3" fmla="*/ 129 h 10000"/>
                      <a:gd name="connsiteX4" fmla="*/ 10000 w 10000"/>
                      <a:gd name="connsiteY4" fmla="*/ 452 h 10000"/>
                      <a:gd name="connsiteX5" fmla="*/ 10000 w 10000"/>
                      <a:gd name="connsiteY5" fmla="*/ 968 h 10000"/>
                      <a:gd name="connsiteX6" fmla="*/ 10000 w 10000"/>
                      <a:gd name="connsiteY6" fmla="*/ 1548 h 10000"/>
                      <a:gd name="connsiteX7" fmla="*/ 9972 w 10000"/>
                      <a:gd name="connsiteY7" fmla="*/ 2194 h 10000"/>
                      <a:gd name="connsiteX8" fmla="*/ 9972 w 10000"/>
                      <a:gd name="connsiteY8" fmla="*/ 2871 h 10000"/>
                      <a:gd name="connsiteX9" fmla="*/ 9972 w 10000"/>
                      <a:gd name="connsiteY9" fmla="*/ 3484 h 10000"/>
                      <a:gd name="connsiteX10" fmla="*/ 9972 w 10000"/>
                      <a:gd name="connsiteY10" fmla="*/ 4000 h 10000"/>
                      <a:gd name="connsiteX11" fmla="*/ 9972 w 10000"/>
                      <a:gd name="connsiteY11" fmla="*/ 4032 h 10000"/>
                      <a:gd name="connsiteX12" fmla="*/ 9972 w 10000"/>
                      <a:gd name="connsiteY12" fmla="*/ 4161 h 10000"/>
                      <a:gd name="connsiteX13" fmla="*/ 9972 w 10000"/>
                      <a:gd name="connsiteY13" fmla="*/ 4258 h 10000"/>
                      <a:gd name="connsiteX14" fmla="*/ 9915 w 10000"/>
                      <a:gd name="connsiteY14" fmla="*/ 4290 h 10000"/>
                      <a:gd name="connsiteX15" fmla="*/ 9915 w 10000"/>
                      <a:gd name="connsiteY15" fmla="*/ 4290 h 10000"/>
                      <a:gd name="connsiteX16" fmla="*/ 9888 w 10000"/>
                      <a:gd name="connsiteY16" fmla="*/ 4290 h 10000"/>
                      <a:gd name="connsiteX17" fmla="*/ 9859 w 10000"/>
                      <a:gd name="connsiteY17" fmla="*/ 4290 h 10000"/>
                      <a:gd name="connsiteX18" fmla="*/ 9859 w 10000"/>
                      <a:gd name="connsiteY18" fmla="*/ 4290 h 10000"/>
                      <a:gd name="connsiteX19" fmla="*/ 9803 w 10000"/>
                      <a:gd name="connsiteY19" fmla="*/ 4290 h 10000"/>
                      <a:gd name="connsiteX20" fmla="*/ 9718 w 10000"/>
                      <a:gd name="connsiteY20" fmla="*/ 4161 h 10000"/>
                      <a:gd name="connsiteX21" fmla="*/ 9493 w 10000"/>
                      <a:gd name="connsiteY21" fmla="*/ 3968 h 10000"/>
                      <a:gd name="connsiteX22" fmla="*/ 9211 w 10000"/>
                      <a:gd name="connsiteY22" fmla="*/ 3742 h 10000"/>
                      <a:gd name="connsiteX23" fmla="*/ 9014 w 10000"/>
                      <a:gd name="connsiteY23" fmla="*/ 3548 h 10000"/>
                      <a:gd name="connsiteX24" fmla="*/ 8845 w 10000"/>
                      <a:gd name="connsiteY24" fmla="*/ 3355 h 10000"/>
                      <a:gd name="connsiteX25" fmla="*/ 8789 w 10000"/>
                      <a:gd name="connsiteY25" fmla="*/ 3323 h 10000"/>
                      <a:gd name="connsiteX26" fmla="*/ 8085 w 10000"/>
                      <a:gd name="connsiteY26" fmla="*/ 4548 h 10000"/>
                      <a:gd name="connsiteX27" fmla="*/ 7296 w 10000"/>
                      <a:gd name="connsiteY27" fmla="*/ 5613 h 10000"/>
                      <a:gd name="connsiteX28" fmla="*/ 6451 w 10000"/>
                      <a:gd name="connsiteY28" fmla="*/ 6484 h 10000"/>
                      <a:gd name="connsiteX29" fmla="*/ 5550 w 10000"/>
                      <a:gd name="connsiteY29" fmla="*/ 7290 h 10000"/>
                      <a:gd name="connsiteX30" fmla="*/ 4649 w 10000"/>
                      <a:gd name="connsiteY30" fmla="*/ 7968 h 10000"/>
                      <a:gd name="connsiteX31" fmla="*/ 3718 w 10000"/>
                      <a:gd name="connsiteY31" fmla="*/ 8516 h 10000"/>
                      <a:gd name="connsiteX32" fmla="*/ 2874 w 10000"/>
                      <a:gd name="connsiteY32" fmla="*/ 8968 h 10000"/>
                      <a:gd name="connsiteX33" fmla="*/ 2085 w 10000"/>
                      <a:gd name="connsiteY33" fmla="*/ 9323 h 10000"/>
                      <a:gd name="connsiteX34" fmla="*/ 1380 w 10000"/>
                      <a:gd name="connsiteY34" fmla="*/ 9613 h 10000"/>
                      <a:gd name="connsiteX35" fmla="*/ 733 w 10000"/>
                      <a:gd name="connsiteY35" fmla="*/ 9774 h 10000"/>
                      <a:gd name="connsiteX36" fmla="*/ 310 w 10000"/>
                      <a:gd name="connsiteY36" fmla="*/ 9903 h 10000"/>
                      <a:gd name="connsiteX37" fmla="*/ 0 w 10000"/>
                      <a:gd name="connsiteY37" fmla="*/ 10000 h 10000"/>
                      <a:gd name="connsiteX38" fmla="*/ 5718 w 10000"/>
                      <a:gd name="connsiteY38" fmla="*/ 5387 h 10000"/>
                      <a:gd name="connsiteX39" fmla="*/ 7155 w 10000"/>
                      <a:gd name="connsiteY39" fmla="*/ 2806 h 10000"/>
                      <a:gd name="connsiteX40" fmla="*/ 7296 w 10000"/>
                      <a:gd name="connsiteY40" fmla="*/ 2387 h 10000"/>
                      <a:gd name="connsiteX41" fmla="*/ 7380 w 10000"/>
                      <a:gd name="connsiteY41" fmla="*/ 2129 h 10000"/>
                      <a:gd name="connsiteX42" fmla="*/ 7380 w 10000"/>
                      <a:gd name="connsiteY42" fmla="*/ 2065 h 10000"/>
                      <a:gd name="connsiteX43" fmla="*/ 7380 w 10000"/>
                      <a:gd name="connsiteY43" fmla="*/ 2065 h 10000"/>
                      <a:gd name="connsiteX44" fmla="*/ 7380 w 10000"/>
                      <a:gd name="connsiteY44" fmla="*/ 2065 h 10000"/>
                      <a:gd name="connsiteX45" fmla="*/ 6422 w 10000"/>
                      <a:gd name="connsiteY45" fmla="*/ 1161 h 10000"/>
                      <a:gd name="connsiteX46" fmla="*/ 6338 w 10000"/>
                      <a:gd name="connsiteY46" fmla="*/ 1097 h 10000"/>
                      <a:gd name="connsiteX47" fmla="*/ 6310 w 10000"/>
                      <a:gd name="connsiteY47" fmla="*/ 1032 h 10000"/>
                      <a:gd name="connsiteX48" fmla="*/ 6310 w 10000"/>
                      <a:gd name="connsiteY48" fmla="*/ 1000 h 10000"/>
                      <a:gd name="connsiteX49" fmla="*/ 6338 w 10000"/>
                      <a:gd name="connsiteY49" fmla="*/ 968 h 10000"/>
                      <a:gd name="connsiteX50" fmla="*/ 6395 w 10000"/>
                      <a:gd name="connsiteY50" fmla="*/ 968 h 10000"/>
                      <a:gd name="connsiteX51" fmla="*/ 6422 w 10000"/>
                      <a:gd name="connsiteY51" fmla="*/ 903 h 10000"/>
                      <a:gd name="connsiteX52" fmla="*/ 6451 w 10000"/>
                      <a:gd name="connsiteY52" fmla="*/ 903 h 10000"/>
                      <a:gd name="connsiteX53" fmla="*/ 6536 w 10000"/>
                      <a:gd name="connsiteY53" fmla="*/ 903 h 10000"/>
                      <a:gd name="connsiteX54" fmla="*/ 6648 w 10000"/>
                      <a:gd name="connsiteY54" fmla="*/ 871 h 10000"/>
                      <a:gd name="connsiteX55" fmla="*/ 6704 w 10000"/>
                      <a:gd name="connsiteY55" fmla="*/ 871 h 10000"/>
                      <a:gd name="connsiteX56" fmla="*/ 7155 w 10000"/>
                      <a:gd name="connsiteY56" fmla="*/ 742 h 10000"/>
                      <a:gd name="connsiteX57" fmla="*/ 7634 w 10000"/>
                      <a:gd name="connsiteY57" fmla="*/ 613 h 10000"/>
                      <a:gd name="connsiteX58" fmla="*/ 8197 w 10000"/>
                      <a:gd name="connsiteY58" fmla="*/ 452 h 10000"/>
                      <a:gd name="connsiteX59" fmla="*/ 8733 w 10000"/>
                      <a:gd name="connsiteY59" fmla="*/ 323 h 10000"/>
                      <a:gd name="connsiteX60" fmla="*/ 9211 w 10000"/>
                      <a:gd name="connsiteY60" fmla="*/ 194 h 10000"/>
                      <a:gd name="connsiteX61" fmla="*/ 9606 w 10000"/>
                      <a:gd name="connsiteY61" fmla="*/ 65 h 10000"/>
                      <a:gd name="connsiteX62" fmla="*/ 9888 w 10000"/>
                      <a:gd name="connsiteY62" fmla="*/ 0 h 10000"/>
                      <a:gd name="connsiteX63" fmla="*/ 9972 w 10000"/>
                      <a:gd name="connsiteY63" fmla="*/ 0 h 10000"/>
                      <a:gd name="connsiteX0" fmla="*/ 9972 w 10000"/>
                      <a:gd name="connsiteY0" fmla="*/ 0 h 10000"/>
                      <a:gd name="connsiteX1" fmla="*/ 10000 w 10000"/>
                      <a:gd name="connsiteY1" fmla="*/ 0 h 10000"/>
                      <a:gd name="connsiteX2" fmla="*/ 10000 w 10000"/>
                      <a:gd name="connsiteY2" fmla="*/ 32 h 10000"/>
                      <a:gd name="connsiteX3" fmla="*/ 10000 w 10000"/>
                      <a:gd name="connsiteY3" fmla="*/ 129 h 10000"/>
                      <a:gd name="connsiteX4" fmla="*/ 10000 w 10000"/>
                      <a:gd name="connsiteY4" fmla="*/ 452 h 10000"/>
                      <a:gd name="connsiteX5" fmla="*/ 10000 w 10000"/>
                      <a:gd name="connsiteY5" fmla="*/ 968 h 10000"/>
                      <a:gd name="connsiteX6" fmla="*/ 10000 w 10000"/>
                      <a:gd name="connsiteY6" fmla="*/ 1548 h 10000"/>
                      <a:gd name="connsiteX7" fmla="*/ 9972 w 10000"/>
                      <a:gd name="connsiteY7" fmla="*/ 2194 h 10000"/>
                      <a:gd name="connsiteX8" fmla="*/ 9972 w 10000"/>
                      <a:gd name="connsiteY8" fmla="*/ 2871 h 10000"/>
                      <a:gd name="connsiteX9" fmla="*/ 9972 w 10000"/>
                      <a:gd name="connsiteY9" fmla="*/ 3484 h 10000"/>
                      <a:gd name="connsiteX10" fmla="*/ 9972 w 10000"/>
                      <a:gd name="connsiteY10" fmla="*/ 4000 h 10000"/>
                      <a:gd name="connsiteX11" fmla="*/ 9972 w 10000"/>
                      <a:gd name="connsiteY11" fmla="*/ 4032 h 10000"/>
                      <a:gd name="connsiteX12" fmla="*/ 9972 w 10000"/>
                      <a:gd name="connsiteY12" fmla="*/ 4161 h 10000"/>
                      <a:gd name="connsiteX13" fmla="*/ 9972 w 10000"/>
                      <a:gd name="connsiteY13" fmla="*/ 4258 h 10000"/>
                      <a:gd name="connsiteX14" fmla="*/ 9915 w 10000"/>
                      <a:gd name="connsiteY14" fmla="*/ 4290 h 10000"/>
                      <a:gd name="connsiteX15" fmla="*/ 9915 w 10000"/>
                      <a:gd name="connsiteY15" fmla="*/ 4290 h 10000"/>
                      <a:gd name="connsiteX16" fmla="*/ 9888 w 10000"/>
                      <a:gd name="connsiteY16" fmla="*/ 4290 h 10000"/>
                      <a:gd name="connsiteX17" fmla="*/ 9859 w 10000"/>
                      <a:gd name="connsiteY17" fmla="*/ 4290 h 10000"/>
                      <a:gd name="connsiteX18" fmla="*/ 9859 w 10000"/>
                      <a:gd name="connsiteY18" fmla="*/ 4290 h 10000"/>
                      <a:gd name="connsiteX19" fmla="*/ 9803 w 10000"/>
                      <a:gd name="connsiteY19" fmla="*/ 4290 h 10000"/>
                      <a:gd name="connsiteX20" fmla="*/ 9718 w 10000"/>
                      <a:gd name="connsiteY20" fmla="*/ 4161 h 10000"/>
                      <a:gd name="connsiteX21" fmla="*/ 9493 w 10000"/>
                      <a:gd name="connsiteY21" fmla="*/ 3968 h 10000"/>
                      <a:gd name="connsiteX22" fmla="*/ 9211 w 10000"/>
                      <a:gd name="connsiteY22" fmla="*/ 3742 h 10000"/>
                      <a:gd name="connsiteX23" fmla="*/ 9014 w 10000"/>
                      <a:gd name="connsiteY23" fmla="*/ 3548 h 10000"/>
                      <a:gd name="connsiteX24" fmla="*/ 8845 w 10000"/>
                      <a:gd name="connsiteY24" fmla="*/ 3355 h 10000"/>
                      <a:gd name="connsiteX25" fmla="*/ 8789 w 10000"/>
                      <a:gd name="connsiteY25" fmla="*/ 3323 h 10000"/>
                      <a:gd name="connsiteX26" fmla="*/ 8085 w 10000"/>
                      <a:gd name="connsiteY26" fmla="*/ 4548 h 10000"/>
                      <a:gd name="connsiteX27" fmla="*/ 7296 w 10000"/>
                      <a:gd name="connsiteY27" fmla="*/ 5613 h 10000"/>
                      <a:gd name="connsiteX28" fmla="*/ 6451 w 10000"/>
                      <a:gd name="connsiteY28" fmla="*/ 6484 h 10000"/>
                      <a:gd name="connsiteX29" fmla="*/ 5550 w 10000"/>
                      <a:gd name="connsiteY29" fmla="*/ 7290 h 10000"/>
                      <a:gd name="connsiteX30" fmla="*/ 4649 w 10000"/>
                      <a:gd name="connsiteY30" fmla="*/ 7968 h 10000"/>
                      <a:gd name="connsiteX31" fmla="*/ 3718 w 10000"/>
                      <a:gd name="connsiteY31" fmla="*/ 8516 h 10000"/>
                      <a:gd name="connsiteX32" fmla="*/ 2874 w 10000"/>
                      <a:gd name="connsiteY32" fmla="*/ 8968 h 10000"/>
                      <a:gd name="connsiteX33" fmla="*/ 2085 w 10000"/>
                      <a:gd name="connsiteY33" fmla="*/ 9323 h 10000"/>
                      <a:gd name="connsiteX34" fmla="*/ 1380 w 10000"/>
                      <a:gd name="connsiteY34" fmla="*/ 9613 h 10000"/>
                      <a:gd name="connsiteX35" fmla="*/ 733 w 10000"/>
                      <a:gd name="connsiteY35" fmla="*/ 9774 h 10000"/>
                      <a:gd name="connsiteX36" fmla="*/ 310 w 10000"/>
                      <a:gd name="connsiteY36" fmla="*/ 9903 h 10000"/>
                      <a:gd name="connsiteX37" fmla="*/ 0 w 10000"/>
                      <a:gd name="connsiteY37" fmla="*/ 10000 h 10000"/>
                      <a:gd name="connsiteX38" fmla="*/ 5718 w 10000"/>
                      <a:gd name="connsiteY38" fmla="*/ 5387 h 10000"/>
                      <a:gd name="connsiteX39" fmla="*/ 7296 w 10000"/>
                      <a:gd name="connsiteY39" fmla="*/ 2387 h 10000"/>
                      <a:gd name="connsiteX40" fmla="*/ 7380 w 10000"/>
                      <a:gd name="connsiteY40" fmla="*/ 2129 h 10000"/>
                      <a:gd name="connsiteX41" fmla="*/ 7380 w 10000"/>
                      <a:gd name="connsiteY41" fmla="*/ 2065 h 10000"/>
                      <a:gd name="connsiteX42" fmla="*/ 7380 w 10000"/>
                      <a:gd name="connsiteY42" fmla="*/ 2065 h 10000"/>
                      <a:gd name="connsiteX43" fmla="*/ 7380 w 10000"/>
                      <a:gd name="connsiteY43" fmla="*/ 2065 h 10000"/>
                      <a:gd name="connsiteX44" fmla="*/ 6422 w 10000"/>
                      <a:gd name="connsiteY44" fmla="*/ 1161 h 10000"/>
                      <a:gd name="connsiteX45" fmla="*/ 6338 w 10000"/>
                      <a:gd name="connsiteY45" fmla="*/ 1097 h 10000"/>
                      <a:gd name="connsiteX46" fmla="*/ 6310 w 10000"/>
                      <a:gd name="connsiteY46" fmla="*/ 1032 h 10000"/>
                      <a:gd name="connsiteX47" fmla="*/ 6310 w 10000"/>
                      <a:gd name="connsiteY47" fmla="*/ 1000 h 10000"/>
                      <a:gd name="connsiteX48" fmla="*/ 6338 w 10000"/>
                      <a:gd name="connsiteY48" fmla="*/ 968 h 10000"/>
                      <a:gd name="connsiteX49" fmla="*/ 6395 w 10000"/>
                      <a:gd name="connsiteY49" fmla="*/ 968 h 10000"/>
                      <a:gd name="connsiteX50" fmla="*/ 6422 w 10000"/>
                      <a:gd name="connsiteY50" fmla="*/ 903 h 10000"/>
                      <a:gd name="connsiteX51" fmla="*/ 6451 w 10000"/>
                      <a:gd name="connsiteY51" fmla="*/ 903 h 10000"/>
                      <a:gd name="connsiteX52" fmla="*/ 6536 w 10000"/>
                      <a:gd name="connsiteY52" fmla="*/ 903 h 10000"/>
                      <a:gd name="connsiteX53" fmla="*/ 6648 w 10000"/>
                      <a:gd name="connsiteY53" fmla="*/ 871 h 10000"/>
                      <a:gd name="connsiteX54" fmla="*/ 6704 w 10000"/>
                      <a:gd name="connsiteY54" fmla="*/ 871 h 10000"/>
                      <a:gd name="connsiteX55" fmla="*/ 7155 w 10000"/>
                      <a:gd name="connsiteY55" fmla="*/ 742 h 10000"/>
                      <a:gd name="connsiteX56" fmla="*/ 7634 w 10000"/>
                      <a:gd name="connsiteY56" fmla="*/ 613 h 10000"/>
                      <a:gd name="connsiteX57" fmla="*/ 8197 w 10000"/>
                      <a:gd name="connsiteY57" fmla="*/ 452 h 10000"/>
                      <a:gd name="connsiteX58" fmla="*/ 8733 w 10000"/>
                      <a:gd name="connsiteY58" fmla="*/ 323 h 10000"/>
                      <a:gd name="connsiteX59" fmla="*/ 9211 w 10000"/>
                      <a:gd name="connsiteY59" fmla="*/ 194 h 10000"/>
                      <a:gd name="connsiteX60" fmla="*/ 9606 w 10000"/>
                      <a:gd name="connsiteY60" fmla="*/ 65 h 10000"/>
                      <a:gd name="connsiteX61" fmla="*/ 9888 w 10000"/>
                      <a:gd name="connsiteY61" fmla="*/ 0 h 10000"/>
                      <a:gd name="connsiteX62" fmla="*/ 9972 w 10000"/>
                      <a:gd name="connsiteY62" fmla="*/ 0 h 10000"/>
                      <a:gd name="connsiteX0" fmla="*/ 9972 w 10000"/>
                      <a:gd name="connsiteY0" fmla="*/ 0 h 10000"/>
                      <a:gd name="connsiteX1" fmla="*/ 10000 w 10000"/>
                      <a:gd name="connsiteY1" fmla="*/ 0 h 10000"/>
                      <a:gd name="connsiteX2" fmla="*/ 10000 w 10000"/>
                      <a:gd name="connsiteY2" fmla="*/ 32 h 10000"/>
                      <a:gd name="connsiteX3" fmla="*/ 10000 w 10000"/>
                      <a:gd name="connsiteY3" fmla="*/ 129 h 10000"/>
                      <a:gd name="connsiteX4" fmla="*/ 10000 w 10000"/>
                      <a:gd name="connsiteY4" fmla="*/ 452 h 10000"/>
                      <a:gd name="connsiteX5" fmla="*/ 10000 w 10000"/>
                      <a:gd name="connsiteY5" fmla="*/ 968 h 10000"/>
                      <a:gd name="connsiteX6" fmla="*/ 10000 w 10000"/>
                      <a:gd name="connsiteY6" fmla="*/ 1548 h 10000"/>
                      <a:gd name="connsiteX7" fmla="*/ 9972 w 10000"/>
                      <a:gd name="connsiteY7" fmla="*/ 2194 h 10000"/>
                      <a:gd name="connsiteX8" fmla="*/ 9972 w 10000"/>
                      <a:gd name="connsiteY8" fmla="*/ 2871 h 10000"/>
                      <a:gd name="connsiteX9" fmla="*/ 9972 w 10000"/>
                      <a:gd name="connsiteY9" fmla="*/ 3484 h 10000"/>
                      <a:gd name="connsiteX10" fmla="*/ 9972 w 10000"/>
                      <a:gd name="connsiteY10" fmla="*/ 4000 h 10000"/>
                      <a:gd name="connsiteX11" fmla="*/ 9972 w 10000"/>
                      <a:gd name="connsiteY11" fmla="*/ 4032 h 10000"/>
                      <a:gd name="connsiteX12" fmla="*/ 9972 w 10000"/>
                      <a:gd name="connsiteY12" fmla="*/ 4161 h 10000"/>
                      <a:gd name="connsiteX13" fmla="*/ 9972 w 10000"/>
                      <a:gd name="connsiteY13" fmla="*/ 4258 h 10000"/>
                      <a:gd name="connsiteX14" fmla="*/ 9915 w 10000"/>
                      <a:gd name="connsiteY14" fmla="*/ 4290 h 10000"/>
                      <a:gd name="connsiteX15" fmla="*/ 9915 w 10000"/>
                      <a:gd name="connsiteY15" fmla="*/ 4290 h 10000"/>
                      <a:gd name="connsiteX16" fmla="*/ 9888 w 10000"/>
                      <a:gd name="connsiteY16" fmla="*/ 4290 h 10000"/>
                      <a:gd name="connsiteX17" fmla="*/ 9859 w 10000"/>
                      <a:gd name="connsiteY17" fmla="*/ 4290 h 10000"/>
                      <a:gd name="connsiteX18" fmla="*/ 9859 w 10000"/>
                      <a:gd name="connsiteY18" fmla="*/ 4290 h 10000"/>
                      <a:gd name="connsiteX19" fmla="*/ 9803 w 10000"/>
                      <a:gd name="connsiteY19" fmla="*/ 4290 h 10000"/>
                      <a:gd name="connsiteX20" fmla="*/ 9718 w 10000"/>
                      <a:gd name="connsiteY20" fmla="*/ 4161 h 10000"/>
                      <a:gd name="connsiteX21" fmla="*/ 9493 w 10000"/>
                      <a:gd name="connsiteY21" fmla="*/ 3968 h 10000"/>
                      <a:gd name="connsiteX22" fmla="*/ 9211 w 10000"/>
                      <a:gd name="connsiteY22" fmla="*/ 3742 h 10000"/>
                      <a:gd name="connsiteX23" fmla="*/ 9014 w 10000"/>
                      <a:gd name="connsiteY23" fmla="*/ 3548 h 10000"/>
                      <a:gd name="connsiteX24" fmla="*/ 8845 w 10000"/>
                      <a:gd name="connsiteY24" fmla="*/ 3355 h 10000"/>
                      <a:gd name="connsiteX25" fmla="*/ 8789 w 10000"/>
                      <a:gd name="connsiteY25" fmla="*/ 3323 h 10000"/>
                      <a:gd name="connsiteX26" fmla="*/ 8085 w 10000"/>
                      <a:gd name="connsiteY26" fmla="*/ 4548 h 10000"/>
                      <a:gd name="connsiteX27" fmla="*/ 7296 w 10000"/>
                      <a:gd name="connsiteY27" fmla="*/ 5613 h 10000"/>
                      <a:gd name="connsiteX28" fmla="*/ 6451 w 10000"/>
                      <a:gd name="connsiteY28" fmla="*/ 6484 h 10000"/>
                      <a:gd name="connsiteX29" fmla="*/ 5550 w 10000"/>
                      <a:gd name="connsiteY29" fmla="*/ 7290 h 10000"/>
                      <a:gd name="connsiteX30" fmla="*/ 4649 w 10000"/>
                      <a:gd name="connsiteY30" fmla="*/ 7968 h 10000"/>
                      <a:gd name="connsiteX31" fmla="*/ 3718 w 10000"/>
                      <a:gd name="connsiteY31" fmla="*/ 8516 h 10000"/>
                      <a:gd name="connsiteX32" fmla="*/ 2874 w 10000"/>
                      <a:gd name="connsiteY32" fmla="*/ 8968 h 10000"/>
                      <a:gd name="connsiteX33" fmla="*/ 2085 w 10000"/>
                      <a:gd name="connsiteY33" fmla="*/ 9323 h 10000"/>
                      <a:gd name="connsiteX34" fmla="*/ 1380 w 10000"/>
                      <a:gd name="connsiteY34" fmla="*/ 9613 h 10000"/>
                      <a:gd name="connsiteX35" fmla="*/ 733 w 10000"/>
                      <a:gd name="connsiteY35" fmla="*/ 9774 h 10000"/>
                      <a:gd name="connsiteX36" fmla="*/ 310 w 10000"/>
                      <a:gd name="connsiteY36" fmla="*/ 9903 h 10000"/>
                      <a:gd name="connsiteX37" fmla="*/ 0 w 10000"/>
                      <a:gd name="connsiteY37" fmla="*/ 10000 h 10000"/>
                      <a:gd name="connsiteX38" fmla="*/ 5718 w 10000"/>
                      <a:gd name="connsiteY38" fmla="*/ 5387 h 10000"/>
                      <a:gd name="connsiteX39" fmla="*/ 7380 w 10000"/>
                      <a:gd name="connsiteY39" fmla="*/ 2129 h 10000"/>
                      <a:gd name="connsiteX40" fmla="*/ 7380 w 10000"/>
                      <a:gd name="connsiteY40" fmla="*/ 2065 h 10000"/>
                      <a:gd name="connsiteX41" fmla="*/ 7380 w 10000"/>
                      <a:gd name="connsiteY41" fmla="*/ 2065 h 10000"/>
                      <a:gd name="connsiteX42" fmla="*/ 7380 w 10000"/>
                      <a:gd name="connsiteY42" fmla="*/ 2065 h 10000"/>
                      <a:gd name="connsiteX43" fmla="*/ 6422 w 10000"/>
                      <a:gd name="connsiteY43" fmla="*/ 1161 h 10000"/>
                      <a:gd name="connsiteX44" fmla="*/ 6338 w 10000"/>
                      <a:gd name="connsiteY44" fmla="*/ 1097 h 10000"/>
                      <a:gd name="connsiteX45" fmla="*/ 6310 w 10000"/>
                      <a:gd name="connsiteY45" fmla="*/ 1032 h 10000"/>
                      <a:gd name="connsiteX46" fmla="*/ 6310 w 10000"/>
                      <a:gd name="connsiteY46" fmla="*/ 1000 h 10000"/>
                      <a:gd name="connsiteX47" fmla="*/ 6338 w 10000"/>
                      <a:gd name="connsiteY47" fmla="*/ 968 h 10000"/>
                      <a:gd name="connsiteX48" fmla="*/ 6395 w 10000"/>
                      <a:gd name="connsiteY48" fmla="*/ 968 h 10000"/>
                      <a:gd name="connsiteX49" fmla="*/ 6422 w 10000"/>
                      <a:gd name="connsiteY49" fmla="*/ 903 h 10000"/>
                      <a:gd name="connsiteX50" fmla="*/ 6451 w 10000"/>
                      <a:gd name="connsiteY50" fmla="*/ 903 h 10000"/>
                      <a:gd name="connsiteX51" fmla="*/ 6536 w 10000"/>
                      <a:gd name="connsiteY51" fmla="*/ 903 h 10000"/>
                      <a:gd name="connsiteX52" fmla="*/ 6648 w 10000"/>
                      <a:gd name="connsiteY52" fmla="*/ 871 h 10000"/>
                      <a:gd name="connsiteX53" fmla="*/ 6704 w 10000"/>
                      <a:gd name="connsiteY53" fmla="*/ 871 h 10000"/>
                      <a:gd name="connsiteX54" fmla="*/ 7155 w 10000"/>
                      <a:gd name="connsiteY54" fmla="*/ 742 h 10000"/>
                      <a:gd name="connsiteX55" fmla="*/ 7634 w 10000"/>
                      <a:gd name="connsiteY55" fmla="*/ 613 h 10000"/>
                      <a:gd name="connsiteX56" fmla="*/ 8197 w 10000"/>
                      <a:gd name="connsiteY56" fmla="*/ 452 h 10000"/>
                      <a:gd name="connsiteX57" fmla="*/ 8733 w 10000"/>
                      <a:gd name="connsiteY57" fmla="*/ 323 h 10000"/>
                      <a:gd name="connsiteX58" fmla="*/ 9211 w 10000"/>
                      <a:gd name="connsiteY58" fmla="*/ 194 h 10000"/>
                      <a:gd name="connsiteX59" fmla="*/ 9606 w 10000"/>
                      <a:gd name="connsiteY59" fmla="*/ 65 h 10000"/>
                      <a:gd name="connsiteX60" fmla="*/ 9888 w 10000"/>
                      <a:gd name="connsiteY60" fmla="*/ 0 h 10000"/>
                      <a:gd name="connsiteX61" fmla="*/ 9972 w 10000"/>
                      <a:gd name="connsiteY61" fmla="*/ 0 h 10000"/>
                      <a:gd name="connsiteX0" fmla="*/ 9972 w 10000"/>
                      <a:gd name="connsiteY0" fmla="*/ 0 h 10000"/>
                      <a:gd name="connsiteX1" fmla="*/ 10000 w 10000"/>
                      <a:gd name="connsiteY1" fmla="*/ 0 h 10000"/>
                      <a:gd name="connsiteX2" fmla="*/ 10000 w 10000"/>
                      <a:gd name="connsiteY2" fmla="*/ 32 h 10000"/>
                      <a:gd name="connsiteX3" fmla="*/ 10000 w 10000"/>
                      <a:gd name="connsiteY3" fmla="*/ 129 h 10000"/>
                      <a:gd name="connsiteX4" fmla="*/ 10000 w 10000"/>
                      <a:gd name="connsiteY4" fmla="*/ 452 h 10000"/>
                      <a:gd name="connsiteX5" fmla="*/ 10000 w 10000"/>
                      <a:gd name="connsiteY5" fmla="*/ 968 h 10000"/>
                      <a:gd name="connsiteX6" fmla="*/ 10000 w 10000"/>
                      <a:gd name="connsiteY6" fmla="*/ 1548 h 10000"/>
                      <a:gd name="connsiteX7" fmla="*/ 9972 w 10000"/>
                      <a:gd name="connsiteY7" fmla="*/ 2194 h 10000"/>
                      <a:gd name="connsiteX8" fmla="*/ 9972 w 10000"/>
                      <a:gd name="connsiteY8" fmla="*/ 2871 h 10000"/>
                      <a:gd name="connsiteX9" fmla="*/ 9972 w 10000"/>
                      <a:gd name="connsiteY9" fmla="*/ 3484 h 10000"/>
                      <a:gd name="connsiteX10" fmla="*/ 9972 w 10000"/>
                      <a:gd name="connsiteY10" fmla="*/ 4000 h 10000"/>
                      <a:gd name="connsiteX11" fmla="*/ 9972 w 10000"/>
                      <a:gd name="connsiteY11" fmla="*/ 4032 h 10000"/>
                      <a:gd name="connsiteX12" fmla="*/ 9972 w 10000"/>
                      <a:gd name="connsiteY12" fmla="*/ 4161 h 10000"/>
                      <a:gd name="connsiteX13" fmla="*/ 9972 w 10000"/>
                      <a:gd name="connsiteY13" fmla="*/ 4258 h 10000"/>
                      <a:gd name="connsiteX14" fmla="*/ 9915 w 10000"/>
                      <a:gd name="connsiteY14" fmla="*/ 4290 h 10000"/>
                      <a:gd name="connsiteX15" fmla="*/ 9915 w 10000"/>
                      <a:gd name="connsiteY15" fmla="*/ 4290 h 10000"/>
                      <a:gd name="connsiteX16" fmla="*/ 9888 w 10000"/>
                      <a:gd name="connsiteY16" fmla="*/ 4290 h 10000"/>
                      <a:gd name="connsiteX17" fmla="*/ 9859 w 10000"/>
                      <a:gd name="connsiteY17" fmla="*/ 4290 h 10000"/>
                      <a:gd name="connsiteX18" fmla="*/ 9859 w 10000"/>
                      <a:gd name="connsiteY18" fmla="*/ 4290 h 10000"/>
                      <a:gd name="connsiteX19" fmla="*/ 9803 w 10000"/>
                      <a:gd name="connsiteY19" fmla="*/ 4290 h 10000"/>
                      <a:gd name="connsiteX20" fmla="*/ 9718 w 10000"/>
                      <a:gd name="connsiteY20" fmla="*/ 4161 h 10000"/>
                      <a:gd name="connsiteX21" fmla="*/ 9493 w 10000"/>
                      <a:gd name="connsiteY21" fmla="*/ 3968 h 10000"/>
                      <a:gd name="connsiteX22" fmla="*/ 9211 w 10000"/>
                      <a:gd name="connsiteY22" fmla="*/ 3742 h 10000"/>
                      <a:gd name="connsiteX23" fmla="*/ 9014 w 10000"/>
                      <a:gd name="connsiteY23" fmla="*/ 3548 h 10000"/>
                      <a:gd name="connsiteX24" fmla="*/ 8845 w 10000"/>
                      <a:gd name="connsiteY24" fmla="*/ 3355 h 10000"/>
                      <a:gd name="connsiteX25" fmla="*/ 8789 w 10000"/>
                      <a:gd name="connsiteY25" fmla="*/ 3323 h 10000"/>
                      <a:gd name="connsiteX26" fmla="*/ 8085 w 10000"/>
                      <a:gd name="connsiteY26" fmla="*/ 4548 h 10000"/>
                      <a:gd name="connsiteX27" fmla="*/ 7296 w 10000"/>
                      <a:gd name="connsiteY27" fmla="*/ 5613 h 10000"/>
                      <a:gd name="connsiteX28" fmla="*/ 6451 w 10000"/>
                      <a:gd name="connsiteY28" fmla="*/ 6484 h 10000"/>
                      <a:gd name="connsiteX29" fmla="*/ 5550 w 10000"/>
                      <a:gd name="connsiteY29" fmla="*/ 7290 h 10000"/>
                      <a:gd name="connsiteX30" fmla="*/ 4649 w 10000"/>
                      <a:gd name="connsiteY30" fmla="*/ 7968 h 10000"/>
                      <a:gd name="connsiteX31" fmla="*/ 3718 w 10000"/>
                      <a:gd name="connsiteY31" fmla="*/ 8516 h 10000"/>
                      <a:gd name="connsiteX32" fmla="*/ 2874 w 10000"/>
                      <a:gd name="connsiteY32" fmla="*/ 8968 h 10000"/>
                      <a:gd name="connsiteX33" fmla="*/ 2085 w 10000"/>
                      <a:gd name="connsiteY33" fmla="*/ 9323 h 10000"/>
                      <a:gd name="connsiteX34" fmla="*/ 1380 w 10000"/>
                      <a:gd name="connsiteY34" fmla="*/ 9613 h 10000"/>
                      <a:gd name="connsiteX35" fmla="*/ 733 w 10000"/>
                      <a:gd name="connsiteY35" fmla="*/ 9774 h 10000"/>
                      <a:gd name="connsiteX36" fmla="*/ 310 w 10000"/>
                      <a:gd name="connsiteY36" fmla="*/ 9903 h 10000"/>
                      <a:gd name="connsiteX37" fmla="*/ 0 w 10000"/>
                      <a:gd name="connsiteY37" fmla="*/ 10000 h 10000"/>
                      <a:gd name="connsiteX38" fmla="*/ 5718 w 10000"/>
                      <a:gd name="connsiteY38" fmla="*/ 5387 h 10000"/>
                      <a:gd name="connsiteX39" fmla="*/ 7380 w 10000"/>
                      <a:gd name="connsiteY39" fmla="*/ 2065 h 10000"/>
                      <a:gd name="connsiteX40" fmla="*/ 7380 w 10000"/>
                      <a:gd name="connsiteY40" fmla="*/ 2065 h 10000"/>
                      <a:gd name="connsiteX41" fmla="*/ 7380 w 10000"/>
                      <a:gd name="connsiteY41" fmla="*/ 2065 h 10000"/>
                      <a:gd name="connsiteX42" fmla="*/ 6422 w 10000"/>
                      <a:gd name="connsiteY42" fmla="*/ 1161 h 10000"/>
                      <a:gd name="connsiteX43" fmla="*/ 6338 w 10000"/>
                      <a:gd name="connsiteY43" fmla="*/ 1097 h 10000"/>
                      <a:gd name="connsiteX44" fmla="*/ 6310 w 10000"/>
                      <a:gd name="connsiteY44" fmla="*/ 1032 h 10000"/>
                      <a:gd name="connsiteX45" fmla="*/ 6310 w 10000"/>
                      <a:gd name="connsiteY45" fmla="*/ 1000 h 10000"/>
                      <a:gd name="connsiteX46" fmla="*/ 6338 w 10000"/>
                      <a:gd name="connsiteY46" fmla="*/ 968 h 10000"/>
                      <a:gd name="connsiteX47" fmla="*/ 6395 w 10000"/>
                      <a:gd name="connsiteY47" fmla="*/ 968 h 10000"/>
                      <a:gd name="connsiteX48" fmla="*/ 6422 w 10000"/>
                      <a:gd name="connsiteY48" fmla="*/ 903 h 10000"/>
                      <a:gd name="connsiteX49" fmla="*/ 6451 w 10000"/>
                      <a:gd name="connsiteY49" fmla="*/ 903 h 10000"/>
                      <a:gd name="connsiteX50" fmla="*/ 6536 w 10000"/>
                      <a:gd name="connsiteY50" fmla="*/ 903 h 10000"/>
                      <a:gd name="connsiteX51" fmla="*/ 6648 w 10000"/>
                      <a:gd name="connsiteY51" fmla="*/ 871 h 10000"/>
                      <a:gd name="connsiteX52" fmla="*/ 6704 w 10000"/>
                      <a:gd name="connsiteY52" fmla="*/ 871 h 10000"/>
                      <a:gd name="connsiteX53" fmla="*/ 7155 w 10000"/>
                      <a:gd name="connsiteY53" fmla="*/ 742 h 10000"/>
                      <a:gd name="connsiteX54" fmla="*/ 7634 w 10000"/>
                      <a:gd name="connsiteY54" fmla="*/ 613 h 10000"/>
                      <a:gd name="connsiteX55" fmla="*/ 8197 w 10000"/>
                      <a:gd name="connsiteY55" fmla="*/ 452 h 10000"/>
                      <a:gd name="connsiteX56" fmla="*/ 8733 w 10000"/>
                      <a:gd name="connsiteY56" fmla="*/ 323 h 10000"/>
                      <a:gd name="connsiteX57" fmla="*/ 9211 w 10000"/>
                      <a:gd name="connsiteY57" fmla="*/ 194 h 10000"/>
                      <a:gd name="connsiteX58" fmla="*/ 9606 w 10000"/>
                      <a:gd name="connsiteY58" fmla="*/ 65 h 10000"/>
                      <a:gd name="connsiteX59" fmla="*/ 9888 w 10000"/>
                      <a:gd name="connsiteY59" fmla="*/ 0 h 10000"/>
                      <a:gd name="connsiteX60" fmla="*/ 9972 w 10000"/>
                      <a:gd name="connsiteY60" fmla="*/ 0 h 10000"/>
                      <a:gd name="connsiteX0" fmla="*/ 9972 w 10000"/>
                      <a:gd name="connsiteY0" fmla="*/ 0 h 10000"/>
                      <a:gd name="connsiteX1" fmla="*/ 10000 w 10000"/>
                      <a:gd name="connsiteY1" fmla="*/ 0 h 10000"/>
                      <a:gd name="connsiteX2" fmla="*/ 10000 w 10000"/>
                      <a:gd name="connsiteY2" fmla="*/ 32 h 10000"/>
                      <a:gd name="connsiteX3" fmla="*/ 10000 w 10000"/>
                      <a:gd name="connsiteY3" fmla="*/ 129 h 10000"/>
                      <a:gd name="connsiteX4" fmla="*/ 10000 w 10000"/>
                      <a:gd name="connsiteY4" fmla="*/ 452 h 10000"/>
                      <a:gd name="connsiteX5" fmla="*/ 10000 w 10000"/>
                      <a:gd name="connsiteY5" fmla="*/ 968 h 10000"/>
                      <a:gd name="connsiteX6" fmla="*/ 10000 w 10000"/>
                      <a:gd name="connsiteY6" fmla="*/ 1548 h 10000"/>
                      <a:gd name="connsiteX7" fmla="*/ 9972 w 10000"/>
                      <a:gd name="connsiteY7" fmla="*/ 2194 h 10000"/>
                      <a:gd name="connsiteX8" fmla="*/ 9972 w 10000"/>
                      <a:gd name="connsiteY8" fmla="*/ 2871 h 10000"/>
                      <a:gd name="connsiteX9" fmla="*/ 9972 w 10000"/>
                      <a:gd name="connsiteY9" fmla="*/ 3484 h 10000"/>
                      <a:gd name="connsiteX10" fmla="*/ 9972 w 10000"/>
                      <a:gd name="connsiteY10" fmla="*/ 4000 h 10000"/>
                      <a:gd name="connsiteX11" fmla="*/ 9972 w 10000"/>
                      <a:gd name="connsiteY11" fmla="*/ 4032 h 10000"/>
                      <a:gd name="connsiteX12" fmla="*/ 9972 w 10000"/>
                      <a:gd name="connsiteY12" fmla="*/ 4161 h 10000"/>
                      <a:gd name="connsiteX13" fmla="*/ 9972 w 10000"/>
                      <a:gd name="connsiteY13" fmla="*/ 4258 h 10000"/>
                      <a:gd name="connsiteX14" fmla="*/ 9915 w 10000"/>
                      <a:gd name="connsiteY14" fmla="*/ 4290 h 10000"/>
                      <a:gd name="connsiteX15" fmla="*/ 9915 w 10000"/>
                      <a:gd name="connsiteY15" fmla="*/ 4290 h 10000"/>
                      <a:gd name="connsiteX16" fmla="*/ 9888 w 10000"/>
                      <a:gd name="connsiteY16" fmla="*/ 4290 h 10000"/>
                      <a:gd name="connsiteX17" fmla="*/ 9859 w 10000"/>
                      <a:gd name="connsiteY17" fmla="*/ 4290 h 10000"/>
                      <a:gd name="connsiteX18" fmla="*/ 9859 w 10000"/>
                      <a:gd name="connsiteY18" fmla="*/ 4290 h 10000"/>
                      <a:gd name="connsiteX19" fmla="*/ 9803 w 10000"/>
                      <a:gd name="connsiteY19" fmla="*/ 4290 h 10000"/>
                      <a:gd name="connsiteX20" fmla="*/ 9718 w 10000"/>
                      <a:gd name="connsiteY20" fmla="*/ 4161 h 10000"/>
                      <a:gd name="connsiteX21" fmla="*/ 9493 w 10000"/>
                      <a:gd name="connsiteY21" fmla="*/ 3968 h 10000"/>
                      <a:gd name="connsiteX22" fmla="*/ 9211 w 10000"/>
                      <a:gd name="connsiteY22" fmla="*/ 3742 h 10000"/>
                      <a:gd name="connsiteX23" fmla="*/ 9014 w 10000"/>
                      <a:gd name="connsiteY23" fmla="*/ 3548 h 10000"/>
                      <a:gd name="connsiteX24" fmla="*/ 8845 w 10000"/>
                      <a:gd name="connsiteY24" fmla="*/ 3355 h 10000"/>
                      <a:gd name="connsiteX25" fmla="*/ 8789 w 10000"/>
                      <a:gd name="connsiteY25" fmla="*/ 3323 h 10000"/>
                      <a:gd name="connsiteX26" fmla="*/ 8085 w 10000"/>
                      <a:gd name="connsiteY26" fmla="*/ 4548 h 10000"/>
                      <a:gd name="connsiteX27" fmla="*/ 7296 w 10000"/>
                      <a:gd name="connsiteY27" fmla="*/ 5613 h 10000"/>
                      <a:gd name="connsiteX28" fmla="*/ 6451 w 10000"/>
                      <a:gd name="connsiteY28" fmla="*/ 6484 h 10000"/>
                      <a:gd name="connsiteX29" fmla="*/ 5550 w 10000"/>
                      <a:gd name="connsiteY29" fmla="*/ 7290 h 10000"/>
                      <a:gd name="connsiteX30" fmla="*/ 4649 w 10000"/>
                      <a:gd name="connsiteY30" fmla="*/ 7968 h 10000"/>
                      <a:gd name="connsiteX31" fmla="*/ 3718 w 10000"/>
                      <a:gd name="connsiteY31" fmla="*/ 8516 h 10000"/>
                      <a:gd name="connsiteX32" fmla="*/ 2874 w 10000"/>
                      <a:gd name="connsiteY32" fmla="*/ 8968 h 10000"/>
                      <a:gd name="connsiteX33" fmla="*/ 2085 w 10000"/>
                      <a:gd name="connsiteY33" fmla="*/ 9323 h 10000"/>
                      <a:gd name="connsiteX34" fmla="*/ 1380 w 10000"/>
                      <a:gd name="connsiteY34" fmla="*/ 9613 h 10000"/>
                      <a:gd name="connsiteX35" fmla="*/ 733 w 10000"/>
                      <a:gd name="connsiteY35" fmla="*/ 9774 h 10000"/>
                      <a:gd name="connsiteX36" fmla="*/ 310 w 10000"/>
                      <a:gd name="connsiteY36" fmla="*/ 9903 h 10000"/>
                      <a:gd name="connsiteX37" fmla="*/ 0 w 10000"/>
                      <a:gd name="connsiteY37" fmla="*/ 10000 h 10000"/>
                      <a:gd name="connsiteX38" fmla="*/ 5718 w 10000"/>
                      <a:gd name="connsiteY38" fmla="*/ 5387 h 10000"/>
                      <a:gd name="connsiteX39" fmla="*/ 7380 w 10000"/>
                      <a:gd name="connsiteY39" fmla="*/ 2065 h 10000"/>
                      <a:gd name="connsiteX40" fmla="*/ 7380 w 10000"/>
                      <a:gd name="connsiteY40" fmla="*/ 2065 h 10000"/>
                      <a:gd name="connsiteX41" fmla="*/ 7380 w 10000"/>
                      <a:gd name="connsiteY41" fmla="*/ 2065 h 10000"/>
                      <a:gd name="connsiteX42" fmla="*/ 6422 w 10000"/>
                      <a:gd name="connsiteY42" fmla="*/ 1161 h 10000"/>
                      <a:gd name="connsiteX43" fmla="*/ 6338 w 10000"/>
                      <a:gd name="connsiteY43" fmla="*/ 1097 h 10000"/>
                      <a:gd name="connsiteX44" fmla="*/ 6310 w 10000"/>
                      <a:gd name="connsiteY44" fmla="*/ 1032 h 10000"/>
                      <a:gd name="connsiteX45" fmla="*/ 6310 w 10000"/>
                      <a:gd name="connsiteY45" fmla="*/ 1000 h 10000"/>
                      <a:gd name="connsiteX46" fmla="*/ 6338 w 10000"/>
                      <a:gd name="connsiteY46" fmla="*/ 968 h 10000"/>
                      <a:gd name="connsiteX47" fmla="*/ 6395 w 10000"/>
                      <a:gd name="connsiteY47" fmla="*/ 968 h 10000"/>
                      <a:gd name="connsiteX48" fmla="*/ 6422 w 10000"/>
                      <a:gd name="connsiteY48" fmla="*/ 903 h 10000"/>
                      <a:gd name="connsiteX49" fmla="*/ 6451 w 10000"/>
                      <a:gd name="connsiteY49" fmla="*/ 903 h 10000"/>
                      <a:gd name="connsiteX50" fmla="*/ 6536 w 10000"/>
                      <a:gd name="connsiteY50" fmla="*/ 903 h 10000"/>
                      <a:gd name="connsiteX51" fmla="*/ 6648 w 10000"/>
                      <a:gd name="connsiteY51" fmla="*/ 871 h 10000"/>
                      <a:gd name="connsiteX52" fmla="*/ 6704 w 10000"/>
                      <a:gd name="connsiteY52" fmla="*/ 871 h 10000"/>
                      <a:gd name="connsiteX53" fmla="*/ 7155 w 10000"/>
                      <a:gd name="connsiteY53" fmla="*/ 742 h 10000"/>
                      <a:gd name="connsiteX54" fmla="*/ 7634 w 10000"/>
                      <a:gd name="connsiteY54" fmla="*/ 613 h 10000"/>
                      <a:gd name="connsiteX55" fmla="*/ 8197 w 10000"/>
                      <a:gd name="connsiteY55" fmla="*/ 452 h 10000"/>
                      <a:gd name="connsiteX56" fmla="*/ 8733 w 10000"/>
                      <a:gd name="connsiteY56" fmla="*/ 323 h 10000"/>
                      <a:gd name="connsiteX57" fmla="*/ 9211 w 10000"/>
                      <a:gd name="connsiteY57" fmla="*/ 194 h 10000"/>
                      <a:gd name="connsiteX58" fmla="*/ 9606 w 10000"/>
                      <a:gd name="connsiteY58" fmla="*/ 65 h 10000"/>
                      <a:gd name="connsiteX59" fmla="*/ 9888 w 10000"/>
                      <a:gd name="connsiteY59" fmla="*/ 0 h 10000"/>
                      <a:gd name="connsiteX60" fmla="*/ 9972 w 10000"/>
                      <a:gd name="connsiteY60" fmla="*/ 0 h 10000"/>
                      <a:gd name="connsiteX0" fmla="*/ 9972 w 10000"/>
                      <a:gd name="connsiteY0" fmla="*/ 0 h 10000"/>
                      <a:gd name="connsiteX1" fmla="*/ 10000 w 10000"/>
                      <a:gd name="connsiteY1" fmla="*/ 0 h 10000"/>
                      <a:gd name="connsiteX2" fmla="*/ 10000 w 10000"/>
                      <a:gd name="connsiteY2" fmla="*/ 32 h 10000"/>
                      <a:gd name="connsiteX3" fmla="*/ 10000 w 10000"/>
                      <a:gd name="connsiteY3" fmla="*/ 129 h 10000"/>
                      <a:gd name="connsiteX4" fmla="*/ 10000 w 10000"/>
                      <a:gd name="connsiteY4" fmla="*/ 452 h 10000"/>
                      <a:gd name="connsiteX5" fmla="*/ 10000 w 10000"/>
                      <a:gd name="connsiteY5" fmla="*/ 968 h 10000"/>
                      <a:gd name="connsiteX6" fmla="*/ 10000 w 10000"/>
                      <a:gd name="connsiteY6" fmla="*/ 1548 h 10000"/>
                      <a:gd name="connsiteX7" fmla="*/ 9972 w 10000"/>
                      <a:gd name="connsiteY7" fmla="*/ 2194 h 10000"/>
                      <a:gd name="connsiteX8" fmla="*/ 9972 w 10000"/>
                      <a:gd name="connsiteY8" fmla="*/ 2871 h 10000"/>
                      <a:gd name="connsiteX9" fmla="*/ 9972 w 10000"/>
                      <a:gd name="connsiteY9" fmla="*/ 3484 h 10000"/>
                      <a:gd name="connsiteX10" fmla="*/ 9972 w 10000"/>
                      <a:gd name="connsiteY10" fmla="*/ 4000 h 10000"/>
                      <a:gd name="connsiteX11" fmla="*/ 9972 w 10000"/>
                      <a:gd name="connsiteY11" fmla="*/ 4032 h 10000"/>
                      <a:gd name="connsiteX12" fmla="*/ 9972 w 10000"/>
                      <a:gd name="connsiteY12" fmla="*/ 4161 h 10000"/>
                      <a:gd name="connsiteX13" fmla="*/ 9972 w 10000"/>
                      <a:gd name="connsiteY13" fmla="*/ 4258 h 10000"/>
                      <a:gd name="connsiteX14" fmla="*/ 9915 w 10000"/>
                      <a:gd name="connsiteY14" fmla="*/ 4290 h 10000"/>
                      <a:gd name="connsiteX15" fmla="*/ 9915 w 10000"/>
                      <a:gd name="connsiteY15" fmla="*/ 4290 h 10000"/>
                      <a:gd name="connsiteX16" fmla="*/ 9888 w 10000"/>
                      <a:gd name="connsiteY16" fmla="*/ 4290 h 10000"/>
                      <a:gd name="connsiteX17" fmla="*/ 9859 w 10000"/>
                      <a:gd name="connsiteY17" fmla="*/ 4290 h 10000"/>
                      <a:gd name="connsiteX18" fmla="*/ 9859 w 10000"/>
                      <a:gd name="connsiteY18" fmla="*/ 4290 h 10000"/>
                      <a:gd name="connsiteX19" fmla="*/ 9803 w 10000"/>
                      <a:gd name="connsiteY19" fmla="*/ 4290 h 10000"/>
                      <a:gd name="connsiteX20" fmla="*/ 9718 w 10000"/>
                      <a:gd name="connsiteY20" fmla="*/ 4161 h 10000"/>
                      <a:gd name="connsiteX21" fmla="*/ 9493 w 10000"/>
                      <a:gd name="connsiteY21" fmla="*/ 3968 h 10000"/>
                      <a:gd name="connsiteX22" fmla="*/ 9211 w 10000"/>
                      <a:gd name="connsiteY22" fmla="*/ 3742 h 10000"/>
                      <a:gd name="connsiteX23" fmla="*/ 9014 w 10000"/>
                      <a:gd name="connsiteY23" fmla="*/ 3548 h 10000"/>
                      <a:gd name="connsiteX24" fmla="*/ 8845 w 10000"/>
                      <a:gd name="connsiteY24" fmla="*/ 3355 h 10000"/>
                      <a:gd name="connsiteX25" fmla="*/ 8789 w 10000"/>
                      <a:gd name="connsiteY25" fmla="*/ 3323 h 10000"/>
                      <a:gd name="connsiteX26" fmla="*/ 8085 w 10000"/>
                      <a:gd name="connsiteY26" fmla="*/ 4548 h 10000"/>
                      <a:gd name="connsiteX27" fmla="*/ 7296 w 10000"/>
                      <a:gd name="connsiteY27" fmla="*/ 5613 h 10000"/>
                      <a:gd name="connsiteX28" fmla="*/ 6451 w 10000"/>
                      <a:gd name="connsiteY28" fmla="*/ 6484 h 10000"/>
                      <a:gd name="connsiteX29" fmla="*/ 5550 w 10000"/>
                      <a:gd name="connsiteY29" fmla="*/ 7290 h 10000"/>
                      <a:gd name="connsiteX30" fmla="*/ 4649 w 10000"/>
                      <a:gd name="connsiteY30" fmla="*/ 7968 h 10000"/>
                      <a:gd name="connsiteX31" fmla="*/ 3718 w 10000"/>
                      <a:gd name="connsiteY31" fmla="*/ 8516 h 10000"/>
                      <a:gd name="connsiteX32" fmla="*/ 2874 w 10000"/>
                      <a:gd name="connsiteY32" fmla="*/ 8968 h 10000"/>
                      <a:gd name="connsiteX33" fmla="*/ 2085 w 10000"/>
                      <a:gd name="connsiteY33" fmla="*/ 9323 h 10000"/>
                      <a:gd name="connsiteX34" fmla="*/ 1380 w 10000"/>
                      <a:gd name="connsiteY34" fmla="*/ 9613 h 10000"/>
                      <a:gd name="connsiteX35" fmla="*/ 733 w 10000"/>
                      <a:gd name="connsiteY35" fmla="*/ 9774 h 10000"/>
                      <a:gd name="connsiteX36" fmla="*/ 310 w 10000"/>
                      <a:gd name="connsiteY36" fmla="*/ 9903 h 10000"/>
                      <a:gd name="connsiteX37" fmla="*/ 0 w 10000"/>
                      <a:gd name="connsiteY37" fmla="*/ 10000 h 10000"/>
                      <a:gd name="connsiteX38" fmla="*/ 5718 w 10000"/>
                      <a:gd name="connsiteY38" fmla="*/ 5387 h 10000"/>
                      <a:gd name="connsiteX39" fmla="*/ 7380 w 10000"/>
                      <a:gd name="connsiteY39" fmla="*/ 2065 h 10000"/>
                      <a:gd name="connsiteX40" fmla="*/ 7380 w 10000"/>
                      <a:gd name="connsiteY40" fmla="*/ 2065 h 10000"/>
                      <a:gd name="connsiteX41" fmla="*/ 7380 w 10000"/>
                      <a:gd name="connsiteY41" fmla="*/ 2065 h 10000"/>
                      <a:gd name="connsiteX42" fmla="*/ 6422 w 10000"/>
                      <a:gd name="connsiteY42" fmla="*/ 1161 h 10000"/>
                      <a:gd name="connsiteX43" fmla="*/ 6338 w 10000"/>
                      <a:gd name="connsiteY43" fmla="*/ 1097 h 10000"/>
                      <a:gd name="connsiteX44" fmla="*/ 6310 w 10000"/>
                      <a:gd name="connsiteY44" fmla="*/ 1032 h 10000"/>
                      <a:gd name="connsiteX45" fmla="*/ 6310 w 10000"/>
                      <a:gd name="connsiteY45" fmla="*/ 1000 h 10000"/>
                      <a:gd name="connsiteX46" fmla="*/ 6338 w 10000"/>
                      <a:gd name="connsiteY46" fmla="*/ 968 h 10000"/>
                      <a:gd name="connsiteX47" fmla="*/ 6395 w 10000"/>
                      <a:gd name="connsiteY47" fmla="*/ 968 h 10000"/>
                      <a:gd name="connsiteX48" fmla="*/ 6422 w 10000"/>
                      <a:gd name="connsiteY48" fmla="*/ 903 h 10000"/>
                      <a:gd name="connsiteX49" fmla="*/ 6451 w 10000"/>
                      <a:gd name="connsiteY49" fmla="*/ 903 h 10000"/>
                      <a:gd name="connsiteX50" fmla="*/ 6536 w 10000"/>
                      <a:gd name="connsiteY50" fmla="*/ 903 h 10000"/>
                      <a:gd name="connsiteX51" fmla="*/ 6648 w 10000"/>
                      <a:gd name="connsiteY51" fmla="*/ 871 h 10000"/>
                      <a:gd name="connsiteX52" fmla="*/ 6704 w 10000"/>
                      <a:gd name="connsiteY52" fmla="*/ 871 h 10000"/>
                      <a:gd name="connsiteX53" fmla="*/ 7155 w 10000"/>
                      <a:gd name="connsiteY53" fmla="*/ 742 h 10000"/>
                      <a:gd name="connsiteX54" fmla="*/ 7634 w 10000"/>
                      <a:gd name="connsiteY54" fmla="*/ 613 h 10000"/>
                      <a:gd name="connsiteX55" fmla="*/ 8197 w 10000"/>
                      <a:gd name="connsiteY55" fmla="*/ 452 h 10000"/>
                      <a:gd name="connsiteX56" fmla="*/ 8733 w 10000"/>
                      <a:gd name="connsiteY56" fmla="*/ 323 h 10000"/>
                      <a:gd name="connsiteX57" fmla="*/ 9211 w 10000"/>
                      <a:gd name="connsiteY57" fmla="*/ 194 h 10000"/>
                      <a:gd name="connsiteX58" fmla="*/ 9606 w 10000"/>
                      <a:gd name="connsiteY58" fmla="*/ 65 h 10000"/>
                      <a:gd name="connsiteX59" fmla="*/ 9888 w 10000"/>
                      <a:gd name="connsiteY59" fmla="*/ 0 h 10000"/>
                      <a:gd name="connsiteX60" fmla="*/ 9972 w 10000"/>
                      <a:gd name="connsiteY60" fmla="*/ 0 h 10000"/>
                      <a:gd name="connsiteX0" fmla="*/ 9972 w 10000"/>
                      <a:gd name="connsiteY0" fmla="*/ 0 h 10000"/>
                      <a:gd name="connsiteX1" fmla="*/ 10000 w 10000"/>
                      <a:gd name="connsiteY1" fmla="*/ 0 h 10000"/>
                      <a:gd name="connsiteX2" fmla="*/ 10000 w 10000"/>
                      <a:gd name="connsiteY2" fmla="*/ 32 h 10000"/>
                      <a:gd name="connsiteX3" fmla="*/ 10000 w 10000"/>
                      <a:gd name="connsiteY3" fmla="*/ 129 h 10000"/>
                      <a:gd name="connsiteX4" fmla="*/ 10000 w 10000"/>
                      <a:gd name="connsiteY4" fmla="*/ 452 h 10000"/>
                      <a:gd name="connsiteX5" fmla="*/ 10000 w 10000"/>
                      <a:gd name="connsiteY5" fmla="*/ 968 h 10000"/>
                      <a:gd name="connsiteX6" fmla="*/ 10000 w 10000"/>
                      <a:gd name="connsiteY6" fmla="*/ 1548 h 10000"/>
                      <a:gd name="connsiteX7" fmla="*/ 9972 w 10000"/>
                      <a:gd name="connsiteY7" fmla="*/ 2194 h 10000"/>
                      <a:gd name="connsiteX8" fmla="*/ 9972 w 10000"/>
                      <a:gd name="connsiteY8" fmla="*/ 2871 h 10000"/>
                      <a:gd name="connsiteX9" fmla="*/ 9972 w 10000"/>
                      <a:gd name="connsiteY9" fmla="*/ 3484 h 10000"/>
                      <a:gd name="connsiteX10" fmla="*/ 9972 w 10000"/>
                      <a:gd name="connsiteY10" fmla="*/ 4000 h 10000"/>
                      <a:gd name="connsiteX11" fmla="*/ 9972 w 10000"/>
                      <a:gd name="connsiteY11" fmla="*/ 4032 h 10000"/>
                      <a:gd name="connsiteX12" fmla="*/ 9972 w 10000"/>
                      <a:gd name="connsiteY12" fmla="*/ 4161 h 10000"/>
                      <a:gd name="connsiteX13" fmla="*/ 9972 w 10000"/>
                      <a:gd name="connsiteY13" fmla="*/ 4258 h 10000"/>
                      <a:gd name="connsiteX14" fmla="*/ 9915 w 10000"/>
                      <a:gd name="connsiteY14" fmla="*/ 4290 h 10000"/>
                      <a:gd name="connsiteX15" fmla="*/ 9915 w 10000"/>
                      <a:gd name="connsiteY15" fmla="*/ 4290 h 10000"/>
                      <a:gd name="connsiteX16" fmla="*/ 9888 w 10000"/>
                      <a:gd name="connsiteY16" fmla="*/ 4290 h 10000"/>
                      <a:gd name="connsiteX17" fmla="*/ 9859 w 10000"/>
                      <a:gd name="connsiteY17" fmla="*/ 4290 h 10000"/>
                      <a:gd name="connsiteX18" fmla="*/ 9859 w 10000"/>
                      <a:gd name="connsiteY18" fmla="*/ 4290 h 10000"/>
                      <a:gd name="connsiteX19" fmla="*/ 9803 w 10000"/>
                      <a:gd name="connsiteY19" fmla="*/ 4290 h 10000"/>
                      <a:gd name="connsiteX20" fmla="*/ 9718 w 10000"/>
                      <a:gd name="connsiteY20" fmla="*/ 4161 h 10000"/>
                      <a:gd name="connsiteX21" fmla="*/ 9493 w 10000"/>
                      <a:gd name="connsiteY21" fmla="*/ 3968 h 10000"/>
                      <a:gd name="connsiteX22" fmla="*/ 9211 w 10000"/>
                      <a:gd name="connsiteY22" fmla="*/ 3742 h 10000"/>
                      <a:gd name="connsiteX23" fmla="*/ 9014 w 10000"/>
                      <a:gd name="connsiteY23" fmla="*/ 3548 h 10000"/>
                      <a:gd name="connsiteX24" fmla="*/ 8845 w 10000"/>
                      <a:gd name="connsiteY24" fmla="*/ 3355 h 10000"/>
                      <a:gd name="connsiteX25" fmla="*/ 8789 w 10000"/>
                      <a:gd name="connsiteY25" fmla="*/ 3323 h 10000"/>
                      <a:gd name="connsiteX26" fmla="*/ 8085 w 10000"/>
                      <a:gd name="connsiteY26" fmla="*/ 4548 h 10000"/>
                      <a:gd name="connsiteX27" fmla="*/ 7296 w 10000"/>
                      <a:gd name="connsiteY27" fmla="*/ 5613 h 10000"/>
                      <a:gd name="connsiteX28" fmla="*/ 6451 w 10000"/>
                      <a:gd name="connsiteY28" fmla="*/ 6484 h 10000"/>
                      <a:gd name="connsiteX29" fmla="*/ 5550 w 10000"/>
                      <a:gd name="connsiteY29" fmla="*/ 7290 h 10000"/>
                      <a:gd name="connsiteX30" fmla="*/ 4649 w 10000"/>
                      <a:gd name="connsiteY30" fmla="*/ 7968 h 10000"/>
                      <a:gd name="connsiteX31" fmla="*/ 3718 w 10000"/>
                      <a:gd name="connsiteY31" fmla="*/ 8516 h 10000"/>
                      <a:gd name="connsiteX32" fmla="*/ 2874 w 10000"/>
                      <a:gd name="connsiteY32" fmla="*/ 8968 h 10000"/>
                      <a:gd name="connsiteX33" fmla="*/ 2085 w 10000"/>
                      <a:gd name="connsiteY33" fmla="*/ 9323 h 10000"/>
                      <a:gd name="connsiteX34" fmla="*/ 1380 w 10000"/>
                      <a:gd name="connsiteY34" fmla="*/ 9613 h 10000"/>
                      <a:gd name="connsiteX35" fmla="*/ 733 w 10000"/>
                      <a:gd name="connsiteY35" fmla="*/ 9774 h 10000"/>
                      <a:gd name="connsiteX36" fmla="*/ 310 w 10000"/>
                      <a:gd name="connsiteY36" fmla="*/ 9903 h 10000"/>
                      <a:gd name="connsiteX37" fmla="*/ 0 w 10000"/>
                      <a:gd name="connsiteY37" fmla="*/ 10000 h 10000"/>
                      <a:gd name="connsiteX38" fmla="*/ 5718 w 10000"/>
                      <a:gd name="connsiteY38" fmla="*/ 5387 h 10000"/>
                      <a:gd name="connsiteX39" fmla="*/ 7380 w 10000"/>
                      <a:gd name="connsiteY39" fmla="*/ 2065 h 10000"/>
                      <a:gd name="connsiteX40" fmla="*/ 7380 w 10000"/>
                      <a:gd name="connsiteY40" fmla="*/ 2065 h 10000"/>
                      <a:gd name="connsiteX41" fmla="*/ 7380 w 10000"/>
                      <a:gd name="connsiteY41" fmla="*/ 2065 h 10000"/>
                      <a:gd name="connsiteX42" fmla="*/ 6422 w 10000"/>
                      <a:gd name="connsiteY42" fmla="*/ 1161 h 10000"/>
                      <a:gd name="connsiteX43" fmla="*/ 6338 w 10000"/>
                      <a:gd name="connsiteY43" fmla="*/ 1097 h 10000"/>
                      <a:gd name="connsiteX44" fmla="*/ 6310 w 10000"/>
                      <a:gd name="connsiteY44" fmla="*/ 1032 h 10000"/>
                      <a:gd name="connsiteX45" fmla="*/ 6310 w 10000"/>
                      <a:gd name="connsiteY45" fmla="*/ 1000 h 10000"/>
                      <a:gd name="connsiteX46" fmla="*/ 6338 w 10000"/>
                      <a:gd name="connsiteY46" fmla="*/ 968 h 10000"/>
                      <a:gd name="connsiteX47" fmla="*/ 6395 w 10000"/>
                      <a:gd name="connsiteY47" fmla="*/ 968 h 10000"/>
                      <a:gd name="connsiteX48" fmla="*/ 6422 w 10000"/>
                      <a:gd name="connsiteY48" fmla="*/ 903 h 10000"/>
                      <a:gd name="connsiteX49" fmla="*/ 6451 w 10000"/>
                      <a:gd name="connsiteY49" fmla="*/ 903 h 10000"/>
                      <a:gd name="connsiteX50" fmla="*/ 6536 w 10000"/>
                      <a:gd name="connsiteY50" fmla="*/ 903 h 10000"/>
                      <a:gd name="connsiteX51" fmla="*/ 6648 w 10000"/>
                      <a:gd name="connsiteY51" fmla="*/ 871 h 10000"/>
                      <a:gd name="connsiteX52" fmla="*/ 6704 w 10000"/>
                      <a:gd name="connsiteY52" fmla="*/ 871 h 10000"/>
                      <a:gd name="connsiteX53" fmla="*/ 7155 w 10000"/>
                      <a:gd name="connsiteY53" fmla="*/ 742 h 10000"/>
                      <a:gd name="connsiteX54" fmla="*/ 7634 w 10000"/>
                      <a:gd name="connsiteY54" fmla="*/ 613 h 10000"/>
                      <a:gd name="connsiteX55" fmla="*/ 8197 w 10000"/>
                      <a:gd name="connsiteY55" fmla="*/ 452 h 10000"/>
                      <a:gd name="connsiteX56" fmla="*/ 8733 w 10000"/>
                      <a:gd name="connsiteY56" fmla="*/ 323 h 10000"/>
                      <a:gd name="connsiteX57" fmla="*/ 9211 w 10000"/>
                      <a:gd name="connsiteY57" fmla="*/ 194 h 10000"/>
                      <a:gd name="connsiteX58" fmla="*/ 9606 w 10000"/>
                      <a:gd name="connsiteY58" fmla="*/ 65 h 10000"/>
                      <a:gd name="connsiteX59" fmla="*/ 9888 w 10000"/>
                      <a:gd name="connsiteY59" fmla="*/ 0 h 10000"/>
                      <a:gd name="connsiteX60" fmla="*/ 9972 w 10000"/>
                      <a:gd name="connsiteY60" fmla="*/ 0 h 10000"/>
                      <a:gd name="connsiteX0" fmla="*/ 9972 w 10000"/>
                      <a:gd name="connsiteY0" fmla="*/ 0 h 10000"/>
                      <a:gd name="connsiteX1" fmla="*/ 10000 w 10000"/>
                      <a:gd name="connsiteY1" fmla="*/ 0 h 10000"/>
                      <a:gd name="connsiteX2" fmla="*/ 10000 w 10000"/>
                      <a:gd name="connsiteY2" fmla="*/ 32 h 10000"/>
                      <a:gd name="connsiteX3" fmla="*/ 10000 w 10000"/>
                      <a:gd name="connsiteY3" fmla="*/ 129 h 10000"/>
                      <a:gd name="connsiteX4" fmla="*/ 10000 w 10000"/>
                      <a:gd name="connsiteY4" fmla="*/ 452 h 10000"/>
                      <a:gd name="connsiteX5" fmla="*/ 10000 w 10000"/>
                      <a:gd name="connsiteY5" fmla="*/ 968 h 10000"/>
                      <a:gd name="connsiteX6" fmla="*/ 10000 w 10000"/>
                      <a:gd name="connsiteY6" fmla="*/ 1548 h 10000"/>
                      <a:gd name="connsiteX7" fmla="*/ 9972 w 10000"/>
                      <a:gd name="connsiteY7" fmla="*/ 2194 h 10000"/>
                      <a:gd name="connsiteX8" fmla="*/ 9972 w 10000"/>
                      <a:gd name="connsiteY8" fmla="*/ 2871 h 10000"/>
                      <a:gd name="connsiteX9" fmla="*/ 9972 w 10000"/>
                      <a:gd name="connsiteY9" fmla="*/ 3484 h 10000"/>
                      <a:gd name="connsiteX10" fmla="*/ 9972 w 10000"/>
                      <a:gd name="connsiteY10" fmla="*/ 4000 h 10000"/>
                      <a:gd name="connsiteX11" fmla="*/ 9972 w 10000"/>
                      <a:gd name="connsiteY11" fmla="*/ 4032 h 10000"/>
                      <a:gd name="connsiteX12" fmla="*/ 9972 w 10000"/>
                      <a:gd name="connsiteY12" fmla="*/ 4161 h 10000"/>
                      <a:gd name="connsiteX13" fmla="*/ 9972 w 10000"/>
                      <a:gd name="connsiteY13" fmla="*/ 4258 h 10000"/>
                      <a:gd name="connsiteX14" fmla="*/ 9915 w 10000"/>
                      <a:gd name="connsiteY14" fmla="*/ 4290 h 10000"/>
                      <a:gd name="connsiteX15" fmla="*/ 9915 w 10000"/>
                      <a:gd name="connsiteY15" fmla="*/ 4290 h 10000"/>
                      <a:gd name="connsiteX16" fmla="*/ 9888 w 10000"/>
                      <a:gd name="connsiteY16" fmla="*/ 4290 h 10000"/>
                      <a:gd name="connsiteX17" fmla="*/ 9859 w 10000"/>
                      <a:gd name="connsiteY17" fmla="*/ 4290 h 10000"/>
                      <a:gd name="connsiteX18" fmla="*/ 9859 w 10000"/>
                      <a:gd name="connsiteY18" fmla="*/ 4290 h 10000"/>
                      <a:gd name="connsiteX19" fmla="*/ 9803 w 10000"/>
                      <a:gd name="connsiteY19" fmla="*/ 4290 h 10000"/>
                      <a:gd name="connsiteX20" fmla="*/ 9718 w 10000"/>
                      <a:gd name="connsiteY20" fmla="*/ 4161 h 10000"/>
                      <a:gd name="connsiteX21" fmla="*/ 9493 w 10000"/>
                      <a:gd name="connsiteY21" fmla="*/ 3968 h 10000"/>
                      <a:gd name="connsiteX22" fmla="*/ 9211 w 10000"/>
                      <a:gd name="connsiteY22" fmla="*/ 3742 h 10000"/>
                      <a:gd name="connsiteX23" fmla="*/ 9014 w 10000"/>
                      <a:gd name="connsiteY23" fmla="*/ 3548 h 10000"/>
                      <a:gd name="connsiteX24" fmla="*/ 8845 w 10000"/>
                      <a:gd name="connsiteY24" fmla="*/ 3355 h 10000"/>
                      <a:gd name="connsiteX25" fmla="*/ 8789 w 10000"/>
                      <a:gd name="connsiteY25" fmla="*/ 3323 h 10000"/>
                      <a:gd name="connsiteX26" fmla="*/ 8085 w 10000"/>
                      <a:gd name="connsiteY26" fmla="*/ 4548 h 10000"/>
                      <a:gd name="connsiteX27" fmla="*/ 7296 w 10000"/>
                      <a:gd name="connsiteY27" fmla="*/ 5613 h 10000"/>
                      <a:gd name="connsiteX28" fmla="*/ 6451 w 10000"/>
                      <a:gd name="connsiteY28" fmla="*/ 6484 h 10000"/>
                      <a:gd name="connsiteX29" fmla="*/ 5550 w 10000"/>
                      <a:gd name="connsiteY29" fmla="*/ 7290 h 10000"/>
                      <a:gd name="connsiteX30" fmla="*/ 4649 w 10000"/>
                      <a:gd name="connsiteY30" fmla="*/ 7968 h 10000"/>
                      <a:gd name="connsiteX31" fmla="*/ 3718 w 10000"/>
                      <a:gd name="connsiteY31" fmla="*/ 8516 h 10000"/>
                      <a:gd name="connsiteX32" fmla="*/ 2874 w 10000"/>
                      <a:gd name="connsiteY32" fmla="*/ 8968 h 10000"/>
                      <a:gd name="connsiteX33" fmla="*/ 2085 w 10000"/>
                      <a:gd name="connsiteY33" fmla="*/ 9323 h 10000"/>
                      <a:gd name="connsiteX34" fmla="*/ 1380 w 10000"/>
                      <a:gd name="connsiteY34" fmla="*/ 9613 h 10000"/>
                      <a:gd name="connsiteX35" fmla="*/ 733 w 10000"/>
                      <a:gd name="connsiteY35" fmla="*/ 9774 h 10000"/>
                      <a:gd name="connsiteX36" fmla="*/ 0 w 10000"/>
                      <a:gd name="connsiteY36" fmla="*/ 10000 h 10000"/>
                      <a:gd name="connsiteX37" fmla="*/ 5718 w 10000"/>
                      <a:gd name="connsiteY37" fmla="*/ 5387 h 10000"/>
                      <a:gd name="connsiteX38" fmla="*/ 7380 w 10000"/>
                      <a:gd name="connsiteY38" fmla="*/ 2065 h 10000"/>
                      <a:gd name="connsiteX39" fmla="*/ 7380 w 10000"/>
                      <a:gd name="connsiteY39" fmla="*/ 2065 h 10000"/>
                      <a:gd name="connsiteX40" fmla="*/ 7380 w 10000"/>
                      <a:gd name="connsiteY40" fmla="*/ 2065 h 10000"/>
                      <a:gd name="connsiteX41" fmla="*/ 6422 w 10000"/>
                      <a:gd name="connsiteY41" fmla="*/ 1161 h 10000"/>
                      <a:gd name="connsiteX42" fmla="*/ 6338 w 10000"/>
                      <a:gd name="connsiteY42" fmla="*/ 1097 h 10000"/>
                      <a:gd name="connsiteX43" fmla="*/ 6310 w 10000"/>
                      <a:gd name="connsiteY43" fmla="*/ 1032 h 10000"/>
                      <a:gd name="connsiteX44" fmla="*/ 6310 w 10000"/>
                      <a:gd name="connsiteY44" fmla="*/ 1000 h 10000"/>
                      <a:gd name="connsiteX45" fmla="*/ 6338 w 10000"/>
                      <a:gd name="connsiteY45" fmla="*/ 968 h 10000"/>
                      <a:gd name="connsiteX46" fmla="*/ 6395 w 10000"/>
                      <a:gd name="connsiteY46" fmla="*/ 968 h 10000"/>
                      <a:gd name="connsiteX47" fmla="*/ 6422 w 10000"/>
                      <a:gd name="connsiteY47" fmla="*/ 903 h 10000"/>
                      <a:gd name="connsiteX48" fmla="*/ 6451 w 10000"/>
                      <a:gd name="connsiteY48" fmla="*/ 903 h 10000"/>
                      <a:gd name="connsiteX49" fmla="*/ 6536 w 10000"/>
                      <a:gd name="connsiteY49" fmla="*/ 903 h 10000"/>
                      <a:gd name="connsiteX50" fmla="*/ 6648 w 10000"/>
                      <a:gd name="connsiteY50" fmla="*/ 871 h 10000"/>
                      <a:gd name="connsiteX51" fmla="*/ 6704 w 10000"/>
                      <a:gd name="connsiteY51" fmla="*/ 871 h 10000"/>
                      <a:gd name="connsiteX52" fmla="*/ 7155 w 10000"/>
                      <a:gd name="connsiteY52" fmla="*/ 742 h 10000"/>
                      <a:gd name="connsiteX53" fmla="*/ 7634 w 10000"/>
                      <a:gd name="connsiteY53" fmla="*/ 613 h 10000"/>
                      <a:gd name="connsiteX54" fmla="*/ 8197 w 10000"/>
                      <a:gd name="connsiteY54" fmla="*/ 452 h 10000"/>
                      <a:gd name="connsiteX55" fmla="*/ 8733 w 10000"/>
                      <a:gd name="connsiteY55" fmla="*/ 323 h 10000"/>
                      <a:gd name="connsiteX56" fmla="*/ 9211 w 10000"/>
                      <a:gd name="connsiteY56" fmla="*/ 194 h 10000"/>
                      <a:gd name="connsiteX57" fmla="*/ 9606 w 10000"/>
                      <a:gd name="connsiteY57" fmla="*/ 65 h 10000"/>
                      <a:gd name="connsiteX58" fmla="*/ 9888 w 10000"/>
                      <a:gd name="connsiteY58" fmla="*/ 0 h 10000"/>
                      <a:gd name="connsiteX59" fmla="*/ 9972 w 10000"/>
                      <a:gd name="connsiteY59" fmla="*/ 0 h 10000"/>
                      <a:gd name="connsiteX0" fmla="*/ 9972 w 10000"/>
                      <a:gd name="connsiteY0" fmla="*/ 0 h 10000"/>
                      <a:gd name="connsiteX1" fmla="*/ 10000 w 10000"/>
                      <a:gd name="connsiteY1" fmla="*/ 0 h 10000"/>
                      <a:gd name="connsiteX2" fmla="*/ 10000 w 10000"/>
                      <a:gd name="connsiteY2" fmla="*/ 32 h 10000"/>
                      <a:gd name="connsiteX3" fmla="*/ 10000 w 10000"/>
                      <a:gd name="connsiteY3" fmla="*/ 129 h 10000"/>
                      <a:gd name="connsiteX4" fmla="*/ 10000 w 10000"/>
                      <a:gd name="connsiteY4" fmla="*/ 452 h 10000"/>
                      <a:gd name="connsiteX5" fmla="*/ 10000 w 10000"/>
                      <a:gd name="connsiteY5" fmla="*/ 968 h 10000"/>
                      <a:gd name="connsiteX6" fmla="*/ 10000 w 10000"/>
                      <a:gd name="connsiteY6" fmla="*/ 1548 h 10000"/>
                      <a:gd name="connsiteX7" fmla="*/ 9972 w 10000"/>
                      <a:gd name="connsiteY7" fmla="*/ 2194 h 10000"/>
                      <a:gd name="connsiteX8" fmla="*/ 9972 w 10000"/>
                      <a:gd name="connsiteY8" fmla="*/ 2871 h 10000"/>
                      <a:gd name="connsiteX9" fmla="*/ 9972 w 10000"/>
                      <a:gd name="connsiteY9" fmla="*/ 3484 h 10000"/>
                      <a:gd name="connsiteX10" fmla="*/ 9972 w 10000"/>
                      <a:gd name="connsiteY10" fmla="*/ 4000 h 10000"/>
                      <a:gd name="connsiteX11" fmla="*/ 9972 w 10000"/>
                      <a:gd name="connsiteY11" fmla="*/ 4032 h 10000"/>
                      <a:gd name="connsiteX12" fmla="*/ 9972 w 10000"/>
                      <a:gd name="connsiteY12" fmla="*/ 4161 h 10000"/>
                      <a:gd name="connsiteX13" fmla="*/ 9972 w 10000"/>
                      <a:gd name="connsiteY13" fmla="*/ 4258 h 10000"/>
                      <a:gd name="connsiteX14" fmla="*/ 9915 w 10000"/>
                      <a:gd name="connsiteY14" fmla="*/ 4290 h 10000"/>
                      <a:gd name="connsiteX15" fmla="*/ 9915 w 10000"/>
                      <a:gd name="connsiteY15" fmla="*/ 4290 h 10000"/>
                      <a:gd name="connsiteX16" fmla="*/ 9888 w 10000"/>
                      <a:gd name="connsiteY16" fmla="*/ 4290 h 10000"/>
                      <a:gd name="connsiteX17" fmla="*/ 9859 w 10000"/>
                      <a:gd name="connsiteY17" fmla="*/ 4290 h 10000"/>
                      <a:gd name="connsiteX18" fmla="*/ 9859 w 10000"/>
                      <a:gd name="connsiteY18" fmla="*/ 4290 h 10000"/>
                      <a:gd name="connsiteX19" fmla="*/ 9803 w 10000"/>
                      <a:gd name="connsiteY19" fmla="*/ 4290 h 10000"/>
                      <a:gd name="connsiteX20" fmla="*/ 9718 w 10000"/>
                      <a:gd name="connsiteY20" fmla="*/ 4161 h 10000"/>
                      <a:gd name="connsiteX21" fmla="*/ 9493 w 10000"/>
                      <a:gd name="connsiteY21" fmla="*/ 3968 h 10000"/>
                      <a:gd name="connsiteX22" fmla="*/ 9211 w 10000"/>
                      <a:gd name="connsiteY22" fmla="*/ 3742 h 10000"/>
                      <a:gd name="connsiteX23" fmla="*/ 9014 w 10000"/>
                      <a:gd name="connsiteY23" fmla="*/ 3548 h 10000"/>
                      <a:gd name="connsiteX24" fmla="*/ 8845 w 10000"/>
                      <a:gd name="connsiteY24" fmla="*/ 3355 h 10000"/>
                      <a:gd name="connsiteX25" fmla="*/ 8789 w 10000"/>
                      <a:gd name="connsiteY25" fmla="*/ 3323 h 10000"/>
                      <a:gd name="connsiteX26" fmla="*/ 8085 w 10000"/>
                      <a:gd name="connsiteY26" fmla="*/ 4548 h 10000"/>
                      <a:gd name="connsiteX27" fmla="*/ 7296 w 10000"/>
                      <a:gd name="connsiteY27" fmla="*/ 5613 h 10000"/>
                      <a:gd name="connsiteX28" fmla="*/ 6451 w 10000"/>
                      <a:gd name="connsiteY28" fmla="*/ 6484 h 10000"/>
                      <a:gd name="connsiteX29" fmla="*/ 5550 w 10000"/>
                      <a:gd name="connsiteY29" fmla="*/ 7290 h 10000"/>
                      <a:gd name="connsiteX30" fmla="*/ 4649 w 10000"/>
                      <a:gd name="connsiteY30" fmla="*/ 7968 h 10000"/>
                      <a:gd name="connsiteX31" fmla="*/ 3718 w 10000"/>
                      <a:gd name="connsiteY31" fmla="*/ 8516 h 10000"/>
                      <a:gd name="connsiteX32" fmla="*/ 2874 w 10000"/>
                      <a:gd name="connsiteY32" fmla="*/ 8968 h 10000"/>
                      <a:gd name="connsiteX33" fmla="*/ 2085 w 10000"/>
                      <a:gd name="connsiteY33" fmla="*/ 9323 h 10000"/>
                      <a:gd name="connsiteX34" fmla="*/ 1380 w 10000"/>
                      <a:gd name="connsiteY34" fmla="*/ 9613 h 10000"/>
                      <a:gd name="connsiteX35" fmla="*/ 0 w 10000"/>
                      <a:gd name="connsiteY35" fmla="*/ 10000 h 10000"/>
                      <a:gd name="connsiteX36" fmla="*/ 5718 w 10000"/>
                      <a:gd name="connsiteY36" fmla="*/ 5387 h 10000"/>
                      <a:gd name="connsiteX37" fmla="*/ 7380 w 10000"/>
                      <a:gd name="connsiteY37" fmla="*/ 2065 h 10000"/>
                      <a:gd name="connsiteX38" fmla="*/ 7380 w 10000"/>
                      <a:gd name="connsiteY38" fmla="*/ 2065 h 10000"/>
                      <a:gd name="connsiteX39" fmla="*/ 7380 w 10000"/>
                      <a:gd name="connsiteY39" fmla="*/ 2065 h 10000"/>
                      <a:gd name="connsiteX40" fmla="*/ 6422 w 10000"/>
                      <a:gd name="connsiteY40" fmla="*/ 1161 h 10000"/>
                      <a:gd name="connsiteX41" fmla="*/ 6338 w 10000"/>
                      <a:gd name="connsiteY41" fmla="*/ 1097 h 10000"/>
                      <a:gd name="connsiteX42" fmla="*/ 6310 w 10000"/>
                      <a:gd name="connsiteY42" fmla="*/ 1032 h 10000"/>
                      <a:gd name="connsiteX43" fmla="*/ 6310 w 10000"/>
                      <a:gd name="connsiteY43" fmla="*/ 1000 h 10000"/>
                      <a:gd name="connsiteX44" fmla="*/ 6338 w 10000"/>
                      <a:gd name="connsiteY44" fmla="*/ 968 h 10000"/>
                      <a:gd name="connsiteX45" fmla="*/ 6395 w 10000"/>
                      <a:gd name="connsiteY45" fmla="*/ 968 h 10000"/>
                      <a:gd name="connsiteX46" fmla="*/ 6422 w 10000"/>
                      <a:gd name="connsiteY46" fmla="*/ 903 h 10000"/>
                      <a:gd name="connsiteX47" fmla="*/ 6451 w 10000"/>
                      <a:gd name="connsiteY47" fmla="*/ 903 h 10000"/>
                      <a:gd name="connsiteX48" fmla="*/ 6536 w 10000"/>
                      <a:gd name="connsiteY48" fmla="*/ 903 h 10000"/>
                      <a:gd name="connsiteX49" fmla="*/ 6648 w 10000"/>
                      <a:gd name="connsiteY49" fmla="*/ 871 h 10000"/>
                      <a:gd name="connsiteX50" fmla="*/ 6704 w 10000"/>
                      <a:gd name="connsiteY50" fmla="*/ 871 h 10000"/>
                      <a:gd name="connsiteX51" fmla="*/ 7155 w 10000"/>
                      <a:gd name="connsiteY51" fmla="*/ 742 h 10000"/>
                      <a:gd name="connsiteX52" fmla="*/ 7634 w 10000"/>
                      <a:gd name="connsiteY52" fmla="*/ 613 h 10000"/>
                      <a:gd name="connsiteX53" fmla="*/ 8197 w 10000"/>
                      <a:gd name="connsiteY53" fmla="*/ 452 h 10000"/>
                      <a:gd name="connsiteX54" fmla="*/ 8733 w 10000"/>
                      <a:gd name="connsiteY54" fmla="*/ 323 h 10000"/>
                      <a:gd name="connsiteX55" fmla="*/ 9211 w 10000"/>
                      <a:gd name="connsiteY55" fmla="*/ 194 h 10000"/>
                      <a:gd name="connsiteX56" fmla="*/ 9606 w 10000"/>
                      <a:gd name="connsiteY56" fmla="*/ 65 h 10000"/>
                      <a:gd name="connsiteX57" fmla="*/ 9888 w 10000"/>
                      <a:gd name="connsiteY57" fmla="*/ 0 h 10000"/>
                      <a:gd name="connsiteX58" fmla="*/ 9972 w 10000"/>
                      <a:gd name="connsiteY58" fmla="*/ 0 h 10000"/>
                      <a:gd name="connsiteX0" fmla="*/ 9972 w 10000"/>
                      <a:gd name="connsiteY0" fmla="*/ 0 h 10000"/>
                      <a:gd name="connsiteX1" fmla="*/ 10000 w 10000"/>
                      <a:gd name="connsiteY1" fmla="*/ 0 h 10000"/>
                      <a:gd name="connsiteX2" fmla="*/ 10000 w 10000"/>
                      <a:gd name="connsiteY2" fmla="*/ 32 h 10000"/>
                      <a:gd name="connsiteX3" fmla="*/ 10000 w 10000"/>
                      <a:gd name="connsiteY3" fmla="*/ 129 h 10000"/>
                      <a:gd name="connsiteX4" fmla="*/ 10000 w 10000"/>
                      <a:gd name="connsiteY4" fmla="*/ 452 h 10000"/>
                      <a:gd name="connsiteX5" fmla="*/ 10000 w 10000"/>
                      <a:gd name="connsiteY5" fmla="*/ 968 h 10000"/>
                      <a:gd name="connsiteX6" fmla="*/ 10000 w 10000"/>
                      <a:gd name="connsiteY6" fmla="*/ 1548 h 10000"/>
                      <a:gd name="connsiteX7" fmla="*/ 9972 w 10000"/>
                      <a:gd name="connsiteY7" fmla="*/ 2194 h 10000"/>
                      <a:gd name="connsiteX8" fmla="*/ 9972 w 10000"/>
                      <a:gd name="connsiteY8" fmla="*/ 2871 h 10000"/>
                      <a:gd name="connsiteX9" fmla="*/ 9972 w 10000"/>
                      <a:gd name="connsiteY9" fmla="*/ 3484 h 10000"/>
                      <a:gd name="connsiteX10" fmla="*/ 9972 w 10000"/>
                      <a:gd name="connsiteY10" fmla="*/ 4000 h 10000"/>
                      <a:gd name="connsiteX11" fmla="*/ 9972 w 10000"/>
                      <a:gd name="connsiteY11" fmla="*/ 4032 h 10000"/>
                      <a:gd name="connsiteX12" fmla="*/ 9972 w 10000"/>
                      <a:gd name="connsiteY12" fmla="*/ 4161 h 10000"/>
                      <a:gd name="connsiteX13" fmla="*/ 9972 w 10000"/>
                      <a:gd name="connsiteY13" fmla="*/ 4258 h 10000"/>
                      <a:gd name="connsiteX14" fmla="*/ 9915 w 10000"/>
                      <a:gd name="connsiteY14" fmla="*/ 4290 h 10000"/>
                      <a:gd name="connsiteX15" fmla="*/ 9915 w 10000"/>
                      <a:gd name="connsiteY15" fmla="*/ 4290 h 10000"/>
                      <a:gd name="connsiteX16" fmla="*/ 9888 w 10000"/>
                      <a:gd name="connsiteY16" fmla="*/ 4290 h 10000"/>
                      <a:gd name="connsiteX17" fmla="*/ 9859 w 10000"/>
                      <a:gd name="connsiteY17" fmla="*/ 4290 h 10000"/>
                      <a:gd name="connsiteX18" fmla="*/ 9859 w 10000"/>
                      <a:gd name="connsiteY18" fmla="*/ 4290 h 10000"/>
                      <a:gd name="connsiteX19" fmla="*/ 9803 w 10000"/>
                      <a:gd name="connsiteY19" fmla="*/ 4290 h 10000"/>
                      <a:gd name="connsiteX20" fmla="*/ 9718 w 10000"/>
                      <a:gd name="connsiteY20" fmla="*/ 4161 h 10000"/>
                      <a:gd name="connsiteX21" fmla="*/ 9493 w 10000"/>
                      <a:gd name="connsiteY21" fmla="*/ 3968 h 10000"/>
                      <a:gd name="connsiteX22" fmla="*/ 9211 w 10000"/>
                      <a:gd name="connsiteY22" fmla="*/ 3742 h 10000"/>
                      <a:gd name="connsiteX23" fmla="*/ 9014 w 10000"/>
                      <a:gd name="connsiteY23" fmla="*/ 3548 h 10000"/>
                      <a:gd name="connsiteX24" fmla="*/ 8845 w 10000"/>
                      <a:gd name="connsiteY24" fmla="*/ 3355 h 10000"/>
                      <a:gd name="connsiteX25" fmla="*/ 8789 w 10000"/>
                      <a:gd name="connsiteY25" fmla="*/ 3323 h 10000"/>
                      <a:gd name="connsiteX26" fmla="*/ 8085 w 10000"/>
                      <a:gd name="connsiteY26" fmla="*/ 4548 h 10000"/>
                      <a:gd name="connsiteX27" fmla="*/ 7296 w 10000"/>
                      <a:gd name="connsiteY27" fmla="*/ 5613 h 10000"/>
                      <a:gd name="connsiteX28" fmla="*/ 6451 w 10000"/>
                      <a:gd name="connsiteY28" fmla="*/ 6484 h 10000"/>
                      <a:gd name="connsiteX29" fmla="*/ 5550 w 10000"/>
                      <a:gd name="connsiteY29" fmla="*/ 7290 h 10000"/>
                      <a:gd name="connsiteX30" fmla="*/ 4649 w 10000"/>
                      <a:gd name="connsiteY30" fmla="*/ 7968 h 10000"/>
                      <a:gd name="connsiteX31" fmla="*/ 3718 w 10000"/>
                      <a:gd name="connsiteY31" fmla="*/ 8516 h 10000"/>
                      <a:gd name="connsiteX32" fmla="*/ 2874 w 10000"/>
                      <a:gd name="connsiteY32" fmla="*/ 8968 h 10000"/>
                      <a:gd name="connsiteX33" fmla="*/ 2085 w 10000"/>
                      <a:gd name="connsiteY33" fmla="*/ 9323 h 10000"/>
                      <a:gd name="connsiteX34" fmla="*/ 0 w 10000"/>
                      <a:gd name="connsiteY34" fmla="*/ 10000 h 10000"/>
                      <a:gd name="connsiteX35" fmla="*/ 5718 w 10000"/>
                      <a:gd name="connsiteY35" fmla="*/ 5387 h 10000"/>
                      <a:gd name="connsiteX36" fmla="*/ 7380 w 10000"/>
                      <a:gd name="connsiteY36" fmla="*/ 2065 h 10000"/>
                      <a:gd name="connsiteX37" fmla="*/ 7380 w 10000"/>
                      <a:gd name="connsiteY37" fmla="*/ 2065 h 10000"/>
                      <a:gd name="connsiteX38" fmla="*/ 7380 w 10000"/>
                      <a:gd name="connsiteY38" fmla="*/ 2065 h 10000"/>
                      <a:gd name="connsiteX39" fmla="*/ 6422 w 10000"/>
                      <a:gd name="connsiteY39" fmla="*/ 1161 h 10000"/>
                      <a:gd name="connsiteX40" fmla="*/ 6338 w 10000"/>
                      <a:gd name="connsiteY40" fmla="*/ 1097 h 10000"/>
                      <a:gd name="connsiteX41" fmla="*/ 6310 w 10000"/>
                      <a:gd name="connsiteY41" fmla="*/ 1032 h 10000"/>
                      <a:gd name="connsiteX42" fmla="*/ 6310 w 10000"/>
                      <a:gd name="connsiteY42" fmla="*/ 1000 h 10000"/>
                      <a:gd name="connsiteX43" fmla="*/ 6338 w 10000"/>
                      <a:gd name="connsiteY43" fmla="*/ 968 h 10000"/>
                      <a:gd name="connsiteX44" fmla="*/ 6395 w 10000"/>
                      <a:gd name="connsiteY44" fmla="*/ 968 h 10000"/>
                      <a:gd name="connsiteX45" fmla="*/ 6422 w 10000"/>
                      <a:gd name="connsiteY45" fmla="*/ 903 h 10000"/>
                      <a:gd name="connsiteX46" fmla="*/ 6451 w 10000"/>
                      <a:gd name="connsiteY46" fmla="*/ 903 h 10000"/>
                      <a:gd name="connsiteX47" fmla="*/ 6536 w 10000"/>
                      <a:gd name="connsiteY47" fmla="*/ 903 h 10000"/>
                      <a:gd name="connsiteX48" fmla="*/ 6648 w 10000"/>
                      <a:gd name="connsiteY48" fmla="*/ 871 h 10000"/>
                      <a:gd name="connsiteX49" fmla="*/ 6704 w 10000"/>
                      <a:gd name="connsiteY49" fmla="*/ 871 h 10000"/>
                      <a:gd name="connsiteX50" fmla="*/ 7155 w 10000"/>
                      <a:gd name="connsiteY50" fmla="*/ 742 h 10000"/>
                      <a:gd name="connsiteX51" fmla="*/ 7634 w 10000"/>
                      <a:gd name="connsiteY51" fmla="*/ 613 h 10000"/>
                      <a:gd name="connsiteX52" fmla="*/ 8197 w 10000"/>
                      <a:gd name="connsiteY52" fmla="*/ 452 h 10000"/>
                      <a:gd name="connsiteX53" fmla="*/ 8733 w 10000"/>
                      <a:gd name="connsiteY53" fmla="*/ 323 h 10000"/>
                      <a:gd name="connsiteX54" fmla="*/ 9211 w 10000"/>
                      <a:gd name="connsiteY54" fmla="*/ 194 h 10000"/>
                      <a:gd name="connsiteX55" fmla="*/ 9606 w 10000"/>
                      <a:gd name="connsiteY55" fmla="*/ 65 h 10000"/>
                      <a:gd name="connsiteX56" fmla="*/ 9888 w 10000"/>
                      <a:gd name="connsiteY56" fmla="*/ 0 h 10000"/>
                      <a:gd name="connsiteX57" fmla="*/ 9972 w 10000"/>
                      <a:gd name="connsiteY57" fmla="*/ 0 h 10000"/>
                      <a:gd name="connsiteX0" fmla="*/ 9972 w 10000"/>
                      <a:gd name="connsiteY0" fmla="*/ 0 h 10000"/>
                      <a:gd name="connsiteX1" fmla="*/ 10000 w 10000"/>
                      <a:gd name="connsiteY1" fmla="*/ 0 h 10000"/>
                      <a:gd name="connsiteX2" fmla="*/ 10000 w 10000"/>
                      <a:gd name="connsiteY2" fmla="*/ 32 h 10000"/>
                      <a:gd name="connsiteX3" fmla="*/ 10000 w 10000"/>
                      <a:gd name="connsiteY3" fmla="*/ 129 h 10000"/>
                      <a:gd name="connsiteX4" fmla="*/ 10000 w 10000"/>
                      <a:gd name="connsiteY4" fmla="*/ 452 h 10000"/>
                      <a:gd name="connsiteX5" fmla="*/ 10000 w 10000"/>
                      <a:gd name="connsiteY5" fmla="*/ 968 h 10000"/>
                      <a:gd name="connsiteX6" fmla="*/ 10000 w 10000"/>
                      <a:gd name="connsiteY6" fmla="*/ 1548 h 10000"/>
                      <a:gd name="connsiteX7" fmla="*/ 9972 w 10000"/>
                      <a:gd name="connsiteY7" fmla="*/ 2194 h 10000"/>
                      <a:gd name="connsiteX8" fmla="*/ 9972 w 10000"/>
                      <a:gd name="connsiteY8" fmla="*/ 2871 h 10000"/>
                      <a:gd name="connsiteX9" fmla="*/ 9972 w 10000"/>
                      <a:gd name="connsiteY9" fmla="*/ 3484 h 10000"/>
                      <a:gd name="connsiteX10" fmla="*/ 9972 w 10000"/>
                      <a:gd name="connsiteY10" fmla="*/ 4000 h 10000"/>
                      <a:gd name="connsiteX11" fmla="*/ 9972 w 10000"/>
                      <a:gd name="connsiteY11" fmla="*/ 4032 h 10000"/>
                      <a:gd name="connsiteX12" fmla="*/ 9972 w 10000"/>
                      <a:gd name="connsiteY12" fmla="*/ 4161 h 10000"/>
                      <a:gd name="connsiteX13" fmla="*/ 9972 w 10000"/>
                      <a:gd name="connsiteY13" fmla="*/ 4258 h 10000"/>
                      <a:gd name="connsiteX14" fmla="*/ 9915 w 10000"/>
                      <a:gd name="connsiteY14" fmla="*/ 4290 h 10000"/>
                      <a:gd name="connsiteX15" fmla="*/ 9915 w 10000"/>
                      <a:gd name="connsiteY15" fmla="*/ 4290 h 10000"/>
                      <a:gd name="connsiteX16" fmla="*/ 9888 w 10000"/>
                      <a:gd name="connsiteY16" fmla="*/ 4290 h 10000"/>
                      <a:gd name="connsiteX17" fmla="*/ 9859 w 10000"/>
                      <a:gd name="connsiteY17" fmla="*/ 4290 h 10000"/>
                      <a:gd name="connsiteX18" fmla="*/ 9859 w 10000"/>
                      <a:gd name="connsiteY18" fmla="*/ 4290 h 10000"/>
                      <a:gd name="connsiteX19" fmla="*/ 9803 w 10000"/>
                      <a:gd name="connsiteY19" fmla="*/ 4290 h 10000"/>
                      <a:gd name="connsiteX20" fmla="*/ 9718 w 10000"/>
                      <a:gd name="connsiteY20" fmla="*/ 4161 h 10000"/>
                      <a:gd name="connsiteX21" fmla="*/ 9493 w 10000"/>
                      <a:gd name="connsiteY21" fmla="*/ 3968 h 10000"/>
                      <a:gd name="connsiteX22" fmla="*/ 9211 w 10000"/>
                      <a:gd name="connsiteY22" fmla="*/ 3742 h 10000"/>
                      <a:gd name="connsiteX23" fmla="*/ 9014 w 10000"/>
                      <a:gd name="connsiteY23" fmla="*/ 3548 h 10000"/>
                      <a:gd name="connsiteX24" fmla="*/ 8845 w 10000"/>
                      <a:gd name="connsiteY24" fmla="*/ 3355 h 10000"/>
                      <a:gd name="connsiteX25" fmla="*/ 8789 w 10000"/>
                      <a:gd name="connsiteY25" fmla="*/ 3323 h 10000"/>
                      <a:gd name="connsiteX26" fmla="*/ 8085 w 10000"/>
                      <a:gd name="connsiteY26" fmla="*/ 4548 h 10000"/>
                      <a:gd name="connsiteX27" fmla="*/ 7296 w 10000"/>
                      <a:gd name="connsiteY27" fmla="*/ 5613 h 10000"/>
                      <a:gd name="connsiteX28" fmla="*/ 6451 w 10000"/>
                      <a:gd name="connsiteY28" fmla="*/ 6484 h 10000"/>
                      <a:gd name="connsiteX29" fmla="*/ 5550 w 10000"/>
                      <a:gd name="connsiteY29" fmla="*/ 7290 h 10000"/>
                      <a:gd name="connsiteX30" fmla="*/ 4649 w 10000"/>
                      <a:gd name="connsiteY30" fmla="*/ 7968 h 10000"/>
                      <a:gd name="connsiteX31" fmla="*/ 3718 w 10000"/>
                      <a:gd name="connsiteY31" fmla="*/ 8516 h 10000"/>
                      <a:gd name="connsiteX32" fmla="*/ 2874 w 10000"/>
                      <a:gd name="connsiteY32" fmla="*/ 8968 h 10000"/>
                      <a:gd name="connsiteX33" fmla="*/ 0 w 10000"/>
                      <a:gd name="connsiteY33" fmla="*/ 10000 h 10000"/>
                      <a:gd name="connsiteX34" fmla="*/ 5718 w 10000"/>
                      <a:gd name="connsiteY34" fmla="*/ 5387 h 10000"/>
                      <a:gd name="connsiteX35" fmla="*/ 7380 w 10000"/>
                      <a:gd name="connsiteY35" fmla="*/ 2065 h 10000"/>
                      <a:gd name="connsiteX36" fmla="*/ 7380 w 10000"/>
                      <a:gd name="connsiteY36" fmla="*/ 2065 h 10000"/>
                      <a:gd name="connsiteX37" fmla="*/ 7380 w 10000"/>
                      <a:gd name="connsiteY37" fmla="*/ 2065 h 10000"/>
                      <a:gd name="connsiteX38" fmla="*/ 6422 w 10000"/>
                      <a:gd name="connsiteY38" fmla="*/ 1161 h 10000"/>
                      <a:gd name="connsiteX39" fmla="*/ 6338 w 10000"/>
                      <a:gd name="connsiteY39" fmla="*/ 1097 h 10000"/>
                      <a:gd name="connsiteX40" fmla="*/ 6310 w 10000"/>
                      <a:gd name="connsiteY40" fmla="*/ 1032 h 10000"/>
                      <a:gd name="connsiteX41" fmla="*/ 6310 w 10000"/>
                      <a:gd name="connsiteY41" fmla="*/ 1000 h 10000"/>
                      <a:gd name="connsiteX42" fmla="*/ 6338 w 10000"/>
                      <a:gd name="connsiteY42" fmla="*/ 968 h 10000"/>
                      <a:gd name="connsiteX43" fmla="*/ 6395 w 10000"/>
                      <a:gd name="connsiteY43" fmla="*/ 968 h 10000"/>
                      <a:gd name="connsiteX44" fmla="*/ 6422 w 10000"/>
                      <a:gd name="connsiteY44" fmla="*/ 903 h 10000"/>
                      <a:gd name="connsiteX45" fmla="*/ 6451 w 10000"/>
                      <a:gd name="connsiteY45" fmla="*/ 903 h 10000"/>
                      <a:gd name="connsiteX46" fmla="*/ 6536 w 10000"/>
                      <a:gd name="connsiteY46" fmla="*/ 903 h 10000"/>
                      <a:gd name="connsiteX47" fmla="*/ 6648 w 10000"/>
                      <a:gd name="connsiteY47" fmla="*/ 871 h 10000"/>
                      <a:gd name="connsiteX48" fmla="*/ 6704 w 10000"/>
                      <a:gd name="connsiteY48" fmla="*/ 871 h 10000"/>
                      <a:gd name="connsiteX49" fmla="*/ 7155 w 10000"/>
                      <a:gd name="connsiteY49" fmla="*/ 742 h 10000"/>
                      <a:gd name="connsiteX50" fmla="*/ 7634 w 10000"/>
                      <a:gd name="connsiteY50" fmla="*/ 613 h 10000"/>
                      <a:gd name="connsiteX51" fmla="*/ 8197 w 10000"/>
                      <a:gd name="connsiteY51" fmla="*/ 452 h 10000"/>
                      <a:gd name="connsiteX52" fmla="*/ 8733 w 10000"/>
                      <a:gd name="connsiteY52" fmla="*/ 323 h 10000"/>
                      <a:gd name="connsiteX53" fmla="*/ 9211 w 10000"/>
                      <a:gd name="connsiteY53" fmla="*/ 194 h 10000"/>
                      <a:gd name="connsiteX54" fmla="*/ 9606 w 10000"/>
                      <a:gd name="connsiteY54" fmla="*/ 65 h 10000"/>
                      <a:gd name="connsiteX55" fmla="*/ 9888 w 10000"/>
                      <a:gd name="connsiteY55" fmla="*/ 0 h 10000"/>
                      <a:gd name="connsiteX56" fmla="*/ 9972 w 10000"/>
                      <a:gd name="connsiteY56" fmla="*/ 0 h 10000"/>
                      <a:gd name="connsiteX0" fmla="*/ 9972 w 10000"/>
                      <a:gd name="connsiteY0" fmla="*/ 0 h 10000"/>
                      <a:gd name="connsiteX1" fmla="*/ 10000 w 10000"/>
                      <a:gd name="connsiteY1" fmla="*/ 0 h 10000"/>
                      <a:gd name="connsiteX2" fmla="*/ 10000 w 10000"/>
                      <a:gd name="connsiteY2" fmla="*/ 32 h 10000"/>
                      <a:gd name="connsiteX3" fmla="*/ 10000 w 10000"/>
                      <a:gd name="connsiteY3" fmla="*/ 129 h 10000"/>
                      <a:gd name="connsiteX4" fmla="*/ 10000 w 10000"/>
                      <a:gd name="connsiteY4" fmla="*/ 452 h 10000"/>
                      <a:gd name="connsiteX5" fmla="*/ 10000 w 10000"/>
                      <a:gd name="connsiteY5" fmla="*/ 968 h 10000"/>
                      <a:gd name="connsiteX6" fmla="*/ 10000 w 10000"/>
                      <a:gd name="connsiteY6" fmla="*/ 1548 h 10000"/>
                      <a:gd name="connsiteX7" fmla="*/ 9972 w 10000"/>
                      <a:gd name="connsiteY7" fmla="*/ 2194 h 10000"/>
                      <a:gd name="connsiteX8" fmla="*/ 9972 w 10000"/>
                      <a:gd name="connsiteY8" fmla="*/ 2871 h 10000"/>
                      <a:gd name="connsiteX9" fmla="*/ 9972 w 10000"/>
                      <a:gd name="connsiteY9" fmla="*/ 3484 h 10000"/>
                      <a:gd name="connsiteX10" fmla="*/ 9972 w 10000"/>
                      <a:gd name="connsiteY10" fmla="*/ 4000 h 10000"/>
                      <a:gd name="connsiteX11" fmla="*/ 9972 w 10000"/>
                      <a:gd name="connsiteY11" fmla="*/ 4032 h 10000"/>
                      <a:gd name="connsiteX12" fmla="*/ 9972 w 10000"/>
                      <a:gd name="connsiteY12" fmla="*/ 4161 h 10000"/>
                      <a:gd name="connsiteX13" fmla="*/ 9972 w 10000"/>
                      <a:gd name="connsiteY13" fmla="*/ 4258 h 10000"/>
                      <a:gd name="connsiteX14" fmla="*/ 9915 w 10000"/>
                      <a:gd name="connsiteY14" fmla="*/ 4290 h 10000"/>
                      <a:gd name="connsiteX15" fmla="*/ 9915 w 10000"/>
                      <a:gd name="connsiteY15" fmla="*/ 4290 h 10000"/>
                      <a:gd name="connsiteX16" fmla="*/ 9888 w 10000"/>
                      <a:gd name="connsiteY16" fmla="*/ 4290 h 10000"/>
                      <a:gd name="connsiteX17" fmla="*/ 9859 w 10000"/>
                      <a:gd name="connsiteY17" fmla="*/ 4290 h 10000"/>
                      <a:gd name="connsiteX18" fmla="*/ 9859 w 10000"/>
                      <a:gd name="connsiteY18" fmla="*/ 4290 h 10000"/>
                      <a:gd name="connsiteX19" fmla="*/ 9803 w 10000"/>
                      <a:gd name="connsiteY19" fmla="*/ 4290 h 10000"/>
                      <a:gd name="connsiteX20" fmla="*/ 9718 w 10000"/>
                      <a:gd name="connsiteY20" fmla="*/ 4161 h 10000"/>
                      <a:gd name="connsiteX21" fmla="*/ 9493 w 10000"/>
                      <a:gd name="connsiteY21" fmla="*/ 3968 h 10000"/>
                      <a:gd name="connsiteX22" fmla="*/ 9211 w 10000"/>
                      <a:gd name="connsiteY22" fmla="*/ 3742 h 10000"/>
                      <a:gd name="connsiteX23" fmla="*/ 9014 w 10000"/>
                      <a:gd name="connsiteY23" fmla="*/ 3548 h 10000"/>
                      <a:gd name="connsiteX24" fmla="*/ 8845 w 10000"/>
                      <a:gd name="connsiteY24" fmla="*/ 3355 h 10000"/>
                      <a:gd name="connsiteX25" fmla="*/ 8789 w 10000"/>
                      <a:gd name="connsiteY25" fmla="*/ 3323 h 10000"/>
                      <a:gd name="connsiteX26" fmla="*/ 8085 w 10000"/>
                      <a:gd name="connsiteY26" fmla="*/ 4548 h 10000"/>
                      <a:gd name="connsiteX27" fmla="*/ 7296 w 10000"/>
                      <a:gd name="connsiteY27" fmla="*/ 5613 h 10000"/>
                      <a:gd name="connsiteX28" fmla="*/ 6451 w 10000"/>
                      <a:gd name="connsiteY28" fmla="*/ 6484 h 10000"/>
                      <a:gd name="connsiteX29" fmla="*/ 5550 w 10000"/>
                      <a:gd name="connsiteY29" fmla="*/ 7290 h 10000"/>
                      <a:gd name="connsiteX30" fmla="*/ 4649 w 10000"/>
                      <a:gd name="connsiteY30" fmla="*/ 7968 h 10000"/>
                      <a:gd name="connsiteX31" fmla="*/ 3718 w 10000"/>
                      <a:gd name="connsiteY31" fmla="*/ 8516 h 10000"/>
                      <a:gd name="connsiteX32" fmla="*/ 0 w 10000"/>
                      <a:gd name="connsiteY32" fmla="*/ 10000 h 10000"/>
                      <a:gd name="connsiteX33" fmla="*/ 5718 w 10000"/>
                      <a:gd name="connsiteY33" fmla="*/ 5387 h 10000"/>
                      <a:gd name="connsiteX34" fmla="*/ 7380 w 10000"/>
                      <a:gd name="connsiteY34" fmla="*/ 2065 h 10000"/>
                      <a:gd name="connsiteX35" fmla="*/ 7380 w 10000"/>
                      <a:gd name="connsiteY35" fmla="*/ 2065 h 10000"/>
                      <a:gd name="connsiteX36" fmla="*/ 7380 w 10000"/>
                      <a:gd name="connsiteY36" fmla="*/ 2065 h 10000"/>
                      <a:gd name="connsiteX37" fmla="*/ 6422 w 10000"/>
                      <a:gd name="connsiteY37" fmla="*/ 1161 h 10000"/>
                      <a:gd name="connsiteX38" fmla="*/ 6338 w 10000"/>
                      <a:gd name="connsiteY38" fmla="*/ 1097 h 10000"/>
                      <a:gd name="connsiteX39" fmla="*/ 6310 w 10000"/>
                      <a:gd name="connsiteY39" fmla="*/ 1032 h 10000"/>
                      <a:gd name="connsiteX40" fmla="*/ 6310 w 10000"/>
                      <a:gd name="connsiteY40" fmla="*/ 1000 h 10000"/>
                      <a:gd name="connsiteX41" fmla="*/ 6338 w 10000"/>
                      <a:gd name="connsiteY41" fmla="*/ 968 h 10000"/>
                      <a:gd name="connsiteX42" fmla="*/ 6395 w 10000"/>
                      <a:gd name="connsiteY42" fmla="*/ 968 h 10000"/>
                      <a:gd name="connsiteX43" fmla="*/ 6422 w 10000"/>
                      <a:gd name="connsiteY43" fmla="*/ 903 h 10000"/>
                      <a:gd name="connsiteX44" fmla="*/ 6451 w 10000"/>
                      <a:gd name="connsiteY44" fmla="*/ 903 h 10000"/>
                      <a:gd name="connsiteX45" fmla="*/ 6536 w 10000"/>
                      <a:gd name="connsiteY45" fmla="*/ 903 h 10000"/>
                      <a:gd name="connsiteX46" fmla="*/ 6648 w 10000"/>
                      <a:gd name="connsiteY46" fmla="*/ 871 h 10000"/>
                      <a:gd name="connsiteX47" fmla="*/ 6704 w 10000"/>
                      <a:gd name="connsiteY47" fmla="*/ 871 h 10000"/>
                      <a:gd name="connsiteX48" fmla="*/ 7155 w 10000"/>
                      <a:gd name="connsiteY48" fmla="*/ 742 h 10000"/>
                      <a:gd name="connsiteX49" fmla="*/ 7634 w 10000"/>
                      <a:gd name="connsiteY49" fmla="*/ 613 h 10000"/>
                      <a:gd name="connsiteX50" fmla="*/ 8197 w 10000"/>
                      <a:gd name="connsiteY50" fmla="*/ 452 h 10000"/>
                      <a:gd name="connsiteX51" fmla="*/ 8733 w 10000"/>
                      <a:gd name="connsiteY51" fmla="*/ 323 h 10000"/>
                      <a:gd name="connsiteX52" fmla="*/ 9211 w 10000"/>
                      <a:gd name="connsiteY52" fmla="*/ 194 h 10000"/>
                      <a:gd name="connsiteX53" fmla="*/ 9606 w 10000"/>
                      <a:gd name="connsiteY53" fmla="*/ 65 h 10000"/>
                      <a:gd name="connsiteX54" fmla="*/ 9888 w 10000"/>
                      <a:gd name="connsiteY54" fmla="*/ 0 h 10000"/>
                      <a:gd name="connsiteX55" fmla="*/ 9972 w 10000"/>
                      <a:gd name="connsiteY55" fmla="*/ 0 h 10000"/>
                      <a:gd name="connsiteX0" fmla="*/ 9972 w 10000"/>
                      <a:gd name="connsiteY0" fmla="*/ 0 h 10000"/>
                      <a:gd name="connsiteX1" fmla="*/ 10000 w 10000"/>
                      <a:gd name="connsiteY1" fmla="*/ 0 h 10000"/>
                      <a:gd name="connsiteX2" fmla="*/ 10000 w 10000"/>
                      <a:gd name="connsiteY2" fmla="*/ 32 h 10000"/>
                      <a:gd name="connsiteX3" fmla="*/ 10000 w 10000"/>
                      <a:gd name="connsiteY3" fmla="*/ 129 h 10000"/>
                      <a:gd name="connsiteX4" fmla="*/ 10000 w 10000"/>
                      <a:gd name="connsiteY4" fmla="*/ 452 h 10000"/>
                      <a:gd name="connsiteX5" fmla="*/ 10000 w 10000"/>
                      <a:gd name="connsiteY5" fmla="*/ 968 h 10000"/>
                      <a:gd name="connsiteX6" fmla="*/ 10000 w 10000"/>
                      <a:gd name="connsiteY6" fmla="*/ 1548 h 10000"/>
                      <a:gd name="connsiteX7" fmla="*/ 9972 w 10000"/>
                      <a:gd name="connsiteY7" fmla="*/ 2194 h 10000"/>
                      <a:gd name="connsiteX8" fmla="*/ 9972 w 10000"/>
                      <a:gd name="connsiteY8" fmla="*/ 2871 h 10000"/>
                      <a:gd name="connsiteX9" fmla="*/ 9972 w 10000"/>
                      <a:gd name="connsiteY9" fmla="*/ 3484 h 10000"/>
                      <a:gd name="connsiteX10" fmla="*/ 9972 w 10000"/>
                      <a:gd name="connsiteY10" fmla="*/ 4000 h 10000"/>
                      <a:gd name="connsiteX11" fmla="*/ 9972 w 10000"/>
                      <a:gd name="connsiteY11" fmla="*/ 4032 h 10000"/>
                      <a:gd name="connsiteX12" fmla="*/ 9972 w 10000"/>
                      <a:gd name="connsiteY12" fmla="*/ 4161 h 10000"/>
                      <a:gd name="connsiteX13" fmla="*/ 9972 w 10000"/>
                      <a:gd name="connsiteY13" fmla="*/ 4258 h 10000"/>
                      <a:gd name="connsiteX14" fmla="*/ 9915 w 10000"/>
                      <a:gd name="connsiteY14" fmla="*/ 4290 h 10000"/>
                      <a:gd name="connsiteX15" fmla="*/ 9915 w 10000"/>
                      <a:gd name="connsiteY15" fmla="*/ 4290 h 10000"/>
                      <a:gd name="connsiteX16" fmla="*/ 9888 w 10000"/>
                      <a:gd name="connsiteY16" fmla="*/ 4290 h 10000"/>
                      <a:gd name="connsiteX17" fmla="*/ 9859 w 10000"/>
                      <a:gd name="connsiteY17" fmla="*/ 4290 h 10000"/>
                      <a:gd name="connsiteX18" fmla="*/ 9859 w 10000"/>
                      <a:gd name="connsiteY18" fmla="*/ 4290 h 10000"/>
                      <a:gd name="connsiteX19" fmla="*/ 9803 w 10000"/>
                      <a:gd name="connsiteY19" fmla="*/ 4290 h 10000"/>
                      <a:gd name="connsiteX20" fmla="*/ 9718 w 10000"/>
                      <a:gd name="connsiteY20" fmla="*/ 4161 h 10000"/>
                      <a:gd name="connsiteX21" fmla="*/ 9493 w 10000"/>
                      <a:gd name="connsiteY21" fmla="*/ 3968 h 10000"/>
                      <a:gd name="connsiteX22" fmla="*/ 9211 w 10000"/>
                      <a:gd name="connsiteY22" fmla="*/ 3742 h 10000"/>
                      <a:gd name="connsiteX23" fmla="*/ 9014 w 10000"/>
                      <a:gd name="connsiteY23" fmla="*/ 3548 h 10000"/>
                      <a:gd name="connsiteX24" fmla="*/ 8845 w 10000"/>
                      <a:gd name="connsiteY24" fmla="*/ 3355 h 10000"/>
                      <a:gd name="connsiteX25" fmla="*/ 8789 w 10000"/>
                      <a:gd name="connsiteY25" fmla="*/ 3323 h 10000"/>
                      <a:gd name="connsiteX26" fmla="*/ 8085 w 10000"/>
                      <a:gd name="connsiteY26" fmla="*/ 4548 h 10000"/>
                      <a:gd name="connsiteX27" fmla="*/ 7296 w 10000"/>
                      <a:gd name="connsiteY27" fmla="*/ 5613 h 10000"/>
                      <a:gd name="connsiteX28" fmla="*/ 6451 w 10000"/>
                      <a:gd name="connsiteY28" fmla="*/ 6484 h 10000"/>
                      <a:gd name="connsiteX29" fmla="*/ 5550 w 10000"/>
                      <a:gd name="connsiteY29" fmla="*/ 7290 h 10000"/>
                      <a:gd name="connsiteX30" fmla="*/ 4649 w 10000"/>
                      <a:gd name="connsiteY30" fmla="*/ 7968 h 10000"/>
                      <a:gd name="connsiteX31" fmla="*/ 0 w 10000"/>
                      <a:gd name="connsiteY31" fmla="*/ 10000 h 10000"/>
                      <a:gd name="connsiteX32" fmla="*/ 5718 w 10000"/>
                      <a:gd name="connsiteY32" fmla="*/ 5387 h 10000"/>
                      <a:gd name="connsiteX33" fmla="*/ 7380 w 10000"/>
                      <a:gd name="connsiteY33" fmla="*/ 2065 h 10000"/>
                      <a:gd name="connsiteX34" fmla="*/ 7380 w 10000"/>
                      <a:gd name="connsiteY34" fmla="*/ 2065 h 10000"/>
                      <a:gd name="connsiteX35" fmla="*/ 7380 w 10000"/>
                      <a:gd name="connsiteY35" fmla="*/ 2065 h 10000"/>
                      <a:gd name="connsiteX36" fmla="*/ 6422 w 10000"/>
                      <a:gd name="connsiteY36" fmla="*/ 1161 h 10000"/>
                      <a:gd name="connsiteX37" fmla="*/ 6338 w 10000"/>
                      <a:gd name="connsiteY37" fmla="*/ 1097 h 10000"/>
                      <a:gd name="connsiteX38" fmla="*/ 6310 w 10000"/>
                      <a:gd name="connsiteY38" fmla="*/ 1032 h 10000"/>
                      <a:gd name="connsiteX39" fmla="*/ 6310 w 10000"/>
                      <a:gd name="connsiteY39" fmla="*/ 1000 h 10000"/>
                      <a:gd name="connsiteX40" fmla="*/ 6338 w 10000"/>
                      <a:gd name="connsiteY40" fmla="*/ 968 h 10000"/>
                      <a:gd name="connsiteX41" fmla="*/ 6395 w 10000"/>
                      <a:gd name="connsiteY41" fmla="*/ 968 h 10000"/>
                      <a:gd name="connsiteX42" fmla="*/ 6422 w 10000"/>
                      <a:gd name="connsiteY42" fmla="*/ 903 h 10000"/>
                      <a:gd name="connsiteX43" fmla="*/ 6451 w 10000"/>
                      <a:gd name="connsiteY43" fmla="*/ 903 h 10000"/>
                      <a:gd name="connsiteX44" fmla="*/ 6536 w 10000"/>
                      <a:gd name="connsiteY44" fmla="*/ 903 h 10000"/>
                      <a:gd name="connsiteX45" fmla="*/ 6648 w 10000"/>
                      <a:gd name="connsiteY45" fmla="*/ 871 h 10000"/>
                      <a:gd name="connsiteX46" fmla="*/ 6704 w 10000"/>
                      <a:gd name="connsiteY46" fmla="*/ 871 h 10000"/>
                      <a:gd name="connsiteX47" fmla="*/ 7155 w 10000"/>
                      <a:gd name="connsiteY47" fmla="*/ 742 h 10000"/>
                      <a:gd name="connsiteX48" fmla="*/ 7634 w 10000"/>
                      <a:gd name="connsiteY48" fmla="*/ 613 h 10000"/>
                      <a:gd name="connsiteX49" fmla="*/ 8197 w 10000"/>
                      <a:gd name="connsiteY49" fmla="*/ 452 h 10000"/>
                      <a:gd name="connsiteX50" fmla="*/ 8733 w 10000"/>
                      <a:gd name="connsiteY50" fmla="*/ 323 h 10000"/>
                      <a:gd name="connsiteX51" fmla="*/ 9211 w 10000"/>
                      <a:gd name="connsiteY51" fmla="*/ 194 h 10000"/>
                      <a:gd name="connsiteX52" fmla="*/ 9606 w 10000"/>
                      <a:gd name="connsiteY52" fmla="*/ 65 h 10000"/>
                      <a:gd name="connsiteX53" fmla="*/ 9888 w 10000"/>
                      <a:gd name="connsiteY53" fmla="*/ 0 h 10000"/>
                      <a:gd name="connsiteX54" fmla="*/ 9972 w 10000"/>
                      <a:gd name="connsiteY54" fmla="*/ 0 h 10000"/>
                      <a:gd name="connsiteX0" fmla="*/ 9972 w 10000"/>
                      <a:gd name="connsiteY0" fmla="*/ 0 h 10000"/>
                      <a:gd name="connsiteX1" fmla="*/ 10000 w 10000"/>
                      <a:gd name="connsiteY1" fmla="*/ 0 h 10000"/>
                      <a:gd name="connsiteX2" fmla="*/ 10000 w 10000"/>
                      <a:gd name="connsiteY2" fmla="*/ 32 h 10000"/>
                      <a:gd name="connsiteX3" fmla="*/ 10000 w 10000"/>
                      <a:gd name="connsiteY3" fmla="*/ 129 h 10000"/>
                      <a:gd name="connsiteX4" fmla="*/ 10000 w 10000"/>
                      <a:gd name="connsiteY4" fmla="*/ 452 h 10000"/>
                      <a:gd name="connsiteX5" fmla="*/ 10000 w 10000"/>
                      <a:gd name="connsiteY5" fmla="*/ 968 h 10000"/>
                      <a:gd name="connsiteX6" fmla="*/ 10000 w 10000"/>
                      <a:gd name="connsiteY6" fmla="*/ 1548 h 10000"/>
                      <a:gd name="connsiteX7" fmla="*/ 9972 w 10000"/>
                      <a:gd name="connsiteY7" fmla="*/ 2194 h 10000"/>
                      <a:gd name="connsiteX8" fmla="*/ 9972 w 10000"/>
                      <a:gd name="connsiteY8" fmla="*/ 2871 h 10000"/>
                      <a:gd name="connsiteX9" fmla="*/ 9972 w 10000"/>
                      <a:gd name="connsiteY9" fmla="*/ 3484 h 10000"/>
                      <a:gd name="connsiteX10" fmla="*/ 9972 w 10000"/>
                      <a:gd name="connsiteY10" fmla="*/ 4000 h 10000"/>
                      <a:gd name="connsiteX11" fmla="*/ 9972 w 10000"/>
                      <a:gd name="connsiteY11" fmla="*/ 4032 h 10000"/>
                      <a:gd name="connsiteX12" fmla="*/ 9972 w 10000"/>
                      <a:gd name="connsiteY12" fmla="*/ 4161 h 10000"/>
                      <a:gd name="connsiteX13" fmla="*/ 9972 w 10000"/>
                      <a:gd name="connsiteY13" fmla="*/ 4258 h 10000"/>
                      <a:gd name="connsiteX14" fmla="*/ 9915 w 10000"/>
                      <a:gd name="connsiteY14" fmla="*/ 4290 h 10000"/>
                      <a:gd name="connsiteX15" fmla="*/ 9915 w 10000"/>
                      <a:gd name="connsiteY15" fmla="*/ 4290 h 10000"/>
                      <a:gd name="connsiteX16" fmla="*/ 9888 w 10000"/>
                      <a:gd name="connsiteY16" fmla="*/ 4290 h 10000"/>
                      <a:gd name="connsiteX17" fmla="*/ 9859 w 10000"/>
                      <a:gd name="connsiteY17" fmla="*/ 4290 h 10000"/>
                      <a:gd name="connsiteX18" fmla="*/ 9859 w 10000"/>
                      <a:gd name="connsiteY18" fmla="*/ 4290 h 10000"/>
                      <a:gd name="connsiteX19" fmla="*/ 9803 w 10000"/>
                      <a:gd name="connsiteY19" fmla="*/ 4290 h 10000"/>
                      <a:gd name="connsiteX20" fmla="*/ 9718 w 10000"/>
                      <a:gd name="connsiteY20" fmla="*/ 4161 h 10000"/>
                      <a:gd name="connsiteX21" fmla="*/ 9493 w 10000"/>
                      <a:gd name="connsiteY21" fmla="*/ 3968 h 10000"/>
                      <a:gd name="connsiteX22" fmla="*/ 9211 w 10000"/>
                      <a:gd name="connsiteY22" fmla="*/ 3742 h 10000"/>
                      <a:gd name="connsiteX23" fmla="*/ 9014 w 10000"/>
                      <a:gd name="connsiteY23" fmla="*/ 3548 h 10000"/>
                      <a:gd name="connsiteX24" fmla="*/ 8845 w 10000"/>
                      <a:gd name="connsiteY24" fmla="*/ 3355 h 10000"/>
                      <a:gd name="connsiteX25" fmla="*/ 8789 w 10000"/>
                      <a:gd name="connsiteY25" fmla="*/ 3323 h 10000"/>
                      <a:gd name="connsiteX26" fmla="*/ 8085 w 10000"/>
                      <a:gd name="connsiteY26" fmla="*/ 4548 h 10000"/>
                      <a:gd name="connsiteX27" fmla="*/ 7296 w 10000"/>
                      <a:gd name="connsiteY27" fmla="*/ 5613 h 10000"/>
                      <a:gd name="connsiteX28" fmla="*/ 6451 w 10000"/>
                      <a:gd name="connsiteY28" fmla="*/ 6484 h 10000"/>
                      <a:gd name="connsiteX29" fmla="*/ 5550 w 10000"/>
                      <a:gd name="connsiteY29" fmla="*/ 7290 h 10000"/>
                      <a:gd name="connsiteX30" fmla="*/ 0 w 10000"/>
                      <a:gd name="connsiteY30" fmla="*/ 10000 h 10000"/>
                      <a:gd name="connsiteX31" fmla="*/ 5718 w 10000"/>
                      <a:gd name="connsiteY31" fmla="*/ 5387 h 10000"/>
                      <a:gd name="connsiteX32" fmla="*/ 7380 w 10000"/>
                      <a:gd name="connsiteY32" fmla="*/ 2065 h 10000"/>
                      <a:gd name="connsiteX33" fmla="*/ 7380 w 10000"/>
                      <a:gd name="connsiteY33" fmla="*/ 2065 h 10000"/>
                      <a:gd name="connsiteX34" fmla="*/ 7380 w 10000"/>
                      <a:gd name="connsiteY34" fmla="*/ 2065 h 10000"/>
                      <a:gd name="connsiteX35" fmla="*/ 6422 w 10000"/>
                      <a:gd name="connsiteY35" fmla="*/ 1161 h 10000"/>
                      <a:gd name="connsiteX36" fmla="*/ 6338 w 10000"/>
                      <a:gd name="connsiteY36" fmla="*/ 1097 h 10000"/>
                      <a:gd name="connsiteX37" fmla="*/ 6310 w 10000"/>
                      <a:gd name="connsiteY37" fmla="*/ 1032 h 10000"/>
                      <a:gd name="connsiteX38" fmla="*/ 6310 w 10000"/>
                      <a:gd name="connsiteY38" fmla="*/ 1000 h 10000"/>
                      <a:gd name="connsiteX39" fmla="*/ 6338 w 10000"/>
                      <a:gd name="connsiteY39" fmla="*/ 968 h 10000"/>
                      <a:gd name="connsiteX40" fmla="*/ 6395 w 10000"/>
                      <a:gd name="connsiteY40" fmla="*/ 968 h 10000"/>
                      <a:gd name="connsiteX41" fmla="*/ 6422 w 10000"/>
                      <a:gd name="connsiteY41" fmla="*/ 903 h 10000"/>
                      <a:gd name="connsiteX42" fmla="*/ 6451 w 10000"/>
                      <a:gd name="connsiteY42" fmla="*/ 903 h 10000"/>
                      <a:gd name="connsiteX43" fmla="*/ 6536 w 10000"/>
                      <a:gd name="connsiteY43" fmla="*/ 903 h 10000"/>
                      <a:gd name="connsiteX44" fmla="*/ 6648 w 10000"/>
                      <a:gd name="connsiteY44" fmla="*/ 871 h 10000"/>
                      <a:gd name="connsiteX45" fmla="*/ 6704 w 10000"/>
                      <a:gd name="connsiteY45" fmla="*/ 871 h 10000"/>
                      <a:gd name="connsiteX46" fmla="*/ 7155 w 10000"/>
                      <a:gd name="connsiteY46" fmla="*/ 742 h 10000"/>
                      <a:gd name="connsiteX47" fmla="*/ 7634 w 10000"/>
                      <a:gd name="connsiteY47" fmla="*/ 613 h 10000"/>
                      <a:gd name="connsiteX48" fmla="*/ 8197 w 10000"/>
                      <a:gd name="connsiteY48" fmla="*/ 452 h 10000"/>
                      <a:gd name="connsiteX49" fmla="*/ 8733 w 10000"/>
                      <a:gd name="connsiteY49" fmla="*/ 323 h 10000"/>
                      <a:gd name="connsiteX50" fmla="*/ 9211 w 10000"/>
                      <a:gd name="connsiteY50" fmla="*/ 194 h 10000"/>
                      <a:gd name="connsiteX51" fmla="*/ 9606 w 10000"/>
                      <a:gd name="connsiteY51" fmla="*/ 65 h 10000"/>
                      <a:gd name="connsiteX52" fmla="*/ 9888 w 10000"/>
                      <a:gd name="connsiteY52" fmla="*/ 0 h 10000"/>
                      <a:gd name="connsiteX53" fmla="*/ 9972 w 10000"/>
                      <a:gd name="connsiteY53" fmla="*/ 0 h 10000"/>
                      <a:gd name="connsiteX0" fmla="*/ 9972 w 10000"/>
                      <a:gd name="connsiteY0" fmla="*/ 0 h 10000"/>
                      <a:gd name="connsiteX1" fmla="*/ 10000 w 10000"/>
                      <a:gd name="connsiteY1" fmla="*/ 0 h 10000"/>
                      <a:gd name="connsiteX2" fmla="*/ 10000 w 10000"/>
                      <a:gd name="connsiteY2" fmla="*/ 32 h 10000"/>
                      <a:gd name="connsiteX3" fmla="*/ 10000 w 10000"/>
                      <a:gd name="connsiteY3" fmla="*/ 129 h 10000"/>
                      <a:gd name="connsiteX4" fmla="*/ 10000 w 10000"/>
                      <a:gd name="connsiteY4" fmla="*/ 452 h 10000"/>
                      <a:gd name="connsiteX5" fmla="*/ 10000 w 10000"/>
                      <a:gd name="connsiteY5" fmla="*/ 968 h 10000"/>
                      <a:gd name="connsiteX6" fmla="*/ 10000 w 10000"/>
                      <a:gd name="connsiteY6" fmla="*/ 1548 h 10000"/>
                      <a:gd name="connsiteX7" fmla="*/ 9972 w 10000"/>
                      <a:gd name="connsiteY7" fmla="*/ 2194 h 10000"/>
                      <a:gd name="connsiteX8" fmla="*/ 9972 w 10000"/>
                      <a:gd name="connsiteY8" fmla="*/ 2871 h 10000"/>
                      <a:gd name="connsiteX9" fmla="*/ 9972 w 10000"/>
                      <a:gd name="connsiteY9" fmla="*/ 3484 h 10000"/>
                      <a:gd name="connsiteX10" fmla="*/ 9972 w 10000"/>
                      <a:gd name="connsiteY10" fmla="*/ 4000 h 10000"/>
                      <a:gd name="connsiteX11" fmla="*/ 9972 w 10000"/>
                      <a:gd name="connsiteY11" fmla="*/ 4032 h 10000"/>
                      <a:gd name="connsiteX12" fmla="*/ 9972 w 10000"/>
                      <a:gd name="connsiteY12" fmla="*/ 4161 h 10000"/>
                      <a:gd name="connsiteX13" fmla="*/ 9972 w 10000"/>
                      <a:gd name="connsiteY13" fmla="*/ 4258 h 10000"/>
                      <a:gd name="connsiteX14" fmla="*/ 9915 w 10000"/>
                      <a:gd name="connsiteY14" fmla="*/ 4290 h 10000"/>
                      <a:gd name="connsiteX15" fmla="*/ 9915 w 10000"/>
                      <a:gd name="connsiteY15" fmla="*/ 4290 h 10000"/>
                      <a:gd name="connsiteX16" fmla="*/ 9888 w 10000"/>
                      <a:gd name="connsiteY16" fmla="*/ 4290 h 10000"/>
                      <a:gd name="connsiteX17" fmla="*/ 9859 w 10000"/>
                      <a:gd name="connsiteY17" fmla="*/ 4290 h 10000"/>
                      <a:gd name="connsiteX18" fmla="*/ 9859 w 10000"/>
                      <a:gd name="connsiteY18" fmla="*/ 4290 h 10000"/>
                      <a:gd name="connsiteX19" fmla="*/ 9803 w 10000"/>
                      <a:gd name="connsiteY19" fmla="*/ 4290 h 10000"/>
                      <a:gd name="connsiteX20" fmla="*/ 9718 w 10000"/>
                      <a:gd name="connsiteY20" fmla="*/ 4161 h 10000"/>
                      <a:gd name="connsiteX21" fmla="*/ 9493 w 10000"/>
                      <a:gd name="connsiteY21" fmla="*/ 3968 h 10000"/>
                      <a:gd name="connsiteX22" fmla="*/ 9211 w 10000"/>
                      <a:gd name="connsiteY22" fmla="*/ 3742 h 10000"/>
                      <a:gd name="connsiteX23" fmla="*/ 9014 w 10000"/>
                      <a:gd name="connsiteY23" fmla="*/ 3548 h 10000"/>
                      <a:gd name="connsiteX24" fmla="*/ 8845 w 10000"/>
                      <a:gd name="connsiteY24" fmla="*/ 3355 h 10000"/>
                      <a:gd name="connsiteX25" fmla="*/ 8789 w 10000"/>
                      <a:gd name="connsiteY25" fmla="*/ 3323 h 10000"/>
                      <a:gd name="connsiteX26" fmla="*/ 8085 w 10000"/>
                      <a:gd name="connsiteY26" fmla="*/ 4548 h 10000"/>
                      <a:gd name="connsiteX27" fmla="*/ 7296 w 10000"/>
                      <a:gd name="connsiteY27" fmla="*/ 5613 h 10000"/>
                      <a:gd name="connsiteX28" fmla="*/ 6451 w 10000"/>
                      <a:gd name="connsiteY28" fmla="*/ 6484 h 10000"/>
                      <a:gd name="connsiteX29" fmla="*/ 0 w 10000"/>
                      <a:gd name="connsiteY29" fmla="*/ 10000 h 10000"/>
                      <a:gd name="connsiteX30" fmla="*/ 5718 w 10000"/>
                      <a:gd name="connsiteY30" fmla="*/ 5387 h 10000"/>
                      <a:gd name="connsiteX31" fmla="*/ 7380 w 10000"/>
                      <a:gd name="connsiteY31" fmla="*/ 2065 h 10000"/>
                      <a:gd name="connsiteX32" fmla="*/ 7380 w 10000"/>
                      <a:gd name="connsiteY32" fmla="*/ 2065 h 10000"/>
                      <a:gd name="connsiteX33" fmla="*/ 7380 w 10000"/>
                      <a:gd name="connsiteY33" fmla="*/ 2065 h 10000"/>
                      <a:gd name="connsiteX34" fmla="*/ 6422 w 10000"/>
                      <a:gd name="connsiteY34" fmla="*/ 1161 h 10000"/>
                      <a:gd name="connsiteX35" fmla="*/ 6338 w 10000"/>
                      <a:gd name="connsiteY35" fmla="*/ 1097 h 10000"/>
                      <a:gd name="connsiteX36" fmla="*/ 6310 w 10000"/>
                      <a:gd name="connsiteY36" fmla="*/ 1032 h 10000"/>
                      <a:gd name="connsiteX37" fmla="*/ 6310 w 10000"/>
                      <a:gd name="connsiteY37" fmla="*/ 1000 h 10000"/>
                      <a:gd name="connsiteX38" fmla="*/ 6338 w 10000"/>
                      <a:gd name="connsiteY38" fmla="*/ 968 h 10000"/>
                      <a:gd name="connsiteX39" fmla="*/ 6395 w 10000"/>
                      <a:gd name="connsiteY39" fmla="*/ 968 h 10000"/>
                      <a:gd name="connsiteX40" fmla="*/ 6422 w 10000"/>
                      <a:gd name="connsiteY40" fmla="*/ 903 h 10000"/>
                      <a:gd name="connsiteX41" fmla="*/ 6451 w 10000"/>
                      <a:gd name="connsiteY41" fmla="*/ 903 h 10000"/>
                      <a:gd name="connsiteX42" fmla="*/ 6536 w 10000"/>
                      <a:gd name="connsiteY42" fmla="*/ 903 h 10000"/>
                      <a:gd name="connsiteX43" fmla="*/ 6648 w 10000"/>
                      <a:gd name="connsiteY43" fmla="*/ 871 h 10000"/>
                      <a:gd name="connsiteX44" fmla="*/ 6704 w 10000"/>
                      <a:gd name="connsiteY44" fmla="*/ 871 h 10000"/>
                      <a:gd name="connsiteX45" fmla="*/ 7155 w 10000"/>
                      <a:gd name="connsiteY45" fmla="*/ 742 h 10000"/>
                      <a:gd name="connsiteX46" fmla="*/ 7634 w 10000"/>
                      <a:gd name="connsiteY46" fmla="*/ 613 h 10000"/>
                      <a:gd name="connsiteX47" fmla="*/ 8197 w 10000"/>
                      <a:gd name="connsiteY47" fmla="*/ 452 h 10000"/>
                      <a:gd name="connsiteX48" fmla="*/ 8733 w 10000"/>
                      <a:gd name="connsiteY48" fmla="*/ 323 h 10000"/>
                      <a:gd name="connsiteX49" fmla="*/ 9211 w 10000"/>
                      <a:gd name="connsiteY49" fmla="*/ 194 h 10000"/>
                      <a:gd name="connsiteX50" fmla="*/ 9606 w 10000"/>
                      <a:gd name="connsiteY50" fmla="*/ 65 h 10000"/>
                      <a:gd name="connsiteX51" fmla="*/ 9888 w 10000"/>
                      <a:gd name="connsiteY51" fmla="*/ 0 h 10000"/>
                      <a:gd name="connsiteX52" fmla="*/ 9972 w 10000"/>
                      <a:gd name="connsiteY52" fmla="*/ 0 h 10000"/>
                      <a:gd name="connsiteX0" fmla="*/ 9972 w 10000"/>
                      <a:gd name="connsiteY0" fmla="*/ 0 h 10000"/>
                      <a:gd name="connsiteX1" fmla="*/ 10000 w 10000"/>
                      <a:gd name="connsiteY1" fmla="*/ 0 h 10000"/>
                      <a:gd name="connsiteX2" fmla="*/ 10000 w 10000"/>
                      <a:gd name="connsiteY2" fmla="*/ 32 h 10000"/>
                      <a:gd name="connsiteX3" fmla="*/ 10000 w 10000"/>
                      <a:gd name="connsiteY3" fmla="*/ 129 h 10000"/>
                      <a:gd name="connsiteX4" fmla="*/ 10000 w 10000"/>
                      <a:gd name="connsiteY4" fmla="*/ 452 h 10000"/>
                      <a:gd name="connsiteX5" fmla="*/ 10000 w 10000"/>
                      <a:gd name="connsiteY5" fmla="*/ 968 h 10000"/>
                      <a:gd name="connsiteX6" fmla="*/ 10000 w 10000"/>
                      <a:gd name="connsiteY6" fmla="*/ 1548 h 10000"/>
                      <a:gd name="connsiteX7" fmla="*/ 9972 w 10000"/>
                      <a:gd name="connsiteY7" fmla="*/ 2194 h 10000"/>
                      <a:gd name="connsiteX8" fmla="*/ 9972 w 10000"/>
                      <a:gd name="connsiteY8" fmla="*/ 2871 h 10000"/>
                      <a:gd name="connsiteX9" fmla="*/ 9972 w 10000"/>
                      <a:gd name="connsiteY9" fmla="*/ 3484 h 10000"/>
                      <a:gd name="connsiteX10" fmla="*/ 9972 w 10000"/>
                      <a:gd name="connsiteY10" fmla="*/ 4000 h 10000"/>
                      <a:gd name="connsiteX11" fmla="*/ 9972 w 10000"/>
                      <a:gd name="connsiteY11" fmla="*/ 4032 h 10000"/>
                      <a:gd name="connsiteX12" fmla="*/ 9972 w 10000"/>
                      <a:gd name="connsiteY12" fmla="*/ 4161 h 10000"/>
                      <a:gd name="connsiteX13" fmla="*/ 9972 w 10000"/>
                      <a:gd name="connsiteY13" fmla="*/ 4258 h 10000"/>
                      <a:gd name="connsiteX14" fmla="*/ 9915 w 10000"/>
                      <a:gd name="connsiteY14" fmla="*/ 4290 h 10000"/>
                      <a:gd name="connsiteX15" fmla="*/ 9915 w 10000"/>
                      <a:gd name="connsiteY15" fmla="*/ 4290 h 10000"/>
                      <a:gd name="connsiteX16" fmla="*/ 9888 w 10000"/>
                      <a:gd name="connsiteY16" fmla="*/ 4290 h 10000"/>
                      <a:gd name="connsiteX17" fmla="*/ 9859 w 10000"/>
                      <a:gd name="connsiteY17" fmla="*/ 4290 h 10000"/>
                      <a:gd name="connsiteX18" fmla="*/ 9859 w 10000"/>
                      <a:gd name="connsiteY18" fmla="*/ 4290 h 10000"/>
                      <a:gd name="connsiteX19" fmla="*/ 9803 w 10000"/>
                      <a:gd name="connsiteY19" fmla="*/ 4290 h 10000"/>
                      <a:gd name="connsiteX20" fmla="*/ 9718 w 10000"/>
                      <a:gd name="connsiteY20" fmla="*/ 4161 h 10000"/>
                      <a:gd name="connsiteX21" fmla="*/ 9493 w 10000"/>
                      <a:gd name="connsiteY21" fmla="*/ 3968 h 10000"/>
                      <a:gd name="connsiteX22" fmla="*/ 9211 w 10000"/>
                      <a:gd name="connsiteY22" fmla="*/ 3742 h 10000"/>
                      <a:gd name="connsiteX23" fmla="*/ 9014 w 10000"/>
                      <a:gd name="connsiteY23" fmla="*/ 3548 h 10000"/>
                      <a:gd name="connsiteX24" fmla="*/ 8845 w 10000"/>
                      <a:gd name="connsiteY24" fmla="*/ 3355 h 10000"/>
                      <a:gd name="connsiteX25" fmla="*/ 8789 w 10000"/>
                      <a:gd name="connsiteY25" fmla="*/ 3323 h 10000"/>
                      <a:gd name="connsiteX26" fmla="*/ 8085 w 10000"/>
                      <a:gd name="connsiteY26" fmla="*/ 4548 h 10000"/>
                      <a:gd name="connsiteX27" fmla="*/ 7296 w 10000"/>
                      <a:gd name="connsiteY27" fmla="*/ 5613 h 10000"/>
                      <a:gd name="connsiteX28" fmla="*/ 6451 w 10000"/>
                      <a:gd name="connsiteY28" fmla="*/ 6484 h 10000"/>
                      <a:gd name="connsiteX29" fmla="*/ 0 w 10000"/>
                      <a:gd name="connsiteY29" fmla="*/ 10000 h 10000"/>
                      <a:gd name="connsiteX30" fmla="*/ 5718 w 10000"/>
                      <a:gd name="connsiteY30" fmla="*/ 5387 h 10000"/>
                      <a:gd name="connsiteX31" fmla="*/ 7380 w 10000"/>
                      <a:gd name="connsiteY31" fmla="*/ 2065 h 10000"/>
                      <a:gd name="connsiteX32" fmla="*/ 7380 w 10000"/>
                      <a:gd name="connsiteY32" fmla="*/ 2065 h 10000"/>
                      <a:gd name="connsiteX33" fmla="*/ 7380 w 10000"/>
                      <a:gd name="connsiteY33" fmla="*/ 2065 h 10000"/>
                      <a:gd name="connsiteX34" fmla="*/ 6422 w 10000"/>
                      <a:gd name="connsiteY34" fmla="*/ 1161 h 10000"/>
                      <a:gd name="connsiteX35" fmla="*/ 6338 w 10000"/>
                      <a:gd name="connsiteY35" fmla="*/ 1097 h 10000"/>
                      <a:gd name="connsiteX36" fmla="*/ 6310 w 10000"/>
                      <a:gd name="connsiteY36" fmla="*/ 1032 h 10000"/>
                      <a:gd name="connsiteX37" fmla="*/ 6310 w 10000"/>
                      <a:gd name="connsiteY37" fmla="*/ 1000 h 10000"/>
                      <a:gd name="connsiteX38" fmla="*/ 6338 w 10000"/>
                      <a:gd name="connsiteY38" fmla="*/ 968 h 10000"/>
                      <a:gd name="connsiteX39" fmla="*/ 6395 w 10000"/>
                      <a:gd name="connsiteY39" fmla="*/ 968 h 10000"/>
                      <a:gd name="connsiteX40" fmla="*/ 6422 w 10000"/>
                      <a:gd name="connsiteY40" fmla="*/ 903 h 10000"/>
                      <a:gd name="connsiteX41" fmla="*/ 6451 w 10000"/>
                      <a:gd name="connsiteY41" fmla="*/ 903 h 10000"/>
                      <a:gd name="connsiteX42" fmla="*/ 6536 w 10000"/>
                      <a:gd name="connsiteY42" fmla="*/ 903 h 10000"/>
                      <a:gd name="connsiteX43" fmla="*/ 6648 w 10000"/>
                      <a:gd name="connsiteY43" fmla="*/ 871 h 10000"/>
                      <a:gd name="connsiteX44" fmla="*/ 6704 w 10000"/>
                      <a:gd name="connsiteY44" fmla="*/ 871 h 10000"/>
                      <a:gd name="connsiteX45" fmla="*/ 7155 w 10000"/>
                      <a:gd name="connsiteY45" fmla="*/ 742 h 10000"/>
                      <a:gd name="connsiteX46" fmla="*/ 7634 w 10000"/>
                      <a:gd name="connsiteY46" fmla="*/ 613 h 10000"/>
                      <a:gd name="connsiteX47" fmla="*/ 8197 w 10000"/>
                      <a:gd name="connsiteY47" fmla="*/ 452 h 10000"/>
                      <a:gd name="connsiteX48" fmla="*/ 8733 w 10000"/>
                      <a:gd name="connsiteY48" fmla="*/ 323 h 10000"/>
                      <a:gd name="connsiteX49" fmla="*/ 9211 w 10000"/>
                      <a:gd name="connsiteY49" fmla="*/ 194 h 10000"/>
                      <a:gd name="connsiteX50" fmla="*/ 9606 w 10000"/>
                      <a:gd name="connsiteY50" fmla="*/ 65 h 10000"/>
                      <a:gd name="connsiteX51" fmla="*/ 9888 w 10000"/>
                      <a:gd name="connsiteY51" fmla="*/ 0 h 10000"/>
                      <a:gd name="connsiteX52" fmla="*/ 9972 w 10000"/>
                      <a:gd name="connsiteY52" fmla="*/ 0 h 10000"/>
                      <a:gd name="connsiteX0" fmla="*/ 9972 w 10000"/>
                      <a:gd name="connsiteY0" fmla="*/ 0 h 10000"/>
                      <a:gd name="connsiteX1" fmla="*/ 10000 w 10000"/>
                      <a:gd name="connsiteY1" fmla="*/ 0 h 10000"/>
                      <a:gd name="connsiteX2" fmla="*/ 10000 w 10000"/>
                      <a:gd name="connsiteY2" fmla="*/ 32 h 10000"/>
                      <a:gd name="connsiteX3" fmla="*/ 10000 w 10000"/>
                      <a:gd name="connsiteY3" fmla="*/ 129 h 10000"/>
                      <a:gd name="connsiteX4" fmla="*/ 10000 w 10000"/>
                      <a:gd name="connsiteY4" fmla="*/ 452 h 10000"/>
                      <a:gd name="connsiteX5" fmla="*/ 10000 w 10000"/>
                      <a:gd name="connsiteY5" fmla="*/ 968 h 10000"/>
                      <a:gd name="connsiteX6" fmla="*/ 10000 w 10000"/>
                      <a:gd name="connsiteY6" fmla="*/ 1548 h 10000"/>
                      <a:gd name="connsiteX7" fmla="*/ 9972 w 10000"/>
                      <a:gd name="connsiteY7" fmla="*/ 2194 h 10000"/>
                      <a:gd name="connsiteX8" fmla="*/ 9972 w 10000"/>
                      <a:gd name="connsiteY8" fmla="*/ 2871 h 10000"/>
                      <a:gd name="connsiteX9" fmla="*/ 9972 w 10000"/>
                      <a:gd name="connsiteY9" fmla="*/ 3484 h 10000"/>
                      <a:gd name="connsiteX10" fmla="*/ 9972 w 10000"/>
                      <a:gd name="connsiteY10" fmla="*/ 4000 h 10000"/>
                      <a:gd name="connsiteX11" fmla="*/ 9972 w 10000"/>
                      <a:gd name="connsiteY11" fmla="*/ 4032 h 10000"/>
                      <a:gd name="connsiteX12" fmla="*/ 9972 w 10000"/>
                      <a:gd name="connsiteY12" fmla="*/ 4161 h 10000"/>
                      <a:gd name="connsiteX13" fmla="*/ 9972 w 10000"/>
                      <a:gd name="connsiteY13" fmla="*/ 4258 h 10000"/>
                      <a:gd name="connsiteX14" fmla="*/ 9915 w 10000"/>
                      <a:gd name="connsiteY14" fmla="*/ 4290 h 10000"/>
                      <a:gd name="connsiteX15" fmla="*/ 9915 w 10000"/>
                      <a:gd name="connsiteY15" fmla="*/ 4290 h 10000"/>
                      <a:gd name="connsiteX16" fmla="*/ 9888 w 10000"/>
                      <a:gd name="connsiteY16" fmla="*/ 4290 h 10000"/>
                      <a:gd name="connsiteX17" fmla="*/ 9859 w 10000"/>
                      <a:gd name="connsiteY17" fmla="*/ 4290 h 10000"/>
                      <a:gd name="connsiteX18" fmla="*/ 9859 w 10000"/>
                      <a:gd name="connsiteY18" fmla="*/ 4290 h 10000"/>
                      <a:gd name="connsiteX19" fmla="*/ 9803 w 10000"/>
                      <a:gd name="connsiteY19" fmla="*/ 4290 h 10000"/>
                      <a:gd name="connsiteX20" fmla="*/ 9718 w 10000"/>
                      <a:gd name="connsiteY20" fmla="*/ 4161 h 10000"/>
                      <a:gd name="connsiteX21" fmla="*/ 9493 w 10000"/>
                      <a:gd name="connsiteY21" fmla="*/ 3968 h 10000"/>
                      <a:gd name="connsiteX22" fmla="*/ 9211 w 10000"/>
                      <a:gd name="connsiteY22" fmla="*/ 3742 h 10000"/>
                      <a:gd name="connsiteX23" fmla="*/ 9014 w 10000"/>
                      <a:gd name="connsiteY23" fmla="*/ 3548 h 10000"/>
                      <a:gd name="connsiteX24" fmla="*/ 8845 w 10000"/>
                      <a:gd name="connsiteY24" fmla="*/ 3355 h 10000"/>
                      <a:gd name="connsiteX25" fmla="*/ 8789 w 10000"/>
                      <a:gd name="connsiteY25" fmla="*/ 3323 h 10000"/>
                      <a:gd name="connsiteX26" fmla="*/ 8085 w 10000"/>
                      <a:gd name="connsiteY26" fmla="*/ 4548 h 10000"/>
                      <a:gd name="connsiteX27" fmla="*/ 7296 w 10000"/>
                      <a:gd name="connsiteY27" fmla="*/ 5613 h 10000"/>
                      <a:gd name="connsiteX28" fmla="*/ 6451 w 10000"/>
                      <a:gd name="connsiteY28" fmla="*/ 6484 h 10000"/>
                      <a:gd name="connsiteX29" fmla="*/ 0 w 10000"/>
                      <a:gd name="connsiteY29" fmla="*/ 10000 h 10000"/>
                      <a:gd name="connsiteX30" fmla="*/ 5718 w 10000"/>
                      <a:gd name="connsiteY30" fmla="*/ 5387 h 10000"/>
                      <a:gd name="connsiteX31" fmla="*/ 7380 w 10000"/>
                      <a:gd name="connsiteY31" fmla="*/ 2065 h 10000"/>
                      <a:gd name="connsiteX32" fmla="*/ 7380 w 10000"/>
                      <a:gd name="connsiteY32" fmla="*/ 2065 h 10000"/>
                      <a:gd name="connsiteX33" fmla="*/ 7380 w 10000"/>
                      <a:gd name="connsiteY33" fmla="*/ 2065 h 10000"/>
                      <a:gd name="connsiteX34" fmla="*/ 6422 w 10000"/>
                      <a:gd name="connsiteY34" fmla="*/ 1161 h 10000"/>
                      <a:gd name="connsiteX35" fmla="*/ 6338 w 10000"/>
                      <a:gd name="connsiteY35" fmla="*/ 1097 h 10000"/>
                      <a:gd name="connsiteX36" fmla="*/ 6310 w 10000"/>
                      <a:gd name="connsiteY36" fmla="*/ 1032 h 10000"/>
                      <a:gd name="connsiteX37" fmla="*/ 6310 w 10000"/>
                      <a:gd name="connsiteY37" fmla="*/ 1000 h 10000"/>
                      <a:gd name="connsiteX38" fmla="*/ 6338 w 10000"/>
                      <a:gd name="connsiteY38" fmla="*/ 968 h 10000"/>
                      <a:gd name="connsiteX39" fmla="*/ 6395 w 10000"/>
                      <a:gd name="connsiteY39" fmla="*/ 968 h 10000"/>
                      <a:gd name="connsiteX40" fmla="*/ 6422 w 10000"/>
                      <a:gd name="connsiteY40" fmla="*/ 903 h 10000"/>
                      <a:gd name="connsiteX41" fmla="*/ 6451 w 10000"/>
                      <a:gd name="connsiteY41" fmla="*/ 903 h 10000"/>
                      <a:gd name="connsiteX42" fmla="*/ 6536 w 10000"/>
                      <a:gd name="connsiteY42" fmla="*/ 903 h 10000"/>
                      <a:gd name="connsiteX43" fmla="*/ 6648 w 10000"/>
                      <a:gd name="connsiteY43" fmla="*/ 871 h 10000"/>
                      <a:gd name="connsiteX44" fmla="*/ 6704 w 10000"/>
                      <a:gd name="connsiteY44" fmla="*/ 871 h 10000"/>
                      <a:gd name="connsiteX45" fmla="*/ 7155 w 10000"/>
                      <a:gd name="connsiteY45" fmla="*/ 742 h 10000"/>
                      <a:gd name="connsiteX46" fmla="*/ 7634 w 10000"/>
                      <a:gd name="connsiteY46" fmla="*/ 613 h 10000"/>
                      <a:gd name="connsiteX47" fmla="*/ 8197 w 10000"/>
                      <a:gd name="connsiteY47" fmla="*/ 452 h 10000"/>
                      <a:gd name="connsiteX48" fmla="*/ 8733 w 10000"/>
                      <a:gd name="connsiteY48" fmla="*/ 323 h 10000"/>
                      <a:gd name="connsiteX49" fmla="*/ 9211 w 10000"/>
                      <a:gd name="connsiteY49" fmla="*/ 194 h 10000"/>
                      <a:gd name="connsiteX50" fmla="*/ 9606 w 10000"/>
                      <a:gd name="connsiteY50" fmla="*/ 65 h 10000"/>
                      <a:gd name="connsiteX51" fmla="*/ 9888 w 10000"/>
                      <a:gd name="connsiteY51" fmla="*/ 0 h 10000"/>
                      <a:gd name="connsiteX52" fmla="*/ 9972 w 10000"/>
                      <a:gd name="connsiteY52" fmla="*/ 0 h 10000"/>
                      <a:gd name="connsiteX0" fmla="*/ 9972 w 10000"/>
                      <a:gd name="connsiteY0" fmla="*/ 0 h 10000"/>
                      <a:gd name="connsiteX1" fmla="*/ 10000 w 10000"/>
                      <a:gd name="connsiteY1" fmla="*/ 0 h 10000"/>
                      <a:gd name="connsiteX2" fmla="*/ 10000 w 10000"/>
                      <a:gd name="connsiteY2" fmla="*/ 32 h 10000"/>
                      <a:gd name="connsiteX3" fmla="*/ 10000 w 10000"/>
                      <a:gd name="connsiteY3" fmla="*/ 129 h 10000"/>
                      <a:gd name="connsiteX4" fmla="*/ 10000 w 10000"/>
                      <a:gd name="connsiteY4" fmla="*/ 452 h 10000"/>
                      <a:gd name="connsiteX5" fmla="*/ 10000 w 10000"/>
                      <a:gd name="connsiteY5" fmla="*/ 968 h 10000"/>
                      <a:gd name="connsiteX6" fmla="*/ 10000 w 10000"/>
                      <a:gd name="connsiteY6" fmla="*/ 1548 h 10000"/>
                      <a:gd name="connsiteX7" fmla="*/ 9972 w 10000"/>
                      <a:gd name="connsiteY7" fmla="*/ 2194 h 10000"/>
                      <a:gd name="connsiteX8" fmla="*/ 9972 w 10000"/>
                      <a:gd name="connsiteY8" fmla="*/ 2871 h 10000"/>
                      <a:gd name="connsiteX9" fmla="*/ 9972 w 10000"/>
                      <a:gd name="connsiteY9" fmla="*/ 3484 h 10000"/>
                      <a:gd name="connsiteX10" fmla="*/ 9972 w 10000"/>
                      <a:gd name="connsiteY10" fmla="*/ 4000 h 10000"/>
                      <a:gd name="connsiteX11" fmla="*/ 9972 w 10000"/>
                      <a:gd name="connsiteY11" fmla="*/ 4032 h 10000"/>
                      <a:gd name="connsiteX12" fmla="*/ 9972 w 10000"/>
                      <a:gd name="connsiteY12" fmla="*/ 4161 h 10000"/>
                      <a:gd name="connsiteX13" fmla="*/ 9972 w 10000"/>
                      <a:gd name="connsiteY13" fmla="*/ 4258 h 10000"/>
                      <a:gd name="connsiteX14" fmla="*/ 9915 w 10000"/>
                      <a:gd name="connsiteY14" fmla="*/ 4290 h 10000"/>
                      <a:gd name="connsiteX15" fmla="*/ 9915 w 10000"/>
                      <a:gd name="connsiteY15" fmla="*/ 4290 h 10000"/>
                      <a:gd name="connsiteX16" fmla="*/ 9888 w 10000"/>
                      <a:gd name="connsiteY16" fmla="*/ 4290 h 10000"/>
                      <a:gd name="connsiteX17" fmla="*/ 9859 w 10000"/>
                      <a:gd name="connsiteY17" fmla="*/ 4290 h 10000"/>
                      <a:gd name="connsiteX18" fmla="*/ 9859 w 10000"/>
                      <a:gd name="connsiteY18" fmla="*/ 4290 h 10000"/>
                      <a:gd name="connsiteX19" fmla="*/ 9803 w 10000"/>
                      <a:gd name="connsiteY19" fmla="*/ 4290 h 10000"/>
                      <a:gd name="connsiteX20" fmla="*/ 9718 w 10000"/>
                      <a:gd name="connsiteY20" fmla="*/ 4161 h 10000"/>
                      <a:gd name="connsiteX21" fmla="*/ 9493 w 10000"/>
                      <a:gd name="connsiteY21" fmla="*/ 3968 h 10000"/>
                      <a:gd name="connsiteX22" fmla="*/ 9211 w 10000"/>
                      <a:gd name="connsiteY22" fmla="*/ 3742 h 10000"/>
                      <a:gd name="connsiteX23" fmla="*/ 9014 w 10000"/>
                      <a:gd name="connsiteY23" fmla="*/ 3548 h 10000"/>
                      <a:gd name="connsiteX24" fmla="*/ 8845 w 10000"/>
                      <a:gd name="connsiteY24" fmla="*/ 3355 h 10000"/>
                      <a:gd name="connsiteX25" fmla="*/ 8789 w 10000"/>
                      <a:gd name="connsiteY25" fmla="*/ 3323 h 10000"/>
                      <a:gd name="connsiteX26" fmla="*/ 8085 w 10000"/>
                      <a:gd name="connsiteY26" fmla="*/ 4548 h 10000"/>
                      <a:gd name="connsiteX27" fmla="*/ 6451 w 10000"/>
                      <a:gd name="connsiteY27" fmla="*/ 6484 h 10000"/>
                      <a:gd name="connsiteX28" fmla="*/ 0 w 10000"/>
                      <a:gd name="connsiteY28" fmla="*/ 10000 h 10000"/>
                      <a:gd name="connsiteX29" fmla="*/ 5718 w 10000"/>
                      <a:gd name="connsiteY29" fmla="*/ 5387 h 10000"/>
                      <a:gd name="connsiteX30" fmla="*/ 7380 w 10000"/>
                      <a:gd name="connsiteY30" fmla="*/ 2065 h 10000"/>
                      <a:gd name="connsiteX31" fmla="*/ 7380 w 10000"/>
                      <a:gd name="connsiteY31" fmla="*/ 2065 h 10000"/>
                      <a:gd name="connsiteX32" fmla="*/ 7380 w 10000"/>
                      <a:gd name="connsiteY32" fmla="*/ 2065 h 10000"/>
                      <a:gd name="connsiteX33" fmla="*/ 6422 w 10000"/>
                      <a:gd name="connsiteY33" fmla="*/ 1161 h 10000"/>
                      <a:gd name="connsiteX34" fmla="*/ 6338 w 10000"/>
                      <a:gd name="connsiteY34" fmla="*/ 1097 h 10000"/>
                      <a:gd name="connsiteX35" fmla="*/ 6310 w 10000"/>
                      <a:gd name="connsiteY35" fmla="*/ 1032 h 10000"/>
                      <a:gd name="connsiteX36" fmla="*/ 6310 w 10000"/>
                      <a:gd name="connsiteY36" fmla="*/ 1000 h 10000"/>
                      <a:gd name="connsiteX37" fmla="*/ 6338 w 10000"/>
                      <a:gd name="connsiteY37" fmla="*/ 968 h 10000"/>
                      <a:gd name="connsiteX38" fmla="*/ 6395 w 10000"/>
                      <a:gd name="connsiteY38" fmla="*/ 968 h 10000"/>
                      <a:gd name="connsiteX39" fmla="*/ 6422 w 10000"/>
                      <a:gd name="connsiteY39" fmla="*/ 903 h 10000"/>
                      <a:gd name="connsiteX40" fmla="*/ 6451 w 10000"/>
                      <a:gd name="connsiteY40" fmla="*/ 903 h 10000"/>
                      <a:gd name="connsiteX41" fmla="*/ 6536 w 10000"/>
                      <a:gd name="connsiteY41" fmla="*/ 903 h 10000"/>
                      <a:gd name="connsiteX42" fmla="*/ 6648 w 10000"/>
                      <a:gd name="connsiteY42" fmla="*/ 871 h 10000"/>
                      <a:gd name="connsiteX43" fmla="*/ 6704 w 10000"/>
                      <a:gd name="connsiteY43" fmla="*/ 871 h 10000"/>
                      <a:gd name="connsiteX44" fmla="*/ 7155 w 10000"/>
                      <a:gd name="connsiteY44" fmla="*/ 742 h 10000"/>
                      <a:gd name="connsiteX45" fmla="*/ 7634 w 10000"/>
                      <a:gd name="connsiteY45" fmla="*/ 613 h 10000"/>
                      <a:gd name="connsiteX46" fmla="*/ 8197 w 10000"/>
                      <a:gd name="connsiteY46" fmla="*/ 452 h 10000"/>
                      <a:gd name="connsiteX47" fmla="*/ 8733 w 10000"/>
                      <a:gd name="connsiteY47" fmla="*/ 323 h 10000"/>
                      <a:gd name="connsiteX48" fmla="*/ 9211 w 10000"/>
                      <a:gd name="connsiteY48" fmla="*/ 194 h 10000"/>
                      <a:gd name="connsiteX49" fmla="*/ 9606 w 10000"/>
                      <a:gd name="connsiteY49" fmla="*/ 65 h 10000"/>
                      <a:gd name="connsiteX50" fmla="*/ 9888 w 10000"/>
                      <a:gd name="connsiteY50" fmla="*/ 0 h 10000"/>
                      <a:gd name="connsiteX51" fmla="*/ 9972 w 10000"/>
                      <a:gd name="connsiteY51" fmla="*/ 0 h 10000"/>
                      <a:gd name="connsiteX0" fmla="*/ 9972 w 10000"/>
                      <a:gd name="connsiteY0" fmla="*/ 0 h 10000"/>
                      <a:gd name="connsiteX1" fmla="*/ 10000 w 10000"/>
                      <a:gd name="connsiteY1" fmla="*/ 0 h 10000"/>
                      <a:gd name="connsiteX2" fmla="*/ 10000 w 10000"/>
                      <a:gd name="connsiteY2" fmla="*/ 32 h 10000"/>
                      <a:gd name="connsiteX3" fmla="*/ 10000 w 10000"/>
                      <a:gd name="connsiteY3" fmla="*/ 129 h 10000"/>
                      <a:gd name="connsiteX4" fmla="*/ 10000 w 10000"/>
                      <a:gd name="connsiteY4" fmla="*/ 452 h 10000"/>
                      <a:gd name="connsiteX5" fmla="*/ 10000 w 10000"/>
                      <a:gd name="connsiteY5" fmla="*/ 968 h 10000"/>
                      <a:gd name="connsiteX6" fmla="*/ 10000 w 10000"/>
                      <a:gd name="connsiteY6" fmla="*/ 1548 h 10000"/>
                      <a:gd name="connsiteX7" fmla="*/ 9972 w 10000"/>
                      <a:gd name="connsiteY7" fmla="*/ 2194 h 10000"/>
                      <a:gd name="connsiteX8" fmla="*/ 9972 w 10000"/>
                      <a:gd name="connsiteY8" fmla="*/ 2871 h 10000"/>
                      <a:gd name="connsiteX9" fmla="*/ 9972 w 10000"/>
                      <a:gd name="connsiteY9" fmla="*/ 3484 h 10000"/>
                      <a:gd name="connsiteX10" fmla="*/ 9972 w 10000"/>
                      <a:gd name="connsiteY10" fmla="*/ 4000 h 10000"/>
                      <a:gd name="connsiteX11" fmla="*/ 9972 w 10000"/>
                      <a:gd name="connsiteY11" fmla="*/ 4032 h 10000"/>
                      <a:gd name="connsiteX12" fmla="*/ 9972 w 10000"/>
                      <a:gd name="connsiteY12" fmla="*/ 4161 h 10000"/>
                      <a:gd name="connsiteX13" fmla="*/ 9972 w 10000"/>
                      <a:gd name="connsiteY13" fmla="*/ 4258 h 10000"/>
                      <a:gd name="connsiteX14" fmla="*/ 9915 w 10000"/>
                      <a:gd name="connsiteY14" fmla="*/ 4290 h 10000"/>
                      <a:gd name="connsiteX15" fmla="*/ 9915 w 10000"/>
                      <a:gd name="connsiteY15" fmla="*/ 4290 h 10000"/>
                      <a:gd name="connsiteX16" fmla="*/ 9888 w 10000"/>
                      <a:gd name="connsiteY16" fmla="*/ 4290 h 10000"/>
                      <a:gd name="connsiteX17" fmla="*/ 9859 w 10000"/>
                      <a:gd name="connsiteY17" fmla="*/ 4290 h 10000"/>
                      <a:gd name="connsiteX18" fmla="*/ 9859 w 10000"/>
                      <a:gd name="connsiteY18" fmla="*/ 4290 h 10000"/>
                      <a:gd name="connsiteX19" fmla="*/ 9803 w 10000"/>
                      <a:gd name="connsiteY19" fmla="*/ 4290 h 10000"/>
                      <a:gd name="connsiteX20" fmla="*/ 9718 w 10000"/>
                      <a:gd name="connsiteY20" fmla="*/ 4161 h 10000"/>
                      <a:gd name="connsiteX21" fmla="*/ 9493 w 10000"/>
                      <a:gd name="connsiteY21" fmla="*/ 3968 h 10000"/>
                      <a:gd name="connsiteX22" fmla="*/ 9211 w 10000"/>
                      <a:gd name="connsiteY22" fmla="*/ 3742 h 10000"/>
                      <a:gd name="connsiteX23" fmla="*/ 9014 w 10000"/>
                      <a:gd name="connsiteY23" fmla="*/ 3548 h 10000"/>
                      <a:gd name="connsiteX24" fmla="*/ 8845 w 10000"/>
                      <a:gd name="connsiteY24" fmla="*/ 3355 h 10000"/>
                      <a:gd name="connsiteX25" fmla="*/ 8789 w 10000"/>
                      <a:gd name="connsiteY25" fmla="*/ 3323 h 10000"/>
                      <a:gd name="connsiteX26" fmla="*/ 6451 w 10000"/>
                      <a:gd name="connsiteY26" fmla="*/ 6484 h 10000"/>
                      <a:gd name="connsiteX27" fmla="*/ 0 w 10000"/>
                      <a:gd name="connsiteY27" fmla="*/ 10000 h 10000"/>
                      <a:gd name="connsiteX28" fmla="*/ 5718 w 10000"/>
                      <a:gd name="connsiteY28" fmla="*/ 5387 h 10000"/>
                      <a:gd name="connsiteX29" fmla="*/ 7380 w 10000"/>
                      <a:gd name="connsiteY29" fmla="*/ 2065 h 10000"/>
                      <a:gd name="connsiteX30" fmla="*/ 7380 w 10000"/>
                      <a:gd name="connsiteY30" fmla="*/ 2065 h 10000"/>
                      <a:gd name="connsiteX31" fmla="*/ 7380 w 10000"/>
                      <a:gd name="connsiteY31" fmla="*/ 2065 h 10000"/>
                      <a:gd name="connsiteX32" fmla="*/ 6422 w 10000"/>
                      <a:gd name="connsiteY32" fmla="*/ 1161 h 10000"/>
                      <a:gd name="connsiteX33" fmla="*/ 6338 w 10000"/>
                      <a:gd name="connsiteY33" fmla="*/ 1097 h 10000"/>
                      <a:gd name="connsiteX34" fmla="*/ 6310 w 10000"/>
                      <a:gd name="connsiteY34" fmla="*/ 1032 h 10000"/>
                      <a:gd name="connsiteX35" fmla="*/ 6310 w 10000"/>
                      <a:gd name="connsiteY35" fmla="*/ 1000 h 10000"/>
                      <a:gd name="connsiteX36" fmla="*/ 6338 w 10000"/>
                      <a:gd name="connsiteY36" fmla="*/ 968 h 10000"/>
                      <a:gd name="connsiteX37" fmla="*/ 6395 w 10000"/>
                      <a:gd name="connsiteY37" fmla="*/ 968 h 10000"/>
                      <a:gd name="connsiteX38" fmla="*/ 6422 w 10000"/>
                      <a:gd name="connsiteY38" fmla="*/ 903 h 10000"/>
                      <a:gd name="connsiteX39" fmla="*/ 6451 w 10000"/>
                      <a:gd name="connsiteY39" fmla="*/ 903 h 10000"/>
                      <a:gd name="connsiteX40" fmla="*/ 6536 w 10000"/>
                      <a:gd name="connsiteY40" fmla="*/ 903 h 10000"/>
                      <a:gd name="connsiteX41" fmla="*/ 6648 w 10000"/>
                      <a:gd name="connsiteY41" fmla="*/ 871 h 10000"/>
                      <a:gd name="connsiteX42" fmla="*/ 6704 w 10000"/>
                      <a:gd name="connsiteY42" fmla="*/ 871 h 10000"/>
                      <a:gd name="connsiteX43" fmla="*/ 7155 w 10000"/>
                      <a:gd name="connsiteY43" fmla="*/ 742 h 10000"/>
                      <a:gd name="connsiteX44" fmla="*/ 7634 w 10000"/>
                      <a:gd name="connsiteY44" fmla="*/ 613 h 10000"/>
                      <a:gd name="connsiteX45" fmla="*/ 8197 w 10000"/>
                      <a:gd name="connsiteY45" fmla="*/ 452 h 10000"/>
                      <a:gd name="connsiteX46" fmla="*/ 8733 w 10000"/>
                      <a:gd name="connsiteY46" fmla="*/ 323 h 10000"/>
                      <a:gd name="connsiteX47" fmla="*/ 9211 w 10000"/>
                      <a:gd name="connsiteY47" fmla="*/ 194 h 10000"/>
                      <a:gd name="connsiteX48" fmla="*/ 9606 w 10000"/>
                      <a:gd name="connsiteY48" fmla="*/ 65 h 10000"/>
                      <a:gd name="connsiteX49" fmla="*/ 9888 w 10000"/>
                      <a:gd name="connsiteY49" fmla="*/ 0 h 10000"/>
                      <a:gd name="connsiteX50" fmla="*/ 9972 w 10000"/>
                      <a:gd name="connsiteY50" fmla="*/ 0 h 10000"/>
                      <a:gd name="connsiteX0" fmla="*/ 9972 w 10000"/>
                      <a:gd name="connsiteY0" fmla="*/ 0 h 10000"/>
                      <a:gd name="connsiteX1" fmla="*/ 10000 w 10000"/>
                      <a:gd name="connsiteY1" fmla="*/ 0 h 10000"/>
                      <a:gd name="connsiteX2" fmla="*/ 10000 w 10000"/>
                      <a:gd name="connsiteY2" fmla="*/ 32 h 10000"/>
                      <a:gd name="connsiteX3" fmla="*/ 10000 w 10000"/>
                      <a:gd name="connsiteY3" fmla="*/ 129 h 10000"/>
                      <a:gd name="connsiteX4" fmla="*/ 10000 w 10000"/>
                      <a:gd name="connsiteY4" fmla="*/ 452 h 10000"/>
                      <a:gd name="connsiteX5" fmla="*/ 10000 w 10000"/>
                      <a:gd name="connsiteY5" fmla="*/ 968 h 10000"/>
                      <a:gd name="connsiteX6" fmla="*/ 10000 w 10000"/>
                      <a:gd name="connsiteY6" fmla="*/ 1548 h 10000"/>
                      <a:gd name="connsiteX7" fmla="*/ 9972 w 10000"/>
                      <a:gd name="connsiteY7" fmla="*/ 2194 h 10000"/>
                      <a:gd name="connsiteX8" fmla="*/ 9972 w 10000"/>
                      <a:gd name="connsiteY8" fmla="*/ 2871 h 10000"/>
                      <a:gd name="connsiteX9" fmla="*/ 9972 w 10000"/>
                      <a:gd name="connsiteY9" fmla="*/ 3484 h 10000"/>
                      <a:gd name="connsiteX10" fmla="*/ 9972 w 10000"/>
                      <a:gd name="connsiteY10" fmla="*/ 4000 h 10000"/>
                      <a:gd name="connsiteX11" fmla="*/ 9972 w 10000"/>
                      <a:gd name="connsiteY11" fmla="*/ 4032 h 10000"/>
                      <a:gd name="connsiteX12" fmla="*/ 9972 w 10000"/>
                      <a:gd name="connsiteY12" fmla="*/ 4161 h 10000"/>
                      <a:gd name="connsiteX13" fmla="*/ 9972 w 10000"/>
                      <a:gd name="connsiteY13" fmla="*/ 4258 h 10000"/>
                      <a:gd name="connsiteX14" fmla="*/ 9915 w 10000"/>
                      <a:gd name="connsiteY14" fmla="*/ 4290 h 10000"/>
                      <a:gd name="connsiteX15" fmla="*/ 9915 w 10000"/>
                      <a:gd name="connsiteY15" fmla="*/ 4290 h 10000"/>
                      <a:gd name="connsiteX16" fmla="*/ 9888 w 10000"/>
                      <a:gd name="connsiteY16" fmla="*/ 4290 h 10000"/>
                      <a:gd name="connsiteX17" fmla="*/ 9859 w 10000"/>
                      <a:gd name="connsiteY17" fmla="*/ 4290 h 10000"/>
                      <a:gd name="connsiteX18" fmla="*/ 9859 w 10000"/>
                      <a:gd name="connsiteY18" fmla="*/ 4290 h 10000"/>
                      <a:gd name="connsiteX19" fmla="*/ 9803 w 10000"/>
                      <a:gd name="connsiteY19" fmla="*/ 4290 h 10000"/>
                      <a:gd name="connsiteX20" fmla="*/ 9718 w 10000"/>
                      <a:gd name="connsiteY20" fmla="*/ 4161 h 10000"/>
                      <a:gd name="connsiteX21" fmla="*/ 9493 w 10000"/>
                      <a:gd name="connsiteY21" fmla="*/ 3968 h 10000"/>
                      <a:gd name="connsiteX22" fmla="*/ 9211 w 10000"/>
                      <a:gd name="connsiteY22" fmla="*/ 3742 h 10000"/>
                      <a:gd name="connsiteX23" fmla="*/ 9014 w 10000"/>
                      <a:gd name="connsiteY23" fmla="*/ 3548 h 10000"/>
                      <a:gd name="connsiteX24" fmla="*/ 8845 w 10000"/>
                      <a:gd name="connsiteY24" fmla="*/ 3355 h 10000"/>
                      <a:gd name="connsiteX25" fmla="*/ 8789 w 10000"/>
                      <a:gd name="connsiteY25" fmla="*/ 3323 h 10000"/>
                      <a:gd name="connsiteX26" fmla="*/ 6451 w 10000"/>
                      <a:gd name="connsiteY26" fmla="*/ 6484 h 10000"/>
                      <a:gd name="connsiteX27" fmla="*/ 0 w 10000"/>
                      <a:gd name="connsiteY27" fmla="*/ 10000 h 10000"/>
                      <a:gd name="connsiteX28" fmla="*/ 5718 w 10000"/>
                      <a:gd name="connsiteY28" fmla="*/ 5387 h 10000"/>
                      <a:gd name="connsiteX29" fmla="*/ 7380 w 10000"/>
                      <a:gd name="connsiteY29" fmla="*/ 2065 h 10000"/>
                      <a:gd name="connsiteX30" fmla="*/ 7380 w 10000"/>
                      <a:gd name="connsiteY30" fmla="*/ 2065 h 10000"/>
                      <a:gd name="connsiteX31" fmla="*/ 7380 w 10000"/>
                      <a:gd name="connsiteY31" fmla="*/ 2065 h 10000"/>
                      <a:gd name="connsiteX32" fmla="*/ 6422 w 10000"/>
                      <a:gd name="connsiteY32" fmla="*/ 1161 h 10000"/>
                      <a:gd name="connsiteX33" fmla="*/ 6338 w 10000"/>
                      <a:gd name="connsiteY33" fmla="*/ 1097 h 10000"/>
                      <a:gd name="connsiteX34" fmla="*/ 6310 w 10000"/>
                      <a:gd name="connsiteY34" fmla="*/ 1032 h 10000"/>
                      <a:gd name="connsiteX35" fmla="*/ 6310 w 10000"/>
                      <a:gd name="connsiteY35" fmla="*/ 1000 h 10000"/>
                      <a:gd name="connsiteX36" fmla="*/ 6338 w 10000"/>
                      <a:gd name="connsiteY36" fmla="*/ 968 h 10000"/>
                      <a:gd name="connsiteX37" fmla="*/ 6395 w 10000"/>
                      <a:gd name="connsiteY37" fmla="*/ 968 h 10000"/>
                      <a:gd name="connsiteX38" fmla="*/ 6422 w 10000"/>
                      <a:gd name="connsiteY38" fmla="*/ 903 h 10000"/>
                      <a:gd name="connsiteX39" fmla="*/ 6451 w 10000"/>
                      <a:gd name="connsiteY39" fmla="*/ 903 h 10000"/>
                      <a:gd name="connsiteX40" fmla="*/ 6536 w 10000"/>
                      <a:gd name="connsiteY40" fmla="*/ 903 h 10000"/>
                      <a:gd name="connsiteX41" fmla="*/ 6648 w 10000"/>
                      <a:gd name="connsiteY41" fmla="*/ 871 h 10000"/>
                      <a:gd name="connsiteX42" fmla="*/ 6704 w 10000"/>
                      <a:gd name="connsiteY42" fmla="*/ 871 h 10000"/>
                      <a:gd name="connsiteX43" fmla="*/ 7155 w 10000"/>
                      <a:gd name="connsiteY43" fmla="*/ 742 h 10000"/>
                      <a:gd name="connsiteX44" fmla="*/ 7634 w 10000"/>
                      <a:gd name="connsiteY44" fmla="*/ 613 h 10000"/>
                      <a:gd name="connsiteX45" fmla="*/ 8197 w 10000"/>
                      <a:gd name="connsiteY45" fmla="*/ 452 h 10000"/>
                      <a:gd name="connsiteX46" fmla="*/ 8733 w 10000"/>
                      <a:gd name="connsiteY46" fmla="*/ 323 h 10000"/>
                      <a:gd name="connsiteX47" fmla="*/ 9211 w 10000"/>
                      <a:gd name="connsiteY47" fmla="*/ 194 h 10000"/>
                      <a:gd name="connsiteX48" fmla="*/ 9606 w 10000"/>
                      <a:gd name="connsiteY48" fmla="*/ 65 h 10000"/>
                      <a:gd name="connsiteX49" fmla="*/ 9888 w 10000"/>
                      <a:gd name="connsiteY49" fmla="*/ 0 h 10000"/>
                      <a:gd name="connsiteX50" fmla="*/ 9972 w 10000"/>
                      <a:gd name="connsiteY50" fmla="*/ 0 h 10000"/>
                      <a:gd name="connsiteX0" fmla="*/ 9972 w 10000"/>
                      <a:gd name="connsiteY0" fmla="*/ 0 h 10000"/>
                      <a:gd name="connsiteX1" fmla="*/ 10000 w 10000"/>
                      <a:gd name="connsiteY1" fmla="*/ 0 h 10000"/>
                      <a:gd name="connsiteX2" fmla="*/ 10000 w 10000"/>
                      <a:gd name="connsiteY2" fmla="*/ 32 h 10000"/>
                      <a:gd name="connsiteX3" fmla="*/ 10000 w 10000"/>
                      <a:gd name="connsiteY3" fmla="*/ 129 h 10000"/>
                      <a:gd name="connsiteX4" fmla="*/ 10000 w 10000"/>
                      <a:gd name="connsiteY4" fmla="*/ 452 h 10000"/>
                      <a:gd name="connsiteX5" fmla="*/ 10000 w 10000"/>
                      <a:gd name="connsiteY5" fmla="*/ 968 h 10000"/>
                      <a:gd name="connsiteX6" fmla="*/ 10000 w 10000"/>
                      <a:gd name="connsiteY6" fmla="*/ 1548 h 10000"/>
                      <a:gd name="connsiteX7" fmla="*/ 9972 w 10000"/>
                      <a:gd name="connsiteY7" fmla="*/ 2194 h 10000"/>
                      <a:gd name="connsiteX8" fmla="*/ 9972 w 10000"/>
                      <a:gd name="connsiteY8" fmla="*/ 2871 h 10000"/>
                      <a:gd name="connsiteX9" fmla="*/ 9972 w 10000"/>
                      <a:gd name="connsiteY9" fmla="*/ 3484 h 10000"/>
                      <a:gd name="connsiteX10" fmla="*/ 9972 w 10000"/>
                      <a:gd name="connsiteY10" fmla="*/ 4000 h 10000"/>
                      <a:gd name="connsiteX11" fmla="*/ 9972 w 10000"/>
                      <a:gd name="connsiteY11" fmla="*/ 4032 h 10000"/>
                      <a:gd name="connsiteX12" fmla="*/ 9972 w 10000"/>
                      <a:gd name="connsiteY12" fmla="*/ 4161 h 10000"/>
                      <a:gd name="connsiteX13" fmla="*/ 9972 w 10000"/>
                      <a:gd name="connsiteY13" fmla="*/ 4258 h 10000"/>
                      <a:gd name="connsiteX14" fmla="*/ 9915 w 10000"/>
                      <a:gd name="connsiteY14" fmla="*/ 4290 h 10000"/>
                      <a:gd name="connsiteX15" fmla="*/ 9915 w 10000"/>
                      <a:gd name="connsiteY15" fmla="*/ 4290 h 10000"/>
                      <a:gd name="connsiteX16" fmla="*/ 9888 w 10000"/>
                      <a:gd name="connsiteY16" fmla="*/ 4290 h 10000"/>
                      <a:gd name="connsiteX17" fmla="*/ 9859 w 10000"/>
                      <a:gd name="connsiteY17" fmla="*/ 4290 h 10000"/>
                      <a:gd name="connsiteX18" fmla="*/ 9859 w 10000"/>
                      <a:gd name="connsiteY18" fmla="*/ 4290 h 10000"/>
                      <a:gd name="connsiteX19" fmla="*/ 9803 w 10000"/>
                      <a:gd name="connsiteY19" fmla="*/ 4290 h 10000"/>
                      <a:gd name="connsiteX20" fmla="*/ 9718 w 10000"/>
                      <a:gd name="connsiteY20" fmla="*/ 4161 h 10000"/>
                      <a:gd name="connsiteX21" fmla="*/ 9493 w 10000"/>
                      <a:gd name="connsiteY21" fmla="*/ 3968 h 10000"/>
                      <a:gd name="connsiteX22" fmla="*/ 9211 w 10000"/>
                      <a:gd name="connsiteY22" fmla="*/ 3742 h 10000"/>
                      <a:gd name="connsiteX23" fmla="*/ 9014 w 10000"/>
                      <a:gd name="connsiteY23" fmla="*/ 3548 h 10000"/>
                      <a:gd name="connsiteX24" fmla="*/ 8845 w 10000"/>
                      <a:gd name="connsiteY24" fmla="*/ 3355 h 10000"/>
                      <a:gd name="connsiteX25" fmla="*/ 8789 w 10000"/>
                      <a:gd name="connsiteY25" fmla="*/ 3323 h 10000"/>
                      <a:gd name="connsiteX26" fmla="*/ 6451 w 10000"/>
                      <a:gd name="connsiteY26" fmla="*/ 6484 h 10000"/>
                      <a:gd name="connsiteX27" fmla="*/ 0 w 10000"/>
                      <a:gd name="connsiteY27" fmla="*/ 10000 h 10000"/>
                      <a:gd name="connsiteX28" fmla="*/ 5718 w 10000"/>
                      <a:gd name="connsiteY28" fmla="*/ 5387 h 10000"/>
                      <a:gd name="connsiteX29" fmla="*/ 7380 w 10000"/>
                      <a:gd name="connsiteY29" fmla="*/ 2065 h 10000"/>
                      <a:gd name="connsiteX30" fmla="*/ 7380 w 10000"/>
                      <a:gd name="connsiteY30" fmla="*/ 2065 h 10000"/>
                      <a:gd name="connsiteX31" fmla="*/ 7380 w 10000"/>
                      <a:gd name="connsiteY31" fmla="*/ 2065 h 10000"/>
                      <a:gd name="connsiteX32" fmla="*/ 6422 w 10000"/>
                      <a:gd name="connsiteY32" fmla="*/ 1161 h 10000"/>
                      <a:gd name="connsiteX33" fmla="*/ 6338 w 10000"/>
                      <a:gd name="connsiteY33" fmla="*/ 1097 h 10000"/>
                      <a:gd name="connsiteX34" fmla="*/ 6310 w 10000"/>
                      <a:gd name="connsiteY34" fmla="*/ 1032 h 10000"/>
                      <a:gd name="connsiteX35" fmla="*/ 6310 w 10000"/>
                      <a:gd name="connsiteY35" fmla="*/ 1000 h 10000"/>
                      <a:gd name="connsiteX36" fmla="*/ 6338 w 10000"/>
                      <a:gd name="connsiteY36" fmla="*/ 968 h 10000"/>
                      <a:gd name="connsiteX37" fmla="*/ 6395 w 10000"/>
                      <a:gd name="connsiteY37" fmla="*/ 968 h 10000"/>
                      <a:gd name="connsiteX38" fmla="*/ 6422 w 10000"/>
                      <a:gd name="connsiteY38" fmla="*/ 903 h 10000"/>
                      <a:gd name="connsiteX39" fmla="*/ 6451 w 10000"/>
                      <a:gd name="connsiteY39" fmla="*/ 903 h 10000"/>
                      <a:gd name="connsiteX40" fmla="*/ 6536 w 10000"/>
                      <a:gd name="connsiteY40" fmla="*/ 903 h 10000"/>
                      <a:gd name="connsiteX41" fmla="*/ 6648 w 10000"/>
                      <a:gd name="connsiteY41" fmla="*/ 871 h 10000"/>
                      <a:gd name="connsiteX42" fmla="*/ 6704 w 10000"/>
                      <a:gd name="connsiteY42" fmla="*/ 871 h 10000"/>
                      <a:gd name="connsiteX43" fmla="*/ 7155 w 10000"/>
                      <a:gd name="connsiteY43" fmla="*/ 742 h 10000"/>
                      <a:gd name="connsiteX44" fmla="*/ 7634 w 10000"/>
                      <a:gd name="connsiteY44" fmla="*/ 613 h 10000"/>
                      <a:gd name="connsiteX45" fmla="*/ 8197 w 10000"/>
                      <a:gd name="connsiteY45" fmla="*/ 452 h 10000"/>
                      <a:gd name="connsiteX46" fmla="*/ 8733 w 10000"/>
                      <a:gd name="connsiteY46" fmla="*/ 323 h 10000"/>
                      <a:gd name="connsiteX47" fmla="*/ 9211 w 10000"/>
                      <a:gd name="connsiteY47" fmla="*/ 194 h 10000"/>
                      <a:gd name="connsiteX48" fmla="*/ 9606 w 10000"/>
                      <a:gd name="connsiteY48" fmla="*/ 65 h 10000"/>
                      <a:gd name="connsiteX49" fmla="*/ 9888 w 10000"/>
                      <a:gd name="connsiteY49" fmla="*/ 0 h 10000"/>
                      <a:gd name="connsiteX50" fmla="*/ 9972 w 10000"/>
                      <a:gd name="connsiteY50" fmla="*/ 0 h 10000"/>
                      <a:gd name="connsiteX0" fmla="*/ 9972 w 10000"/>
                      <a:gd name="connsiteY0" fmla="*/ 0 h 10000"/>
                      <a:gd name="connsiteX1" fmla="*/ 10000 w 10000"/>
                      <a:gd name="connsiteY1" fmla="*/ 0 h 10000"/>
                      <a:gd name="connsiteX2" fmla="*/ 10000 w 10000"/>
                      <a:gd name="connsiteY2" fmla="*/ 32 h 10000"/>
                      <a:gd name="connsiteX3" fmla="*/ 10000 w 10000"/>
                      <a:gd name="connsiteY3" fmla="*/ 129 h 10000"/>
                      <a:gd name="connsiteX4" fmla="*/ 10000 w 10000"/>
                      <a:gd name="connsiteY4" fmla="*/ 452 h 10000"/>
                      <a:gd name="connsiteX5" fmla="*/ 10000 w 10000"/>
                      <a:gd name="connsiteY5" fmla="*/ 968 h 10000"/>
                      <a:gd name="connsiteX6" fmla="*/ 10000 w 10000"/>
                      <a:gd name="connsiteY6" fmla="*/ 1548 h 10000"/>
                      <a:gd name="connsiteX7" fmla="*/ 9972 w 10000"/>
                      <a:gd name="connsiteY7" fmla="*/ 2194 h 10000"/>
                      <a:gd name="connsiteX8" fmla="*/ 9972 w 10000"/>
                      <a:gd name="connsiteY8" fmla="*/ 2871 h 10000"/>
                      <a:gd name="connsiteX9" fmla="*/ 9972 w 10000"/>
                      <a:gd name="connsiteY9" fmla="*/ 3484 h 10000"/>
                      <a:gd name="connsiteX10" fmla="*/ 9972 w 10000"/>
                      <a:gd name="connsiteY10" fmla="*/ 4000 h 10000"/>
                      <a:gd name="connsiteX11" fmla="*/ 9972 w 10000"/>
                      <a:gd name="connsiteY11" fmla="*/ 4032 h 10000"/>
                      <a:gd name="connsiteX12" fmla="*/ 9972 w 10000"/>
                      <a:gd name="connsiteY12" fmla="*/ 4161 h 10000"/>
                      <a:gd name="connsiteX13" fmla="*/ 9972 w 10000"/>
                      <a:gd name="connsiteY13" fmla="*/ 4258 h 10000"/>
                      <a:gd name="connsiteX14" fmla="*/ 9915 w 10000"/>
                      <a:gd name="connsiteY14" fmla="*/ 4290 h 10000"/>
                      <a:gd name="connsiteX15" fmla="*/ 9915 w 10000"/>
                      <a:gd name="connsiteY15" fmla="*/ 4290 h 10000"/>
                      <a:gd name="connsiteX16" fmla="*/ 9888 w 10000"/>
                      <a:gd name="connsiteY16" fmla="*/ 4290 h 10000"/>
                      <a:gd name="connsiteX17" fmla="*/ 9859 w 10000"/>
                      <a:gd name="connsiteY17" fmla="*/ 4290 h 10000"/>
                      <a:gd name="connsiteX18" fmla="*/ 9859 w 10000"/>
                      <a:gd name="connsiteY18" fmla="*/ 4290 h 10000"/>
                      <a:gd name="connsiteX19" fmla="*/ 9803 w 10000"/>
                      <a:gd name="connsiteY19" fmla="*/ 4290 h 10000"/>
                      <a:gd name="connsiteX20" fmla="*/ 9718 w 10000"/>
                      <a:gd name="connsiteY20" fmla="*/ 4161 h 10000"/>
                      <a:gd name="connsiteX21" fmla="*/ 9493 w 10000"/>
                      <a:gd name="connsiteY21" fmla="*/ 3968 h 10000"/>
                      <a:gd name="connsiteX22" fmla="*/ 9211 w 10000"/>
                      <a:gd name="connsiteY22" fmla="*/ 3742 h 10000"/>
                      <a:gd name="connsiteX23" fmla="*/ 9014 w 10000"/>
                      <a:gd name="connsiteY23" fmla="*/ 3548 h 10000"/>
                      <a:gd name="connsiteX24" fmla="*/ 8845 w 10000"/>
                      <a:gd name="connsiteY24" fmla="*/ 3355 h 10000"/>
                      <a:gd name="connsiteX25" fmla="*/ 8789 w 10000"/>
                      <a:gd name="connsiteY25" fmla="*/ 3323 h 10000"/>
                      <a:gd name="connsiteX26" fmla="*/ 6451 w 10000"/>
                      <a:gd name="connsiteY26" fmla="*/ 6484 h 10000"/>
                      <a:gd name="connsiteX27" fmla="*/ 0 w 10000"/>
                      <a:gd name="connsiteY27" fmla="*/ 10000 h 10000"/>
                      <a:gd name="connsiteX28" fmla="*/ 5718 w 10000"/>
                      <a:gd name="connsiteY28" fmla="*/ 5387 h 10000"/>
                      <a:gd name="connsiteX29" fmla="*/ 7380 w 10000"/>
                      <a:gd name="connsiteY29" fmla="*/ 2065 h 10000"/>
                      <a:gd name="connsiteX30" fmla="*/ 7380 w 10000"/>
                      <a:gd name="connsiteY30" fmla="*/ 2065 h 10000"/>
                      <a:gd name="connsiteX31" fmla="*/ 7380 w 10000"/>
                      <a:gd name="connsiteY31" fmla="*/ 2065 h 10000"/>
                      <a:gd name="connsiteX32" fmla="*/ 6422 w 10000"/>
                      <a:gd name="connsiteY32" fmla="*/ 1161 h 10000"/>
                      <a:gd name="connsiteX33" fmla="*/ 6338 w 10000"/>
                      <a:gd name="connsiteY33" fmla="*/ 1097 h 10000"/>
                      <a:gd name="connsiteX34" fmla="*/ 6310 w 10000"/>
                      <a:gd name="connsiteY34" fmla="*/ 1032 h 10000"/>
                      <a:gd name="connsiteX35" fmla="*/ 6310 w 10000"/>
                      <a:gd name="connsiteY35" fmla="*/ 1000 h 10000"/>
                      <a:gd name="connsiteX36" fmla="*/ 6338 w 10000"/>
                      <a:gd name="connsiteY36" fmla="*/ 968 h 10000"/>
                      <a:gd name="connsiteX37" fmla="*/ 6395 w 10000"/>
                      <a:gd name="connsiteY37" fmla="*/ 968 h 10000"/>
                      <a:gd name="connsiteX38" fmla="*/ 6422 w 10000"/>
                      <a:gd name="connsiteY38" fmla="*/ 903 h 10000"/>
                      <a:gd name="connsiteX39" fmla="*/ 6451 w 10000"/>
                      <a:gd name="connsiteY39" fmla="*/ 903 h 10000"/>
                      <a:gd name="connsiteX40" fmla="*/ 6536 w 10000"/>
                      <a:gd name="connsiteY40" fmla="*/ 903 h 10000"/>
                      <a:gd name="connsiteX41" fmla="*/ 6648 w 10000"/>
                      <a:gd name="connsiteY41" fmla="*/ 871 h 10000"/>
                      <a:gd name="connsiteX42" fmla="*/ 6704 w 10000"/>
                      <a:gd name="connsiteY42" fmla="*/ 871 h 10000"/>
                      <a:gd name="connsiteX43" fmla="*/ 7155 w 10000"/>
                      <a:gd name="connsiteY43" fmla="*/ 742 h 10000"/>
                      <a:gd name="connsiteX44" fmla="*/ 7634 w 10000"/>
                      <a:gd name="connsiteY44" fmla="*/ 613 h 10000"/>
                      <a:gd name="connsiteX45" fmla="*/ 8197 w 10000"/>
                      <a:gd name="connsiteY45" fmla="*/ 452 h 10000"/>
                      <a:gd name="connsiteX46" fmla="*/ 8733 w 10000"/>
                      <a:gd name="connsiteY46" fmla="*/ 323 h 10000"/>
                      <a:gd name="connsiteX47" fmla="*/ 9211 w 10000"/>
                      <a:gd name="connsiteY47" fmla="*/ 194 h 10000"/>
                      <a:gd name="connsiteX48" fmla="*/ 9606 w 10000"/>
                      <a:gd name="connsiteY48" fmla="*/ 65 h 10000"/>
                      <a:gd name="connsiteX49" fmla="*/ 9888 w 10000"/>
                      <a:gd name="connsiteY49" fmla="*/ 0 h 10000"/>
                      <a:gd name="connsiteX50" fmla="*/ 9972 w 10000"/>
                      <a:gd name="connsiteY50" fmla="*/ 0 h 10000"/>
                      <a:gd name="connsiteX0" fmla="*/ 9972 w 10000"/>
                      <a:gd name="connsiteY0" fmla="*/ 0 h 10000"/>
                      <a:gd name="connsiteX1" fmla="*/ 10000 w 10000"/>
                      <a:gd name="connsiteY1" fmla="*/ 0 h 10000"/>
                      <a:gd name="connsiteX2" fmla="*/ 10000 w 10000"/>
                      <a:gd name="connsiteY2" fmla="*/ 32 h 10000"/>
                      <a:gd name="connsiteX3" fmla="*/ 10000 w 10000"/>
                      <a:gd name="connsiteY3" fmla="*/ 129 h 10000"/>
                      <a:gd name="connsiteX4" fmla="*/ 10000 w 10000"/>
                      <a:gd name="connsiteY4" fmla="*/ 452 h 10000"/>
                      <a:gd name="connsiteX5" fmla="*/ 10000 w 10000"/>
                      <a:gd name="connsiteY5" fmla="*/ 968 h 10000"/>
                      <a:gd name="connsiteX6" fmla="*/ 10000 w 10000"/>
                      <a:gd name="connsiteY6" fmla="*/ 1548 h 10000"/>
                      <a:gd name="connsiteX7" fmla="*/ 9972 w 10000"/>
                      <a:gd name="connsiteY7" fmla="*/ 2194 h 10000"/>
                      <a:gd name="connsiteX8" fmla="*/ 9972 w 10000"/>
                      <a:gd name="connsiteY8" fmla="*/ 2871 h 10000"/>
                      <a:gd name="connsiteX9" fmla="*/ 9972 w 10000"/>
                      <a:gd name="connsiteY9" fmla="*/ 3484 h 10000"/>
                      <a:gd name="connsiteX10" fmla="*/ 9972 w 10000"/>
                      <a:gd name="connsiteY10" fmla="*/ 4000 h 10000"/>
                      <a:gd name="connsiteX11" fmla="*/ 9972 w 10000"/>
                      <a:gd name="connsiteY11" fmla="*/ 4032 h 10000"/>
                      <a:gd name="connsiteX12" fmla="*/ 9972 w 10000"/>
                      <a:gd name="connsiteY12" fmla="*/ 4161 h 10000"/>
                      <a:gd name="connsiteX13" fmla="*/ 9972 w 10000"/>
                      <a:gd name="connsiteY13" fmla="*/ 4258 h 10000"/>
                      <a:gd name="connsiteX14" fmla="*/ 9915 w 10000"/>
                      <a:gd name="connsiteY14" fmla="*/ 4290 h 10000"/>
                      <a:gd name="connsiteX15" fmla="*/ 9915 w 10000"/>
                      <a:gd name="connsiteY15" fmla="*/ 4290 h 10000"/>
                      <a:gd name="connsiteX16" fmla="*/ 9888 w 10000"/>
                      <a:gd name="connsiteY16" fmla="*/ 4290 h 10000"/>
                      <a:gd name="connsiteX17" fmla="*/ 9859 w 10000"/>
                      <a:gd name="connsiteY17" fmla="*/ 4290 h 10000"/>
                      <a:gd name="connsiteX18" fmla="*/ 9859 w 10000"/>
                      <a:gd name="connsiteY18" fmla="*/ 4290 h 10000"/>
                      <a:gd name="connsiteX19" fmla="*/ 9803 w 10000"/>
                      <a:gd name="connsiteY19" fmla="*/ 4290 h 10000"/>
                      <a:gd name="connsiteX20" fmla="*/ 9718 w 10000"/>
                      <a:gd name="connsiteY20" fmla="*/ 4161 h 10000"/>
                      <a:gd name="connsiteX21" fmla="*/ 9493 w 10000"/>
                      <a:gd name="connsiteY21" fmla="*/ 3968 h 10000"/>
                      <a:gd name="connsiteX22" fmla="*/ 9211 w 10000"/>
                      <a:gd name="connsiteY22" fmla="*/ 3742 h 10000"/>
                      <a:gd name="connsiteX23" fmla="*/ 9014 w 10000"/>
                      <a:gd name="connsiteY23" fmla="*/ 3548 h 10000"/>
                      <a:gd name="connsiteX24" fmla="*/ 8845 w 10000"/>
                      <a:gd name="connsiteY24" fmla="*/ 3355 h 10000"/>
                      <a:gd name="connsiteX25" fmla="*/ 8789 w 10000"/>
                      <a:gd name="connsiteY25" fmla="*/ 3323 h 10000"/>
                      <a:gd name="connsiteX26" fmla="*/ 6451 w 10000"/>
                      <a:gd name="connsiteY26" fmla="*/ 6484 h 10000"/>
                      <a:gd name="connsiteX27" fmla="*/ 0 w 10000"/>
                      <a:gd name="connsiteY27" fmla="*/ 10000 h 10000"/>
                      <a:gd name="connsiteX28" fmla="*/ 5718 w 10000"/>
                      <a:gd name="connsiteY28" fmla="*/ 5387 h 10000"/>
                      <a:gd name="connsiteX29" fmla="*/ 7380 w 10000"/>
                      <a:gd name="connsiteY29" fmla="*/ 2065 h 10000"/>
                      <a:gd name="connsiteX30" fmla="*/ 7380 w 10000"/>
                      <a:gd name="connsiteY30" fmla="*/ 2065 h 10000"/>
                      <a:gd name="connsiteX31" fmla="*/ 7380 w 10000"/>
                      <a:gd name="connsiteY31" fmla="*/ 2065 h 10000"/>
                      <a:gd name="connsiteX32" fmla="*/ 6422 w 10000"/>
                      <a:gd name="connsiteY32" fmla="*/ 1161 h 10000"/>
                      <a:gd name="connsiteX33" fmla="*/ 6338 w 10000"/>
                      <a:gd name="connsiteY33" fmla="*/ 1097 h 10000"/>
                      <a:gd name="connsiteX34" fmla="*/ 6310 w 10000"/>
                      <a:gd name="connsiteY34" fmla="*/ 1032 h 10000"/>
                      <a:gd name="connsiteX35" fmla="*/ 6310 w 10000"/>
                      <a:gd name="connsiteY35" fmla="*/ 1000 h 10000"/>
                      <a:gd name="connsiteX36" fmla="*/ 6338 w 10000"/>
                      <a:gd name="connsiteY36" fmla="*/ 968 h 10000"/>
                      <a:gd name="connsiteX37" fmla="*/ 6395 w 10000"/>
                      <a:gd name="connsiteY37" fmla="*/ 968 h 10000"/>
                      <a:gd name="connsiteX38" fmla="*/ 6422 w 10000"/>
                      <a:gd name="connsiteY38" fmla="*/ 903 h 10000"/>
                      <a:gd name="connsiteX39" fmla="*/ 6451 w 10000"/>
                      <a:gd name="connsiteY39" fmla="*/ 903 h 10000"/>
                      <a:gd name="connsiteX40" fmla="*/ 6536 w 10000"/>
                      <a:gd name="connsiteY40" fmla="*/ 903 h 10000"/>
                      <a:gd name="connsiteX41" fmla="*/ 6648 w 10000"/>
                      <a:gd name="connsiteY41" fmla="*/ 871 h 10000"/>
                      <a:gd name="connsiteX42" fmla="*/ 6704 w 10000"/>
                      <a:gd name="connsiteY42" fmla="*/ 871 h 10000"/>
                      <a:gd name="connsiteX43" fmla="*/ 7155 w 10000"/>
                      <a:gd name="connsiteY43" fmla="*/ 742 h 10000"/>
                      <a:gd name="connsiteX44" fmla="*/ 7634 w 10000"/>
                      <a:gd name="connsiteY44" fmla="*/ 613 h 10000"/>
                      <a:gd name="connsiteX45" fmla="*/ 8197 w 10000"/>
                      <a:gd name="connsiteY45" fmla="*/ 452 h 10000"/>
                      <a:gd name="connsiteX46" fmla="*/ 8733 w 10000"/>
                      <a:gd name="connsiteY46" fmla="*/ 323 h 10000"/>
                      <a:gd name="connsiteX47" fmla="*/ 9211 w 10000"/>
                      <a:gd name="connsiteY47" fmla="*/ 194 h 10000"/>
                      <a:gd name="connsiteX48" fmla="*/ 9606 w 10000"/>
                      <a:gd name="connsiteY48" fmla="*/ 65 h 10000"/>
                      <a:gd name="connsiteX49" fmla="*/ 9888 w 10000"/>
                      <a:gd name="connsiteY49" fmla="*/ 0 h 10000"/>
                      <a:gd name="connsiteX50" fmla="*/ 9972 w 10000"/>
                      <a:gd name="connsiteY50" fmla="*/ 0 h 10000"/>
                      <a:gd name="connsiteX0" fmla="*/ 9972 w 10000"/>
                      <a:gd name="connsiteY0" fmla="*/ 0 h 10000"/>
                      <a:gd name="connsiteX1" fmla="*/ 10000 w 10000"/>
                      <a:gd name="connsiteY1" fmla="*/ 0 h 10000"/>
                      <a:gd name="connsiteX2" fmla="*/ 10000 w 10000"/>
                      <a:gd name="connsiteY2" fmla="*/ 32 h 10000"/>
                      <a:gd name="connsiteX3" fmla="*/ 10000 w 10000"/>
                      <a:gd name="connsiteY3" fmla="*/ 129 h 10000"/>
                      <a:gd name="connsiteX4" fmla="*/ 10000 w 10000"/>
                      <a:gd name="connsiteY4" fmla="*/ 452 h 10000"/>
                      <a:gd name="connsiteX5" fmla="*/ 10000 w 10000"/>
                      <a:gd name="connsiteY5" fmla="*/ 968 h 10000"/>
                      <a:gd name="connsiteX6" fmla="*/ 10000 w 10000"/>
                      <a:gd name="connsiteY6" fmla="*/ 1548 h 10000"/>
                      <a:gd name="connsiteX7" fmla="*/ 9972 w 10000"/>
                      <a:gd name="connsiteY7" fmla="*/ 2194 h 10000"/>
                      <a:gd name="connsiteX8" fmla="*/ 9972 w 10000"/>
                      <a:gd name="connsiteY8" fmla="*/ 2871 h 10000"/>
                      <a:gd name="connsiteX9" fmla="*/ 9972 w 10000"/>
                      <a:gd name="connsiteY9" fmla="*/ 3484 h 10000"/>
                      <a:gd name="connsiteX10" fmla="*/ 9972 w 10000"/>
                      <a:gd name="connsiteY10" fmla="*/ 4000 h 10000"/>
                      <a:gd name="connsiteX11" fmla="*/ 9972 w 10000"/>
                      <a:gd name="connsiteY11" fmla="*/ 4032 h 10000"/>
                      <a:gd name="connsiteX12" fmla="*/ 9972 w 10000"/>
                      <a:gd name="connsiteY12" fmla="*/ 4161 h 10000"/>
                      <a:gd name="connsiteX13" fmla="*/ 9972 w 10000"/>
                      <a:gd name="connsiteY13" fmla="*/ 4258 h 10000"/>
                      <a:gd name="connsiteX14" fmla="*/ 9915 w 10000"/>
                      <a:gd name="connsiteY14" fmla="*/ 4290 h 10000"/>
                      <a:gd name="connsiteX15" fmla="*/ 9915 w 10000"/>
                      <a:gd name="connsiteY15" fmla="*/ 4290 h 10000"/>
                      <a:gd name="connsiteX16" fmla="*/ 9888 w 10000"/>
                      <a:gd name="connsiteY16" fmla="*/ 4290 h 10000"/>
                      <a:gd name="connsiteX17" fmla="*/ 9859 w 10000"/>
                      <a:gd name="connsiteY17" fmla="*/ 4290 h 10000"/>
                      <a:gd name="connsiteX18" fmla="*/ 9859 w 10000"/>
                      <a:gd name="connsiteY18" fmla="*/ 4290 h 10000"/>
                      <a:gd name="connsiteX19" fmla="*/ 9803 w 10000"/>
                      <a:gd name="connsiteY19" fmla="*/ 4290 h 10000"/>
                      <a:gd name="connsiteX20" fmla="*/ 9718 w 10000"/>
                      <a:gd name="connsiteY20" fmla="*/ 4161 h 10000"/>
                      <a:gd name="connsiteX21" fmla="*/ 9493 w 10000"/>
                      <a:gd name="connsiteY21" fmla="*/ 3968 h 10000"/>
                      <a:gd name="connsiteX22" fmla="*/ 9211 w 10000"/>
                      <a:gd name="connsiteY22" fmla="*/ 3742 h 10000"/>
                      <a:gd name="connsiteX23" fmla="*/ 9014 w 10000"/>
                      <a:gd name="connsiteY23" fmla="*/ 3548 h 10000"/>
                      <a:gd name="connsiteX24" fmla="*/ 8789 w 10000"/>
                      <a:gd name="connsiteY24" fmla="*/ 3323 h 10000"/>
                      <a:gd name="connsiteX25" fmla="*/ 6451 w 10000"/>
                      <a:gd name="connsiteY25" fmla="*/ 6484 h 10000"/>
                      <a:gd name="connsiteX26" fmla="*/ 0 w 10000"/>
                      <a:gd name="connsiteY26" fmla="*/ 10000 h 10000"/>
                      <a:gd name="connsiteX27" fmla="*/ 5718 w 10000"/>
                      <a:gd name="connsiteY27" fmla="*/ 5387 h 10000"/>
                      <a:gd name="connsiteX28" fmla="*/ 7380 w 10000"/>
                      <a:gd name="connsiteY28" fmla="*/ 2065 h 10000"/>
                      <a:gd name="connsiteX29" fmla="*/ 7380 w 10000"/>
                      <a:gd name="connsiteY29" fmla="*/ 2065 h 10000"/>
                      <a:gd name="connsiteX30" fmla="*/ 7380 w 10000"/>
                      <a:gd name="connsiteY30" fmla="*/ 2065 h 10000"/>
                      <a:gd name="connsiteX31" fmla="*/ 6422 w 10000"/>
                      <a:gd name="connsiteY31" fmla="*/ 1161 h 10000"/>
                      <a:gd name="connsiteX32" fmla="*/ 6338 w 10000"/>
                      <a:gd name="connsiteY32" fmla="*/ 1097 h 10000"/>
                      <a:gd name="connsiteX33" fmla="*/ 6310 w 10000"/>
                      <a:gd name="connsiteY33" fmla="*/ 1032 h 10000"/>
                      <a:gd name="connsiteX34" fmla="*/ 6310 w 10000"/>
                      <a:gd name="connsiteY34" fmla="*/ 1000 h 10000"/>
                      <a:gd name="connsiteX35" fmla="*/ 6338 w 10000"/>
                      <a:gd name="connsiteY35" fmla="*/ 968 h 10000"/>
                      <a:gd name="connsiteX36" fmla="*/ 6395 w 10000"/>
                      <a:gd name="connsiteY36" fmla="*/ 968 h 10000"/>
                      <a:gd name="connsiteX37" fmla="*/ 6422 w 10000"/>
                      <a:gd name="connsiteY37" fmla="*/ 903 h 10000"/>
                      <a:gd name="connsiteX38" fmla="*/ 6451 w 10000"/>
                      <a:gd name="connsiteY38" fmla="*/ 903 h 10000"/>
                      <a:gd name="connsiteX39" fmla="*/ 6536 w 10000"/>
                      <a:gd name="connsiteY39" fmla="*/ 903 h 10000"/>
                      <a:gd name="connsiteX40" fmla="*/ 6648 w 10000"/>
                      <a:gd name="connsiteY40" fmla="*/ 871 h 10000"/>
                      <a:gd name="connsiteX41" fmla="*/ 6704 w 10000"/>
                      <a:gd name="connsiteY41" fmla="*/ 871 h 10000"/>
                      <a:gd name="connsiteX42" fmla="*/ 7155 w 10000"/>
                      <a:gd name="connsiteY42" fmla="*/ 742 h 10000"/>
                      <a:gd name="connsiteX43" fmla="*/ 7634 w 10000"/>
                      <a:gd name="connsiteY43" fmla="*/ 613 h 10000"/>
                      <a:gd name="connsiteX44" fmla="*/ 8197 w 10000"/>
                      <a:gd name="connsiteY44" fmla="*/ 452 h 10000"/>
                      <a:gd name="connsiteX45" fmla="*/ 8733 w 10000"/>
                      <a:gd name="connsiteY45" fmla="*/ 323 h 10000"/>
                      <a:gd name="connsiteX46" fmla="*/ 9211 w 10000"/>
                      <a:gd name="connsiteY46" fmla="*/ 194 h 10000"/>
                      <a:gd name="connsiteX47" fmla="*/ 9606 w 10000"/>
                      <a:gd name="connsiteY47" fmla="*/ 65 h 10000"/>
                      <a:gd name="connsiteX48" fmla="*/ 9888 w 10000"/>
                      <a:gd name="connsiteY48" fmla="*/ 0 h 10000"/>
                      <a:gd name="connsiteX49" fmla="*/ 9972 w 10000"/>
                      <a:gd name="connsiteY49" fmla="*/ 0 h 10000"/>
                      <a:gd name="connsiteX0" fmla="*/ 9972 w 10000"/>
                      <a:gd name="connsiteY0" fmla="*/ 0 h 10000"/>
                      <a:gd name="connsiteX1" fmla="*/ 10000 w 10000"/>
                      <a:gd name="connsiteY1" fmla="*/ 0 h 10000"/>
                      <a:gd name="connsiteX2" fmla="*/ 10000 w 10000"/>
                      <a:gd name="connsiteY2" fmla="*/ 32 h 10000"/>
                      <a:gd name="connsiteX3" fmla="*/ 10000 w 10000"/>
                      <a:gd name="connsiteY3" fmla="*/ 129 h 10000"/>
                      <a:gd name="connsiteX4" fmla="*/ 10000 w 10000"/>
                      <a:gd name="connsiteY4" fmla="*/ 452 h 10000"/>
                      <a:gd name="connsiteX5" fmla="*/ 10000 w 10000"/>
                      <a:gd name="connsiteY5" fmla="*/ 968 h 10000"/>
                      <a:gd name="connsiteX6" fmla="*/ 10000 w 10000"/>
                      <a:gd name="connsiteY6" fmla="*/ 1548 h 10000"/>
                      <a:gd name="connsiteX7" fmla="*/ 9972 w 10000"/>
                      <a:gd name="connsiteY7" fmla="*/ 2194 h 10000"/>
                      <a:gd name="connsiteX8" fmla="*/ 9972 w 10000"/>
                      <a:gd name="connsiteY8" fmla="*/ 2871 h 10000"/>
                      <a:gd name="connsiteX9" fmla="*/ 9972 w 10000"/>
                      <a:gd name="connsiteY9" fmla="*/ 3484 h 10000"/>
                      <a:gd name="connsiteX10" fmla="*/ 9972 w 10000"/>
                      <a:gd name="connsiteY10" fmla="*/ 4000 h 10000"/>
                      <a:gd name="connsiteX11" fmla="*/ 9972 w 10000"/>
                      <a:gd name="connsiteY11" fmla="*/ 4032 h 10000"/>
                      <a:gd name="connsiteX12" fmla="*/ 9972 w 10000"/>
                      <a:gd name="connsiteY12" fmla="*/ 4161 h 10000"/>
                      <a:gd name="connsiteX13" fmla="*/ 9972 w 10000"/>
                      <a:gd name="connsiteY13" fmla="*/ 4258 h 10000"/>
                      <a:gd name="connsiteX14" fmla="*/ 9915 w 10000"/>
                      <a:gd name="connsiteY14" fmla="*/ 4290 h 10000"/>
                      <a:gd name="connsiteX15" fmla="*/ 9915 w 10000"/>
                      <a:gd name="connsiteY15" fmla="*/ 4290 h 10000"/>
                      <a:gd name="connsiteX16" fmla="*/ 9888 w 10000"/>
                      <a:gd name="connsiteY16" fmla="*/ 4290 h 10000"/>
                      <a:gd name="connsiteX17" fmla="*/ 9859 w 10000"/>
                      <a:gd name="connsiteY17" fmla="*/ 4290 h 10000"/>
                      <a:gd name="connsiteX18" fmla="*/ 9859 w 10000"/>
                      <a:gd name="connsiteY18" fmla="*/ 4290 h 10000"/>
                      <a:gd name="connsiteX19" fmla="*/ 9803 w 10000"/>
                      <a:gd name="connsiteY19" fmla="*/ 4290 h 10000"/>
                      <a:gd name="connsiteX20" fmla="*/ 9718 w 10000"/>
                      <a:gd name="connsiteY20" fmla="*/ 4161 h 10000"/>
                      <a:gd name="connsiteX21" fmla="*/ 9493 w 10000"/>
                      <a:gd name="connsiteY21" fmla="*/ 3968 h 10000"/>
                      <a:gd name="connsiteX22" fmla="*/ 9211 w 10000"/>
                      <a:gd name="connsiteY22" fmla="*/ 3742 h 10000"/>
                      <a:gd name="connsiteX23" fmla="*/ 8789 w 10000"/>
                      <a:gd name="connsiteY23" fmla="*/ 3323 h 10000"/>
                      <a:gd name="connsiteX24" fmla="*/ 6451 w 10000"/>
                      <a:gd name="connsiteY24" fmla="*/ 6484 h 10000"/>
                      <a:gd name="connsiteX25" fmla="*/ 0 w 10000"/>
                      <a:gd name="connsiteY25" fmla="*/ 10000 h 10000"/>
                      <a:gd name="connsiteX26" fmla="*/ 5718 w 10000"/>
                      <a:gd name="connsiteY26" fmla="*/ 5387 h 10000"/>
                      <a:gd name="connsiteX27" fmla="*/ 7380 w 10000"/>
                      <a:gd name="connsiteY27" fmla="*/ 2065 h 10000"/>
                      <a:gd name="connsiteX28" fmla="*/ 7380 w 10000"/>
                      <a:gd name="connsiteY28" fmla="*/ 2065 h 10000"/>
                      <a:gd name="connsiteX29" fmla="*/ 7380 w 10000"/>
                      <a:gd name="connsiteY29" fmla="*/ 2065 h 10000"/>
                      <a:gd name="connsiteX30" fmla="*/ 6422 w 10000"/>
                      <a:gd name="connsiteY30" fmla="*/ 1161 h 10000"/>
                      <a:gd name="connsiteX31" fmla="*/ 6338 w 10000"/>
                      <a:gd name="connsiteY31" fmla="*/ 1097 h 10000"/>
                      <a:gd name="connsiteX32" fmla="*/ 6310 w 10000"/>
                      <a:gd name="connsiteY32" fmla="*/ 1032 h 10000"/>
                      <a:gd name="connsiteX33" fmla="*/ 6310 w 10000"/>
                      <a:gd name="connsiteY33" fmla="*/ 1000 h 10000"/>
                      <a:gd name="connsiteX34" fmla="*/ 6338 w 10000"/>
                      <a:gd name="connsiteY34" fmla="*/ 968 h 10000"/>
                      <a:gd name="connsiteX35" fmla="*/ 6395 w 10000"/>
                      <a:gd name="connsiteY35" fmla="*/ 968 h 10000"/>
                      <a:gd name="connsiteX36" fmla="*/ 6422 w 10000"/>
                      <a:gd name="connsiteY36" fmla="*/ 903 h 10000"/>
                      <a:gd name="connsiteX37" fmla="*/ 6451 w 10000"/>
                      <a:gd name="connsiteY37" fmla="*/ 903 h 10000"/>
                      <a:gd name="connsiteX38" fmla="*/ 6536 w 10000"/>
                      <a:gd name="connsiteY38" fmla="*/ 903 h 10000"/>
                      <a:gd name="connsiteX39" fmla="*/ 6648 w 10000"/>
                      <a:gd name="connsiteY39" fmla="*/ 871 h 10000"/>
                      <a:gd name="connsiteX40" fmla="*/ 6704 w 10000"/>
                      <a:gd name="connsiteY40" fmla="*/ 871 h 10000"/>
                      <a:gd name="connsiteX41" fmla="*/ 7155 w 10000"/>
                      <a:gd name="connsiteY41" fmla="*/ 742 h 10000"/>
                      <a:gd name="connsiteX42" fmla="*/ 7634 w 10000"/>
                      <a:gd name="connsiteY42" fmla="*/ 613 h 10000"/>
                      <a:gd name="connsiteX43" fmla="*/ 8197 w 10000"/>
                      <a:gd name="connsiteY43" fmla="*/ 452 h 10000"/>
                      <a:gd name="connsiteX44" fmla="*/ 8733 w 10000"/>
                      <a:gd name="connsiteY44" fmla="*/ 323 h 10000"/>
                      <a:gd name="connsiteX45" fmla="*/ 9211 w 10000"/>
                      <a:gd name="connsiteY45" fmla="*/ 194 h 10000"/>
                      <a:gd name="connsiteX46" fmla="*/ 9606 w 10000"/>
                      <a:gd name="connsiteY46" fmla="*/ 65 h 10000"/>
                      <a:gd name="connsiteX47" fmla="*/ 9888 w 10000"/>
                      <a:gd name="connsiteY47" fmla="*/ 0 h 10000"/>
                      <a:gd name="connsiteX48" fmla="*/ 9972 w 10000"/>
                      <a:gd name="connsiteY48" fmla="*/ 0 h 10000"/>
                      <a:gd name="connsiteX0" fmla="*/ 9972 w 10000"/>
                      <a:gd name="connsiteY0" fmla="*/ 0 h 10000"/>
                      <a:gd name="connsiteX1" fmla="*/ 10000 w 10000"/>
                      <a:gd name="connsiteY1" fmla="*/ 0 h 10000"/>
                      <a:gd name="connsiteX2" fmla="*/ 10000 w 10000"/>
                      <a:gd name="connsiteY2" fmla="*/ 32 h 10000"/>
                      <a:gd name="connsiteX3" fmla="*/ 10000 w 10000"/>
                      <a:gd name="connsiteY3" fmla="*/ 129 h 10000"/>
                      <a:gd name="connsiteX4" fmla="*/ 10000 w 10000"/>
                      <a:gd name="connsiteY4" fmla="*/ 452 h 10000"/>
                      <a:gd name="connsiteX5" fmla="*/ 10000 w 10000"/>
                      <a:gd name="connsiteY5" fmla="*/ 968 h 10000"/>
                      <a:gd name="connsiteX6" fmla="*/ 10000 w 10000"/>
                      <a:gd name="connsiteY6" fmla="*/ 1548 h 10000"/>
                      <a:gd name="connsiteX7" fmla="*/ 9972 w 10000"/>
                      <a:gd name="connsiteY7" fmla="*/ 2194 h 10000"/>
                      <a:gd name="connsiteX8" fmla="*/ 9972 w 10000"/>
                      <a:gd name="connsiteY8" fmla="*/ 2871 h 10000"/>
                      <a:gd name="connsiteX9" fmla="*/ 9972 w 10000"/>
                      <a:gd name="connsiteY9" fmla="*/ 3484 h 10000"/>
                      <a:gd name="connsiteX10" fmla="*/ 9972 w 10000"/>
                      <a:gd name="connsiteY10" fmla="*/ 4000 h 10000"/>
                      <a:gd name="connsiteX11" fmla="*/ 9972 w 10000"/>
                      <a:gd name="connsiteY11" fmla="*/ 4032 h 10000"/>
                      <a:gd name="connsiteX12" fmla="*/ 9972 w 10000"/>
                      <a:gd name="connsiteY12" fmla="*/ 4161 h 10000"/>
                      <a:gd name="connsiteX13" fmla="*/ 9972 w 10000"/>
                      <a:gd name="connsiteY13" fmla="*/ 4258 h 10000"/>
                      <a:gd name="connsiteX14" fmla="*/ 9915 w 10000"/>
                      <a:gd name="connsiteY14" fmla="*/ 4290 h 10000"/>
                      <a:gd name="connsiteX15" fmla="*/ 9915 w 10000"/>
                      <a:gd name="connsiteY15" fmla="*/ 4290 h 10000"/>
                      <a:gd name="connsiteX16" fmla="*/ 9888 w 10000"/>
                      <a:gd name="connsiteY16" fmla="*/ 4290 h 10000"/>
                      <a:gd name="connsiteX17" fmla="*/ 9859 w 10000"/>
                      <a:gd name="connsiteY17" fmla="*/ 4290 h 10000"/>
                      <a:gd name="connsiteX18" fmla="*/ 9859 w 10000"/>
                      <a:gd name="connsiteY18" fmla="*/ 4290 h 10000"/>
                      <a:gd name="connsiteX19" fmla="*/ 9803 w 10000"/>
                      <a:gd name="connsiteY19" fmla="*/ 4290 h 10000"/>
                      <a:gd name="connsiteX20" fmla="*/ 9718 w 10000"/>
                      <a:gd name="connsiteY20" fmla="*/ 4161 h 10000"/>
                      <a:gd name="connsiteX21" fmla="*/ 9493 w 10000"/>
                      <a:gd name="connsiteY21" fmla="*/ 3968 h 10000"/>
                      <a:gd name="connsiteX22" fmla="*/ 8789 w 10000"/>
                      <a:gd name="connsiteY22" fmla="*/ 3323 h 10000"/>
                      <a:gd name="connsiteX23" fmla="*/ 6451 w 10000"/>
                      <a:gd name="connsiteY23" fmla="*/ 6484 h 10000"/>
                      <a:gd name="connsiteX24" fmla="*/ 0 w 10000"/>
                      <a:gd name="connsiteY24" fmla="*/ 10000 h 10000"/>
                      <a:gd name="connsiteX25" fmla="*/ 5718 w 10000"/>
                      <a:gd name="connsiteY25" fmla="*/ 5387 h 10000"/>
                      <a:gd name="connsiteX26" fmla="*/ 7380 w 10000"/>
                      <a:gd name="connsiteY26" fmla="*/ 2065 h 10000"/>
                      <a:gd name="connsiteX27" fmla="*/ 7380 w 10000"/>
                      <a:gd name="connsiteY27" fmla="*/ 2065 h 10000"/>
                      <a:gd name="connsiteX28" fmla="*/ 7380 w 10000"/>
                      <a:gd name="connsiteY28" fmla="*/ 2065 h 10000"/>
                      <a:gd name="connsiteX29" fmla="*/ 6422 w 10000"/>
                      <a:gd name="connsiteY29" fmla="*/ 1161 h 10000"/>
                      <a:gd name="connsiteX30" fmla="*/ 6338 w 10000"/>
                      <a:gd name="connsiteY30" fmla="*/ 1097 h 10000"/>
                      <a:gd name="connsiteX31" fmla="*/ 6310 w 10000"/>
                      <a:gd name="connsiteY31" fmla="*/ 1032 h 10000"/>
                      <a:gd name="connsiteX32" fmla="*/ 6310 w 10000"/>
                      <a:gd name="connsiteY32" fmla="*/ 1000 h 10000"/>
                      <a:gd name="connsiteX33" fmla="*/ 6338 w 10000"/>
                      <a:gd name="connsiteY33" fmla="*/ 968 h 10000"/>
                      <a:gd name="connsiteX34" fmla="*/ 6395 w 10000"/>
                      <a:gd name="connsiteY34" fmla="*/ 968 h 10000"/>
                      <a:gd name="connsiteX35" fmla="*/ 6422 w 10000"/>
                      <a:gd name="connsiteY35" fmla="*/ 903 h 10000"/>
                      <a:gd name="connsiteX36" fmla="*/ 6451 w 10000"/>
                      <a:gd name="connsiteY36" fmla="*/ 903 h 10000"/>
                      <a:gd name="connsiteX37" fmla="*/ 6536 w 10000"/>
                      <a:gd name="connsiteY37" fmla="*/ 903 h 10000"/>
                      <a:gd name="connsiteX38" fmla="*/ 6648 w 10000"/>
                      <a:gd name="connsiteY38" fmla="*/ 871 h 10000"/>
                      <a:gd name="connsiteX39" fmla="*/ 6704 w 10000"/>
                      <a:gd name="connsiteY39" fmla="*/ 871 h 10000"/>
                      <a:gd name="connsiteX40" fmla="*/ 7155 w 10000"/>
                      <a:gd name="connsiteY40" fmla="*/ 742 h 10000"/>
                      <a:gd name="connsiteX41" fmla="*/ 7634 w 10000"/>
                      <a:gd name="connsiteY41" fmla="*/ 613 h 10000"/>
                      <a:gd name="connsiteX42" fmla="*/ 8197 w 10000"/>
                      <a:gd name="connsiteY42" fmla="*/ 452 h 10000"/>
                      <a:gd name="connsiteX43" fmla="*/ 8733 w 10000"/>
                      <a:gd name="connsiteY43" fmla="*/ 323 h 10000"/>
                      <a:gd name="connsiteX44" fmla="*/ 9211 w 10000"/>
                      <a:gd name="connsiteY44" fmla="*/ 194 h 10000"/>
                      <a:gd name="connsiteX45" fmla="*/ 9606 w 10000"/>
                      <a:gd name="connsiteY45" fmla="*/ 65 h 10000"/>
                      <a:gd name="connsiteX46" fmla="*/ 9888 w 10000"/>
                      <a:gd name="connsiteY46" fmla="*/ 0 h 10000"/>
                      <a:gd name="connsiteX47" fmla="*/ 9972 w 10000"/>
                      <a:gd name="connsiteY47" fmla="*/ 0 h 10000"/>
                      <a:gd name="connsiteX0" fmla="*/ 9972 w 10000"/>
                      <a:gd name="connsiteY0" fmla="*/ 0 h 10000"/>
                      <a:gd name="connsiteX1" fmla="*/ 10000 w 10000"/>
                      <a:gd name="connsiteY1" fmla="*/ 0 h 10000"/>
                      <a:gd name="connsiteX2" fmla="*/ 10000 w 10000"/>
                      <a:gd name="connsiteY2" fmla="*/ 32 h 10000"/>
                      <a:gd name="connsiteX3" fmla="*/ 10000 w 10000"/>
                      <a:gd name="connsiteY3" fmla="*/ 129 h 10000"/>
                      <a:gd name="connsiteX4" fmla="*/ 10000 w 10000"/>
                      <a:gd name="connsiteY4" fmla="*/ 452 h 10000"/>
                      <a:gd name="connsiteX5" fmla="*/ 10000 w 10000"/>
                      <a:gd name="connsiteY5" fmla="*/ 968 h 10000"/>
                      <a:gd name="connsiteX6" fmla="*/ 10000 w 10000"/>
                      <a:gd name="connsiteY6" fmla="*/ 1548 h 10000"/>
                      <a:gd name="connsiteX7" fmla="*/ 9972 w 10000"/>
                      <a:gd name="connsiteY7" fmla="*/ 2194 h 10000"/>
                      <a:gd name="connsiteX8" fmla="*/ 9972 w 10000"/>
                      <a:gd name="connsiteY8" fmla="*/ 2871 h 10000"/>
                      <a:gd name="connsiteX9" fmla="*/ 9972 w 10000"/>
                      <a:gd name="connsiteY9" fmla="*/ 3484 h 10000"/>
                      <a:gd name="connsiteX10" fmla="*/ 9972 w 10000"/>
                      <a:gd name="connsiteY10" fmla="*/ 4000 h 10000"/>
                      <a:gd name="connsiteX11" fmla="*/ 9972 w 10000"/>
                      <a:gd name="connsiteY11" fmla="*/ 4032 h 10000"/>
                      <a:gd name="connsiteX12" fmla="*/ 9972 w 10000"/>
                      <a:gd name="connsiteY12" fmla="*/ 4161 h 10000"/>
                      <a:gd name="connsiteX13" fmla="*/ 9972 w 10000"/>
                      <a:gd name="connsiteY13" fmla="*/ 4258 h 10000"/>
                      <a:gd name="connsiteX14" fmla="*/ 9915 w 10000"/>
                      <a:gd name="connsiteY14" fmla="*/ 4290 h 10000"/>
                      <a:gd name="connsiteX15" fmla="*/ 9915 w 10000"/>
                      <a:gd name="connsiteY15" fmla="*/ 4290 h 10000"/>
                      <a:gd name="connsiteX16" fmla="*/ 9888 w 10000"/>
                      <a:gd name="connsiteY16" fmla="*/ 4290 h 10000"/>
                      <a:gd name="connsiteX17" fmla="*/ 9859 w 10000"/>
                      <a:gd name="connsiteY17" fmla="*/ 4290 h 10000"/>
                      <a:gd name="connsiteX18" fmla="*/ 9859 w 10000"/>
                      <a:gd name="connsiteY18" fmla="*/ 4290 h 10000"/>
                      <a:gd name="connsiteX19" fmla="*/ 9803 w 10000"/>
                      <a:gd name="connsiteY19" fmla="*/ 4290 h 10000"/>
                      <a:gd name="connsiteX20" fmla="*/ 9718 w 10000"/>
                      <a:gd name="connsiteY20" fmla="*/ 4161 h 10000"/>
                      <a:gd name="connsiteX21" fmla="*/ 8789 w 10000"/>
                      <a:gd name="connsiteY21" fmla="*/ 3323 h 10000"/>
                      <a:gd name="connsiteX22" fmla="*/ 6451 w 10000"/>
                      <a:gd name="connsiteY22" fmla="*/ 6484 h 10000"/>
                      <a:gd name="connsiteX23" fmla="*/ 0 w 10000"/>
                      <a:gd name="connsiteY23" fmla="*/ 10000 h 10000"/>
                      <a:gd name="connsiteX24" fmla="*/ 5718 w 10000"/>
                      <a:gd name="connsiteY24" fmla="*/ 5387 h 10000"/>
                      <a:gd name="connsiteX25" fmla="*/ 7380 w 10000"/>
                      <a:gd name="connsiteY25" fmla="*/ 2065 h 10000"/>
                      <a:gd name="connsiteX26" fmla="*/ 7380 w 10000"/>
                      <a:gd name="connsiteY26" fmla="*/ 2065 h 10000"/>
                      <a:gd name="connsiteX27" fmla="*/ 7380 w 10000"/>
                      <a:gd name="connsiteY27" fmla="*/ 2065 h 10000"/>
                      <a:gd name="connsiteX28" fmla="*/ 6422 w 10000"/>
                      <a:gd name="connsiteY28" fmla="*/ 1161 h 10000"/>
                      <a:gd name="connsiteX29" fmla="*/ 6338 w 10000"/>
                      <a:gd name="connsiteY29" fmla="*/ 1097 h 10000"/>
                      <a:gd name="connsiteX30" fmla="*/ 6310 w 10000"/>
                      <a:gd name="connsiteY30" fmla="*/ 1032 h 10000"/>
                      <a:gd name="connsiteX31" fmla="*/ 6310 w 10000"/>
                      <a:gd name="connsiteY31" fmla="*/ 1000 h 10000"/>
                      <a:gd name="connsiteX32" fmla="*/ 6338 w 10000"/>
                      <a:gd name="connsiteY32" fmla="*/ 968 h 10000"/>
                      <a:gd name="connsiteX33" fmla="*/ 6395 w 10000"/>
                      <a:gd name="connsiteY33" fmla="*/ 968 h 10000"/>
                      <a:gd name="connsiteX34" fmla="*/ 6422 w 10000"/>
                      <a:gd name="connsiteY34" fmla="*/ 903 h 10000"/>
                      <a:gd name="connsiteX35" fmla="*/ 6451 w 10000"/>
                      <a:gd name="connsiteY35" fmla="*/ 903 h 10000"/>
                      <a:gd name="connsiteX36" fmla="*/ 6536 w 10000"/>
                      <a:gd name="connsiteY36" fmla="*/ 903 h 10000"/>
                      <a:gd name="connsiteX37" fmla="*/ 6648 w 10000"/>
                      <a:gd name="connsiteY37" fmla="*/ 871 h 10000"/>
                      <a:gd name="connsiteX38" fmla="*/ 6704 w 10000"/>
                      <a:gd name="connsiteY38" fmla="*/ 871 h 10000"/>
                      <a:gd name="connsiteX39" fmla="*/ 7155 w 10000"/>
                      <a:gd name="connsiteY39" fmla="*/ 742 h 10000"/>
                      <a:gd name="connsiteX40" fmla="*/ 7634 w 10000"/>
                      <a:gd name="connsiteY40" fmla="*/ 613 h 10000"/>
                      <a:gd name="connsiteX41" fmla="*/ 8197 w 10000"/>
                      <a:gd name="connsiteY41" fmla="*/ 452 h 10000"/>
                      <a:gd name="connsiteX42" fmla="*/ 8733 w 10000"/>
                      <a:gd name="connsiteY42" fmla="*/ 323 h 10000"/>
                      <a:gd name="connsiteX43" fmla="*/ 9211 w 10000"/>
                      <a:gd name="connsiteY43" fmla="*/ 194 h 10000"/>
                      <a:gd name="connsiteX44" fmla="*/ 9606 w 10000"/>
                      <a:gd name="connsiteY44" fmla="*/ 65 h 10000"/>
                      <a:gd name="connsiteX45" fmla="*/ 9888 w 10000"/>
                      <a:gd name="connsiteY45" fmla="*/ 0 h 10000"/>
                      <a:gd name="connsiteX46" fmla="*/ 9972 w 10000"/>
                      <a:gd name="connsiteY46" fmla="*/ 0 h 10000"/>
                      <a:gd name="connsiteX0" fmla="*/ 9972 w 10000"/>
                      <a:gd name="connsiteY0" fmla="*/ 0 h 10000"/>
                      <a:gd name="connsiteX1" fmla="*/ 10000 w 10000"/>
                      <a:gd name="connsiteY1" fmla="*/ 0 h 10000"/>
                      <a:gd name="connsiteX2" fmla="*/ 10000 w 10000"/>
                      <a:gd name="connsiteY2" fmla="*/ 32 h 10000"/>
                      <a:gd name="connsiteX3" fmla="*/ 10000 w 10000"/>
                      <a:gd name="connsiteY3" fmla="*/ 129 h 10000"/>
                      <a:gd name="connsiteX4" fmla="*/ 10000 w 10000"/>
                      <a:gd name="connsiteY4" fmla="*/ 452 h 10000"/>
                      <a:gd name="connsiteX5" fmla="*/ 10000 w 10000"/>
                      <a:gd name="connsiteY5" fmla="*/ 968 h 10000"/>
                      <a:gd name="connsiteX6" fmla="*/ 10000 w 10000"/>
                      <a:gd name="connsiteY6" fmla="*/ 1548 h 10000"/>
                      <a:gd name="connsiteX7" fmla="*/ 9972 w 10000"/>
                      <a:gd name="connsiteY7" fmla="*/ 2194 h 10000"/>
                      <a:gd name="connsiteX8" fmla="*/ 9972 w 10000"/>
                      <a:gd name="connsiteY8" fmla="*/ 2871 h 10000"/>
                      <a:gd name="connsiteX9" fmla="*/ 9972 w 10000"/>
                      <a:gd name="connsiteY9" fmla="*/ 3484 h 10000"/>
                      <a:gd name="connsiteX10" fmla="*/ 9972 w 10000"/>
                      <a:gd name="connsiteY10" fmla="*/ 4000 h 10000"/>
                      <a:gd name="connsiteX11" fmla="*/ 9972 w 10000"/>
                      <a:gd name="connsiteY11" fmla="*/ 4032 h 10000"/>
                      <a:gd name="connsiteX12" fmla="*/ 9972 w 10000"/>
                      <a:gd name="connsiteY12" fmla="*/ 4161 h 10000"/>
                      <a:gd name="connsiteX13" fmla="*/ 9972 w 10000"/>
                      <a:gd name="connsiteY13" fmla="*/ 4258 h 10000"/>
                      <a:gd name="connsiteX14" fmla="*/ 9915 w 10000"/>
                      <a:gd name="connsiteY14" fmla="*/ 4290 h 10000"/>
                      <a:gd name="connsiteX15" fmla="*/ 9915 w 10000"/>
                      <a:gd name="connsiteY15" fmla="*/ 4290 h 10000"/>
                      <a:gd name="connsiteX16" fmla="*/ 9888 w 10000"/>
                      <a:gd name="connsiteY16" fmla="*/ 4290 h 10000"/>
                      <a:gd name="connsiteX17" fmla="*/ 9859 w 10000"/>
                      <a:gd name="connsiteY17" fmla="*/ 4290 h 10000"/>
                      <a:gd name="connsiteX18" fmla="*/ 9859 w 10000"/>
                      <a:gd name="connsiteY18" fmla="*/ 4290 h 10000"/>
                      <a:gd name="connsiteX19" fmla="*/ 9803 w 10000"/>
                      <a:gd name="connsiteY19" fmla="*/ 4290 h 10000"/>
                      <a:gd name="connsiteX20" fmla="*/ 8789 w 10000"/>
                      <a:gd name="connsiteY20" fmla="*/ 3323 h 10000"/>
                      <a:gd name="connsiteX21" fmla="*/ 6451 w 10000"/>
                      <a:gd name="connsiteY21" fmla="*/ 6484 h 10000"/>
                      <a:gd name="connsiteX22" fmla="*/ 0 w 10000"/>
                      <a:gd name="connsiteY22" fmla="*/ 10000 h 10000"/>
                      <a:gd name="connsiteX23" fmla="*/ 5718 w 10000"/>
                      <a:gd name="connsiteY23" fmla="*/ 5387 h 10000"/>
                      <a:gd name="connsiteX24" fmla="*/ 7380 w 10000"/>
                      <a:gd name="connsiteY24" fmla="*/ 2065 h 10000"/>
                      <a:gd name="connsiteX25" fmla="*/ 7380 w 10000"/>
                      <a:gd name="connsiteY25" fmla="*/ 2065 h 10000"/>
                      <a:gd name="connsiteX26" fmla="*/ 7380 w 10000"/>
                      <a:gd name="connsiteY26" fmla="*/ 2065 h 10000"/>
                      <a:gd name="connsiteX27" fmla="*/ 6422 w 10000"/>
                      <a:gd name="connsiteY27" fmla="*/ 1161 h 10000"/>
                      <a:gd name="connsiteX28" fmla="*/ 6338 w 10000"/>
                      <a:gd name="connsiteY28" fmla="*/ 1097 h 10000"/>
                      <a:gd name="connsiteX29" fmla="*/ 6310 w 10000"/>
                      <a:gd name="connsiteY29" fmla="*/ 1032 h 10000"/>
                      <a:gd name="connsiteX30" fmla="*/ 6310 w 10000"/>
                      <a:gd name="connsiteY30" fmla="*/ 1000 h 10000"/>
                      <a:gd name="connsiteX31" fmla="*/ 6338 w 10000"/>
                      <a:gd name="connsiteY31" fmla="*/ 968 h 10000"/>
                      <a:gd name="connsiteX32" fmla="*/ 6395 w 10000"/>
                      <a:gd name="connsiteY32" fmla="*/ 968 h 10000"/>
                      <a:gd name="connsiteX33" fmla="*/ 6422 w 10000"/>
                      <a:gd name="connsiteY33" fmla="*/ 903 h 10000"/>
                      <a:gd name="connsiteX34" fmla="*/ 6451 w 10000"/>
                      <a:gd name="connsiteY34" fmla="*/ 903 h 10000"/>
                      <a:gd name="connsiteX35" fmla="*/ 6536 w 10000"/>
                      <a:gd name="connsiteY35" fmla="*/ 903 h 10000"/>
                      <a:gd name="connsiteX36" fmla="*/ 6648 w 10000"/>
                      <a:gd name="connsiteY36" fmla="*/ 871 h 10000"/>
                      <a:gd name="connsiteX37" fmla="*/ 6704 w 10000"/>
                      <a:gd name="connsiteY37" fmla="*/ 871 h 10000"/>
                      <a:gd name="connsiteX38" fmla="*/ 7155 w 10000"/>
                      <a:gd name="connsiteY38" fmla="*/ 742 h 10000"/>
                      <a:gd name="connsiteX39" fmla="*/ 7634 w 10000"/>
                      <a:gd name="connsiteY39" fmla="*/ 613 h 10000"/>
                      <a:gd name="connsiteX40" fmla="*/ 8197 w 10000"/>
                      <a:gd name="connsiteY40" fmla="*/ 452 h 10000"/>
                      <a:gd name="connsiteX41" fmla="*/ 8733 w 10000"/>
                      <a:gd name="connsiteY41" fmla="*/ 323 h 10000"/>
                      <a:gd name="connsiteX42" fmla="*/ 9211 w 10000"/>
                      <a:gd name="connsiteY42" fmla="*/ 194 h 10000"/>
                      <a:gd name="connsiteX43" fmla="*/ 9606 w 10000"/>
                      <a:gd name="connsiteY43" fmla="*/ 65 h 10000"/>
                      <a:gd name="connsiteX44" fmla="*/ 9888 w 10000"/>
                      <a:gd name="connsiteY44" fmla="*/ 0 h 10000"/>
                      <a:gd name="connsiteX45" fmla="*/ 9972 w 10000"/>
                      <a:gd name="connsiteY45" fmla="*/ 0 h 10000"/>
                      <a:gd name="connsiteX0" fmla="*/ 9972 w 10000"/>
                      <a:gd name="connsiteY0" fmla="*/ 0 h 10000"/>
                      <a:gd name="connsiteX1" fmla="*/ 10000 w 10000"/>
                      <a:gd name="connsiteY1" fmla="*/ 0 h 10000"/>
                      <a:gd name="connsiteX2" fmla="*/ 10000 w 10000"/>
                      <a:gd name="connsiteY2" fmla="*/ 32 h 10000"/>
                      <a:gd name="connsiteX3" fmla="*/ 10000 w 10000"/>
                      <a:gd name="connsiteY3" fmla="*/ 129 h 10000"/>
                      <a:gd name="connsiteX4" fmla="*/ 10000 w 10000"/>
                      <a:gd name="connsiteY4" fmla="*/ 452 h 10000"/>
                      <a:gd name="connsiteX5" fmla="*/ 10000 w 10000"/>
                      <a:gd name="connsiteY5" fmla="*/ 968 h 10000"/>
                      <a:gd name="connsiteX6" fmla="*/ 10000 w 10000"/>
                      <a:gd name="connsiteY6" fmla="*/ 1548 h 10000"/>
                      <a:gd name="connsiteX7" fmla="*/ 9972 w 10000"/>
                      <a:gd name="connsiteY7" fmla="*/ 2194 h 10000"/>
                      <a:gd name="connsiteX8" fmla="*/ 9972 w 10000"/>
                      <a:gd name="connsiteY8" fmla="*/ 2871 h 10000"/>
                      <a:gd name="connsiteX9" fmla="*/ 9972 w 10000"/>
                      <a:gd name="connsiteY9" fmla="*/ 3484 h 10000"/>
                      <a:gd name="connsiteX10" fmla="*/ 9972 w 10000"/>
                      <a:gd name="connsiteY10" fmla="*/ 4000 h 10000"/>
                      <a:gd name="connsiteX11" fmla="*/ 9972 w 10000"/>
                      <a:gd name="connsiteY11" fmla="*/ 4032 h 10000"/>
                      <a:gd name="connsiteX12" fmla="*/ 9972 w 10000"/>
                      <a:gd name="connsiteY12" fmla="*/ 4161 h 10000"/>
                      <a:gd name="connsiteX13" fmla="*/ 9972 w 10000"/>
                      <a:gd name="connsiteY13" fmla="*/ 4258 h 10000"/>
                      <a:gd name="connsiteX14" fmla="*/ 9915 w 10000"/>
                      <a:gd name="connsiteY14" fmla="*/ 4290 h 10000"/>
                      <a:gd name="connsiteX15" fmla="*/ 9915 w 10000"/>
                      <a:gd name="connsiteY15" fmla="*/ 4290 h 10000"/>
                      <a:gd name="connsiteX16" fmla="*/ 9888 w 10000"/>
                      <a:gd name="connsiteY16" fmla="*/ 4290 h 10000"/>
                      <a:gd name="connsiteX17" fmla="*/ 9859 w 10000"/>
                      <a:gd name="connsiteY17" fmla="*/ 4290 h 10000"/>
                      <a:gd name="connsiteX18" fmla="*/ 9859 w 10000"/>
                      <a:gd name="connsiteY18" fmla="*/ 4290 h 10000"/>
                      <a:gd name="connsiteX19" fmla="*/ 8789 w 10000"/>
                      <a:gd name="connsiteY19" fmla="*/ 3323 h 10000"/>
                      <a:gd name="connsiteX20" fmla="*/ 6451 w 10000"/>
                      <a:gd name="connsiteY20" fmla="*/ 6484 h 10000"/>
                      <a:gd name="connsiteX21" fmla="*/ 0 w 10000"/>
                      <a:gd name="connsiteY21" fmla="*/ 10000 h 10000"/>
                      <a:gd name="connsiteX22" fmla="*/ 5718 w 10000"/>
                      <a:gd name="connsiteY22" fmla="*/ 5387 h 10000"/>
                      <a:gd name="connsiteX23" fmla="*/ 7380 w 10000"/>
                      <a:gd name="connsiteY23" fmla="*/ 2065 h 10000"/>
                      <a:gd name="connsiteX24" fmla="*/ 7380 w 10000"/>
                      <a:gd name="connsiteY24" fmla="*/ 2065 h 10000"/>
                      <a:gd name="connsiteX25" fmla="*/ 7380 w 10000"/>
                      <a:gd name="connsiteY25" fmla="*/ 2065 h 10000"/>
                      <a:gd name="connsiteX26" fmla="*/ 6422 w 10000"/>
                      <a:gd name="connsiteY26" fmla="*/ 1161 h 10000"/>
                      <a:gd name="connsiteX27" fmla="*/ 6338 w 10000"/>
                      <a:gd name="connsiteY27" fmla="*/ 1097 h 10000"/>
                      <a:gd name="connsiteX28" fmla="*/ 6310 w 10000"/>
                      <a:gd name="connsiteY28" fmla="*/ 1032 h 10000"/>
                      <a:gd name="connsiteX29" fmla="*/ 6310 w 10000"/>
                      <a:gd name="connsiteY29" fmla="*/ 1000 h 10000"/>
                      <a:gd name="connsiteX30" fmla="*/ 6338 w 10000"/>
                      <a:gd name="connsiteY30" fmla="*/ 968 h 10000"/>
                      <a:gd name="connsiteX31" fmla="*/ 6395 w 10000"/>
                      <a:gd name="connsiteY31" fmla="*/ 968 h 10000"/>
                      <a:gd name="connsiteX32" fmla="*/ 6422 w 10000"/>
                      <a:gd name="connsiteY32" fmla="*/ 903 h 10000"/>
                      <a:gd name="connsiteX33" fmla="*/ 6451 w 10000"/>
                      <a:gd name="connsiteY33" fmla="*/ 903 h 10000"/>
                      <a:gd name="connsiteX34" fmla="*/ 6536 w 10000"/>
                      <a:gd name="connsiteY34" fmla="*/ 903 h 10000"/>
                      <a:gd name="connsiteX35" fmla="*/ 6648 w 10000"/>
                      <a:gd name="connsiteY35" fmla="*/ 871 h 10000"/>
                      <a:gd name="connsiteX36" fmla="*/ 6704 w 10000"/>
                      <a:gd name="connsiteY36" fmla="*/ 871 h 10000"/>
                      <a:gd name="connsiteX37" fmla="*/ 7155 w 10000"/>
                      <a:gd name="connsiteY37" fmla="*/ 742 h 10000"/>
                      <a:gd name="connsiteX38" fmla="*/ 7634 w 10000"/>
                      <a:gd name="connsiteY38" fmla="*/ 613 h 10000"/>
                      <a:gd name="connsiteX39" fmla="*/ 8197 w 10000"/>
                      <a:gd name="connsiteY39" fmla="*/ 452 h 10000"/>
                      <a:gd name="connsiteX40" fmla="*/ 8733 w 10000"/>
                      <a:gd name="connsiteY40" fmla="*/ 323 h 10000"/>
                      <a:gd name="connsiteX41" fmla="*/ 9211 w 10000"/>
                      <a:gd name="connsiteY41" fmla="*/ 194 h 10000"/>
                      <a:gd name="connsiteX42" fmla="*/ 9606 w 10000"/>
                      <a:gd name="connsiteY42" fmla="*/ 65 h 10000"/>
                      <a:gd name="connsiteX43" fmla="*/ 9888 w 10000"/>
                      <a:gd name="connsiteY43" fmla="*/ 0 h 10000"/>
                      <a:gd name="connsiteX44" fmla="*/ 9972 w 10000"/>
                      <a:gd name="connsiteY44" fmla="*/ 0 h 10000"/>
                      <a:gd name="connsiteX0" fmla="*/ 9888 w 10000"/>
                      <a:gd name="connsiteY0" fmla="*/ 0 h 10000"/>
                      <a:gd name="connsiteX1" fmla="*/ 10000 w 10000"/>
                      <a:gd name="connsiteY1" fmla="*/ 0 h 10000"/>
                      <a:gd name="connsiteX2" fmla="*/ 10000 w 10000"/>
                      <a:gd name="connsiteY2" fmla="*/ 32 h 10000"/>
                      <a:gd name="connsiteX3" fmla="*/ 10000 w 10000"/>
                      <a:gd name="connsiteY3" fmla="*/ 129 h 10000"/>
                      <a:gd name="connsiteX4" fmla="*/ 10000 w 10000"/>
                      <a:gd name="connsiteY4" fmla="*/ 452 h 10000"/>
                      <a:gd name="connsiteX5" fmla="*/ 10000 w 10000"/>
                      <a:gd name="connsiteY5" fmla="*/ 968 h 10000"/>
                      <a:gd name="connsiteX6" fmla="*/ 10000 w 10000"/>
                      <a:gd name="connsiteY6" fmla="*/ 1548 h 10000"/>
                      <a:gd name="connsiteX7" fmla="*/ 9972 w 10000"/>
                      <a:gd name="connsiteY7" fmla="*/ 2194 h 10000"/>
                      <a:gd name="connsiteX8" fmla="*/ 9972 w 10000"/>
                      <a:gd name="connsiteY8" fmla="*/ 2871 h 10000"/>
                      <a:gd name="connsiteX9" fmla="*/ 9972 w 10000"/>
                      <a:gd name="connsiteY9" fmla="*/ 3484 h 10000"/>
                      <a:gd name="connsiteX10" fmla="*/ 9972 w 10000"/>
                      <a:gd name="connsiteY10" fmla="*/ 4000 h 10000"/>
                      <a:gd name="connsiteX11" fmla="*/ 9972 w 10000"/>
                      <a:gd name="connsiteY11" fmla="*/ 4032 h 10000"/>
                      <a:gd name="connsiteX12" fmla="*/ 9972 w 10000"/>
                      <a:gd name="connsiteY12" fmla="*/ 4161 h 10000"/>
                      <a:gd name="connsiteX13" fmla="*/ 9972 w 10000"/>
                      <a:gd name="connsiteY13" fmla="*/ 4258 h 10000"/>
                      <a:gd name="connsiteX14" fmla="*/ 9915 w 10000"/>
                      <a:gd name="connsiteY14" fmla="*/ 4290 h 10000"/>
                      <a:gd name="connsiteX15" fmla="*/ 9915 w 10000"/>
                      <a:gd name="connsiteY15" fmla="*/ 4290 h 10000"/>
                      <a:gd name="connsiteX16" fmla="*/ 9888 w 10000"/>
                      <a:gd name="connsiteY16" fmla="*/ 4290 h 10000"/>
                      <a:gd name="connsiteX17" fmla="*/ 9859 w 10000"/>
                      <a:gd name="connsiteY17" fmla="*/ 4290 h 10000"/>
                      <a:gd name="connsiteX18" fmla="*/ 9859 w 10000"/>
                      <a:gd name="connsiteY18" fmla="*/ 4290 h 10000"/>
                      <a:gd name="connsiteX19" fmla="*/ 8789 w 10000"/>
                      <a:gd name="connsiteY19" fmla="*/ 3323 h 10000"/>
                      <a:gd name="connsiteX20" fmla="*/ 6451 w 10000"/>
                      <a:gd name="connsiteY20" fmla="*/ 6484 h 10000"/>
                      <a:gd name="connsiteX21" fmla="*/ 0 w 10000"/>
                      <a:gd name="connsiteY21" fmla="*/ 10000 h 10000"/>
                      <a:gd name="connsiteX22" fmla="*/ 5718 w 10000"/>
                      <a:gd name="connsiteY22" fmla="*/ 5387 h 10000"/>
                      <a:gd name="connsiteX23" fmla="*/ 7380 w 10000"/>
                      <a:gd name="connsiteY23" fmla="*/ 2065 h 10000"/>
                      <a:gd name="connsiteX24" fmla="*/ 7380 w 10000"/>
                      <a:gd name="connsiteY24" fmla="*/ 2065 h 10000"/>
                      <a:gd name="connsiteX25" fmla="*/ 7380 w 10000"/>
                      <a:gd name="connsiteY25" fmla="*/ 2065 h 10000"/>
                      <a:gd name="connsiteX26" fmla="*/ 6422 w 10000"/>
                      <a:gd name="connsiteY26" fmla="*/ 1161 h 10000"/>
                      <a:gd name="connsiteX27" fmla="*/ 6338 w 10000"/>
                      <a:gd name="connsiteY27" fmla="*/ 1097 h 10000"/>
                      <a:gd name="connsiteX28" fmla="*/ 6310 w 10000"/>
                      <a:gd name="connsiteY28" fmla="*/ 1032 h 10000"/>
                      <a:gd name="connsiteX29" fmla="*/ 6310 w 10000"/>
                      <a:gd name="connsiteY29" fmla="*/ 1000 h 10000"/>
                      <a:gd name="connsiteX30" fmla="*/ 6338 w 10000"/>
                      <a:gd name="connsiteY30" fmla="*/ 968 h 10000"/>
                      <a:gd name="connsiteX31" fmla="*/ 6395 w 10000"/>
                      <a:gd name="connsiteY31" fmla="*/ 968 h 10000"/>
                      <a:gd name="connsiteX32" fmla="*/ 6422 w 10000"/>
                      <a:gd name="connsiteY32" fmla="*/ 903 h 10000"/>
                      <a:gd name="connsiteX33" fmla="*/ 6451 w 10000"/>
                      <a:gd name="connsiteY33" fmla="*/ 903 h 10000"/>
                      <a:gd name="connsiteX34" fmla="*/ 6536 w 10000"/>
                      <a:gd name="connsiteY34" fmla="*/ 903 h 10000"/>
                      <a:gd name="connsiteX35" fmla="*/ 6648 w 10000"/>
                      <a:gd name="connsiteY35" fmla="*/ 871 h 10000"/>
                      <a:gd name="connsiteX36" fmla="*/ 6704 w 10000"/>
                      <a:gd name="connsiteY36" fmla="*/ 871 h 10000"/>
                      <a:gd name="connsiteX37" fmla="*/ 7155 w 10000"/>
                      <a:gd name="connsiteY37" fmla="*/ 742 h 10000"/>
                      <a:gd name="connsiteX38" fmla="*/ 7634 w 10000"/>
                      <a:gd name="connsiteY38" fmla="*/ 613 h 10000"/>
                      <a:gd name="connsiteX39" fmla="*/ 8197 w 10000"/>
                      <a:gd name="connsiteY39" fmla="*/ 452 h 10000"/>
                      <a:gd name="connsiteX40" fmla="*/ 8733 w 10000"/>
                      <a:gd name="connsiteY40" fmla="*/ 323 h 10000"/>
                      <a:gd name="connsiteX41" fmla="*/ 9211 w 10000"/>
                      <a:gd name="connsiteY41" fmla="*/ 194 h 10000"/>
                      <a:gd name="connsiteX42" fmla="*/ 9606 w 10000"/>
                      <a:gd name="connsiteY42" fmla="*/ 65 h 10000"/>
                      <a:gd name="connsiteX43" fmla="*/ 9888 w 10000"/>
                      <a:gd name="connsiteY43" fmla="*/ 0 h 10000"/>
                      <a:gd name="connsiteX0" fmla="*/ 9888 w 10000"/>
                      <a:gd name="connsiteY0" fmla="*/ 0 h 10000"/>
                      <a:gd name="connsiteX1" fmla="*/ 10000 w 10000"/>
                      <a:gd name="connsiteY1" fmla="*/ 0 h 10000"/>
                      <a:gd name="connsiteX2" fmla="*/ 10000 w 10000"/>
                      <a:gd name="connsiteY2" fmla="*/ 32 h 10000"/>
                      <a:gd name="connsiteX3" fmla="*/ 10000 w 10000"/>
                      <a:gd name="connsiteY3" fmla="*/ 452 h 10000"/>
                      <a:gd name="connsiteX4" fmla="*/ 10000 w 10000"/>
                      <a:gd name="connsiteY4" fmla="*/ 968 h 10000"/>
                      <a:gd name="connsiteX5" fmla="*/ 10000 w 10000"/>
                      <a:gd name="connsiteY5" fmla="*/ 1548 h 10000"/>
                      <a:gd name="connsiteX6" fmla="*/ 9972 w 10000"/>
                      <a:gd name="connsiteY6" fmla="*/ 2194 h 10000"/>
                      <a:gd name="connsiteX7" fmla="*/ 9972 w 10000"/>
                      <a:gd name="connsiteY7" fmla="*/ 2871 h 10000"/>
                      <a:gd name="connsiteX8" fmla="*/ 9972 w 10000"/>
                      <a:gd name="connsiteY8" fmla="*/ 3484 h 10000"/>
                      <a:gd name="connsiteX9" fmla="*/ 9972 w 10000"/>
                      <a:gd name="connsiteY9" fmla="*/ 4000 h 10000"/>
                      <a:gd name="connsiteX10" fmla="*/ 9972 w 10000"/>
                      <a:gd name="connsiteY10" fmla="*/ 4032 h 10000"/>
                      <a:gd name="connsiteX11" fmla="*/ 9972 w 10000"/>
                      <a:gd name="connsiteY11" fmla="*/ 4161 h 10000"/>
                      <a:gd name="connsiteX12" fmla="*/ 9972 w 10000"/>
                      <a:gd name="connsiteY12" fmla="*/ 4258 h 10000"/>
                      <a:gd name="connsiteX13" fmla="*/ 9915 w 10000"/>
                      <a:gd name="connsiteY13" fmla="*/ 4290 h 10000"/>
                      <a:gd name="connsiteX14" fmla="*/ 9915 w 10000"/>
                      <a:gd name="connsiteY14" fmla="*/ 4290 h 10000"/>
                      <a:gd name="connsiteX15" fmla="*/ 9888 w 10000"/>
                      <a:gd name="connsiteY15" fmla="*/ 4290 h 10000"/>
                      <a:gd name="connsiteX16" fmla="*/ 9859 w 10000"/>
                      <a:gd name="connsiteY16" fmla="*/ 4290 h 10000"/>
                      <a:gd name="connsiteX17" fmla="*/ 9859 w 10000"/>
                      <a:gd name="connsiteY17" fmla="*/ 4290 h 10000"/>
                      <a:gd name="connsiteX18" fmla="*/ 8789 w 10000"/>
                      <a:gd name="connsiteY18" fmla="*/ 3323 h 10000"/>
                      <a:gd name="connsiteX19" fmla="*/ 6451 w 10000"/>
                      <a:gd name="connsiteY19" fmla="*/ 6484 h 10000"/>
                      <a:gd name="connsiteX20" fmla="*/ 0 w 10000"/>
                      <a:gd name="connsiteY20" fmla="*/ 10000 h 10000"/>
                      <a:gd name="connsiteX21" fmla="*/ 5718 w 10000"/>
                      <a:gd name="connsiteY21" fmla="*/ 5387 h 10000"/>
                      <a:gd name="connsiteX22" fmla="*/ 7380 w 10000"/>
                      <a:gd name="connsiteY22" fmla="*/ 2065 h 10000"/>
                      <a:gd name="connsiteX23" fmla="*/ 7380 w 10000"/>
                      <a:gd name="connsiteY23" fmla="*/ 2065 h 10000"/>
                      <a:gd name="connsiteX24" fmla="*/ 7380 w 10000"/>
                      <a:gd name="connsiteY24" fmla="*/ 2065 h 10000"/>
                      <a:gd name="connsiteX25" fmla="*/ 6422 w 10000"/>
                      <a:gd name="connsiteY25" fmla="*/ 1161 h 10000"/>
                      <a:gd name="connsiteX26" fmla="*/ 6338 w 10000"/>
                      <a:gd name="connsiteY26" fmla="*/ 1097 h 10000"/>
                      <a:gd name="connsiteX27" fmla="*/ 6310 w 10000"/>
                      <a:gd name="connsiteY27" fmla="*/ 1032 h 10000"/>
                      <a:gd name="connsiteX28" fmla="*/ 6310 w 10000"/>
                      <a:gd name="connsiteY28" fmla="*/ 1000 h 10000"/>
                      <a:gd name="connsiteX29" fmla="*/ 6338 w 10000"/>
                      <a:gd name="connsiteY29" fmla="*/ 968 h 10000"/>
                      <a:gd name="connsiteX30" fmla="*/ 6395 w 10000"/>
                      <a:gd name="connsiteY30" fmla="*/ 968 h 10000"/>
                      <a:gd name="connsiteX31" fmla="*/ 6422 w 10000"/>
                      <a:gd name="connsiteY31" fmla="*/ 903 h 10000"/>
                      <a:gd name="connsiteX32" fmla="*/ 6451 w 10000"/>
                      <a:gd name="connsiteY32" fmla="*/ 903 h 10000"/>
                      <a:gd name="connsiteX33" fmla="*/ 6536 w 10000"/>
                      <a:gd name="connsiteY33" fmla="*/ 903 h 10000"/>
                      <a:gd name="connsiteX34" fmla="*/ 6648 w 10000"/>
                      <a:gd name="connsiteY34" fmla="*/ 871 h 10000"/>
                      <a:gd name="connsiteX35" fmla="*/ 6704 w 10000"/>
                      <a:gd name="connsiteY35" fmla="*/ 871 h 10000"/>
                      <a:gd name="connsiteX36" fmla="*/ 7155 w 10000"/>
                      <a:gd name="connsiteY36" fmla="*/ 742 h 10000"/>
                      <a:gd name="connsiteX37" fmla="*/ 7634 w 10000"/>
                      <a:gd name="connsiteY37" fmla="*/ 613 h 10000"/>
                      <a:gd name="connsiteX38" fmla="*/ 8197 w 10000"/>
                      <a:gd name="connsiteY38" fmla="*/ 452 h 10000"/>
                      <a:gd name="connsiteX39" fmla="*/ 8733 w 10000"/>
                      <a:gd name="connsiteY39" fmla="*/ 323 h 10000"/>
                      <a:gd name="connsiteX40" fmla="*/ 9211 w 10000"/>
                      <a:gd name="connsiteY40" fmla="*/ 194 h 10000"/>
                      <a:gd name="connsiteX41" fmla="*/ 9606 w 10000"/>
                      <a:gd name="connsiteY41" fmla="*/ 65 h 10000"/>
                      <a:gd name="connsiteX42" fmla="*/ 9888 w 10000"/>
                      <a:gd name="connsiteY42" fmla="*/ 0 h 10000"/>
                      <a:gd name="connsiteX0" fmla="*/ 9888 w 10000"/>
                      <a:gd name="connsiteY0" fmla="*/ 0 h 10000"/>
                      <a:gd name="connsiteX1" fmla="*/ 10000 w 10000"/>
                      <a:gd name="connsiteY1" fmla="*/ 0 h 10000"/>
                      <a:gd name="connsiteX2" fmla="*/ 10000 w 10000"/>
                      <a:gd name="connsiteY2" fmla="*/ 452 h 10000"/>
                      <a:gd name="connsiteX3" fmla="*/ 10000 w 10000"/>
                      <a:gd name="connsiteY3" fmla="*/ 968 h 10000"/>
                      <a:gd name="connsiteX4" fmla="*/ 10000 w 10000"/>
                      <a:gd name="connsiteY4" fmla="*/ 1548 h 10000"/>
                      <a:gd name="connsiteX5" fmla="*/ 9972 w 10000"/>
                      <a:gd name="connsiteY5" fmla="*/ 2194 h 10000"/>
                      <a:gd name="connsiteX6" fmla="*/ 9972 w 10000"/>
                      <a:gd name="connsiteY6" fmla="*/ 2871 h 10000"/>
                      <a:gd name="connsiteX7" fmla="*/ 9972 w 10000"/>
                      <a:gd name="connsiteY7" fmla="*/ 3484 h 10000"/>
                      <a:gd name="connsiteX8" fmla="*/ 9972 w 10000"/>
                      <a:gd name="connsiteY8" fmla="*/ 4000 h 10000"/>
                      <a:gd name="connsiteX9" fmla="*/ 9972 w 10000"/>
                      <a:gd name="connsiteY9" fmla="*/ 4032 h 10000"/>
                      <a:gd name="connsiteX10" fmla="*/ 9972 w 10000"/>
                      <a:gd name="connsiteY10" fmla="*/ 4161 h 10000"/>
                      <a:gd name="connsiteX11" fmla="*/ 9972 w 10000"/>
                      <a:gd name="connsiteY11" fmla="*/ 4258 h 10000"/>
                      <a:gd name="connsiteX12" fmla="*/ 9915 w 10000"/>
                      <a:gd name="connsiteY12" fmla="*/ 4290 h 10000"/>
                      <a:gd name="connsiteX13" fmla="*/ 9915 w 10000"/>
                      <a:gd name="connsiteY13" fmla="*/ 4290 h 10000"/>
                      <a:gd name="connsiteX14" fmla="*/ 9888 w 10000"/>
                      <a:gd name="connsiteY14" fmla="*/ 4290 h 10000"/>
                      <a:gd name="connsiteX15" fmla="*/ 9859 w 10000"/>
                      <a:gd name="connsiteY15" fmla="*/ 4290 h 10000"/>
                      <a:gd name="connsiteX16" fmla="*/ 9859 w 10000"/>
                      <a:gd name="connsiteY16" fmla="*/ 4290 h 10000"/>
                      <a:gd name="connsiteX17" fmla="*/ 8789 w 10000"/>
                      <a:gd name="connsiteY17" fmla="*/ 3323 h 10000"/>
                      <a:gd name="connsiteX18" fmla="*/ 6451 w 10000"/>
                      <a:gd name="connsiteY18" fmla="*/ 6484 h 10000"/>
                      <a:gd name="connsiteX19" fmla="*/ 0 w 10000"/>
                      <a:gd name="connsiteY19" fmla="*/ 10000 h 10000"/>
                      <a:gd name="connsiteX20" fmla="*/ 5718 w 10000"/>
                      <a:gd name="connsiteY20" fmla="*/ 5387 h 10000"/>
                      <a:gd name="connsiteX21" fmla="*/ 7380 w 10000"/>
                      <a:gd name="connsiteY21" fmla="*/ 2065 h 10000"/>
                      <a:gd name="connsiteX22" fmla="*/ 7380 w 10000"/>
                      <a:gd name="connsiteY22" fmla="*/ 2065 h 10000"/>
                      <a:gd name="connsiteX23" fmla="*/ 7380 w 10000"/>
                      <a:gd name="connsiteY23" fmla="*/ 2065 h 10000"/>
                      <a:gd name="connsiteX24" fmla="*/ 6422 w 10000"/>
                      <a:gd name="connsiteY24" fmla="*/ 1161 h 10000"/>
                      <a:gd name="connsiteX25" fmla="*/ 6338 w 10000"/>
                      <a:gd name="connsiteY25" fmla="*/ 1097 h 10000"/>
                      <a:gd name="connsiteX26" fmla="*/ 6310 w 10000"/>
                      <a:gd name="connsiteY26" fmla="*/ 1032 h 10000"/>
                      <a:gd name="connsiteX27" fmla="*/ 6310 w 10000"/>
                      <a:gd name="connsiteY27" fmla="*/ 1000 h 10000"/>
                      <a:gd name="connsiteX28" fmla="*/ 6338 w 10000"/>
                      <a:gd name="connsiteY28" fmla="*/ 968 h 10000"/>
                      <a:gd name="connsiteX29" fmla="*/ 6395 w 10000"/>
                      <a:gd name="connsiteY29" fmla="*/ 968 h 10000"/>
                      <a:gd name="connsiteX30" fmla="*/ 6422 w 10000"/>
                      <a:gd name="connsiteY30" fmla="*/ 903 h 10000"/>
                      <a:gd name="connsiteX31" fmla="*/ 6451 w 10000"/>
                      <a:gd name="connsiteY31" fmla="*/ 903 h 10000"/>
                      <a:gd name="connsiteX32" fmla="*/ 6536 w 10000"/>
                      <a:gd name="connsiteY32" fmla="*/ 903 h 10000"/>
                      <a:gd name="connsiteX33" fmla="*/ 6648 w 10000"/>
                      <a:gd name="connsiteY33" fmla="*/ 871 h 10000"/>
                      <a:gd name="connsiteX34" fmla="*/ 6704 w 10000"/>
                      <a:gd name="connsiteY34" fmla="*/ 871 h 10000"/>
                      <a:gd name="connsiteX35" fmla="*/ 7155 w 10000"/>
                      <a:gd name="connsiteY35" fmla="*/ 742 h 10000"/>
                      <a:gd name="connsiteX36" fmla="*/ 7634 w 10000"/>
                      <a:gd name="connsiteY36" fmla="*/ 613 h 10000"/>
                      <a:gd name="connsiteX37" fmla="*/ 8197 w 10000"/>
                      <a:gd name="connsiteY37" fmla="*/ 452 h 10000"/>
                      <a:gd name="connsiteX38" fmla="*/ 8733 w 10000"/>
                      <a:gd name="connsiteY38" fmla="*/ 323 h 10000"/>
                      <a:gd name="connsiteX39" fmla="*/ 9211 w 10000"/>
                      <a:gd name="connsiteY39" fmla="*/ 194 h 10000"/>
                      <a:gd name="connsiteX40" fmla="*/ 9606 w 10000"/>
                      <a:gd name="connsiteY40" fmla="*/ 65 h 10000"/>
                      <a:gd name="connsiteX41" fmla="*/ 9888 w 10000"/>
                      <a:gd name="connsiteY41" fmla="*/ 0 h 10000"/>
                      <a:gd name="connsiteX0" fmla="*/ 9888 w 10007"/>
                      <a:gd name="connsiteY0" fmla="*/ 0 h 10000"/>
                      <a:gd name="connsiteX1" fmla="*/ 10000 w 10007"/>
                      <a:gd name="connsiteY1" fmla="*/ 0 h 10000"/>
                      <a:gd name="connsiteX2" fmla="*/ 10000 w 10007"/>
                      <a:gd name="connsiteY2" fmla="*/ 452 h 10000"/>
                      <a:gd name="connsiteX3" fmla="*/ 10007 w 10007"/>
                      <a:gd name="connsiteY3" fmla="*/ 457 h 10000"/>
                      <a:gd name="connsiteX4" fmla="*/ 10000 w 10007"/>
                      <a:gd name="connsiteY4" fmla="*/ 968 h 10000"/>
                      <a:gd name="connsiteX5" fmla="*/ 10000 w 10007"/>
                      <a:gd name="connsiteY5" fmla="*/ 1548 h 10000"/>
                      <a:gd name="connsiteX6" fmla="*/ 9972 w 10007"/>
                      <a:gd name="connsiteY6" fmla="*/ 2194 h 10000"/>
                      <a:gd name="connsiteX7" fmla="*/ 9972 w 10007"/>
                      <a:gd name="connsiteY7" fmla="*/ 2871 h 10000"/>
                      <a:gd name="connsiteX8" fmla="*/ 9972 w 10007"/>
                      <a:gd name="connsiteY8" fmla="*/ 3484 h 10000"/>
                      <a:gd name="connsiteX9" fmla="*/ 9972 w 10007"/>
                      <a:gd name="connsiteY9" fmla="*/ 4000 h 10000"/>
                      <a:gd name="connsiteX10" fmla="*/ 9972 w 10007"/>
                      <a:gd name="connsiteY10" fmla="*/ 4032 h 10000"/>
                      <a:gd name="connsiteX11" fmla="*/ 9972 w 10007"/>
                      <a:gd name="connsiteY11" fmla="*/ 4161 h 10000"/>
                      <a:gd name="connsiteX12" fmla="*/ 9972 w 10007"/>
                      <a:gd name="connsiteY12" fmla="*/ 4258 h 10000"/>
                      <a:gd name="connsiteX13" fmla="*/ 9915 w 10007"/>
                      <a:gd name="connsiteY13" fmla="*/ 4290 h 10000"/>
                      <a:gd name="connsiteX14" fmla="*/ 9915 w 10007"/>
                      <a:gd name="connsiteY14" fmla="*/ 4290 h 10000"/>
                      <a:gd name="connsiteX15" fmla="*/ 9888 w 10007"/>
                      <a:gd name="connsiteY15" fmla="*/ 4290 h 10000"/>
                      <a:gd name="connsiteX16" fmla="*/ 9859 w 10007"/>
                      <a:gd name="connsiteY16" fmla="*/ 4290 h 10000"/>
                      <a:gd name="connsiteX17" fmla="*/ 9859 w 10007"/>
                      <a:gd name="connsiteY17" fmla="*/ 4290 h 10000"/>
                      <a:gd name="connsiteX18" fmla="*/ 8789 w 10007"/>
                      <a:gd name="connsiteY18" fmla="*/ 3323 h 10000"/>
                      <a:gd name="connsiteX19" fmla="*/ 6451 w 10007"/>
                      <a:gd name="connsiteY19" fmla="*/ 6484 h 10000"/>
                      <a:gd name="connsiteX20" fmla="*/ 0 w 10007"/>
                      <a:gd name="connsiteY20" fmla="*/ 10000 h 10000"/>
                      <a:gd name="connsiteX21" fmla="*/ 5718 w 10007"/>
                      <a:gd name="connsiteY21" fmla="*/ 5387 h 10000"/>
                      <a:gd name="connsiteX22" fmla="*/ 7380 w 10007"/>
                      <a:gd name="connsiteY22" fmla="*/ 2065 h 10000"/>
                      <a:gd name="connsiteX23" fmla="*/ 7380 w 10007"/>
                      <a:gd name="connsiteY23" fmla="*/ 2065 h 10000"/>
                      <a:gd name="connsiteX24" fmla="*/ 7380 w 10007"/>
                      <a:gd name="connsiteY24" fmla="*/ 2065 h 10000"/>
                      <a:gd name="connsiteX25" fmla="*/ 6422 w 10007"/>
                      <a:gd name="connsiteY25" fmla="*/ 1161 h 10000"/>
                      <a:gd name="connsiteX26" fmla="*/ 6338 w 10007"/>
                      <a:gd name="connsiteY26" fmla="*/ 1097 h 10000"/>
                      <a:gd name="connsiteX27" fmla="*/ 6310 w 10007"/>
                      <a:gd name="connsiteY27" fmla="*/ 1032 h 10000"/>
                      <a:gd name="connsiteX28" fmla="*/ 6310 w 10007"/>
                      <a:gd name="connsiteY28" fmla="*/ 1000 h 10000"/>
                      <a:gd name="connsiteX29" fmla="*/ 6338 w 10007"/>
                      <a:gd name="connsiteY29" fmla="*/ 968 h 10000"/>
                      <a:gd name="connsiteX30" fmla="*/ 6395 w 10007"/>
                      <a:gd name="connsiteY30" fmla="*/ 968 h 10000"/>
                      <a:gd name="connsiteX31" fmla="*/ 6422 w 10007"/>
                      <a:gd name="connsiteY31" fmla="*/ 903 h 10000"/>
                      <a:gd name="connsiteX32" fmla="*/ 6451 w 10007"/>
                      <a:gd name="connsiteY32" fmla="*/ 903 h 10000"/>
                      <a:gd name="connsiteX33" fmla="*/ 6536 w 10007"/>
                      <a:gd name="connsiteY33" fmla="*/ 903 h 10000"/>
                      <a:gd name="connsiteX34" fmla="*/ 6648 w 10007"/>
                      <a:gd name="connsiteY34" fmla="*/ 871 h 10000"/>
                      <a:gd name="connsiteX35" fmla="*/ 6704 w 10007"/>
                      <a:gd name="connsiteY35" fmla="*/ 871 h 10000"/>
                      <a:gd name="connsiteX36" fmla="*/ 7155 w 10007"/>
                      <a:gd name="connsiteY36" fmla="*/ 742 h 10000"/>
                      <a:gd name="connsiteX37" fmla="*/ 7634 w 10007"/>
                      <a:gd name="connsiteY37" fmla="*/ 613 h 10000"/>
                      <a:gd name="connsiteX38" fmla="*/ 8197 w 10007"/>
                      <a:gd name="connsiteY38" fmla="*/ 452 h 10000"/>
                      <a:gd name="connsiteX39" fmla="*/ 8733 w 10007"/>
                      <a:gd name="connsiteY39" fmla="*/ 323 h 10000"/>
                      <a:gd name="connsiteX40" fmla="*/ 9211 w 10007"/>
                      <a:gd name="connsiteY40" fmla="*/ 194 h 10000"/>
                      <a:gd name="connsiteX41" fmla="*/ 9606 w 10007"/>
                      <a:gd name="connsiteY41" fmla="*/ 65 h 10000"/>
                      <a:gd name="connsiteX42" fmla="*/ 9888 w 10007"/>
                      <a:gd name="connsiteY42" fmla="*/ 0 h 10000"/>
                      <a:gd name="connsiteX0" fmla="*/ 9888 w 10000"/>
                      <a:gd name="connsiteY0" fmla="*/ 0 h 10000"/>
                      <a:gd name="connsiteX1" fmla="*/ 10000 w 10000"/>
                      <a:gd name="connsiteY1" fmla="*/ 0 h 10000"/>
                      <a:gd name="connsiteX2" fmla="*/ 10000 w 10000"/>
                      <a:gd name="connsiteY2" fmla="*/ 452 h 10000"/>
                      <a:gd name="connsiteX3" fmla="*/ 10000 w 10000"/>
                      <a:gd name="connsiteY3" fmla="*/ 968 h 10000"/>
                      <a:gd name="connsiteX4" fmla="*/ 10000 w 10000"/>
                      <a:gd name="connsiteY4" fmla="*/ 1548 h 10000"/>
                      <a:gd name="connsiteX5" fmla="*/ 9972 w 10000"/>
                      <a:gd name="connsiteY5" fmla="*/ 2194 h 10000"/>
                      <a:gd name="connsiteX6" fmla="*/ 9972 w 10000"/>
                      <a:gd name="connsiteY6" fmla="*/ 2871 h 10000"/>
                      <a:gd name="connsiteX7" fmla="*/ 9972 w 10000"/>
                      <a:gd name="connsiteY7" fmla="*/ 3484 h 10000"/>
                      <a:gd name="connsiteX8" fmla="*/ 9972 w 10000"/>
                      <a:gd name="connsiteY8" fmla="*/ 4000 h 10000"/>
                      <a:gd name="connsiteX9" fmla="*/ 9972 w 10000"/>
                      <a:gd name="connsiteY9" fmla="*/ 4032 h 10000"/>
                      <a:gd name="connsiteX10" fmla="*/ 9972 w 10000"/>
                      <a:gd name="connsiteY10" fmla="*/ 4161 h 10000"/>
                      <a:gd name="connsiteX11" fmla="*/ 9972 w 10000"/>
                      <a:gd name="connsiteY11" fmla="*/ 4258 h 10000"/>
                      <a:gd name="connsiteX12" fmla="*/ 9915 w 10000"/>
                      <a:gd name="connsiteY12" fmla="*/ 4290 h 10000"/>
                      <a:gd name="connsiteX13" fmla="*/ 9915 w 10000"/>
                      <a:gd name="connsiteY13" fmla="*/ 4290 h 10000"/>
                      <a:gd name="connsiteX14" fmla="*/ 9888 w 10000"/>
                      <a:gd name="connsiteY14" fmla="*/ 4290 h 10000"/>
                      <a:gd name="connsiteX15" fmla="*/ 9859 w 10000"/>
                      <a:gd name="connsiteY15" fmla="*/ 4290 h 10000"/>
                      <a:gd name="connsiteX16" fmla="*/ 9859 w 10000"/>
                      <a:gd name="connsiteY16" fmla="*/ 4290 h 10000"/>
                      <a:gd name="connsiteX17" fmla="*/ 8789 w 10000"/>
                      <a:gd name="connsiteY17" fmla="*/ 3323 h 10000"/>
                      <a:gd name="connsiteX18" fmla="*/ 6451 w 10000"/>
                      <a:gd name="connsiteY18" fmla="*/ 6484 h 10000"/>
                      <a:gd name="connsiteX19" fmla="*/ 0 w 10000"/>
                      <a:gd name="connsiteY19" fmla="*/ 10000 h 10000"/>
                      <a:gd name="connsiteX20" fmla="*/ 5718 w 10000"/>
                      <a:gd name="connsiteY20" fmla="*/ 5387 h 10000"/>
                      <a:gd name="connsiteX21" fmla="*/ 7380 w 10000"/>
                      <a:gd name="connsiteY21" fmla="*/ 2065 h 10000"/>
                      <a:gd name="connsiteX22" fmla="*/ 7380 w 10000"/>
                      <a:gd name="connsiteY22" fmla="*/ 2065 h 10000"/>
                      <a:gd name="connsiteX23" fmla="*/ 7380 w 10000"/>
                      <a:gd name="connsiteY23" fmla="*/ 2065 h 10000"/>
                      <a:gd name="connsiteX24" fmla="*/ 6422 w 10000"/>
                      <a:gd name="connsiteY24" fmla="*/ 1161 h 10000"/>
                      <a:gd name="connsiteX25" fmla="*/ 6338 w 10000"/>
                      <a:gd name="connsiteY25" fmla="*/ 1097 h 10000"/>
                      <a:gd name="connsiteX26" fmla="*/ 6310 w 10000"/>
                      <a:gd name="connsiteY26" fmla="*/ 1032 h 10000"/>
                      <a:gd name="connsiteX27" fmla="*/ 6310 w 10000"/>
                      <a:gd name="connsiteY27" fmla="*/ 1000 h 10000"/>
                      <a:gd name="connsiteX28" fmla="*/ 6338 w 10000"/>
                      <a:gd name="connsiteY28" fmla="*/ 968 h 10000"/>
                      <a:gd name="connsiteX29" fmla="*/ 6395 w 10000"/>
                      <a:gd name="connsiteY29" fmla="*/ 968 h 10000"/>
                      <a:gd name="connsiteX30" fmla="*/ 6422 w 10000"/>
                      <a:gd name="connsiteY30" fmla="*/ 903 h 10000"/>
                      <a:gd name="connsiteX31" fmla="*/ 6451 w 10000"/>
                      <a:gd name="connsiteY31" fmla="*/ 903 h 10000"/>
                      <a:gd name="connsiteX32" fmla="*/ 6536 w 10000"/>
                      <a:gd name="connsiteY32" fmla="*/ 903 h 10000"/>
                      <a:gd name="connsiteX33" fmla="*/ 6648 w 10000"/>
                      <a:gd name="connsiteY33" fmla="*/ 871 h 10000"/>
                      <a:gd name="connsiteX34" fmla="*/ 6704 w 10000"/>
                      <a:gd name="connsiteY34" fmla="*/ 871 h 10000"/>
                      <a:gd name="connsiteX35" fmla="*/ 7155 w 10000"/>
                      <a:gd name="connsiteY35" fmla="*/ 742 h 10000"/>
                      <a:gd name="connsiteX36" fmla="*/ 7634 w 10000"/>
                      <a:gd name="connsiteY36" fmla="*/ 613 h 10000"/>
                      <a:gd name="connsiteX37" fmla="*/ 8197 w 10000"/>
                      <a:gd name="connsiteY37" fmla="*/ 452 h 10000"/>
                      <a:gd name="connsiteX38" fmla="*/ 8733 w 10000"/>
                      <a:gd name="connsiteY38" fmla="*/ 323 h 10000"/>
                      <a:gd name="connsiteX39" fmla="*/ 9211 w 10000"/>
                      <a:gd name="connsiteY39" fmla="*/ 194 h 10000"/>
                      <a:gd name="connsiteX40" fmla="*/ 9606 w 10000"/>
                      <a:gd name="connsiteY40" fmla="*/ 65 h 10000"/>
                      <a:gd name="connsiteX41" fmla="*/ 9888 w 10000"/>
                      <a:gd name="connsiteY41" fmla="*/ 0 h 10000"/>
                      <a:gd name="connsiteX0" fmla="*/ 9888 w 10000"/>
                      <a:gd name="connsiteY0" fmla="*/ 0 h 10000"/>
                      <a:gd name="connsiteX1" fmla="*/ 10000 w 10000"/>
                      <a:gd name="connsiteY1" fmla="*/ 0 h 10000"/>
                      <a:gd name="connsiteX2" fmla="*/ 10000 w 10000"/>
                      <a:gd name="connsiteY2" fmla="*/ 968 h 10000"/>
                      <a:gd name="connsiteX3" fmla="*/ 10000 w 10000"/>
                      <a:gd name="connsiteY3" fmla="*/ 1548 h 10000"/>
                      <a:gd name="connsiteX4" fmla="*/ 9972 w 10000"/>
                      <a:gd name="connsiteY4" fmla="*/ 2194 h 10000"/>
                      <a:gd name="connsiteX5" fmla="*/ 9972 w 10000"/>
                      <a:gd name="connsiteY5" fmla="*/ 2871 h 10000"/>
                      <a:gd name="connsiteX6" fmla="*/ 9972 w 10000"/>
                      <a:gd name="connsiteY6" fmla="*/ 3484 h 10000"/>
                      <a:gd name="connsiteX7" fmla="*/ 9972 w 10000"/>
                      <a:gd name="connsiteY7" fmla="*/ 4000 h 10000"/>
                      <a:gd name="connsiteX8" fmla="*/ 9972 w 10000"/>
                      <a:gd name="connsiteY8" fmla="*/ 4032 h 10000"/>
                      <a:gd name="connsiteX9" fmla="*/ 9972 w 10000"/>
                      <a:gd name="connsiteY9" fmla="*/ 4161 h 10000"/>
                      <a:gd name="connsiteX10" fmla="*/ 9972 w 10000"/>
                      <a:gd name="connsiteY10" fmla="*/ 4258 h 10000"/>
                      <a:gd name="connsiteX11" fmla="*/ 9915 w 10000"/>
                      <a:gd name="connsiteY11" fmla="*/ 4290 h 10000"/>
                      <a:gd name="connsiteX12" fmla="*/ 9915 w 10000"/>
                      <a:gd name="connsiteY12" fmla="*/ 4290 h 10000"/>
                      <a:gd name="connsiteX13" fmla="*/ 9888 w 10000"/>
                      <a:gd name="connsiteY13" fmla="*/ 4290 h 10000"/>
                      <a:gd name="connsiteX14" fmla="*/ 9859 w 10000"/>
                      <a:gd name="connsiteY14" fmla="*/ 4290 h 10000"/>
                      <a:gd name="connsiteX15" fmla="*/ 9859 w 10000"/>
                      <a:gd name="connsiteY15" fmla="*/ 4290 h 10000"/>
                      <a:gd name="connsiteX16" fmla="*/ 8789 w 10000"/>
                      <a:gd name="connsiteY16" fmla="*/ 3323 h 10000"/>
                      <a:gd name="connsiteX17" fmla="*/ 6451 w 10000"/>
                      <a:gd name="connsiteY17" fmla="*/ 6484 h 10000"/>
                      <a:gd name="connsiteX18" fmla="*/ 0 w 10000"/>
                      <a:gd name="connsiteY18" fmla="*/ 10000 h 10000"/>
                      <a:gd name="connsiteX19" fmla="*/ 5718 w 10000"/>
                      <a:gd name="connsiteY19" fmla="*/ 5387 h 10000"/>
                      <a:gd name="connsiteX20" fmla="*/ 7380 w 10000"/>
                      <a:gd name="connsiteY20" fmla="*/ 2065 h 10000"/>
                      <a:gd name="connsiteX21" fmla="*/ 7380 w 10000"/>
                      <a:gd name="connsiteY21" fmla="*/ 2065 h 10000"/>
                      <a:gd name="connsiteX22" fmla="*/ 7380 w 10000"/>
                      <a:gd name="connsiteY22" fmla="*/ 2065 h 10000"/>
                      <a:gd name="connsiteX23" fmla="*/ 6422 w 10000"/>
                      <a:gd name="connsiteY23" fmla="*/ 1161 h 10000"/>
                      <a:gd name="connsiteX24" fmla="*/ 6338 w 10000"/>
                      <a:gd name="connsiteY24" fmla="*/ 1097 h 10000"/>
                      <a:gd name="connsiteX25" fmla="*/ 6310 w 10000"/>
                      <a:gd name="connsiteY25" fmla="*/ 1032 h 10000"/>
                      <a:gd name="connsiteX26" fmla="*/ 6310 w 10000"/>
                      <a:gd name="connsiteY26" fmla="*/ 1000 h 10000"/>
                      <a:gd name="connsiteX27" fmla="*/ 6338 w 10000"/>
                      <a:gd name="connsiteY27" fmla="*/ 968 h 10000"/>
                      <a:gd name="connsiteX28" fmla="*/ 6395 w 10000"/>
                      <a:gd name="connsiteY28" fmla="*/ 968 h 10000"/>
                      <a:gd name="connsiteX29" fmla="*/ 6422 w 10000"/>
                      <a:gd name="connsiteY29" fmla="*/ 903 h 10000"/>
                      <a:gd name="connsiteX30" fmla="*/ 6451 w 10000"/>
                      <a:gd name="connsiteY30" fmla="*/ 903 h 10000"/>
                      <a:gd name="connsiteX31" fmla="*/ 6536 w 10000"/>
                      <a:gd name="connsiteY31" fmla="*/ 903 h 10000"/>
                      <a:gd name="connsiteX32" fmla="*/ 6648 w 10000"/>
                      <a:gd name="connsiteY32" fmla="*/ 871 h 10000"/>
                      <a:gd name="connsiteX33" fmla="*/ 6704 w 10000"/>
                      <a:gd name="connsiteY33" fmla="*/ 871 h 10000"/>
                      <a:gd name="connsiteX34" fmla="*/ 7155 w 10000"/>
                      <a:gd name="connsiteY34" fmla="*/ 742 h 10000"/>
                      <a:gd name="connsiteX35" fmla="*/ 7634 w 10000"/>
                      <a:gd name="connsiteY35" fmla="*/ 613 h 10000"/>
                      <a:gd name="connsiteX36" fmla="*/ 8197 w 10000"/>
                      <a:gd name="connsiteY36" fmla="*/ 452 h 10000"/>
                      <a:gd name="connsiteX37" fmla="*/ 8733 w 10000"/>
                      <a:gd name="connsiteY37" fmla="*/ 323 h 10000"/>
                      <a:gd name="connsiteX38" fmla="*/ 9211 w 10000"/>
                      <a:gd name="connsiteY38" fmla="*/ 194 h 10000"/>
                      <a:gd name="connsiteX39" fmla="*/ 9606 w 10000"/>
                      <a:gd name="connsiteY39" fmla="*/ 65 h 10000"/>
                      <a:gd name="connsiteX40" fmla="*/ 9888 w 10000"/>
                      <a:gd name="connsiteY40" fmla="*/ 0 h 10000"/>
                      <a:gd name="connsiteX0" fmla="*/ 9888 w 10000"/>
                      <a:gd name="connsiteY0" fmla="*/ 0 h 10000"/>
                      <a:gd name="connsiteX1" fmla="*/ 10000 w 10000"/>
                      <a:gd name="connsiteY1" fmla="*/ 0 h 10000"/>
                      <a:gd name="connsiteX2" fmla="*/ 10000 w 10000"/>
                      <a:gd name="connsiteY2" fmla="*/ 1548 h 10000"/>
                      <a:gd name="connsiteX3" fmla="*/ 9972 w 10000"/>
                      <a:gd name="connsiteY3" fmla="*/ 2194 h 10000"/>
                      <a:gd name="connsiteX4" fmla="*/ 9972 w 10000"/>
                      <a:gd name="connsiteY4" fmla="*/ 2871 h 10000"/>
                      <a:gd name="connsiteX5" fmla="*/ 9972 w 10000"/>
                      <a:gd name="connsiteY5" fmla="*/ 3484 h 10000"/>
                      <a:gd name="connsiteX6" fmla="*/ 9972 w 10000"/>
                      <a:gd name="connsiteY6" fmla="*/ 4000 h 10000"/>
                      <a:gd name="connsiteX7" fmla="*/ 9972 w 10000"/>
                      <a:gd name="connsiteY7" fmla="*/ 4032 h 10000"/>
                      <a:gd name="connsiteX8" fmla="*/ 9972 w 10000"/>
                      <a:gd name="connsiteY8" fmla="*/ 4161 h 10000"/>
                      <a:gd name="connsiteX9" fmla="*/ 9972 w 10000"/>
                      <a:gd name="connsiteY9" fmla="*/ 4258 h 10000"/>
                      <a:gd name="connsiteX10" fmla="*/ 9915 w 10000"/>
                      <a:gd name="connsiteY10" fmla="*/ 4290 h 10000"/>
                      <a:gd name="connsiteX11" fmla="*/ 9915 w 10000"/>
                      <a:gd name="connsiteY11" fmla="*/ 4290 h 10000"/>
                      <a:gd name="connsiteX12" fmla="*/ 9888 w 10000"/>
                      <a:gd name="connsiteY12" fmla="*/ 4290 h 10000"/>
                      <a:gd name="connsiteX13" fmla="*/ 9859 w 10000"/>
                      <a:gd name="connsiteY13" fmla="*/ 4290 h 10000"/>
                      <a:gd name="connsiteX14" fmla="*/ 9859 w 10000"/>
                      <a:gd name="connsiteY14" fmla="*/ 4290 h 10000"/>
                      <a:gd name="connsiteX15" fmla="*/ 8789 w 10000"/>
                      <a:gd name="connsiteY15" fmla="*/ 3323 h 10000"/>
                      <a:gd name="connsiteX16" fmla="*/ 6451 w 10000"/>
                      <a:gd name="connsiteY16" fmla="*/ 6484 h 10000"/>
                      <a:gd name="connsiteX17" fmla="*/ 0 w 10000"/>
                      <a:gd name="connsiteY17" fmla="*/ 10000 h 10000"/>
                      <a:gd name="connsiteX18" fmla="*/ 5718 w 10000"/>
                      <a:gd name="connsiteY18" fmla="*/ 5387 h 10000"/>
                      <a:gd name="connsiteX19" fmla="*/ 7380 w 10000"/>
                      <a:gd name="connsiteY19" fmla="*/ 2065 h 10000"/>
                      <a:gd name="connsiteX20" fmla="*/ 7380 w 10000"/>
                      <a:gd name="connsiteY20" fmla="*/ 2065 h 10000"/>
                      <a:gd name="connsiteX21" fmla="*/ 7380 w 10000"/>
                      <a:gd name="connsiteY21" fmla="*/ 2065 h 10000"/>
                      <a:gd name="connsiteX22" fmla="*/ 6422 w 10000"/>
                      <a:gd name="connsiteY22" fmla="*/ 1161 h 10000"/>
                      <a:gd name="connsiteX23" fmla="*/ 6338 w 10000"/>
                      <a:gd name="connsiteY23" fmla="*/ 1097 h 10000"/>
                      <a:gd name="connsiteX24" fmla="*/ 6310 w 10000"/>
                      <a:gd name="connsiteY24" fmla="*/ 1032 h 10000"/>
                      <a:gd name="connsiteX25" fmla="*/ 6310 w 10000"/>
                      <a:gd name="connsiteY25" fmla="*/ 1000 h 10000"/>
                      <a:gd name="connsiteX26" fmla="*/ 6338 w 10000"/>
                      <a:gd name="connsiteY26" fmla="*/ 968 h 10000"/>
                      <a:gd name="connsiteX27" fmla="*/ 6395 w 10000"/>
                      <a:gd name="connsiteY27" fmla="*/ 968 h 10000"/>
                      <a:gd name="connsiteX28" fmla="*/ 6422 w 10000"/>
                      <a:gd name="connsiteY28" fmla="*/ 903 h 10000"/>
                      <a:gd name="connsiteX29" fmla="*/ 6451 w 10000"/>
                      <a:gd name="connsiteY29" fmla="*/ 903 h 10000"/>
                      <a:gd name="connsiteX30" fmla="*/ 6536 w 10000"/>
                      <a:gd name="connsiteY30" fmla="*/ 903 h 10000"/>
                      <a:gd name="connsiteX31" fmla="*/ 6648 w 10000"/>
                      <a:gd name="connsiteY31" fmla="*/ 871 h 10000"/>
                      <a:gd name="connsiteX32" fmla="*/ 6704 w 10000"/>
                      <a:gd name="connsiteY32" fmla="*/ 871 h 10000"/>
                      <a:gd name="connsiteX33" fmla="*/ 7155 w 10000"/>
                      <a:gd name="connsiteY33" fmla="*/ 742 h 10000"/>
                      <a:gd name="connsiteX34" fmla="*/ 7634 w 10000"/>
                      <a:gd name="connsiteY34" fmla="*/ 613 h 10000"/>
                      <a:gd name="connsiteX35" fmla="*/ 8197 w 10000"/>
                      <a:gd name="connsiteY35" fmla="*/ 452 h 10000"/>
                      <a:gd name="connsiteX36" fmla="*/ 8733 w 10000"/>
                      <a:gd name="connsiteY36" fmla="*/ 323 h 10000"/>
                      <a:gd name="connsiteX37" fmla="*/ 9211 w 10000"/>
                      <a:gd name="connsiteY37" fmla="*/ 194 h 10000"/>
                      <a:gd name="connsiteX38" fmla="*/ 9606 w 10000"/>
                      <a:gd name="connsiteY38" fmla="*/ 65 h 10000"/>
                      <a:gd name="connsiteX39" fmla="*/ 9888 w 10000"/>
                      <a:gd name="connsiteY39" fmla="*/ 0 h 10000"/>
                      <a:gd name="connsiteX0" fmla="*/ 9888 w 10000"/>
                      <a:gd name="connsiteY0" fmla="*/ 0 h 10000"/>
                      <a:gd name="connsiteX1" fmla="*/ 10000 w 10000"/>
                      <a:gd name="connsiteY1" fmla="*/ 0 h 10000"/>
                      <a:gd name="connsiteX2" fmla="*/ 9972 w 10000"/>
                      <a:gd name="connsiteY2" fmla="*/ 2194 h 10000"/>
                      <a:gd name="connsiteX3" fmla="*/ 9972 w 10000"/>
                      <a:gd name="connsiteY3" fmla="*/ 2871 h 10000"/>
                      <a:gd name="connsiteX4" fmla="*/ 9972 w 10000"/>
                      <a:gd name="connsiteY4" fmla="*/ 3484 h 10000"/>
                      <a:gd name="connsiteX5" fmla="*/ 9972 w 10000"/>
                      <a:gd name="connsiteY5" fmla="*/ 4000 h 10000"/>
                      <a:gd name="connsiteX6" fmla="*/ 9972 w 10000"/>
                      <a:gd name="connsiteY6" fmla="*/ 4032 h 10000"/>
                      <a:gd name="connsiteX7" fmla="*/ 9972 w 10000"/>
                      <a:gd name="connsiteY7" fmla="*/ 4161 h 10000"/>
                      <a:gd name="connsiteX8" fmla="*/ 9972 w 10000"/>
                      <a:gd name="connsiteY8" fmla="*/ 4258 h 10000"/>
                      <a:gd name="connsiteX9" fmla="*/ 9915 w 10000"/>
                      <a:gd name="connsiteY9" fmla="*/ 4290 h 10000"/>
                      <a:gd name="connsiteX10" fmla="*/ 9915 w 10000"/>
                      <a:gd name="connsiteY10" fmla="*/ 4290 h 10000"/>
                      <a:gd name="connsiteX11" fmla="*/ 9888 w 10000"/>
                      <a:gd name="connsiteY11" fmla="*/ 4290 h 10000"/>
                      <a:gd name="connsiteX12" fmla="*/ 9859 w 10000"/>
                      <a:gd name="connsiteY12" fmla="*/ 4290 h 10000"/>
                      <a:gd name="connsiteX13" fmla="*/ 9859 w 10000"/>
                      <a:gd name="connsiteY13" fmla="*/ 4290 h 10000"/>
                      <a:gd name="connsiteX14" fmla="*/ 8789 w 10000"/>
                      <a:gd name="connsiteY14" fmla="*/ 3323 h 10000"/>
                      <a:gd name="connsiteX15" fmla="*/ 6451 w 10000"/>
                      <a:gd name="connsiteY15" fmla="*/ 6484 h 10000"/>
                      <a:gd name="connsiteX16" fmla="*/ 0 w 10000"/>
                      <a:gd name="connsiteY16" fmla="*/ 10000 h 10000"/>
                      <a:gd name="connsiteX17" fmla="*/ 5718 w 10000"/>
                      <a:gd name="connsiteY17" fmla="*/ 5387 h 10000"/>
                      <a:gd name="connsiteX18" fmla="*/ 7380 w 10000"/>
                      <a:gd name="connsiteY18" fmla="*/ 2065 h 10000"/>
                      <a:gd name="connsiteX19" fmla="*/ 7380 w 10000"/>
                      <a:gd name="connsiteY19" fmla="*/ 2065 h 10000"/>
                      <a:gd name="connsiteX20" fmla="*/ 7380 w 10000"/>
                      <a:gd name="connsiteY20" fmla="*/ 2065 h 10000"/>
                      <a:gd name="connsiteX21" fmla="*/ 6422 w 10000"/>
                      <a:gd name="connsiteY21" fmla="*/ 1161 h 10000"/>
                      <a:gd name="connsiteX22" fmla="*/ 6338 w 10000"/>
                      <a:gd name="connsiteY22" fmla="*/ 1097 h 10000"/>
                      <a:gd name="connsiteX23" fmla="*/ 6310 w 10000"/>
                      <a:gd name="connsiteY23" fmla="*/ 1032 h 10000"/>
                      <a:gd name="connsiteX24" fmla="*/ 6310 w 10000"/>
                      <a:gd name="connsiteY24" fmla="*/ 1000 h 10000"/>
                      <a:gd name="connsiteX25" fmla="*/ 6338 w 10000"/>
                      <a:gd name="connsiteY25" fmla="*/ 968 h 10000"/>
                      <a:gd name="connsiteX26" fmla="*/ 6395 w 10000"/>
                      <a:gd name="connsiteY26" fmla="*/ 968 h 10000"/>
                      <a:gd name="connsiteX27" fmla="*/ 6422 w 10000"/>
                      <a:gd name="connsiteY27" fmla="*/ 903 h 10000"/>
                      <a:gd name="connsiteX28" fmla="*/ 6451 w 10000"/>
                      <a:gd name="connsiteY28" fmla="*/ 903 h 10000"/>
                      <a:gd name="connsiteX29" fmla="*/ 6536 w 10000"/>
                      <a:gd name="connsiteY29" fmla="*/ 903 h 10000"/>
                      <a:gd name="connsiteX30" fmla="*/ 6648 w 10000"/>
                      <a:gd name="connsiteY30" fmla="*/ 871 h 10000"/>
                      <a:gd name="connsiteX31" fmla="*/ 6704 w 10000"/>
                      <a:gd name="connsiteY31" fmla="*/ 871 h 10000"/>
                      <a:gd name="connsiteX32" fmla="*/ 7155 w 10000"/>
                      <a:gd name="connsiteY32" fmla="*/ 742 h 10000"/>
                      <a:gd name="connsiteX33" fmla="*/ 7634 w 10000"/>
                      <a:gd name="connsiteY33" fmla="*/ 613 h 10000"/>
                      <a:gd name="connsiteX34" fmla="*/ 8197 w 10000"/>
                      <a:gd name="connsiteY34" fmla="*/ 452 h 10000"/>
                      <a:gd name="connsiteX35" fmla="*/ 8733 w 10000"/>
                      <a:gd name="connsiteY35" fmla="*/ 323 h 10000"/>
                      <a:gd name="connsiteX36" fmla="*/ 9211 w 10000"/>
                      <a:gd name="connsiteY36" fmla="*/ 194 h 10000"/>
                      <a:gd name="connsiteX37" fmla="*/ 9606 w 10000"/>
                      <a:gd name="connsiteY37" fmla="*/ 65 h 10000"/>
                      <a:gd name="connsiteX38" fmla="*/ 9888 w 10000"/>
                      <a:gd name="connsiteY38" fmla="*/ 0 h 10000"/>
                      <a:gd name="connsiteX0" fmla="*/ 9888 w 10003"/>
                      <a:gd name="connsiteY0" fmla="*/ 0 h 10000"/>
                      <a:gd name="connsiteX1" fmla="*/ 10000 w 10003"/>
                      <a:gd name="connsiteY1" fmla="*/ 0 h 10000"/>
                      <a:gd name="connsiteX2" fmla="*/ 9972 w 10003"/>
                      <a:gd name="connsiteY2" fmla="*/ 2871 h 10000"/>
                      <a:gd name="connsiteX3" fmla="*/ 9972 w 10003"/>
                      <a:gd name="connsiteY3" fmla="*/ 3484 h 10000"/>
                      <a:gd name="connsiteX4" fmla="*/ 9972 w 10003"/>
                      <a:gd name="connsiteY4" fmla="*/ 4000 h 10000"/>
                      <a:gd name="connsiteX5" fmla="*/ 9972 w 10003"/>
                      <a:gd name="connsiteY5" fmla="*/ 4032 h 10000"/>
                      <a:gd name="connsiteX6" fmla="*/ 9972 w 10003"/>
                      <a:gd name="connsiteY6" fmla="*/ 4161 h 10000"/>
                      <a:gd name="connsiteX7" fmla="*/ 9972 w 10003"/>
                      <a:gd name="connsiteY7" fmla="*/ 4258 h 10000"/>
                      <a:gd name="connsiteX8" fmla="*/ 9915 w 10003"/>
                      <a:gd name="connsiteY8" fmla="*/ 4290 h 10000"/>
                      <a:gd name="connsiteX9" fmla="*/ 9915 w 10003"/>
                      <a:gd name="connsiteY9" fmla="*/ 4290 h 10000"/>
                      <a:gd name="connsiteX10" fmla="*/ 9888 w 10003"/>
                      <a:gd name="connsiteY10" fmla="*/ 4290 h 10000"/>
                      <a:gd name="connsiteX11" fmla="*/ 9859 w 10003"/>
                      <a:gd name="connsiteY11" fmla="*/ 4290 h 10000"/>
                      <a:gd name="connsiteX12" fmla="*/ 9859 w 10003"/>
                      <a:gd name="connsiteY12" fmla="*/ 4290 h 10000"/>
                      <a:gd name="connsiteX13" fmla="*/ 8789 w 10003"/>
                      <a:gd name="connsiteY13" fmla="*/ 3323 h 10000"/>
                      <a:gd name="connsiteX14" fmla="*/ 6451 w 10003"/>
                      <a:gd name="connsiteY14" fmla="*/ 6484 h 10000"/>
                      <a:gd name="connsiteX15" fmla="*/ 0 w 10003"/>
                      <a:gd name="connsiteY15" fmla="*/ 10000 h 10000"/>
                      <a:gd name="connsiteX16" fmla="*/ 5718 w 10003"/>
                      <a:gd name="connsiteY16" fmla="*/ 5387 h 10000"/>
                      <a:gd name="connsiteX17" fmla="*/ 7380 w 10003"/>
                      <a:gd name="connsiteY17" fmla="*/ 2065 h 10000"/>
                      <a:gd name="connsiteX18" fmla="*/ 7380 w 10003"/>
                      <a:gd name="connsiteY18" fmla="*/ 2065 h 10000"/>
                      <a:gd name="connsiteX19" fmla="*/ 7380 w 10003"/>
                      <a:gd name="connsiteY19" fmla="*/ 2065 h 10000"/>
                      <a:gd name="connsiteX20" fmla="*/ 6422 w 10003"/>
                      <a:gd name="connsiteY20" fmla="*/ 1161 h 10000"/>
                      <a:gd name="connsiteX21" fmla="*/ 6338 w 10003"/>
                      <a:gd name="connsiteY21" fmla="*/ 1097 h 10000"/>
                      <a:gd name="connsiteX22" fmla="*/ 6310 w 10003"/>
                      <a:gd name="connsiteY22" fmla="*/ 1032 h 10000"/>
                      <a:gd name="connsiteX23" fmla="*/ 6310 w 10003"/>
                      <a:gd name="connsiteY23" fmla="*/ 1000 h 10000"/>
                      <a:gd name="connsiteX24" fmla="*/ 6338 w 10003"/>
                      <a:gd name="connsiteY24" fmla="*/ 968 h 10000"/>
                      <a:gd name="connsiteX25" fmla="*/ 6395 w 10003"/>
                      <a:gd name="connsiteY25" fmla="*/ 968 h 10000"/>
                      <a:gd name="connsiteX26" fmla="*/ 6422 w 10003"/>
                      <a:gd name="connsiteY26" fmla="*/ 903 h 10000"/>
                      <a:gd name="connsiteX27" fmla="*/ 6451 w 10003"/>
                      <a:gd name="connsiteY27" fmla="*/ 903 h 10000"/>
                      <a:gd name="connsiteX28" fmla="*/ 6536 w 10003"/>
                      <a:gd name="connsiteY28" fmla="*/ 903 h 10000"/>
                      <a:gd name="connsiteX29" fmla="*/ 6648 w 10003"/>
                      <a:gd name="connsiteY29" fmla="*/ 871 h 10000"/>
                      <a:gd name="connsiteX30" fmla="*/ 6704 w 10003"/>
                      <a:gd name="connsiteY30" fmla="*/ 871 h 10000"/>
                      <a:gd name="connsiteX31" fmla="*/ 7155 w 10003"/>
                      <a:gd name="connsiteY31" fmla="*/ 742 h 10000"/>
                      <a:gd name="connsiteX32" fmla="*/ 7634 w 10003"/>
                      <a:gd name="connsiteY32" fmla="*/ 613 h 10000"/>
                      <a:gd name="connsiteX33" fmla="*/ 8197 w 10003"/>
                      <a:gd name="connsiteY33" fmla="*/ 452 h 10000"/>
                      <a:gd name="connsiteX34" fmla="*/ 8733 w 10003"/>
                      <a:gd name="connsiteY34" fmla="*/ 323 h 10000"/>
                      <a:gd name="connsiteX35" fmla="*/ 9211 w 10003"/>
                      <a:gd name="connsiteY35" fmla="*/ 194 h 10000"/>
                      <a:gd name="connsiteX36" fmla="*/ 9606 w 10003"/>
                      <a:gd name="connsiteY36" fmla="*/ 65 h 10000"/>
                      <a:gd name="connsiteX37" fmla="*/ 9888 w 10003"/>
                      <a:gd name="connsiteY37" fmla="*/ 0 h 10000"/>
                      <a:gd name="connsiteX0" fmla="*/ 9888 w 10003"/>
                      <a:gd name="connsiteY0" fmla="*/ 0 h 10000"/>
                      <a:gd name="connsiteX1" fmla="*/ 10000 w 10003"/>
                      <a:gd name="connsiteY1" fmla="*/ 0 h 10000"/>
                      <a:gd name="connsiteX2" fmla="*/ 9972 w 10003"/>
                      <a:gd name="connsiteY2" fmla="*/ 3484 h 10000"/>
                      <a:gd name="connsiteX3" fmla="*/ 9972 w 10003"/>
                      <a:gd name="connsiteY3" fmla="*/ 4000 h 10000"/>
                      <a:gd name="connsiteX4" fmla="*/ 9972 w 10003"/>
                      <a:gd name="connsiteY4" fmla="*/ 4032 h 10000"/>
                      <a:gd name="connsiteX5" fmla="*/ 9972 w 10003"/>
                      <a:gd name="connsiteY5" fmla="*/ 4161 h 10000"/>
                      <a:gd name="connsiteX6" fmla="*/ 9972 w 10003"/>
                      <a:gd name="connsiteY6" fmla="*/ 4258 h 10000"/>
                      <a:gd name="connsiteX7" fmla="*/ 9915 w 10003"/>
                      <a:gd name="connsiteY7" fmla="*/ 4290 h 10000"/>
                      <a:gd name="connsiteX8" fmla="*/ 9915 w 10003"/>
                      <a:gd name="connsiteY8" fmla="*/ 4290 h 10000"/>
                      <a:gd name="connsiteX9" fmla="*/ 9888 w 10003"/>
                      <a:gd name="connsiteY9" fmla="*/ 4290 h 10000"/>
                      <a:gd name="connsiteX10" fmla="*/ 9859 w 10003"/>
                      <a:gd name="connsiteY10" fmla="*/ 4290 h 10000"/>
                      <a:gd name="connsiteX11" fmla="*/ 9859 w 10003"/>
                      <a:gd name="connsiteY11" fmla="*/ 4290 h 10000"/>
                      <a:gd name="connsiteX12" fmla="*/ 8789 w 10003"/>
                      <a:gd name="connsiteY12" fmla="*/ 3323 h 10000"/>
                      <a:gd name="connsiteX13" fmla="*/ 6451 w 10003"/>
                      <a:gd name="connsiteY13" fmla="*/ 6484 h 10000"/>
                      <a:gd name="connsiteX14" fmla="*/ 0 w 10003"/>
                      <a:gd name="connsiteY14" fmla="*/ 10000 h 10000"/>
                      <a:gd name="connsiteX15" fmla="*/ 5718 w 10003"/>
                      <a:gd name="connsiteY15" fmla="*/ 5387 h 10000"/>
                      <a:gd name="connsiteX16" fmla="*/ 7380 w 10003"/>
                      <a:gd name="connsiteY16" fmla="*/ 2065 h 10000"/>
                      <a:gd name="connsiteX17" fmla="*/ 7380 w 10003"/>
                      <a:gd name="connsiteY17" fmla="*/ 2065 h 10000"/>
                      <a:gd name="connsiteX18" fmla="*/ 7380 w 10003"/>
                      <a:gd name="connsiteY18" fmla="*/ 2065 h 10000"/>
                      <a:gd name="connsiteX19" fmla="*/ 6422 w 10003"/>
                      <a:gd name="connsiteY19" fmla="*/ 1161 h 10000"/>
                      <a:gd name="connsiteX20" fmla="*/ 6338 w 10003"/>
                      <a:gd name="connsiteY20" fmla="*/ 1097 h 10000"/>
                      <a:gd name="connsiteX21" fmla="*/ 6310 w 10003"/>
                      <a:gd name="connsiteY21" fmla="*/ 1032 h 10000"/>
                      <a:gd name="connsiteX22" fmla="*/ 6310 w 10003"/>
                      <a:gd name="connsiteY22" fmla="*/ 1000 h 10000"/>
                      <a:gd name="connsiteX23" fmla="*/ 6338 w 10003"/>
                      <a:gd name="connsiteY23" fmla="*/ 968 h 10000"/>
                      <a:gd name="connsiteX24" fmla="*/ 6395 w 10003"/>
                      <a:gd name="connsiteY24" fmla="*/ 968 h 10000"/>
                      <a:gd name="connsiteX25" fmla="*/ 6422 w 10003"/>
                      <a:gd name="connsiteY25" fmla="*/ 903 h 10000"/>
                      <a:gd name="connsiteX26" fmla="*/ 6451 w 10003"/>
                      <a:gd name="connsiteY26" fmla="*/ 903 h 10000"/>
                      <a:gd name="connsiteX27" fmla="*/ 6536 w 10003"/>
                      <a:gd name="connsiteY27" fmla="*/ 903 h 10000"/>
                      <a:gd name="connsiteX28" fmla="*/ 6648 w 10003"/>
                      <a:gd name="connsiteY28" fmla="*/ 871 h 10000"/>
                      <a:gd name="connsiteX29" fmla="*/ 6704 w 10003"/>
                      <a:gd name="connsiteY29" fmla="*/ 871 h 10000"/>
                      <a:gd name="connsiteX30" fmla="*/ 7155 w 10003"/>
                      <a:gd name="connsiteY30" fmla="*/ 742 h 10000"/>
                      <a:gd name="connsiteX31" fmla="*/ 7634 w 10003"/>
                      <a:gd name="connsiteY31" fmla="*/ 613 h 10000"/>
                      <a:gd name="connsiteX32" fmla="*/ 8197 w 10003"/>
                      <a:gd name="connsiteY32" fmla="*/ 452 h 10000"/>
                      <a:gd name="connsiteX33" fmla="*/ 8733 w 10003"/>
                      <a:gd name="connsiteY33" fmla="*/ 323 h 10000"/>
                      <a:gd name="connsiteX34" fmla="*/ 9211 w 10003"/>
                      <a:gd name="connsiteY34" fmla="*/ 194 h 10000"/>
                      <a:gd name="connsiteX35" fmla="*/ 9606 w 10003"/>
                      <a:gd name="connsiteY35" fmla="*/ 65 h 10000"/>
                      <a:gd name="connsiteX36" fmla="*/ 9888 w 10003"/>
                      <a:gd name="connsiteY36" fmla="*/ 0 h 10000"/>
                      <a:gd name="connsiteX0" fmla="*/ 9888 w 10003"/>
                      <a:gd name="connsiteY0" fmla="*/ 0 h 10000"/>
                      <a:gd name="connsiteX1" fmla="*/ 10000 w 10003"/>
                      <a:gd name="connsiteY1" fmla="*/ 0 h 10000"/>
                      <a:gd name="connsiteX2" fmla="*/ 9972 w 10003"/>
                      <a:gd name="connsiteY2" fmla="*/ 4000 h 10000"/>
                      <a:gd name="connsiteX3" fmla="*/ 9972 w 10003"/>
                      <a:gd name="connsiteY3" fmla="*/ 4032 h 10000"/>
                      <a:gd name="connsiteX4" fmla="*/ 9972 w 10003"/>
                      <a:gd name="connsiteY4" fmla="*/ 4161 h 10000"/>
                      <a:gd name="connsiteX5" fmla="*/ 9972 w 10003"/>
                      <a:gd name="connsiteY5" fmla="*/ 4258 h 10000"/>
                      <a:gd name="connsiteX6" fmla="*/ 9915 w 10003"/>
                      <a:gd name="connsiteY6" fmla="*/ 4290 h 10000"/>
                      <a:gd name="connsiteX7" fmla="*/ 9915 w 10003"/>
                      <a:gd name="connsiteY7" fmla="*/ 4290 h 10000"/>
                      <a:gd name="connsiteX8" fmla="*/ 9888 w 10003"/>
                      <a:gd name="connsiteY8" fmla="*/ 4290 h 10000"/>
                      <a:gd name="connsiteX9" fmla="*/ 9859 w 10003"/>
                      <a:gd name="connsiteY9" fmla="*/ 4290 h 10000"/>
                      <a:gd name="connsiteX10" fmla="*/ 9859 w 10003"/>
                      <a:gd name="connsiteY10" fmla="*/ 4290 h 10000"/>
                      <a:gd name="connsiteX11" fmla="*/ 8789 w 10003"/>
                      <a:gd name="connsiteY11" fmla="*/ 3323 h 10000"/>
                      <a:gd name="connsiteX12" fmla="*/ 6451 w 10003"/>
                      <a:gd name="connsiteY12" fmla="*/ 6484 h 10000"/>
                      <a:gd name="connsiteX13" fmla="*/ 0 w 10003"/>
                      <a:gd name="connsiteY13" fmla="*/ 10000 h 10000"/>
                      <a:gd name="connsiteX14" fmla="*/ 5718 w 10003"/>
                      <a:gd name="connsiteY14" fmla="*/ 5387 h 10000"/>
                      <a:gd name="connsiteX15" fmla="*/ 7380 w 10003"/>
                      <a:gd name="connsiteY15" fmla="*/ 2065 h 10000"/>
                      <a:gd name="connsiteX16" fmla="*/ 7380 w 10003"/>
                      <a:gd name="connsiteY16" fmla="*/ 2065 h 10000"/>
                      <a:gd name="connsiteX17" fmla="*/ 7380 w 10003"/>
                      <a:gd name="connsiteY17" fmla="*/ 2065 h 10000"/>
                      <a:gd name="connsiteX18" fmla="*/ 6422 w 10003"/>
                      <a:gd name="connsiteY18" fmla="*/ 1161 h 10000"/>
                      <a:gd name="connsiteX19" fmla="*/ 6338 w 10003"/>
                      <a:gd name="connsiteY19" fmla="*/ 1097 h 10000"/>
                      <a:gd name="connsiteX20" fmla="*/ 6310 w 10003"/>
                      <a:gd name="connsiteY20" fmla="*/ 1032 h 10000"/>
                      <a:gd name="connsiteX21" fmla="*/ 6310 w 10003"/>
                      <a:gd name="connsiteY21" fmla="*/ 1000 h 10000"/>
                      <a:gd name="connsiteX22" fmla="*/ 6338 w 10003"/>
                      <a:gd name="connsiteY22" fmla="*/ 968 h 10000"/>
                      <a:gd name="connsiteX23" fmla="*/ 6395 w 10003"/>
                      <a:gd name="connsiteY23" fmla="*/ 968 h 10000"/>
                      <a:gd name="connsiteX24" fmla="*/ 6422 w 10003"/>
                      <a:gd name="connsiteY24" fmla="*/ 903 h 10000"/>
                      <a:gd name="connsiteX25" fmla="*/ 6451 w 10003"/>
                      <a:gd name="connsiteY25" fmla="*/ 903 h 10000"/>
                      <a:gd name="connsiteX26" fmla="*/ 6536 w 10003"/>
                      <a:gd name="connsiteY26" fmla="*/ 903 h 10000"/>
                      <a:gd name="connsiteX27" fmla="*/ 6648 w 10003"/>
                      <a:gd name="connsiteY27" fmla="*/ 871 h 10000"/>
                      <a:gd name="connsiteX28" fmla="*/ 6704 w 10003"/>
                      <a:gd name="connsiteY28" fmla="*/ 871 h 10000"/>
                      <a:gd name="connsiteX29" fmla="*/ 7155 w 10003"/>
                      <a:gd name="connsiteY29" fmla="*/ 742 h 10000"/>
                      <a:gd name="connsiteX30" fmla="*/ 7634 w 10003"/>
                      <a:gd name="connsiteY30" fmla="*/ 613 h 10000"/>
                      <a:gd name="connsiteX31" fmla="*/ 8197 w 10003"/>
                      <a:gd name="connsiteY31" fmla="*/ 452 h 10000"/>
                      <a:gd name="connsiteX32" fmla="*/ 8733 w 10003"/>
                      <a:gd name="connsiteY32" fmla="*/ 323 h 10000"/>
                      <a:gd name="connsiteX33" fmla="*/ 9211 w 10003"/>
                      <a:gd name="connsiteY33" fmla="*/ 194 h 10000"/>
                      <a:gd name="connsiteX34" fmla="*/ 9606 w 10003"/>
                      <a:gd name="connsiteY34" fmla="*/ 65 h 10000"/>
                      <a:gd name="connsiteX35" fmla="*/ 9888 w 10003"/>
                      <a:gd name="connsiteY35" fmla="*/ 0 h 10000"/>
                      <a:gd name="connsiteX0" fmla="*/ 9888 w 10003"/>
                      <a:gd name="connsiteY0" fmla="*/ 0 h 10000"/>
                      <a:gd name="connsiteX1" fmla="*/ 10000 w 10003"/>
                      <a:gd name="connsiteY1" fmla="*/ 0 h 10000"/>
                      <a:gd name="connsiteX2" fmla="*/ 9972 w 10003"/>
                      <a:gd name="connsiteY2" fmla="*/ 4000 h 10000"/>
                      <a:gd name="connsiteX3" fmla="*/ 9972 w 10003"/>
                      <a:gd name="connsiteY3" fmla="*/ 4161 h 10000"/>
                      <a:gd name="connsiteX4" fmla="*/ 9972 w 10003"/>
                      <a:gd name="connsiteY4" fmla="*/ 4258 h 10000"/>
                      <a:gd name="connsiteX5" fmla="*/ 9915 w 10003"/>
                      <a:gd name="connsiteY5" fmla="*/ 4290 h 10000"/>
                      <a:gd name="connsiteX6" fmla="*/ 9915 w 10003"/>
                      <a:gd name="connsiteY6" fmla="*/ 4290 h 10000"/>
                      <a:gd name="connsiteX7" fmla="*/ 9888 w 10003"/>
                      <a:gd name="connsiteY7" fmla="*/ 4290 h 10000"/>
                      <a:gd name="connsiteX8" fmla="*/ 9859 w 10003"/>
                      <a:gd name="connsiteY8" fmla="*/ 4290 h 10000"/>
                      <a:gd name="connsiteX9" fmla="*/ 9859 w 10003"/>
                      <a:gd name="connsiteY9" fmla="*/ 4290 h 10000"/>
                      <a:gd name="connsiteX10" fmla="*/ 8789 w 10003"/>
                      <a:gd name="connsiteY10" fmla="*/ 3323 h 10000"/>
                      <a:gd name="connsiteX11" fmla="*/ 6451 w 10003"/>
                      <a:gd name="connsiteY11" fmla="*/ 6484 h 10000"/>
                      <a:gd name="connsiteX12" fmla="*/ 0 w 10003"/>
                      <a:gd name="connsiteY12" fmla="*/ 10000 h 10000"/>
                      <a:gd name="connsiteX13" fmla="*/ 5718 w 10003"/>
                      <a:gd name="connsiteY13" fmla="*/ 5387 h 10000"/>
                      <a:gd name="connsiteX14" fmla="*/ 7380 w 10003"/>
                      <a:gd name="connsiteY14" fmla="*/ 2065 h 10000"/>
                      <a:gd name="connsiteX15" fmla="*/ 7380 w 10003"/>
                      <a:gd name="connsiteY15" fmla="*/ 2065 h 10000"/>
                      <a:gd name="connsiteX16" fmla="*/ 7380 w 10003"/>
                      <a:gd name="connsiteY16" fmla="*/ 2065 h 10000"/>
                      <a:gd name="connsiteX17" fmla="*/ 6422 w 10003"/>
                      <a:gd name="connsiteY17" fmla="*/ 1161 h 10000"/>
                      <a:gd name="connsiteX18" fmla="*/ 6338 w 10003"/>
                      <a:gd name="connsiteY18" fmla="*/ 1097 h 10000"/>
                      <a:gd name="connsiteX19" fmla="*/ 6310 w 10003"/>
                      <a:gd name="connsiteY19" fmla="*/ 1032 h 10000"/>
                      <a:gd name="connsiteX20" fmla="*/ 6310 w 10003"/>
                      <a:gd name="connsiteY20" fmla="*/ 1000 h 10000"/>
                      <a:gd name="connsiteX21" fmla="*/ 6338 w 10003"/>
                      <a:gd name="connsiteY21" fmla="*/ 968 h 10000"/>
                      <a:gd name="connsiteX22" fmla="*/ 6395 w 10003"/>
                      <a:gd name="connsiteY22" fmla="*/ 968 h 10000"/>
                      <a:gd name="connsiteX23" fmla="*/ 6422 w 10003"/>
                      <a:gd name="connsiteY23" fmla="*/ 903 h 10000"/>
                      <a:gd name="connsiteX24" fmla="*/ 6451 w 10003"/>
                      <a:gd name="connsiteY24" fmla="*/ 903 h 10000"/>
                      <a:gd name="connsiteX25" fmla="*/ 6536 w 10003"/>
                      <a:gd name="connsiteY25" fmla="*/ 903 h 10000"/>
                      <a:gd name="connsiteX26" fmla="*/ 6648 w 10003"/>
                      <a:gd name="connsiteY26" fmla="*/ 871 h 10000"/>
                      <a:gd name="connsiteX27" fmla="*/ 6704 w 10003"/>
                      <a:gd name="connsiteY27" fmla="*/ 871 h 10000"/>
                      <a:gd name="connsiteX28" fmla="*/ 7155 w 10003"/>
                      <a:gd name="connsiteY28" fmla="*/ 742 h 10000"/>
                      <a:gd name="connsiteX29" fmla="*/ 7634 w 10003"/>
                      <a:gd name="connsiteY29" fmla="*/ 613 h 10000"/>
                      <a:gd name="connsiteX30" fmla="*/ 8197 w 10003"/>
                      <a:gd name="connsiteY30" fmla="*/ 452 h 10000"/>
                      <a:gd name="connsiteX31" fmla="*/ 8733 w 10003"/>
                      <a:gd name="connsiteY31" fmla="*/ 323 h 10000"/>
                      <a:gd name="connsiteX32" fmla="*/ 9211 w 10003"/>
                      <a:gd name="connsiteY32" fmla="*/ 194 h 10000"/>
                      <a:gd name="connsiteX33" fmla="*/ 9606 w 10003"/>
                      <a:gd name="connsiteY33" fmla="*/ 65 h 10000"/>
                      <a:gd name="connsiteX34" fmla="*/ 9888 w 10003"/>
                      <a:gd name="connsiteY34" fmla="*/ 0 h 10000"/>
                      <a:gd name="connsiteX0" fmla="*/ 9888 w 10003"/>
                      <a:gd name="connsiteY0" fmla="*/ 0 h 10000"/>
                      <a:gd name="connsiteX1" fmla="*/ 10000 w 10003"/>
                      <a:gd name="connsiteY1" fmla="*/ 0 h 10000"/>
                      <a:gd name="connsiteX2" fmla="*/ 9972 w 10003"/>
                      <a:gd name="connsiteY2" fmla="*/ 4161 h 10000"/>
                      <a:gd name="connsiteX3" fmla="*/ 9972 w 10003"/>
                      <a:gd name="connsiteY3" fmla="*/ 4258 h 10000"/>
                      <a:gd name="connsiteX4" fmla="*/ 9915 w 10003"/>
                      <a:gd name="connsiteY4" fmla="*/ 4290 h 10000"/>
                      <a:gd name="connsiteX5" fmla="*/ 9915 w 10003"/>
                      <a:gd name="connsiteY5" fmla="*/ 4290 h 10000"/>
                      <a:gd name="connsiteX6" fmla="*/ 9888 w 10003"/>
                      <a:gd name="connsiteY6" fmla="*/ 4290 h 10000"/>
                      <a:gd name="connsiteX7" fmla="*/ 9859 w 10003"/>
                      <a:gd name="connsiteY7" fmla="*/ 4290 h 10000"/>
                      <a:gd name="connsiteX8" fmla="*/ 9859 w 10003"/>
                      <a:gd name="connsiteY8" fmla="*/ 4290 h 10000"/>
                      <a:gd name="connsiteX9" fmla="*/ 8789 w 10003"/>
                      <a:gd name="connsiteY9" fmla="*/ 3323 h 10000"/>
                      <a:gd name="connsiteX10" fmla="*/ 6451 w 10003"/>
                      <a:gd name="connsiteY10" fmla="*/ 6484 h 10000"/>
                      <a:gd name="connsiteX11" fmla="*/ 0 w 10003"/>
                      <a:gd name="connsiteY11" fmla="*/ 10000 h 10000"/>
                      <a:gd name="connsiteX12" fmla="*/ 5718 w 10003"/>
                      <a:gd name="connsiteY12" fmla="*/ 5387 h 10000"/>
                      <a:gd name="connsiteX13" fmla="*/ 7380 w 10003"/>
                      <a:gd name="connsiteY13" fmla="*/ 2065 h 10000"/>
                      <a:gd name="connsiteX14" fmla="*/ 7380 w 10003"/>
                      <a:gd name="connsiteY14" fmla="*/ 2065 h 10000"/>
                      <a:gd name="connsiteX15" fmla="*/ 7380 w 10003"/>
                      <a:gd name="connsiteY15" fmla="*/ 2065 h 10000"/>
                      <a:gd name="connsiteX16" fmla="*/ 6422 w 10003"/>
                      <a:gd name="connsiteY16" fmla="*/ 1161 h 10000"/>
                      <a:gd name="connsiteX17" fmla="*/ 6338 w 10003"/>
                      <a:gd name="connsiteY17" fmla="*/ 1097 h 10000"/>
                      <a:gd name="connsiteX18" fmla="*/ 6310 w 10003"/>
                      <a:gd name="connsiteY18" fmla="*/ 1032 h 10000"/>
                      <a:gd name="connsiteX19" fmla="*/ 6310 w 10003"/>
                      <a:gd name="connsiteY19" fmla="*/ 1000 h 10000"/>
                      <a:gd name="connsiteX20" fmla="*/ 6338 w 10003"/>
                      <a:gd name="connsiteY20" fmla="*/ 968 h 10000"/>
                      <a:gd name="connsiteX21" fmla="*/ 6395 w 10003"/>
                      <a:gd name="connsiteY21" fmla="*/ 968 h 10000"/>
                      <a:gd name="connsiteX22" fmla="*/ 6422 w 10003"/>
                      <a:gd name="connsiteY22" fmla="*/ 903 h 10000"/>
                      <a:gd name="connsiteX23" fmla="*/ 6451 w 10003"/>
                      <a:gd name="connsiteY23" fmla="*/ 903 h 10000"/>
                      <a:gd name="connsiteX24" fmla="*/ 6536 w 10003"/>
                      <a:gd name="connsiteY24" fmla="*/ 903 h 10000"/>
                      <a:gd name="connsiteX25" fmla="*/ 6648 w 10003"/>
                      <a:gd name="connsiteY25" fmla="*/ 871 h 10000"/>
                      <a:gd name="connsiteX26" fmla="*/ 6704 w 10003"/>
                      <a:gd name="connsiteY26" fmla="*/ 871 h 10000"/>
                      <a:gd name="connsiteX27" fmla="*/ 7155 w 10003"/>
                      <a:gd name="connsiteY27" fmla="*/ 742 h 10000"/>
                      <a:gd name="connsiteX28" fmla="*/ 7634 w 10003"/>
                      <a:gd name="connsiteY28" fmla="*/ 613 h 10000"/>
                      <a:gd name="connsiteX29" fmla="*/ 8197 w 10003"/>
                      <a:gd name="connsiteY29" fmla="*/ 452 h 10000"/>
                      <a:gd name="connsiteX30" fmla="*/ 8733 w 10003"/>
                      <a:gd name="connsiteY30" fmla="*/ 323 h 10000"/>
                      <a:gd name="connsiteX31" fmla="*/ 9211 w 10003"/>
                      <a:gd name="connsiteY31" fmla="*/ 194 h 10000"/>
                      <a:gd name="connsiteX32" fmla="*/ 9606 w 10003"/>
                      <a:gd name="connsiteY32" fmla="*/ 65 h 10000"/>
                      <a:gd name="connsiteX33" fmla="*/ 9888 w 10003"/>
                      <a:gd name="connsiteY33" fmla="*/ 0 h 10000"/>
                      <a:gd name="connsiteX0" fmla="*/ 9888 w 10003"/>
                      <a:gd name="connsiteY0" fmla="*/ 0 h 10000"/>
                      <a:gd name="connsiteX1" fmla="*/ 10000 w 10003"/>
                      <a:gd name="connsiteY1" fmla="*/ 0 h 10000"/>
                      <a:gd name="connsiteX2" fmla="*/ 9972 w 10003"/>
                      <a:gd name="connsiteY2" fmla="*/ 4161 h 10000"/>
                      <a:gd name="connsiteX3" fmla="*/ 9972 w 10003"/>
                      <a:gd name="connsiteY3" fmla="*/ 4258 h 10000"/>
                      <a:gd name="connsiteX4" fmla="*/ 9915 w 10003"/>
                      <a:gd name="connsiteY4" fmla="*/ 4290 h 10000"/>
                      <a:gd name="connsiteX5" fmla="*/ 9888 w 10003"/>
                      <a:gd name="connsiteY5" fmla="*/ 4290 h 10000"/>
                      <a:gd name="connsiteX6" fmla="*/ 9859 w 10003"/>
                      <a:gd name="connsiteY6" fmla="*/ 4290 h 10000"/>
                      <a:gd name="connsiteX7" fmla="*/ 9859 w 10003"/>
                      <a:gd name="connsiteY7" fmla="*/ 4290 h 10000"/>
                      <a:gd name="connsiteX8" fmla="*/ 8789 w 10003"/>
                      <a:gd name="connsiteY8" fmla="*/ 3323 h 10000"/>
                      <a:gd name="connsiteX9" fmla="*/ 6451 w 10003"/>
                      <a:gd name="connsiteY9" fmla="*/ 6484 h 10000"/>
                      <a:gd name="connsiteX10" fmla="*/ 0 w 10003"/>
                      <a:gd name="connsiteY10" fmla="*/ 10000 h 10000"/>
                      <a:gd name="connsiteX11" fmla="*/ 5718 w 10003"/>
                      <a:gd name="connsiteY11" fmla="*/ 5387 h 10000"/>
                      <a:gd name="connsiteX12" fmla="*/ 7380 w 10003"/>
                      <a:gd name="connsiteY12" fmla="*/ 2065 h 10000"/>
                      <a:gd name="connsiteX13" fmla="*/ 7380 w 10003"/>
                      <a:gd name="connsiteY13" fmla="*/ 2065 h 10000"/>
                      <a:gd name="connsiteX14" fmla="*/ 7380 w 10003"/>
                      <a:gd name="connsiteY14" fmla="*/ 2065 h 10000"/>
                      <a:gd name="connsiteX15" fmla="*/ 6422 w 10003"/>
                      <a:gd name="connsiteY15" fmla="*/ 1161 h 10000"/>
                      <a:gd name="connsiteX16" fmla="*/ 6338 w 10003"/>
                      <a:gd name="connsiteY16" fmla="*/ 1097 h 10000"/>
                      <a:gd name="connsiteX17" fmla="*/ 6310 w 10003"/>
                      <a:gd name="connsiteY17" fmla="*/ 1032 h 10000"/>
                      <a:gd name="connsiteX18" fmla="*/ 6310 w 10003"/>
                      <a:gd name="connsiteY18" fmla="*/ 1000 h 10000"/>
                      <a:gd name="connsiteX19" fmla="*/ 6338 w 10003"/>
                      <a:gd name="connsiteY19" fmla="*/ 968 h 10000"/>
                      <a:gd name="connsiteX20" fmla="*/ 6395 w 10003"/>
                      <a:gd name="connsiteY20" fmla="*/ 968 h 10000"/>
                      <a:gd name="connsiteX21" fmla="*/ 6422 w 10003"/>
                      <a:gd name="connsiteY21" fmla="*/ 903 h 10000"/>
                      <a:gd name="connsiteX22" fmla="*/ 6451 w 10003"/>
                      <a:gd name="connsiteY22" fmla="*/ 903 h 10000"/>
                      <a:gd name="connsiteX23" fmla="*/ 6536 w 10003"/>
                      <a:gd name="connsiteY23" fmla="*/ 903 h 10000"/>
                      <a:gd name="connsiteX24" fmla="*/ 6648 w 10003"/>
                      <a:gd name="connsiteY24" fmla="*/ 871 h 10000"/>
                      <a:gd name="connsiteX25" fmla="*/ 6704 w 10003"/>
                      <a:gd name="connsiteY25" fmla="*/ 871 h 10000"/>
                      <a:gd name="connsiteX26" fmla="*/ 7155 w 10003"/>
                      <a:gd name="connsiteY26" fmla="*/ 742 h 10000"/>
                      <a:gd name="connsiteX27" fmla="*/ 7634 w 10003"/>
                      <a:gd name="connsiteY27" fmla="*/ 613 h 10000"/>
                      <a:gd name="connsiteX28" fmla="*/ 8197 w 10003"/>
                      <a:gd name="connsiteY28" fmla="*/ 452 h 10000"/>
                      <a:gd name="connsiteX29" fmla="*/ 8733 w 10003"/>
                      <a:gd name="connsiteY29" fmla="*/ 323 h 10000"/>
                      <a:gd name="connsiteX30" fmla="*/ 9211 w 10003"/>
                      <a:gd name="connsiteY30" fmla="*/ 194 h 10000"/>
                      <a:gd name="connsiteX31" fmla="*/ 9606 w 10003"/>
                      <a:gd name="connsiteY31" fmla="*/ 65 h 10000"/>
                      <a:gd name="connsiteX32" fmla="*/ 9888 w 10003"/>
                      <a:gd name="connsiteY32" fmla="*/ 0 h 10000"/>
                      <a:gd name="connsiteX0" fmla="*/ 9888 w 10003"/>
                      <a:gd name="connsiteY0" fmla="*/ 0 h 10000"/>
                      <a:gd name="connsiteX1" fmla="*/ 10000 w 10003"/>
                      <a:gd name="connsiteY1" fmla="*/ 0 h 10000"/>
                      <a:gd name="connsiteX2" fmla="*/ 9972 w 10003"/>
                      <a:gd name="connsiteY2" fmla="*/ 4258 h 10000"/>
                      <a:gd name="connsiteX3" fmla="*/ 9915 w 10003"/>
                      <a:gd name="connsiteY3" fmla="*/ 4290 h 10000"/>
                      <a:gd name="connsiteX4" fmla="*/ 9888 w 10003"/>
                      <a:gd name="connsiteY4" fmla="*/ 4290 h 10000"/>
                      <a:gd name="connsiteX5" fmla="*/ 9859 w 10003"/>
                      <a:gd name="connsiteY5" fmla="*/ 4290 h 10000"/>
                      <a:gd name="connsiteX6" fmla="*/ 9859 w 10003"/>
                      <a:gd name="connsiteY6" fmla="*/ 4290 h 10000"/>
                      <a:gd name="connsiteX7" fmla="*/ 8789 w 10003"/>
                      <a:gd name="connsiteY7" fmla="*/ 3323 h 10000"/>
                      <a:gd name="connsiteX8" fmla="*/ 6451 w 10003"/>
                      <a:gd name="connsiteY8" fmla="*/ 6484 h 10000"/>
                      <a:gd name="connsiteX9" fmla="*/ 0 w 10003"/>
                      <a:gd name="connsiteY9" fmla="*/ 10000 h 10000"/>
                      <a:gd name="connsiteX10" fmla="*/ 5718 w 10003"/>
                      <a:gd name="connsiteY10" fmla="*/ 5387 h 10000"/>
                      <a:gd name="connsiteX11" fmla="*/ 7380 w 10003"/>
                      <a:gd name="connsiteY11" fmla="*/ 2065 h 10000"/>
                      <a:gd name="connsiteX12" fmla="*/ 7380 w 10003"/>
                      <a:gd name="connsiteY12" fmla="*/ 2065 h 10000"/>
                      <a:gd name="connsiteX13" fmla="*/ 7380 w 10003"/>
                      <a:gd name="connsiteY13" fmla="*/ 2065 h 10000"/>
                      <a:gd name="connsiteX14" fmla="*/ 6422 w 10003"/>
                      <a:gd name="connsiteY14" fmla="*/ 1161 h 10000"/>
                      <a:gd name="connsiteX15" fmla="*/ 6338 w 10003"/>
                      <a:gd name="connsiteY15" fmla="*/ 1097 h 10000"/>
                      <a:gd name="connsiteX16" fmla="*/ 6310 w 10003"/>
                      <a:gd name="connsiteY16" fmla="*/ 1032 h 10000"/>
                      <a:gd name="connsiteX17" fmla="*/ 6310 w 10003"/>
                      <a:gd name="connsiteY17" fmla="*/ 1000 h 10000"/>
                      <a:gd name="connsiteX18" fmla="*/ 6338 w 10003"/>
                      <a:gd name="connsiteY18" fmla="*/ 968 h 10000"/>
                      <a:gd name="connsiteX19" fmla="*/ 6395 w 10003"/>
                      <a:gd name="connsiteY19" fmla="*/ 968 h 10000"/>
                      <a:gd name="connsiteX20" fmla="*/ 6422 w 10003"/>
                      <a:gd name="connsiteY20" fmla="*/ 903 h 10000"/>
                      <a:gd name="connsiteX21" fmla="*/ 6451 w 10003"/>
                      <a:gd name="connsiteY21" fmla="*/ 903 h 10000"/>
                      <a:gd name="connsiteX22" fmla="*/ 6536 w 10003"/>
                      <a:gd name="connsiteY22" fmla="*/ 903 h 10000"/>
                      <a:gd name="connsiteX23" fmla="*/ 6648 w 10003"/>
                      <a:gd name="connsiteY23" fmla="*/ 871 h 10000"/>
                      <a:gd name="connsiteX24" fmla="*/ 6704 w 10003"/>
                      <a:gd name="connsiteY24" fmla="*/ 871 h 10000"/>
                      <a:gd name="connsiteX25" fmla="*/ 7155 w 10003"/>
                      <a:gd name="connsiteY25" fmla="*/ 742 h 10000"/>
                      <a:gd name="connsiteX26" fmla="*/ 7634 w 10003"/>
                      <a:gd name="connsiteY26" fmla="*/ 613 h 10000"/>
                      <a:gd name="connsiteX27" fmla="*/ 8197 w 10003"/>
                      <a:gd name="connsiteY27" fmla="*/ 452 h 10000"/>
                      <a:gd name="connsiteX28" fmla="*/ 8733 w 10003"/>
                      <a:gd name="connsiteY28" fmla="*/ 323 h 10000"/>
                      <a:gd name="connsiteX29" fmla="*/ 9211 w 10003"/>
                      <a:gd name="connsiteY29" fmla="*/ 194 h 10000"/>
                      <a:gd name="connsiteX30" fmla="*/ 9606 w 10003"/>
                      <a:gd name="connsiteY30" fmla="*/ 65 h 10000"/>
                      <a:gd name="connsiteX31" fmla="*/ 9888 w 10003"/>
                      <a:gd name="connsiteY31" fmla="*/ 0 h 10000"/>
                      <a:gd name="connsiteX0" fmla="*/ 9888 w 10000"/>
                      <a:gd name="connsiteY0" fmla="*/ 0 h 10000"/>
                      <a:gd name="connsiteX1" fmla="*/ 10000 w 10000"/>
                      <a:gd name="connsiteY1" fmla="*/ 0 h 10000"/>
                      <a:gd name="connsiteX2" fmla="*/ 9915 w 10000"/>
                      <a:gd name="connsiteY2" fmla="*/ 4290 h 10000"/>
                      <a:gd name="connsiteX3" fmla="*/ 9888 w 10000"/>
                      <a:gd name="connsiteY3" fmla="*/ 4290 h 10000"/>
                      <a:gd name="connsiteX4" fmla="*/ 9859 w 10000"/>
                      <a:gd name="connsiteY4" fmla="*/ 4290 h 10000"/>
                      <a:gd name="connsiteX5" fmla="*/ 9859 w 10000"/>
                      <a:gd name="connsiteY5" fmla="*/ 4290 h 10000"/>
                      <a:gd name="connsiteX6" fmla="*/ 8789 w 10000"/>
                      <a:gd name="connsiteY6" fmla="*/ 3323 h 10000"/>
                      <a:gd name="connsiteX7" fmla="*/ 6451 w 10000"/>
                      <a:gd name="connsiteY7" fmla="*/ 6484 h 10000"/>
                      <a:gd name="connsiteX8" fmla="*/ 0 w 10000"/>
                      <a:gd name="connsiteY8" fmla="*/ 10000 h 10000"/>
                      <a:gd name="connsiteX9" fmla="*/ 5718 w 10000"/>
                      <a:gd name="connsiteY9" fmla="*/ 5387 h 10000"/>
                      <a:gd name="connsiteX10" fmla="*/ 7380 w 10000"/>
                      <a:gd name="connsiteY10" fmla="*/ 2065 h 10000"/>
                      <a:gd name="connsiteX11" fmla="*/ 7380 w 10000"/>
                      <a:gd name="connsiteY11" fmla="*/ 2065 h 10000"/>
                      <a:gd name="connsiteX12" fmla="*/ 7380 w 10000"/>
                      <a:gd name="connsiteY12" fmla="*/ 2065 h 10000"/>
                      <a:gd name="connsiteX13" fmla="*/ 6422 w 10000"/>
                      <a:gd name="connsiteY13" fmla="*/ 1161 h 10000"/>
                      <a:gd name="connsiteX14" fmla="*/ 6338 w 10000"/>
                      <a:gd name="connsiteY14" fmla="*/ 1097 h 10000"/>
                      <a:gd name="connsiteX15" fmla="*/ 6310 w 10000"/>
                      <a:gd name="connsiteY15" fmla="*/ 1032 h 10000"/>
                      <a:gd name="connsiteX16" fmla="*/ 6310 w 10000"/>
                      <a:gd name="connsiteY16" fmla="*/ 1000 h 10000"/>
                      <a:gd name="connsiteX17" fmla="*/ 6338 w 10000"/>
                      <a:gd name="connsiteY17" fmla="*/ 968 h 10000"/>
                      <a:gd name="connsiteX18" fmla="*/ 6395 w 10000"/>
                      <a:gd name="connsiteY18" fmla="*/ 968 h 10000"/>
                      <a:gd name="connsiteX19" fmla="*/ 6422 w 10000"/>
                      <a:gd name="connsiteY19" fmla="*/ 903 h 10000"/>
                      <a:gd name="connsiteX20" fmla="*/ 6451 w 10000"/>
                      <a:gd name="connsiteY20" fmla="*/ 903 h 10000"/>
                      <a:gd name="connsiteX21" fmla="*/ 6536 w 10000"/>
                      <a:gd name="connsiteY21" fmla="*/ 903 h 10000"/>
                      <a:gd name="connsiteX22" fmla="*/ 6648 w 10000"/>
                      <a:gd name="connsiteY22" fmla="*/ 871 h 10000"/>
                      <a:gd name="connsiteX23" fmla="*/ 6704 w 10000"/>
                      <a:gd name="connsiteY23" fmla="*/ 871 h 10000"/>
                      <a:gd name="connsiteX24" fmla="*/ 7155 w 10000"/>
                      <a:gd name="connsiteY24" fmla="*/ 742 h 10000"/>
                      <a:gd name="connsiteX25" fmla="*/ 7634 w 10000"/>
                      <a:gd name="connsiteY25" fmla="*/ 613 h 10000"/>
                      <a:gd name="connsiteX26" fmla="*/ 8197 w 10000"/>
                      <a:gd name="connsiteY26" fmla="*/ 452 h 10000"/>
                      <a:gd name="connsiteX27" fmla="*/ 8733 w 10000"/>
                      <a:gd name="connsiteY27" fmla="*/ 323 h 10000"/>
                      <a:gd name="connsiteX28" fmla="*/ 9211 w 10000"/>
                      <a:gd name="connsiteY28" fmla="*/ 194 h 10000"/>
                      <a:gd name="connsiteX29" fmla="*/ 9606 w 10000"/>
                      <a:gd name="connsiteY29" fmla="*/ 65 h 10000"/>
                      <a:gd name="connsiteX30" fmla="*/ 9888 w 10000"/>
                      <a:gd name="connsiteY30" fmla="*/ 0 h 10000"/>
                      <a:gd name="connsiteX0" fmla="*/ 9888 w 10000"/>
                      <a:gd name="connsiteY0" fmla="*/ 0 h 10000"/>
                      <a:gd name="connsiteX1" fmla="*/ 10000 w 10000"/>
                      <a:gd name="connsiteY1" fmla="*/ 0 h 10000"/>
                      <a:gd name="connsiteX2" fmla="*/ 9915 w 10000"/>
                      <a:gd name="connsiteY2" fmla="*/ 4290 h 10000"/>
                      <a:gd name="connsiteX3" fmla="*/ 9859 w 10000"/>
                      <a:gd name="connsiteY3" fmla="*/ 4290 h 10000"/>
                      <a:gd name="connsiteX4" fmla="*/ 9859 w 10000"/>
                      <a:gd name="connsiteY4" fmla="*/ 4290 h 10000"/>
                      <a:gd name="connsiteX5" fmla="*/ 8789 w 10000"/>
                      <a:gd name="connsiteY5" fmla="*/ 3323 h 10000"/>
                      <a:gd name="connsiteX6" fmla="*/ 6451 w 10000"/>
                      <a:gd name="connsiteY6" fmla="*/ 6484 h 10000"/>
                      <a:gd name="connsiteX7" fmla="*/ 0 w 10000"/>
                      <a:gd name="connsiteY7" fmla="*/ 10000 h 10000"/>
                      <a:gd name="connsiteX8" fmla="*/ 5718 w 10000"/>
                      <a:gd name="connsiteY8" fmla="*/ 5387 h 10000"/>
                      <a:gd name="connsiteX9" fmla="*/ 7380 w 10000"/>
                      <a:gd name="connsiteY9" fmla="*/ 2065 h 10000"/>
                      <a:gd name="connsiteX10" fmla="*/ 7380 w 10000"/>
                      <a:gd name="connsiteY10" fmla="*/ 2065 h 10000"/>
                      <a:gd name="connsiteX11" fmla="*/ 7380 w 10000"/>
                      <a:gd name="connsiteY11" fmla="*/ 2065 h 10000"/>
                      <a:gd name="connsiteX12" fmla="*/ 6422 w 10000"/>
                      <a:gd name="connsiteY12" fmla="*/ 1161 h 10000"/>
                      <a:gd name="connsiteX13" fmla="*/ 6338 w 10000"/>
                      <a:gd name="connsiteY13" fmla="*/ 1097 h 10000"/>
                      <a:gd name="connsiteX14" fmla="*/ 6310 w 10000"/>
                      <a:gd name="connsiteY14" fmla="*/ 1032 h 10000"/>
                      <a:gd name="connsiteX15" fmla="*/ 6310 w 10000"/>
                      <a:gd name="connsiteY15" fmla="*/ 1000 h 10000"/>
                      <a:gd name="connsiteX16" fmla="*/ 6338 w 10000"/>
                      <a:gd name="connsiteY16" fmla="*/ 968 h 10000"/>
                      <a:gd name="connsiteX17" fmla="*/ 6395 w 10000"/>
                      <a:gd name="connsiteY17" fmla="*/ 968 h 10000"/>
                      <a:gd name="connsiteX18" fmla="*/ 6422 w 10000"/>
                      <a:gd name="connsiteY18" fmla="*/ 903 h 10000"/>
                      <a:gd name="connsiteX19" fmla="*/ 6451 w 10000"/>
                      <a:gd name="connsiteY19" fmla="*/ 903 h 10000"/>
                      <a:gd name="connsiteX20" fmla="*/ 6536 w 10000"/>
                      <a:gd name="connsiteY20" fmla="*/ 903 h 10000"/>
                      <a:gd name="connsiteX21" fmla="*/ 6648 w 10000"/>
                      <a:gd name="connsiteY21" fmla="*/ 871 h 10000"/>
                      <a:gd name="connsiteX22" fmla="*/ 6704 w 10000"/>
                      <a:gd name="connsiteY22" fmla="*/ 871 h 10000"/>
                      <a:gd name="connsiteX23" fmla="*/ 7155 w 10000"/>
                      <a:gd name="connsiteY23" fmla="*/ 742 h 10000"/>
                      <a:gd name="connsiteX24" fmla="*/ 7634 w 10000"/>
                      <a:gd name="connsiteY24" fmla="*/ 613 h 10000"/>
                      <a:gd name="connsiteX25" fmla="*/ 8197 w 10000"/>
                      <a:gd name="connsiteY25" fmla="*/ 452 h 10000"/>
                      <a:gd name="connsiteX26" fmla="*/ 8733 w 10000"/>
                      <a:gd name="connsiteY26" fmla="*/ 323 h 10000"/>
                      <a:gd name="connsiteX27" fmla="*/ 9211 w 10000"/>
                      <a:gd name="connsiteY27" fmla="*/ 194 h 10000"/>
                      <a:gd name="connsiteX28" fmla="*/ 9606 w 10000"/>
                      <a:gd name="connsiteY28" fmla="*/ 65 h 10000"/>
                      <a:gd name="connsiteX29" fmla="*/ 9888 w 10000"/>
                      <a:gd name="connsiteY29" fmla="*/ 0 h 10000"/>
                      <a:gd name="connsiteX0" fmla="*/ 9888 w 10000"/>
                      <a:gd name="connsiteY0" fmla="*/ 0 h 10000"/>
                      <a:gd name="connsiteX1" fmla="*/ 10000 w 10000"/>
                      <a:gd name="connsiteY1" fmla="*/ 0 h 10000"/>
                      <a:gd name="connsiteX2" fmla="*/ 9859 w 10000"/>
                      <a:gd name="connsiteY2" fmla="*/ 4290 h 10000"/>
                      <a:gd name="connsiteX3" fmla="*/ 9859 w 10000"/>
                      <a:gd name="connsiteY3" fmla="*/ 4290 h 10000"/>
                      <a:gd name="connsiteX4" fmla="*/ 8789 w 10000"/>
                      <a:gd name="connsiteY4" fmla="*/ 3323 h 10000"/>
                      <a:gd name="connsiteX5" fmla="*/ 6451 w 10000"/>
                      <a:gd name="connsiteY5" fmla="*/ 6484 h 10000"/>
                      <a:gd name="connsiteX6" fmla="*/ 0 w 10000"/>
                      <a:gd name="connsiteY6" fmla="*/ 10000 h 10000"/>
                      <a:gd name="connsiteX7" fmla="*/ 5718 w 10000"/>
                      <a:gd name="connsiteY7" fmla="*/ 5387 h 10000"/>
                      <a:gd name="connsiteX8" fmla="*/ 7380 w 10000"/>
                      <a:gd name="connsiteY8" fmla="*/ 2065 h 10000"/>
                      <a:gd name="connsiteX9" fmla="*/ 7380 w 10000"/>
                      <a:gd name="connsiteY9" fmla="*/ 2065 h 10000"/>
                      <a:gd name="connsiteX10" fmla="*/ 7380 w 10000"/>
                      <a:gd name="connsiteY10" fmla="*/ 2065 h 10000"/>
                      <a:gd name="connsiteX11" fmla="*/ 6422 w 10000"/>
                      <a:gd name="connsiteY11" fmla="*/ 1161 h 10000"/>
                      <a:gd name="connsiteX12" fmla="*/ 6338 w 10000"/>
                      <a:gd name="connsiteY12" fmla="*/ 1097 h 10000"/>
                      <a:gd name="connsiteX13" fmla="*/ 6310 w 10000"/>
                      <a:gd name="connsiteY13" fmla="*/ 1032 h 10000"/>
                      <a:gd name="connsiteX14" fmla="*/ 6310 w 10000"/>
                      <a:gd name="connsiteY14" fmla="*/ 1000 h 10000"/>
                      <a:gd name="connsiteX15" fmla="*/ 6338 w 10000"/>
                      <a:gd name="connsiteY15" fmla="*/ 968 h 10000"/>
                      <a:gd name="connsiteX16" fmla="*/ 6395 w 10000"/>
                      <a:gd name="connsiteY16" fmla="*/ 968 h 10000"/>
                      <a:gd name="connsiteX17" fmla="*/ 6422 w 10000"/>
                      <a:gd name="connsiteY17" fmla="*/ 903 h 10000"/>
                      <a:gd name="connsiteX18" fmla="*/ 6451 w 10000"/>
                      <a:gd name="connsiteY18" fmla="*/ 903 h 10000"/>
                      <a:gd name="connsiteX19" fmla="*/ 6536 w 10000"/>
                      <a:gd name="connsiteY19" fmla="*/ 903 h 10000"/>
                      <a:gd name="connsiteX20" fmla="*/ 6648 w 10000"/>
                      <a:gd name="connsiteY20" fmla="*/ 871 h 10000"/>
                      <a:gd name="connsiteX21" fmla="*/ 6704 w 10000"/>
                      <a:gd name="connsiteY21" fmla="*/ 871 h 10000"/>
                      <a:gd name="connsiteX22" fmla="*/ 7155 w 10000"/>
                      <a:gd name="connsiteY22" fmla="*/ 742 h 10000"/>
                      <a:gd name="connsiteX23" fmla="*/ 7634 w 10000"/>
                      <a:gd name="connsiteY23" fmla="*/ 613 h 10000"/>
                      <a:gd name="connsiteX24" fmla="*/ 8197 w 10000"/>
                      <a:gd name="connsiteY24" fmla="*/ 452 h 10000"/>
                      <a:gd name="connsiteX25" fmla="*/ 8733 w 10000"/>
                      <a:gd name="connsiteY25" fmla="*/ 323 h 10000"/>
                      <a:gd name="connsiteX26" fmla="*/ 9211 w 10000"/>
                      <a:gd name="connsiteY26" fmla="*/ 194 h 10000"/>
                      <a:gd name="connsiteX27" fmla="*/ 9606 w 10000"/>
                      <a:gd name="connsiteY27" fmla="*/ 65 h 10000"/>
                      <a:gd name="connsiteX28" fmla="*/ 9888 w 10000"/>
                      <a:gd name="connsiteY28" fmla="*/ 0 h 10000"/>
                      <a:gd name="connsiteX0" fmla="*/ 9888 w 10000"/>
                      <a:gd name="connsiteY0" fmla="*/ 0 h 10000"/>
                      <a:gd name="connsiteX1" fmla="*/ 10000 w 10000"/>
                      <a:gd name="connsiteY1" fmla="*/ 0 h 10000"/>
                      <a:gd name="connsiteX2" fmla="*/ 9859 w 10000"/>
                      <a:gd name="connsiteY2" fmla="*/ 4290 h 10000"/>
                      <a:gd name="connsiteX3" fmla="*/ 9859 w 10000"/>
                      <a:gd name="connsiteY3" fmla="*/ 4290 h 10000"/>
                      <a:gd name="connsiteX4" fmla="*/ 8789 w 10000"/>
                      <a:gd name="connsiteY4" fmla="*/ 3323 h 10000"/>
                      <a:gd name="connsiteX5" fmla="*/ 6451 w 10000"/>
                      <a:gd name="connsiteY5" fmla="*/ 6484 h 10000"/>
                      <a:gd name="connsiteX6" fmla="*/ 0 w 10000"/>
                      <a:gd name="connsiteY6" fmla="*/ 10000 h 10000"/>
                      <a:gd name="connsiteX7" fmla="*/ 5718 w 10000"/>
                      <a:gd name="connsiteY7" fmla="*/ 5387 h 10000"/>
                      <a:gd name="connsiteX8" fmla="*/ 7380 w 10000"/>
                      <a:gd name="connsiteY8" fmla="*/ 2065 h 10000"/>
                      <a:gd name="connsiteX9" fmla="*/ 7380 w 10000"/>
                      <a:gd name="connsiteY9" fmla="*/ 2065 h 10000"/>
                      <a:gd name="connsiteX10" fmla="*/ 7380 w 10000"/>
                      <a:gd name="connsiteY10" fmla="*/ 2065 h 10000"/>
                      <a:gd name="connsiteX11" fmla="*/ 6422 w 10000"/>
                      <a:gd name="connsiteY11" fmla="*/ 1161 h 10000"/>
                      <a:gd name="connsiteX12" fmla="*/ 6310 w 10000"/>
                      <a:gd name="connsiteY12" fmla="*/ 1032 h 10000"/>
                      <a:gd name="connsiteX13" fmla="*/ 6310 w 10000"/>
                      <a:gd name="connsiteY13" fmla="*/ 1000 h 10000"/>
                      <a:gd name="connsiteX14" fmla="*/ 6338 w 10000"/>
                      <a:gd name="connsiteY14" fmla="*/ 968 h 10000"/>
                      <a:gd name="connsiteX15" fmla="*/ 6395 w 10000"/>
                      <a:gd name="connsiteY15" fmla="*/ 968 h 10000"/>
                      <a:gd name="connsiteX16" fmla="*/ 6422 w 10000"/>
                      <a:gd name="connsiteY16" fmla="*/ 903 h 10000"/>
                      <a:gd name="connsiteX17" fmla="*/ 6451 w 10000"/>
                      <a:gd name="connsiteY17" fmla="*/ 903 h 10000"/>
                      <a:gd name="connsiteX18" fmla="*/ 6536 w 10000"/>
                      <a:gd name="connsiteY18" fmla="*/ 903 h 10000"/>
                      <a:gd name="connsiteX19" fmla="*/ 6648 w 10000"/>
                      <a:gd name="connsiteY19" fmla="*/ 871 h 10000"/>
                      <a:gd name="connsiteX20" fmla="*/ 6704 w 10000"/>
                      <a:gd name="connsiteY20" fmla="*/ 871 h 10000"/>
                      <a:gd name="connsiteX21" fmla="*/ 7155 w 10000"/>
                      <a:gd name="connsiteY21" fmla="*/ 742 h 10000"/>
                      <a:gd name="connsiteX22" fmla="*/ 7634 w 10000"/>
                      <a:gd name="connsiteY22" fmla="*/ 613 h 10000"/>
                      <a:gd name="connsiteX23" fmla="*/ 8197 w 10000"/>
                      <a:gd name="connsiteY23" fmla="*/ 452 h 10000"/>
                      <a:gd name="connsiteX24" fmla="*/ 8733 w 10000"/>
                      <a:gd name="connsiteY24" fmla="*/ 323 h 10000"/>
                      <a:gd name="connsiteX25" fmla="*/ 9211 w 10000"/>
                      <a:gd name="connsiteY25" fmla="*/ 194 h 10000"/>
                      <a:gd name="connsiteX26" fmla="*/ 9606 w 10000"/>
                      <a:gd name="connsiteY26" fmla="*/ 65 h 10000"/>
                      <a:gd name="connsiteX27" fmla="*/ 9888 w 10000"/>
                      <a:gd name="connsiteY27" fmla="*/ 0 h 10000"/>
                      <a:gd name="connsiteX0" fmla="*/ 9888 w 10000"/>
                      <a:gd name="connsiteY0" fmla="*/ 0 h 10000"/>
                      <a:gd name="connsiteX1" fmla="*/ 10000 w 10000"/>
                      <a:gd name="connsiteY1" fmla="*/ 0 h 10000"/>
                      <a:gd name="connsiteX2" fmla="*/ 9859 w 10000"/>
                      <a:gd name="connsiteY2" fmla="*/ 4290 h 10000"/>
                      <a:gd name="connsiteX3" fmla="*/ 9859 w 10000"/>
                      <a:gd name="connsiteY3" fmla="*/ 4290 h 10000"/>
                      <a:gd name="connsiteX4" fmla="*/ 8789 w 10000"/>
                      <a:gd name="connsiteY4" fmla="*/ 3323 h 10000"/>
                      <a:gd name="connsiteX5" fmla="*/ 6451 w 10000"/>
                      <a:gd name="connsiteY5" fmla="*/ 6484 h 10000"/>
                      <a:gd name="connsiteX6" fmla="*/ 0 w 10000"/>
                      <a:gd name="connsiteY6" fmla="*/ 10000 h 10000"/>
                      <a:gd name="connsiteX7" fmla="*/ 5718 w 10000"/>
                      <a:gd name="connsiteY7" fmla="*/ 5387 h 10000"/>
                      <a:gd name="connsiteX8" fmla="*/ 7380 w 10000"/>
                      <a:gd name="connsiteY8" fmla="*/ 2065 h 10000"/>
                      <a:gd name="connsiteX9" fmla="*/ 7380 w 10000"/>
                      <a:gd name="connsiteY9" fmla="*/ 2065 h 10000"/>
                      <a:gd name="connsiteX10" fmla="*/ 7380 w 10000"/>
                      <a:gd name="connsiteY10" fmla="*/ 2065 h 10000"/>
                      <a:gd name="connsiteX11" fmla="*/ 6310 w 10000"/>
                      <a:gd name="connsiteY11" fmla="*/ 1032 h 10000"/>
                      <a:gd name="connsiteX12" fmla="*/ 6310 w 10000"/>
                      <a:gd name="connsiteY12" fmla="*/ 1000 h 10000"/>
                      <a:gd name="connsiteX13" fmla="*/ 6338 w 10000"/>
                      <a:gd name="connsiteY13" fmla="*/ 968 h 10000"/>
                      <a:gd name="connsiteX14" fmla="*/ 6395 w 10000"/>
                      <a:gd name="connsiteY14" fmla="*/ 968 h 10000"/>
                      <a:gd name="connsiteX15" fmla="*/ 6422 w 10000"/>
                      <a:gd name="connsiteY15" fmla="*/ 903 h 10000"/>
                      <a:gd name="connsiteX16" fmla="*/ 6451 w 10000"/>
                      <a:gd name="connsiteY16" fmla="*/ 903 h 10000"/>
                      <a:gd name="connsiteX17" fmla="*/ 6536 w 10000"/>
                      <a:gd name="connsiteY17" fmla="*/ 903 h 10000"/>
                      <a:gd name="connsiteX18" fmla="*/ 6648 w 10000"/>
                      <a:gd name="connsiteY18" fmla="*/ 871 h 10000"/>
                      <a:gd name="connsiteX19" fmla="*/ 6704 w 10000"/>
                      <a:gd name="connsiteY19" fmla="*/ 871 h 10000"/>
                      <a:gd name="connsiteX20" fmla="*/ 7155 w 10000"/>
                      <a:gd name="connsiteY20" fmla="*/ 742 h 10000"/>
                      <a:gd name="connsiteX21" fmla="*/ 7634 w 10000"/>
                      <a:gd name="connsiteY21" fmla="*/ 613 h 10000"/>
                      <a:gd name="connsiteX22" fmla="*/ 8197 w 10000"/>
                      <a:gd name="connsiteY22" fmla="*/ 452 h 10000"/>
                      <a:gd name="connsiteX23" fmla="*/ 8733 w 10000"/>
                      <a:gd name="connsiteY23" fmla="*/ 323 h 10000"/>
                      <a:gd name="connsiteX24" fmla="*/ 9211 w 10000"/>
                      <a:gd name="connsiteY24" fmla="*/ 194 h 10000"/>
                      <a:gd name="connsiteX25" fmla="*/ 9606 w 10000"/>
                      <a:gd name="connsiteY25" fmla="*/ 65 h 10000"/>
                      <a:gd name="connsiteX26" fmla="*/ 9888 w 10000"/>
                      <a:gd name="connsiteY26" fmla="*/ 0 h 10000"/>
                      <a:gd name="connsiteX0" fmla="*/ 9888 w 10000"/>
                      <a:gd name="connsiteY0" fmla="*/ 0 h 10000"/>
                      <a:gd name="connsiteX1" fmla="*/ 10000 w 10000"/>
                      <a:gd name="connsiteY1" fmla="*/ 0 h 10000"/>
                      <a:gd name="connsiteX2" fmla="*/ 9859 w 10000"/>
                      <a:gd name="connsiteY2" fmla="*/ 4290 h 10000"/>
                      <a:gd name="connsiteX3" fmla="*/ 9859 w 10000"/>
                      <a:gd name="connsiteY3" fmla="*/ 4290 h 10000"/>
                      <a:gd name="connsiteX4" fmla="*/ 8789 w 10000"/>
                      <a:gd name="connsiteY4" fmla="*/ 3323 h 10000"/>
                      <a:gd name="connsiteX5" fmla="*/ 6451 w 10000"/>
                      <a:gd name="connsiteY5" fmla="*/ 6484 h 10000"/>
                      <a:gd name="connsiteX6" fmla="*/ 0 w 10000"/>
                      <a:gd name="connsiteY6" fmla="*/ 10000 h 10000"/>
                      <a:gd name="connsiteX7" fmla="*/ 5718 w 10000"/>
                      <a:gd name="connsiteY7" fmla="*/ 5387 h 10000"/>
                      <a:gd name="connsiteX8" fmla="*/ 7380 w 10000"/>
                      <a:gd name="connsiteY8" fmla="*/ 2065 h 10000"/>
                      <a:gd name="connsiteX9" fmla="*/ 7380 w 10000"/>
                      <a:gd name="connsiteY9" fmla="*/ 2065 h 10000"/>
                      <a:gd name="connsiteX10" fmla="*/ 7380 w 10000"/>
                      <a:gd name="connsiteY10" fmla="*/ 2065 h 10000"/>
                      <a:gd name="connsiteX11" fmla="*/ 6310 w 10000"/>
                      <a:gd name="connsiteY11" fmla="*/ 1032 h 10000"/>
                      <a:gd name="connsiteX12" fmla="*/ 6310 w 10000"/>
                      <a:gd name="connsiteY12" fmla="*/ 1000 h 10000"/>
                      <a:gd name="connsiteX13" fmla="*/ 6338 w 10000"/>
                      <a:gd name="connsiteY13" fmla="*/ 968 h 10000"/>
                      <a:gd name="connsiteX14" fmla="*/ 6395 w 10000"/>
                      <a:gd name="connsiteY14" fmla="*/ 968 h 10000"/>
                      <a:gd name="connsiteX15" fmla="*/ 6422 w 10000"/>
                      <a:gd name="connsiteY15" fmla="*/ 903 h 10000"/>
                      <a:gd name="connsiteX16" fmla="*/ 6451 w 10000"/>
                      <a:gd name="connsiteY16" fmla="*/ 903 h 10000"/>
                      <a:gd name="connsiteX17" fmla="*/ 6536 w 10000"/>
                      <a:gd name="connsiteY17" fmla="*/ 903 h 10000"/>
                      <a:gd name="connsiteX18" fmla="*/ 6704 w 10000"/>
                      <a:gd name="connsiteY18" fmla="*/ 871 h 10000"/>
                      <a:gd name="connsiteX19" fmla="*/ 7155 w 10000"/>
                      <a:gd name="connsiteY19" fmla="*/ 742 h 10000"/>
                      <a:gd name="connsiteX20" fmla="*/ 7634 w 10000"/>
                      <a:gd name="connsiteY20" fmla="*/ 613 h 10000"/>
                      <a:gd name="connsiteX21" fmla="*/ 8197 w 10000"/>
                      <a:gd name="connsiteY21" fmla="*/ 452 h 10000"/>
                      <a:gd name="connsiteX22" fmla="*/ 8733 w 10000"/>
                      <a:gd name="connsiteY22" fmla="*/ 323 h 10000"/>
                      <a:gd name="connsiteX23" fmla="*/ 9211 w 10000"/>
                      <a:gd name="connsiteY23" fmla="*/ 194 h 10000"/>
                      <a:gd name="connsiteX24" fmla="*/ 9606 w 10000"/>
                      <a:gd name="connsiteY24" fmla="*/ 65 h 10000"/>
                      <a:gd name="connsiteX25" fmla="*/ 9888 w 10000"/>
                      <a:gd name="connsiteY25" fmla="*/ 0 h 10000"/>
                      <a:gd name="connsiteX0" fmla="*/ 9888 w 10000"/>
                      <a:gd name="connsiteY0" fmla="*/ 0 h 10000"/>
                      <a:gd name="connsiteX1" fmla="*/ 10000 w 10000"/>
                      <a:gd name="connsiteY1" fmla="*/ 0 h 10000"/>
                      <a:gd name="connsiteX2" fmla="*/ 9859 w 10000"/>
                      <a:gd name="connsiteY2" fmla="*/ 4290 h 10000"/>
                      <a:gd name="connsiteX3" fmla="*/ 9859 w 10000"/>
                      <a:gd name="connsiteY3" fmla="*/ 4290 h 10000"/>
                      <a:gd name="connsiteX4" fmla="*/ 8789 w 10000"/>
                      <a:gd name="connsiteY4" fmla="*/ 3323 h 10000"/>
                      <a:gd name="connsiteX5" fmla="*/ 6451 w 10000"/>
                      <a:gd name="connsiteY5" fmla="*/ 6484 h 10000"/>
                      <a:gd name="connsiteX6" fmla="*/ 0 w 10000"/>
                      <a:gd name="connsiteY6" fmla="*/ 10000 h 10000"/>
                      <a:gd name="connsiteX7" fmla="*/ 5718 w 10000"/>
                      <a:gd name="connsiteY7" fmla="*/ 5387 h 10000"/>
                      <a:gd name="connsiteX8" fmla="*/ 7380 w 10000"/>
                      <a:gd name="connsiteY8" fmla="*/ 2065 h 10000"/>
                      <a:gd name="connsiteX9" fmla="*/ 7380 w 10000"/>
                      <a:gd name="connsiteY9" fmla="*/ 2065 h 10000"/>
                      <a:gd name="connsiteX10" fmla="*/ 7380 w 10000"/>
                      <a:gd name="connsiteY10" fmla="*/ 2065 h 10000"/>
                      <a:gd name="connsiteX11" fmla="*/ 6310 w 10000"/>
                      <a:gd name="connsiteY11" fmla="*/ 1032 h 10000"/>
                      <a:gd name="connsiteX12" fmla="*/ 6310 w 10000"/>
                      <a:gd name="connsiteY12" fmla="*/ 1000 h 10000"/>
                      <a:gd name="connsiteX13" fmla="*/ 6338 w 10000"/>
                      <a:gd name="connsiteY13" fmla="*/ 968 h 10000"/>
                      <a:gd name="connsiteX14" fmla="*/ 6395 w 10000"/>
                      <a:gd name="connsiteY14" fmla="*/ 968 h 10000"/>
                      <a:gd name="connsiteX15" fmla="*/ 6422 w 10000"/>
                      <a:gd name="connsiteY15" fmla="*/ 903 h 10000"/>
                      <a:gd name="connsiteX16" fmla="*/ 6451 w 10000"/>
                      <a:gd name="connsiteY16" fmla="*/ 903 h 10000"/>
                      <a:gd name="connsiteX17" fmla="*/ 6536 w 10000"/>
                      <a:gd name="connsiteY17" fmla="*/ 903 h 10000"/>
                      <a:gd name="connsiteX18" fmla="*/ 6704 w 10000"/>
                      <a:gd name="connsiteY18" fmla="*/ 871 h 10000"/>
                      <a:gd name="connsiteX19" fmla="*/ 7634 w 10000"/>
                      <a:gd name="connsiteY19" fmla="*/ 613 h 10000"/>
                      <a:gd name="connsiteX20" fmla="*/ 8197 w 10000"/>
                      <a:gd name="connsiteY20" fmla="*/ 452 h 10000"/>
                      <a:gd name="connsiteX21" fmla="*/ 8733 w 10000"/>
                      <a:gd name="connsiteY21" fmla="*/ 323 h 10000"/>
                      <a:gd name="connsiteX22" fmla="*/ 9211 w 10000"/>
                      <a:gd name="connsiteY22" fmla="*/ 194 h 10000"/>
                      <a:gd name="connsiteX23" fmla="*/ 9606 w 10000"/>
                      <a:gd name="connsiteY23" fmla="*/ 65 h 10000"/>
                      <a:gd name="connsiteX24" fmla="*/ 9888 w 10000"/>
                      <a:gd name="connsiteY24" fmla="*/ 0 h 10000"/>
                      <a:gd name="connsiteX0" fmla="*/ 9888 w 10000"/>
                      <a:gd name="connsiteY0" fmla="*/ 0 h 10000"/>
                      <a:gd name="connsiteX1" fmla="*/ 10000 w 10000"/>
                      <a:gd name="connsiteY1" fmla="*/ 0 h 10000"/>
                      <a:gd name="connsiteX2" fmla="*/ 9859 w 10000"/>
                      <a:gd name="connsiteY2" fmla="*/ 4290 h 10000"/>
                      <a:gd name="connsiteX3" fmla="*/ 9859 w 10000"/>
                      <a:gd name="connsiteY3" fmla="*/ 4290 h 10000"/>
                      <a:gd name="connsiteX4" fmla="*/ 8789 w 10000"/>
                      <a:gd name="connsiteY4" fmla="*/ 3323 h 10000"/>
                      <a:gd name="connsiteX5" fmla="*/ 6451 w 10000"/>
                      <a:gd name="connsiteY5" fmla="*/ 6484 h 10000"/>
                      <a:gd name="connsiteX6" fmla="*/ 0 w 10000"/>
                      <a:gd name="connsiteY6" fmla="*/ 10000 h 10000"/>
                      <a:gd name="connsiteX7" fmla="*/ 5718 w 10000"/>
                      <a:gd name="connsiteY7" fmla="*/ 5387 h 10000"/>
                      <a:gd name="connsiteX8" fmla="*/ 7380 w 10000"/>
                      <a:gd name="connsiteY8" fmla="*/ 2065 h 10000"/>
                      <a:gd name="connsiteX9" fmla="*/ 7380 w 10000"/>
                      <a:gd name="connsiteY9" fmla="*/ 2065 h 10000"/>
                      <a:gd name="connsiteX10" fmla="*/ 7380 w 10000"/>
                      <a:gd name="connsiteY10" fmla="*/ 2065 h 10000"/>
                      <a:gd name="connsiteX11" fmla="*/ 6310 w 10000"/>
                      <a:gd name="connsiteY11" fmla="*/ 1032 h 10000"/>
                      <a:gd name="connsiteX12" fmla="*/ 6310 w 10000"/>
                      <a:gd name="connsiteY12" fmla="*/ 1000 h 10000"/>
                      <a:gd name="connsiteX13" fmla="*/ 6338 w 10000"/>
                      <a:gd name="connsiteY13" fmla="*/ 968 h 10000"/>
                      <a:gd name="connsiteX14" fmla="*/ 6395 w 10000"/>
                      <a:gd name="connsiteY14" fmla="*/ 968 h 10000"/>
                      <a:gd name="connsiteX15" fmla="*/ 6422 w 10000"/>
                      <a:gd name="connsiteY15" fmla="*/ 903 h 10000"/>
                      <a:gd name="connsiteX16" fmla="*/ 6451 w 10000"/>
                      <a:gd name="connsiteY16" fmla="*/ 903 h 10000"/>
                      <a:gd name="connsiteX17" fmla="*/ 6536 w 10000"/>
                      <a:gd name="connsiteY17" fmla="*/ 903 h 10000"/>
                      <a:gd name="connsiteX18" fmla="*/ 6704 w 10000"/>
                      <a:gd name="connsiteY18" fmla="*/ 871 h 10000"/>
                      <a:gd name="connsiteX19" fmla="*/ 8197 w 10000"/>
                      <a:gd name="connsiteY19" fmla="*/ 452 h 10000"/>
                      <a:gd name="connsiteX20" fmla="*/ 8733 w 10000"/>
                      <a:gd name="connsiteY20" fmla="*/ 323 h 10000"/>
                      <a:gd name="connsiteX21" fmla="*/ 9211 w 10000"/>
                      <a:gd name="connsiteY21" fmla="*/ 194 h 10000"/>
                      <a:gd name="connsiteX22" fmla="*/ 9606 w 10000"/>
                      <a:gd name="connsiteY22" fmla="*/ 65 h 10000"/>
                      <a:gd name="connsiteX23" fmla="*/ 9888 w 10000"/>
                      <a:gd name="connsiteY23" fmla="*/ 0 h 10000"/>
                      <a:gd name="connsiteX0" fmla="*/ 9888 w 10000"/>
                      <a:gd name="connsiteY0" fmla="*/ 0 h 10000"/>
                      <a:gd name="connsiteX1" fmla="*/ 10000 w 10000"/>
                      <a:gd name="connsiteY1" fmla="*/ 0 h 10000"/>
                      <a:gd name="connsiteX2" fmla="*/ 9859 w 10000"/>
                      <a:gd name="connsiteY2" fmla="*/ 4290 h 10000"/>
                      <a:gd name="connsiteX3" fmla="*/ 9859 w 10000"/>
                      <a:gd name="connsiteY3" fmla="*/ 4290 h 10000"/>
                      <a:gd name="connsiteX4" fmla="*/ 8789 w 10000"/>
                      <a:gd name="connsiteY4" fmla="*/ 3323 h 10000"/>
                      <a:gd name="connsiteX5" fmla="*/ 6451 w 10000"/>
                      <a:gd name="connsiteY5" fmla="*/ 6484 h 10000"/>
                      <a:gd name="connsiteX6" fmla="*/ 0 w 10000"/>
                      <a:gd name="connsiteY6" fmla="*/ 10000 h 10000"/>
                      <a:gd name="connsiteX7" fmla="*/ 5718 w 10000"/>
                      <a:gd name="connsiteY7" fmla="*/ 5387 h 10000"/>
                      <a:gd name="connsiteX8" fmla="*/ 7380 w 10000"/>
                      <a:gd name="connsiteY8" fmla="*/ 2065 h 10000"/>
                      <a:gd name="connsiteX9" fmla="*/ 7380 w 10000"/>
                      <a:gd name="connsiteY9" fmla="*/ 2065 h 10000"/>
                      <a:gd name="connsiteX10" fmla="*/ 7380 w 10000"/>
                      <a:gd name="connsiteY10" fmla="*/ 2065 h 10000"/>
                      <a:gd name="connsiteX11" fmla="*/ 6310 w 10000"/>
                      <a:gd name="connsiteY11" fmla="*/ 1032 h 10000"/>
                      <a:gd name="connsiteX12" fmla="*/ 6310 w 10000"/>
                      <a:gd name="connsiteY12" fmla="*/ 1000 h 10000"/>
                      <a:gd name="connsiteX13" fmla="*/ 6338 w 10000"/>
                      <a:gd name="connsiteY13" fmla="*/ 968 h 10000"/>
                      <a:gd name="connsiteX14" fmla="*/ 6395 w 10000"/>
                      <a:gd name="connsiteY14" fmla="*/ 968 h 10000"/>
                      <a:gd name="connsiteX15" fmla="*/ 6422 w 10000"/>
                      <a:gd name="connsiteY15" fmla="*/ 903 h 10000"/>
                      <a:gd name="connsiteX16" fmla="*/ 6451 w 10000"/>
                      <a:gd name="connsiteY16" fmla="*/ 903 h 10000"/>
                      <a:gd name="connsiteX17" fmla="*/ 6536 w 10000"/>
                      <a:gd name="connsiteY17" fmla="*/ 903 h 10000"/>
                      <a:gd name="connsiteX18" fmla="*/ 6704 w 10000"/>
                      <a:gd name="connsiteY18" fmla="*/ 871 h 10000"/>
                      <a:gd name="connsiteX19" fmla="*/ 8733 w 10000"/>
                      <a:gd name="connsiteY19" fmla="*/ 323 h 10000"/>
                      <a:gd name="connsiteX20" fmla="*/ 9211 w 10000"/>
                      <a:gd name="connsiteY20" fmla="*/ 194 h 10000"/>
                      <a:gd name="connsiteX21" fmla="*/ 9606 w 10000"/>
                      <a:gd name="connsiteY21" fmla="*/ 65 h 10000"/>
                      <a:gd name="connsiteX22" fmla="*/ 9888 w 10000"/>
                      <a:gd name="connsiteY22" fmla="*/ 0 h 10000"/>
                      <a:gd name="connsiteX0" fmla="*/ 9888 w 10000"/>
                      <a:gd name="connsiteY0" fmla="*/ 0 h 10000"/>
                      <a:gd name="connsiteX1" fmla="*/ 10000 w 10000"/>
                      <a:gd name="connsiteY1" fmla="*/ 0 h 10000"/>
                      <a:gd name="connsiteX2" fmla="*/ 9859 w 10000"/>
                      <a:gd name="connsiteY2" fmla="*/ 4290 h 10000"/>
                      <a:gd name="connsiteX3" fmla="*/ 9859 w 10000"/>
                      <a:gd name="connsiteY3" fmla="*/ 4290 h 10000"/>
                      <a:gd name="connsiteX4" fmla="*/ 8789 w 10000"/>
                      <a:gd name="connsiteY4" fmla="*/ 3323 h 10000"/>
                      <a:gd name="connsiteX5" fmla="*/ 6451 w 10000"/>
                      <a:gd name="connsiteY5" fmla="*/ 6484 h 10000"/>
                      <a:gd name="connsiteX6" fmla="*/ 0 w 10000"/>
                      <a:gd name="connsiteY6" fmla="*/ 10000 h 10000"/>
                      <a:gd name="connsiteX7" fmla="*/ 5718 w 10000"/>
                      <a:gd name="connsiteY7" fmla="*/ 5387 h 10000"/>
                      <a:gd name="connsiteX8" fmla="*/ 7380 w 10000"/>
                      <a:gd name="connsiteY8" fmla="*/ 2065 h 10000"/>
                      <a:gd name="connsiteX9" fmla="*/ 7380 w 10000"/>
                      <a:gd name="connsiteY9" fmla="*/ 2065 h 10000"/>
                      <a:gd name="connsiteX10" fmla="*/ 7380 w 10000"/>
                      <a:gd name="connsiteY10" fmla="*/ 2065 h 10000"/>
                      <a:gd name="connsiteX11" fmla="*/ 6310 w 10000"/>
                      <a:gd name="connsiteY11" fmla="*/ 1032 h 10000"/>
                      <a:gd name="connsiteX12" fmla="*/ 6310 w 10000"/>
                      <a:gd name="connsiteY12" fmla="*/ 1000 h 10000"/>
                      <a:gd name="connsiteX13" fmla="*/ 6338 w 10000"/>
                      <a:gd name="connsiteY13" fmla="*/ 968 h 10000"/>
                      <a:gd name="connsiteX14" fmla="*/ 6395 w 10000"/>
                      <a:gd name="connsiteY14" fmla="*/ 968 h 10000"/>
                      <a:gd name="connsiteX15" fmla="*/ 6422 w 10000"/>
                      <a:gd name="connsiteY15" fmla="*/ 903 h 10000"/>
                      <a:gd name="connsiteX16" fmla="*/ 6451 w 10000"/>
                      <a:gd name="connsiteY16" fmla="*/ 903 h 10000"/>
                      <a:gd name="connsiteX17" fmla="*/ 6536 w 10000"/>
                      <a:gd name="connsiteY17" fmla="*/ 903 h 10000"/>
                      <a:gd name="connsiteX18" fmla="*/ 6704 w 10000"/>
                      <a:gd name="connsiteY18" fmla="*/ 871 h 10000"/>
                      <a:gd name="connsiteX19" fmla="*/ 9211 w 10000"/>
                      <a:gd name="connsiteY19" fmla="*/ 194 h 10000"/>
                      <a:gd name="connsiteX20" fmla="*/ 9606 w 10000"/>
                      <a:gd name="connsiteY20" fmla="*/ 65 h 10000"/>
                      <a:gd name="connsiteX21" fmla="*/ 9888 w 10000"/>
                      <a:gd name="connsiteY21" fmla="*/ 0 h 10000"/>
                      <a:gd name="connsiteX0" fmla="*/ 9888 w 10000"/>
                      <a:gd name="connsiteY0" fmla="*/ 0 h 10000"/>
                      <a:gd name="connsiteX1" fmla="*/ 10000 w 10000"/>
                      <a:gd name="connsiteY1" fmla="*/ 0 h 10000"/>
                      <a:gd name="connsiteX2" fmla="*/ 9859 w 10000"/>
                      <a:gd name="connsiteY2" fmla="*/ 4290 h 10000"/>
                      <a:gd name="connsiteX3" fmla="*/ 9859 w 10000"/>
                      <a:gd name="connsiteY3" fmla="*/ 4290 h 10000"/>
                      <a:gd name="connsiteX4" fmla="*/ 8789 w 10000"/>
                      <a:gd name="connsiteY4" fmla="*/ 3323 h 10000"/>
                      <a:gd name="connsiteX5" fmla="*/ 6451 w 10000"/>
                      <a:gd name="connsiteY5" fmla="*/ 6484 h 10000"/>
                      <a:gd name="connsiteX6" fmla="*/ 0 w 10000"/>
                      <a:gd name="connsiteY6" fmla="*/ 10000 h 10000"/>
                      <a:gd name="connsiteX7" fmla="*/ 5718 w 10000"/>
                      <a:gd name="connsiteY7" fmla="*/ 5387 h 10000"/>
                      <a:gd name="connsiteX8" fmla="*/ 7380 w 10000"/>
                      <a:gd name="connsiteY8" fmla="*/ 2065 h 10000"/>
                      <a:gd name="connsiteX9" fmla="*/ 7380 w 10000"/>
                      <a:gd name="connsiteY9" fmla="*/ 2065 h 10000"/>
                      <a:gd name="connsiteX10" fmla="*/ 7380 w 10000"/>
                      <a:gd name="connsiteY10" fmla="*/ 2065 h 10000"/>
                      <a:gd name="connsiteX11" fmla="*/ 6310 w 10000"/>
                      <a:gd name="connsiteY11" fmla="*/ 1032 h 10000"/>
                      <a:gd name="connsiteX12" fmla="*/ 6310 w 10000"/>
                      <a:gd name="connsiteY12" fmla="*/ 1000 h 10000"/>
                      <a:gd name="connsiteX13" fmla="*/ 6338 w 10000"/>
                      <a:gd name="connsiteY13" fmla="*/ 968 h 10000"/>
                      <a:gd name="connsiteX14" fmla="*/ 6395 w 10000"/>
                      <a:gd name="connsiteY14" fmla="*/ 968 h 10000"/>
                      <a:gd name="connsiteX15" fmla="*/ 6422 w 10000"/>
                      <a:gd name="connsiteY15" fmla="*/ 903 h 10000"/>
                      <a:gd name="connsiteX16" fmla="*/ 6451 w 10000"/>
                      <a:gd name="connsiteY16" fmla="*/ 903 h 10000"/>
                      <a:gd name="connsiteX17" fmla="*/ 6536 w 10000"/>
                      <a:gd name="connsiteY17" fmla="*/ 903 h 10000"/>
                      <a:gd name="connsiteX18" fmla="*/ 6704 w 10000"/>
                      <a:gd name="connsiteY18" fmla="*/ 871 h 10000"/>
                      <a:gd name="connsiteX19" fmla="*/ 9606 w 10000"/>
                      <a:gd name="connsiteY19" fmla="*/ 65 h 10000"/>
                      <a:gd name="connsiteX20" fmla="*/ 9888 w 10000"/>
                      <a:gd name="connsiteY20" fmla="*/ 0 h 10000"/>
                      <a:gd name="connsiteX0" fmla="*/ 9888 w 10000"/>
                      <a:gd name="connsiteY0" fmla="*/ 0 h 10000"/>
                      <a:gd name="connsiteX1" fmla="*/ 10000 w 10000"/>
                      <a:gd name="connsiteY1" fmla="*/ 0 h 10000"/>
                      <a:gd name="connsiteX2" fmla="*/ 9859 w 10000"/>
                      <a:gd name="connsiteY2" fmla="*/ 4290 h 10000"/>
                      <a:gd name="connsiteX3" fmla="*/ 9859 w 10000"/>
                      <a:gd name="connsiteY3" fmla="*/ 4290 h 10000"/>
                      <a:gd name="connsiteX4" fmla="*/ 8789 w 10000"/>
                      <a:gd name="connsiteY4" fmla="*/ 3323 h 10000"/>
                      <a:gd name="connsiteX5" fmla="*/ 6451 w 10000"/>
                      <a:gd name="connsiteY5" fmla="*/ 6484 h 10000"/>
                      <a:gd name="connsiteX6" fmla="*/ 0 w 10000"/>
                      <a:gd name="connsiteY6" fmla="*/ 10000 h 10000"/>
                      <a:gd name="connsiteX7" fmla="*/ 5718 w 10000"/>
                      <a:gd name="connsiteY7" fmla="*/ 5387 h 10000"/>
                      <a:gd name="connsiteX8" fmla="*/ 7380 w 10000"/>
                      <a:gd name="connsiteY8" fmla="*/ 2065 h 10000"/>
                      <a:gd name="connsiteX9" fmla="*/ 7380 w 10000"/>
                      <a:gd name="connsiteY9" fmla="*/ 2065 h 10000"/>
                      <a:gd name="connsiteX10" fmla="*/ 7380 w 10000"/>
                      <a:gd name="connsiteY10" fmla="*/ 2065 h 10000"/>
                      <a:gd name="connsiteX11" fmla="*/ 6310 w 10000"/>
                      <a:gd name="connsiteY11" fmla="*/ 1032 h 10000"/>
                      <a:gd name="connsiteX12" fmla="*/ 6310 w 10000"/>
                      <a:gd name="connsiteY12" fmla="*/ 1000 h 10000"/>
                      <a:gd name="connsiteX13" fmla="*/ 6338 w 10000"/>
                      <a:gd name="connsiteY13" fmla="*/ 968 h 10000"/>
                      <a:gd name="connsiteX14" fmla="*/ 6395 w 10000"/>
                      <a:gd name="connsiteY14" fmla="*/ 968 h 10000"/>
                      <a:gd name="connsiteX15" fmla="*/ 6422 w 10000"/>
                      <a:gd name="connsiteY15" fmla="*/ 903 h 10000"/>
                      <a:gd name="connsiteX16" fmla="*/ 6451 w 10000"/>
                      <a:gd name="connsiteY16" fmla="*/ 903 h 10000"/>
                      <a:gd name="connsiteX17" fmla="*/ 6536 w 10000"/>
                      <a:gd name="connsiteY17" fmla="*/ 903 h 10000"/>
                      <a:gd name="connsiteX18" fmla="*/ 6704 w 10000"/>
                      <a:gd name="connsiteY18" fmla="*/ 871 h 10000"/>
                      <a:gd name="connsiteX19" fmla="*/ 9888 w 10000"/>
                      <a:gd name="connsiteY19" fmla="*/ 0 h 10000"/>
                      <a:gd name="connsiteX0" fmla="*/ 6704 w 10000"/>
                      <a:gd name="connsiteY0" fmla="*/ 871 h 10000"/>
                      <a:gd name="connsiteX1" fmla="*/ 10000 w 10000"/>
                      <a:gd name="connsiteY1" fmla="*/ 0 h 10000"/>
                      <a:gd name="connsiteX2" fmla="*/ 9859 w 10000"/>
                      <a:gd name="connsiteY2" fmla="*/ 4290 h 10000"/>
                      <a:gd name="connsiteX3" fmla="*/ 9859 w 10000"/>
                      <a:gd name="connsiteY3" fmla="*/ 4290 h 10000"/>
                      <a:gd name="connsiteX4" fmla="*/ 8789 w 10000"/>
                      <a:gd name="connsiteY4" fmla="*/ 3323 h 10000"/>
                      <a:gd name="connsiteX5" fmla="*/ 6451 w 10000"/>
                      <a:gd name="connsiteY5" fmla="*/ 6484 h 10000"/>
                      <a:gd name="connsiteX6" fmla="*/ 0 w 10000"/>
                      <a:gd name="connsiteY6" fmla="*/ 10000 h 10000"/>
                      <a:gd name="connsiteX7" fmla="*/ 5718 w 10000"/>
                      <a:gd name="connsiteY7" fmla="*/ 5387 h 10000"/>
                      <a:gd name="connsiteX8" fmla="*/ 7380 w 10000"/>
                      <a:gd name="connsiteY8" fmla="*/ 2065 h 10000"/>
                      <a:gd name="connsiteX9" fmla="*/ 7380 w 10000"/>
                      <a:gd name="connsiteY9" fmla="*/ 2065 h 10000"/>
                      <a:gd name="connsiteX10" fmla="*/ 7380 w 10000"/>
                      <a:gd name="connsiteY10" fmla="*/ 2065 h 10000"/>
                      <a:gd name="connsiteX11" fmla="*/ 6310 w 10000"/>
                      <a:gd name="connsiteY11" fmla="*/ 1032 h 10000"/>
                      <a:gd name="connsiteX12" fmla="*/ 6310 w 10000"/>
                      <a:gd name="connsiteY12" fmla="*/ 1000 h 10000"/>
                      <a:gd name="connsiteX13" fmla="*/ 6338 w 10000"/>
                      <a:gd name="connsiteY13" fmla="*/ 968 h 10000"/>
                      <a:gd name="connsiteX14" fmla="*/ 6395 w 10000"/>
                      <a:gd name="connsiteY14" fmla="*/ 968 h 10000"/>
                      <a:gd name="connsiteX15" fmla="*/ 6422 w 10000"/>
                      <a:gd name="connsiteY15" fmla="*/ 903 h 10000"/>
                      <a:gd name="connsiteX16" fmla="*/ 6451 w 10000"/>
                      <a:gd name="connsiteY16" fmla="*/ 903 h 10000"/>
                      <a:gd name="connsiteX17" fmla="*/ 6536 w 10000"/>
                      <a:gd name="connsiteY17" fmla="*/ 903 h 10000"/>
                      <a:gd name="connsiteX18" fmla="*/ 6704 w 10000"/>
                      <a:gd name="connsiteY18" fmla="*/ 871 h 10000"/>
                      <a:gd name="connsiteX0" fmla="*/ 6536 w 10000"/>
                      <a:gd name="connsiteY0" fmla="*/ 1042 h 10139"/>
                      <a:gd name="connsiteX1" fmla="*/ 10000 w 10000"/>
                      <a:gd name="connsiteY1" fmla="*/ 139 h 10139"/>
                      <a:gd name="connsiteX2" fmla="*/ 9859 w 10000"/>
                      <a:gd name="connsiteY2" fmla="*/ 4429 h 10139"/>
                      <a:gd name="connsiteX3" fmla="*/ 9859 w 10000"/>
                      <a:gd name="connsiteY3" fmla="*/ 4429 h 10139"/>
                      <a:gd name="connsiteX4" fmla="*/ 8789 w 10000"/>
                      <a:gd name="connsiteY4" fmla="*/ 3462 h 10139"/>
                      <a:gd name="connsiteX5" fmla="*/ 6451 w 10000"/>
                      <a:gd name="connsiteY5" fmla="*/ 6623 h 10139"/>
                      <a:gd name="connsiteX6" fmla="*/ 0 w 10000"/>
                      <a:gd name="connsiteY6" fmla="*/ 10139 h 10139"/>
                      <a:gd name="connsiteX7" fmla="*/ 5718 w 10000"/>
                      <a:gd name="connsiteY7" fmla="*/ 5526 h 10139"/>
                      <a:gd name="connsiteX8" fmla="*/ 7380 w 10000"/>
                      <a:gd name="connsiteY8" fmla="*/ 2204 h 10139"/>
                      <a:gd name="connsiteX9" fmla="*/ 7380 w 10000"/>
                      <a:gd name="connsiteY9" fmla="*/ 2204 h 10139"/>
                      <a:gd name="connsiteX10" fmla="*/ 7380 w 10000"/>
                      <a:gd name="connsiteY10" fmla="*/ 2204 h 10139"/>
                      <a:gd name="connsiteX11" fmla="*/ 6310 w 10000"/>
                      <a:gd name="connsiteY11" fmla="*/ 1171 h 10139"/>
                      <a:gd name="connsiteX12" fmla="*/ 6310 w 10000"/>
                      <a:gd name="connsiteY12" fmla="*/ 1139 h 10139"/>
                      <a:gd name="connsiteX13" fmla="*/ 6338 w 10000"/>
                      <a:gd name="connsiteY13" fmla="*/ 1107 h 10139"/>
                      <a:gd name="connsiteX14" fmla="*/ 6395 w 10000"/>
                      <a:gd name="connsiteY14" fmla="*/ 1107 h 10139"/>
                      <a:gd name="connsiteX15" fmla="*/ 6422 w 10000"/>
                      <a:gd name="connsiteY15" fmla="*/ 1042 h 10139"/>
                      <a:gd name="connsiteX16" fmla="*/ 6451 w 10000"/>
                      <a:gd name="connsiteY16" fmla="*/ 1042 h 10139"/>
                      <a:gd name="connsiteX17" fmla="*/ 6536 w 10000"/>
                      <a:gd name="connsiteY17" fmla="*/ 1042 h 10139"/>
                      <a:gd name="connsiteX0" fmla="*/ 6451 w 10000"/>
                      <a:gd name="connsiteY0" fmla="*/ 903 h 10000"/>
                      <a:gd name="connsiteX1" fmla="*/ 10000 w 10000"/>
                      <a:gd name="connsiteY1" fmla="*/ 0 h 10000"/>
                      <a:gd name="connsiteX2" fmla="*/ 9859 w 10000"/>
                      <a:gd name="connsiteY2" fmla="*/ 4290 h 10000"/>
                      <a:gd name="connsiteX3" fmla="*/ 9859 w 10000"/>
                      <a:gd name="connsiteY3" fmla="*/ 4290 h 10000"/>
                      <a:gd name="connsiteX4" fmla="*/ 8789 w 10000"/>
                      <a:gd name="connsiteY4" fmla="*/ 3323 h 10000"/>
                      <a:gd name="connsiteX5" fmla="*/ 6451 w 10000"/>
                      <a:gd name="connsiteY5" fmla="*/ 6484 h 10000"/>
                      <a:gd name="connsiteX6" fmla="*/ 0 w 10000"/>
                      <a:gd name="connsiteY6" fmla="*/ 10000 h 10000"/>
                      <a:gd name="connsiteX7" fmla="*/ 5718 w 10000"/>
                      <a:gd name="connsiteY7" fmla="*/ 5387 h 10000"/>
                      <a:gd name="connsiteX8" fmla="*/ 7380 w 10000"/>
                      <a:gd name="connsiteY8" fmla="*/ 2065 h 10000"/>
                      <a:gd name="connsiteX9" fmla="*/ 7380 w 10000"/>
                      <a:gd name="connsiteY9" fmla="*/ 2065 h 10000"/>
                      <a:gd name="connsiteX10" fmla="*/ 7380 w 10000"/>
                      <a:gd name="connsiteY10" fmla="*/ 2065 h 10000"/>
                      <a:gd name="connsiteX11" fmla="*/ 6310 w 10000"/>
                      <a:gd name="connsiteY11" fmla="*/ 1032 h 10000"/>
                      <a:gd name="connsiteX12" fmla="*/ 6310 w 10000"/>
                      <a:gd name="connsiteY12" fmla="*/ 1000 h 10000"/>
                      <a:gd name="connsiteX13" fmla="*/ 6338 w 10000"/>
                      <a:gd name="connsiteY13" fmla="*/ 968 h 10000"/>
                      <a:gd name="connsiteX14" fmla="*/ 6395 w 10000"/>
                      <a:gd name="connsiteY14" fmla="*/ 968 h 10000"/>
                      <a:gd name="connsiteX15" fmla="*/ 6422 w 10000"/>
                      <a:gd name="connsiteY15" fmla="*/ 903 h 10000"/>
                      <a:gd name="connsiteX16" fmla="*/ 6451 w 10000"/>
                      <a:gd name="connsiteY16" fmla="*/ 903 h 10000"/>
                      <a:gd name="connsiteX0" fmla="*/ 6422 w 10000"/>
                      <a:gd name="connsiteY0" fmla="*/ 903 h 10000"/>
                      <a:gd name="connsiteX1" fmla="*/ 10000 w 10000"/>
                      <a:gd name="connsiteY1" fmla="*/ 0 h 10000"/>
                      <a:gd name="connsiteX2" fmla="*/ 9859 w 10000"/>
                      <a:gd name="connsiteY2" fmla="*/ 4290 h 10000"/>
                      <a:gd name="connsiteX3" fmla="*/ 9859 w 10000"/>
                      <a:gd name="connsiteY3" fmla="*/ 4290 h 10000"/>
                      <a:gd name="connsiteX4" fmla="*/ 8789 w 10000"/>
                      <a:gd name="connsiteY4" fmla="*/ 3323 h 10000"/>
                      <a:gd name="connsiteX5" fmla="*/ 6451 w 10000"/>
                      <a:gd name="connsiteY5" fmla="*/ 6484 h 10000"/>
                      <a:gd name="connsiteX6" fmla="*/ 0 w 10000"/>
                      <a:gd name="connsiteY6" fmla="*/ 10000 h 10000"/>
                      <a:gd name="connsiteX7" fmla="*/ 5718 w 10000"/>
                      <a:gd name="connsiteY7" fmla="*/ 5387 h 10000"/>
                      <a:gd name="connsiteX8" fmla="*/ 7380 w 10000"/>
                      <a:gd name="connsiteY8" fmla="*/ 2065 h 10000"/>
                      <a:gd name="connsiteX9" fmla="*/ 7380 w 10000"/>
                      <a:gd name="connsiteY9" fmla="*/ 2065 h 10000"/>
                      <a:gd name="connsiteX10" fmla="*/ 7380 w 10000"/>
                      <a:gd name="connsiteY10" fmla="*/ 2065 h 10000"/>
                      <a:gd name="connsiteX11" fmla="*/ 6310 w 10000"/>
                      <a:gd name="connsiteY11" fmla="*/ 1032 h 10000"/>
                      <a:gd name="connsiteX12" fmla="*/ 6310 w 10000"/>
                      <a:gd name="connsiteY12" fmla="*/ 1000 h 10000"/>
                      <a:gd name="connsiteX13" fmla="*/ 6338 w 10000"/>
                      <a:gd name="connsiteY13" fmla="*/ 968 h 10000"/>
                      <a:gd name="connsiteX14" fmla="*/ 6395 w 10000"/>
                      <a:gd name="connsiteY14" fmla="*/ 968 h 10000"/>
                      <a:gd name="connsiteX15" fmla="*/ 6422 w 10000"/>
                      <a:gd name="connsiteY15" fmla="*/ 903 h 10000"/>
                      <a:gd name="connsiteX0" fmla="*/ 6395 w 10000"/>
                      <a:gd name="connsiteY0" fmla="*/ 1099 h 10131"/>
                      <a:gd name="connsiteX1" fmla="*/ 10000 w 10000"/>
                      <a:gd name="connsiteY1" fmla="*/ 131 h 10131"/>
                      <a:gd name="connsiteX2" fmla="*/ 9859 w 10000"/>
                      <a:gd name="connsiteY2" fmla="*/ 4421 h 10131"/>
                      <a:gd name="connsiteX3" fmla="*/ 9859 w 10000"/>
                      <a:gd name="connsiteY3" fmla="*/ 4421 h 10131"/>
                      <a:gd name="connsiteX4" fmla="*/ 8789 w 10000"/>
                      <a:gd name="connsiteY4" fmla="*/ 3454 h 10131"/>
                      <a:gd name="connsiteX5" fmla="*/ 6451 w 10000"/>
                      <a:gd name="connsiteY5" fmla="*/ 6615 h 10131"/>
                      <a:gd name="connsiteX6" fmla="*/ 0 w 10000"/>
                      <a:gd name="connsiteY6" fmla="*/ 10131 h 10131"/>
                      <a:gd name="connsiteX7" fmla="*/ 5718 w 10000"/>
                      <a:gd name="connsiteY7" fmla="*/ 5518 h 10131"/>
                      <a:gd name="connsiteX8" fmla="*/ 7380 w 10000"/>
                      <a:gd name="connsiteY8" fmla="*/ 2196 h 10131"/>
                      <a:gd name="connsiteX9" fmla="*/ 7380 w 10000"/>
                      <a:gd name="connsiteY9" fmla="*/ 2196 h 10131"/>
                      <a:gd name="connsiteX10" fmla="*/ 7380 w 10000"/>
                      <a:gd name="connsiteY10" fmla="*/ 2196 h 10131"/>
                      <a:gd name="connsiteX11" fmla="*/ 6310 w 10000"/>
                      <a:gd name="connsiteY11" fmla="*/ 1163 h 10131"/>
                      <a:gd name="connsiteX12" fmla="*/ 6310 w 10000"/>
                      <a:gd name="connsiteY12" fmla="*/ 1131 h 10131"/>
                      <a:gd name="connsiteX13" fmla="*/ 6338 w 10000"/>
                      <a:gd name="connsiteY13" fmla="*/ 1099 h 10131"/>
                      <a:gd name="connsiteX14" fmla="*/ 6395 w 10000"/>
                      <a:gd name="connsiteY14" fmla="*/ 1099 h 10131"/>
                      <a:gd name="connsiteX0" fmla="*/ 6338 w 10000"/>
                      <a:gd name="connsiteY0" fmla="*/ 968 h 10000"/>
                      <a:gd name="connsiteX1" fmla="*/ 10000 w 10000"/>
                      <a:gd name="connsiteY1" fmla="*/ 0 h 10000"/>
                      <a:gd name="connsiteX2" fmla="*/ 9859 w 10000"/>
                      <a:gd name="connsiteY2" fmla="*/ 4290 h 10000"/>
                      <a:gd name="connsiteX3" fmla="*/ 9859 w 10000"/>
                      <a:gd name="connsiteY3" fmla="*/ 4290 h 10000"/>
                      <a:gd name="connsiteX4" fmla="*/ 8789 w 10000"/>
                      <a:gd name="connsiteY4" fmla="*/ 3323 h 10000"/>
                      <a:gd name="connsiteX5" fmla="*/ 6451 w 10000"/>
                      <a:gd name="connsiteY5" fmla="*/ 6484 h 10000"/>
                      <a:gd name="connsiteX6" fmla="*/ 0 w 10000"/>
                      <a:gd name="connsiteY6" fmla="*/ 10000 h 10000"/>
                      <a:gd name="connsiteX7" fmla="*/ 5718 w 10000"/>
                      <a:gd name="connsiteY7" fmla="*/ 5387 h 10000"/>
                      <a:gd name="connsiteX8" fmla="*/ 7380 w 10000"/>
                      <a:gd name="connsiteY8" fmla="*/ 2065 h 10000"/>
                      <a:gd name="connsiteX9" fmla="*/ 7380 w 10000"/>
                      <a:gd name="connsiteY9" fmla="*/ 2065 h 10000"/>
                      <a:gd name="connsiteX10" fmla="*/ 7380 w 10000"/>
                      <a:gd name="connsiteY10" fmla="*/ 2065 h 10000"/>
                      <a:gd name="connsiteX11" fmla="*/ 6310 w 10000"/>
                      <a:gd name="connsiteY11" fmla="*/ 1032 h 10000"/>
                      <a:gd name="connsiteX12" fmla="*/ 6310 w 10000"/>
                      <a:gd name="connsiteY12" fmla="*/ 1000 h 10000"/>
                      <a:gd name="connsiteX13" fmla="*/ 6338 w 10000"/>
                      <a:gd name="connsiteY13" fmla="*/ 968 h 10000"/>
                      <a:gd name="connsiteX0" fmla="*/ 6310 w 10000"/>
                      <a:gd name="connsiteY0" fmla="*/ 1128 h 10128"/>
                      <a:gd name="connsiteX1" fmla="*/ 10000 w 10000"/>
                      <a:gd name="connsiteY1" fmla="*/ 128 h 10128"/>
                      <a:gd name="connsiteX2" fmla="*/ 9859 w 10000"/>
                      <a:gd name="connsiteY2" fmla="*/ 4418 h 10128"/>
                      <a:gd name="connsiteX3" fmla="*/ 9859 w 10000"/>
                      <a:gd name="connsiteY3" fmla="*/ 4418 h 10128"/>
                      <a:gd name="connsiteX4" fmla="*/ 8789 w 10000"/>
                      <a:gd name="connsiteY4" fmla="*/ 3451 h 10128"/>
                      <a:gd name="connsiteX5" fmla="*/ 6451 w 10000"/>
                      <a:gd name="connsiteY5" fmla="*/ 6612 h 10128"/>
                      <a:gd name="connsiteX6" fmla="*/ 0 w 10000"/>
                      <a:gd name="connsiteY6" fmla="*/ 10128 h 10128"/>
                      <a:gd name="connsiteX7" fmla="*/ 5718 w 10000"/>
                      <a:gd name="connsiteY7" fmla="*/ 5515 h 10128"/>
                      <a:gd name="connsiteX8" fmla="*/ 7380 w 10000"/>
                      <a:gd name="connsiteY8" fmla="*/ 2193 h 10128"/>
                      <a:gd name="connsiteX9" fmla="*/ 7380 w 10000"/>
                      <a:gd name="connsiteY9" fmla="*/ 2193 h 10128"/>
                      <a:gd name="connsiteX10" fmla="*/ 7380 w 10000"/>
                      <a:gd name="connsiteY10" fmla="*/ 2193 h 10128"/>
                      <a:gd name="connsiteX11" fmla="*/ 6310 w 10000"/>
                      <a:gd name="connsiteY11" fmla="*/ 1160 h 10128"/>
                      <a:gd name="connsiteX12" fmla="*/ 6310 w 10000"/>
                      <a:gd name="connsiteY12" fmla="*/ 1128 h 10128"/>
                      <a:gd name="connsiteX0" fmla="*/ 6310 w 10000"/>
                      <a:gd name="connsiteY0" fmla="*/ 1032 h 10000"/>
                      <a:gd name="connsiteX1" fmla="*/ 10000 w 10000"/>
                      <a:gd name="connsiteY1" fmla="*/ 0 h 10000"/>
                      <a:gd name="connsiteX2" fmla="*/ 9859 w 10000"/>
                      <a:gd name="connsiteY2" fmla="*/ 4290 h 10000"/>
                      <a:gd name="connsiteX3" fmla="*/ 9859 w 10000"/>
                      <a:gd name="connsiteY3" fmla="*/ 4290 h 10000"/>
                      <a:gd name="connsiteX4" fmla="*/ 8789 w 10000"/>
                      <a:gd name="connsiteY4" fmla="*/ 3323 h 10000"/>
                      <a:gd name="connsiteX5" fmla="*/ 6451 w 10000"/>
                      <a:gd name="connsiteY5" fmla="*/ 6484 h 10000"/>
                      <a:gd name="connsiteX6" fmla="*/ 0 w 10000"/>
                      <a:gd name="connsiteY6" fmla="*/ 10000 h 10000"/>
                      <a:gd name="connsiteX7" fmla="*/ 5718 w 10000"/>
                      <a:gd name="connsiteY7" fmla="*/ 5387 h 10000"/>
                      <a:gd name="connsiteX8" fmla="*/ 7380 w 10000"/>
                      <a:gd name="connsiteY8" fmla="*/ 2065 h 10000"/>
                      <a:gd name="connsiteX9" fmla="*/ 7380 w 10000"/>
                      <a:gd name="connsiteY9" fmla="*/ 2065 h 10000"/>
                      <a:gd name="connsiteX10" fmla="*/ 7380 w 10000"/>
                      <a:gd name="connsiteY10" fmla="*/ 2065 h 10000"/>
                      <a:gd name="connsiteX11" fmla="*/ 6310 w 10000"/>
                      <a:gd name="connsiteY11" fmla="*/ 1032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000" h="10000">
                        <a:moveTo>
                          <a:pt x="6310" y="1032"/>
                        </a:moveTo>
                        <a:lnTo>
                          <a:pt x="10000" y="0"/>
                        </a:lnTo>
                        <a:cubicBezTo>
                          <a:pt x="9995" y="715"/>
                          <a:pt x="9883" y="3575"/>
                          <a:pt x="9859" y="4290"/>
                        </a:cubicBezTo>
                        <a:lnTo>
                          <a:pt x="9859" y="4290"/>
                        </a:lnTo>
                        <a:lnTo>
                          <a:pt x="8789" y="3323"/>
                        </a:lnTo>
                        <a:cubicBezTo>
                          <a:pt x="8322" y="4165"/>
                          <a:pt x="7565" y="5364"/>
                          <a:pt x="6451" y="6484"/>
                        </a:cubicBezTo>
                        <a:cubicBezTo>
                          <a:pt x="4555" y="8013"/>
                          <a:pt x="1861" y="9489"/>
                          <a:pt x="0" y="10000"/>
                        </a:cubicBezTo>
                        <a:cubicBezTo>
                          <a:pt x="2552" y="8660"/>
                          <a:pt x="4458" y="7084"/>
                          <a:pt x="5718" y="5387"/>
                        </a:cubicBezTo>
                        <a:cubicBezTo>
                          <a:pt x="6295" y="4571"/>
                          <a:pt x="7138" y="3172"/>
                          <a:pt x="7380" y="2065"/>
                        </a:cubicBezTo>
                        <a:lnTo>
                          <a:pt x="7380" y="2065"/>
                        </a:lnTo>
                        <a:lnTo>
                          <a:pt x="7380" y="2065"/>
                        </a:lnTo>
                        <a:lnTo>
                          <a:pt x="6310" y="103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220"/>
                  <p:cNvSpPr>
                    <a:spLocks noChangeArrowheads="1"/>
                  </p:cNvSpPr>
                  <p:nvPr/>
                </p:nvSpPr>
                <p:spPr bwMode="auto">
                  <a:xfrm>
                    <a:off x="3165581" y="2886308"/>
                    <a:ext cx="327143" cy="1186542"/>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221"/>
                  <p:cNvSpPr>
                    <a:spLocks noChangeArrowheads="1"/>
                  </p:cNvSpPr>
                  <p:nvPr/>
                </p:nvSpPr>
                <p:spPr bwMode="auto">
                  <a:xfrm>
                    <a:off x="2726796" y="3239414"/>
                    <a:ext cx="324547" cy="833436"/>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222"/>
                  <p:cNvSpPr>
                    <a:spLocks noChangeArrowheads="1"/>
                  </p:cNvSpPr>
                  <p:nvPr/>
                </p:nvSpPr>
                <p:spPr bwMode="auto">
                  <a:xfrm>
                    <a:off x="2285413" y="3545786"/>
                    <a:ext cx="327143" cy="527064"/>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Freeform 223"/>
                  <p:cNvSpPr>
                    <a:spLocks/>
                  </p:cNvSpPr>
                  <p:nvPr/>
                </p:nvSpPr>
                <p:spPr bwMode="auto">
                  <a:xfrm>
                    <a:off x="2111455" y="2834662"/>
                    <a:ext cx="1489324" cy="1363085"/>
                  </a:xfrm>
                  <a:custGeom>
                    <a:avLst/>
                    <a:gdLst>
                      <a:gd name="T0" fmla="*/ 19 w 575"/>
                      <a:gd name="T1" fmla="*/ 0 h 530"/>
                      <a:gd name="T2" fmla="*/ 24 w 575"/>
                      <a:gd name="T3" fmla="*/ 0 h 530"/>
                      <a:gd name="T4" fmla="*/ 29 w 575"/>
                      <a:gd name="T5" fmla="*/ 3 h 530"/>
                      <a:gd name="T6" fmla="*/ 33 w 575"/>
                      <a:gd name="T7" fmla="*/ 7 h 530"/>
                      <a:gd name="T8" fmla="*/ 36 w 575"/>
                      <a:gd name="T9" fmla="*/ 12 h 530"/>
                      <a:gd name="T10" fmla="*/ 37 w 575"/>
                      <a:gd name="T11" fmla="*/ 18 h 530"/>
                      <a:gd name="T12" fmla="*/ 37 w 575"/>
                      <a:gd name="T13" fmla="*/ 492 h 530"/>
                      <a:gd name="T14" fmla="*/ 557 w 575"/>
                      <a:gd name="T15" fmla="*/ 492 h 530"/>
                      <a:gd name="T16" fmla="*/ 562 w 575"/>
                      <a:gd name="T17" fmla="*/ 494 h 530"/>
                      <a:gd name="T18" fmla="*/ 567 w 575"/>
                      <a:gd name="T19" fmla="*/ 496 h 530"/>
                      <a:gd name="T20" fmla="*/ 571 w 575"/>
                      <a:gd name="T21" fmla="*/ 500 h 530"/>
                      <a:gd name="T22" fmla="*/ 574 w 575"/>
                      <a:gd name="T23" fmla="*/ 505 h 530"/>
                      <a:gd name="T24" fmla="*/ 575 w 575"/>
                      <a:gd name="T25" fmla="*/ 512 h 530"/>
                      <a:gd name="T26" fmla="*/ 574 w 575"/>
                      <a:gd name="T27" fmla="*/ 517 h 530"/>
                      <a:gd name="T28" fmla="*/ 571 w 575"/>
                      <a:gd name="T29" fmla="*/ 522 h 530"/>
                      <a:gd name="T30" fmla="*/ 567 w 575"/>
                      <a:gd name="T31" fmla="*/ 526 h 530"/>
                      <a:gd name="T32" fmla="*/ 562 w 575"/>
                      <a:gd name="T33" fmla="*/ 529 h 530"/>
                      <a:gd name="T34" fmla="*/ 557 w 575"/>
                      <a:gd name="T35" fmla="*/ 530 h 530"/>
                      <a:gd name="T36" fmla="*/ 19 w 575"/>
                      <a:gd name="T37" fmla="*/ 530 h 530"/>
                      <a:gd name="T38" fmla="*/ 12 w 575"/>
                      <a:gd name="T39" fmla="*/ 529 h 530"/>
                      <a:gd name="T40" fmla="*/ 7 w 575"/>
                      <a:gd name="T41" fmla="*/ 526 h 530"/>
                      <a:gd name="T42" fmla="*/ 3 w 575"/>
                      <a:gd name="T43" fmla="*/ 522 h 530"/>
                      <a:gd name="T44" fmla="*/ 0 w 575"/>
                      <a:gd name="T45" fmla="*/ 517 h 530"/>
                      <a:gd name="T46" fmla="*/ 0 w 575"/>
                      <a:gd name="T47" fmla="*/ 512 h 530"/>
                      <a:gd name="T48" fmla="*/ 0 w 575"/>
                      <a:gd name="T49" fmla="*/ 18 h 530"/>
                      <a:gd name="T50" fmla="*/ 0 w 575"/>
                      <a:gd name="T51" fmla="*/ 12 h 530"/>
                      <a:gd name="T52" fmla="*/ 3 w 575"/>
                      <a:gd name="T53" fmla="*/ 7 h 530"/>
                      <a:gd name="T54" fmla="*/ 7 w 575"/>
                      <a:gd name="T55" fmla="*/ 3 h 530"/>
                      <a:gd name="T56" fmla="*/ 12 w 575"/>
                      <a:gd name="T57" fmla="*/ 0 h 530"/>
                      <a:gd name="T58" fmla="*/ 19 w 575"/>
                      <a:gd name="T59" fmla="*/ 0 h 530"/>
                      <a:gd name="connsiteX0" fmla="*/ 330 w 10000"/>
                      <a:gd name="connsiteY0" fmla="*/ 0 h 10000"/>
                      <a:gd name="connsiteX1" fmla="*/ 417 w 10000"/>
                      <a:gd name="connsiteY1" fmla="*/ 0 h 10000"/>
                      <a:gd name="connsiteX2" fmla="*/ 504 w 10000"/>
                      <a:gd name="connsiteY2" fmla="*/ 57 h 10000"/>
                      <a:gd name="connsiteX3" fmla="*/ 574 w 10000"/>
                      <a:gd name="connsiteY3" fmla="*/ 132 h 10000"/>
                      <a:gd name="connsiteX4" fmla="*/ 626 w 10000"/>
                      <a:gd name="connsiteY4" fmla="*/ 226 h 10000"/>
                      <a:gd name="connsiteX5" fmla="*/ 643 w 10000"/>
                      <a:gd name="connsiteY5" fmla="*/ 340 h 10000"/>
                      <a:gd name="connsiteX6" fmla="*/ 643 w 10000"/>
                      <a:gd name="connsiteY6" fmla="*/ 9283 h 10000"/>
                      <a:gd name="connsiteX7" fmla="*/ 9687 w 10000"/>
                      <a:gd name="connsiteY7" fmla="*/ 9283 h 10000"/>
                      <a:gd name="connsiteX8" fmla="*/ 9774 w 10000"/>
                      <a:gd name="connsiteY8" fmla="*/ 9321 h 10000"/>
                      <a:gd name="connsiteX9" fmla="*/ 9861 w 10000"/>
                      <a:gd name="connsiteY9" fmla="*/ 9358 h 10000"/>
                      <a:gd name="connsiteX10" fmla="*/ 9930 w 10000"/>
                      <a:gd name="connsiteY10" fmla="*/ 9434 h 10000"/>
                      <a:gd name="connsiteX11" fmla="*/ 9983 w 10000"/>
                      <a:gd name="connsiteY11" fmla="*/ 9528 h 10000"/>
                      <a:gd name="connsiteX12" fmla="*/ 10000 w 10000"/>
                      <a:gd name="connsiteY12" fmla="*/ 9660 h 10000"/>
                      <a:gd name="connsiteX13" fmla="*/ 9983 w 10000"/>
                      <a:gd name="connsiteY13" fmla="*/ 9755 h 10000"/>
                      <a:gd name="connsiteX14" fmla="*/ 9930 w 10000"/>
                      <a:gd name="connsiteY14" fmla="*/ 9849 h 10000"/>
                      <a:gd name="connsiteX15" fmla="*/ 9861 w 10000"/>
                      <a:gd name="connsiteY15" fmla="*/ 9925 h 10000"/>
                      <a:gd name="connsiteX16" fmla="*/ 9774 w 10000"/>
                      <a:gd name="connsiteY16" fmla="*/ 9981 h 10000"/>
                      <a:gd name="connsiteX17" fmla="*/ 9687 w 10000"/>
                      <a:gd name="connsiteY17" fmla="*/ 10000 h 10000"/>
                      <a:gd name="connsiteX18" fmla="*/ 330 w 10000"/>
                      <a:gd name="connsiteY18" fmla="*/ 10000 h 10000"/>
                      <a:gd name="connsiteX19" fmla="*/ 209 w 10000"/>
                      <a:gd name="connsiteY19" fmla="*/ 9981 h 10000"/>
                      <a:gd name="connsiteX20" fmla="*/ 122 w 10000"/>
                      <a:gd name="connsiteY20" fmla="*/ 9925 h 10000"/>
                      <a:gd name="connsiteX21" fmla="*/ 52 w 10000"/>
                      <a:gd name="connsiteY21" fmla="*/ 9849 h 10000"/>
                      <a:gd name="connsiteX22" fmla="*/ 0 w 10000"/>
                      <a:gd name="connsiteY22" fmla="*/ 9755 h 10000"/>
                      <a:gd name="connsiteX23" fmla="*/ 0 w 10000"/>
                      <a:gd name="connsiteY23" fmla="*/ 9660 h 10000"/>
                      <a:gd name="connsiteX24" fmla="*/ 0 w 10000"/>
                      <a:gd name="connsiteY24" fmla="*/ 340 h 10000"/>
                      <a:gd name="connsiteX25" fmla="*/ 52 w 10000"/>
                      <a:gd name="connsiteY25" fmla="*/ 132 h 10000"/>
                      <a:gd name="connsiteX26" fmla="*/ 122 w 10000"/>
                      <a:gd name="connsiteY26" fmla="*/ 57 h 10000"/>
                      <a:gd name="connsiteX27" fmla="*/ 209 w 10000"/>
                      <a:gd name="connsiteY27" fmla="*/ 0 h 10000"/>
                      <a:gd name="connsiteX28" fmla="*/ 330 w 10000"/>
                      <a:gd name="connsiteY28" fmla="*/ 0 h 10000"/>
                      <a:gd name="connsiteX0" fmla="*/ 330 w 10000"/>
                      <a:gd name="connsiteY0" fmla="*/ 438 h 10438"/>
                      <a:gd name="connsiteX1" fmla="*/ 417 w 10000"/>
                      <a:gd name="connsiteY1" fmla="*/ 438 h 10438"/>
                      <a:gd name="connsiteX2" fmla="*/ 504 w 10000"/>
                      <a:gd name="connsiteY2" fmla="*/ 495 h 10438"/>
                      <a:gd name="connsiteX3" fmla="*/ 574 w 10000"/>
                      <a:gd name="connsiteY3" fmla="*/ 570 h 10438"/>
                      <a:gd name="connsiteX4" fmla="*/ 626 w 10000"/>
                      <a:gd name="connsiteY4" fmla="*/ 664 h 10438"/>
                      <a:gd name="connsiteX5" fmla="*/ 643 w 10000"/>
                      <a:gd name="connsiteY5" fmla="*/ 778 h 10438"/>
                      <a:gd name="connsiteX6" fmla="*/ 643 w 10000"/>
                      <a:gd name="connsiteY6" fmla="*/ 9721 h 10438"/>
                      <a:gd name="connsiteX7" fmla="*/ 9687 w 10000"/>
                      <a:gd name="connsiteY7" fmla="*/ 9721 h 10438"/>
                      <a:gd name="connsiteX8" fmla="*/ 9774 w 10000"/>
                      <a:gd name="connsiteY8" fmla="*/ 9759 h 10438"/>
                      <a:gd name="connsiteX9" fmla="*/ 9861 w 10000"/>
                      <a:gd name="connsiteY9" fmla="*/ 9796 h 10438"/>
                      <a:gd name="connsiteX10" fmla="*/ 9930 w 10000"/>
                      <a:gd name="connsiteY10" fmla="*/ 9872 h 10438"/>
                      <a:gd name="connsiteX11" fmla="*/ 9983 w 10000"/>
                      <a:gd name="connsiteY11" fmla="*/ 9966 h 10438"/>
                      <a:gd name="connsiteX12" fmla="*/ 10000 w 10000"/>
                      <a:gd name="connsiteY12" fmla="*/ 10098 h 10438"/>
                      <a:gd name="connsiteX13" fmla="*/ 9983 w 10000"/>
                      <a:gd name="connsiteY13" fmla="*/ 10193 h 10438"/>
                      <a:gd name="connsiteX14" fmla="*/ 9930 w 10000"/>
                      <a:gd name="connsiteY14" fmla="*/ 10287 h 10438"/>
                      <a:gd name="connsiteX15" fmla="*/ 9861 w 10000"/>
                      <a:gd name="connsiteY15" fmla="*/ 10363 h 10438"/>
                      <a:gd name="connsiteX16" fmla="*/ 9774 w 10000"/>
                      <a:gd name="connsiteY16" fmla="*/ 10419 h 10438"/>
                      <a:gd name="connsiteX17" fmla="*/ 9687 w 10000"/>
                      <a:gd name="connsiteY17" fmla="*/ 10438 h 10438"/>
                      <a:gd name="connsiteX18" fmla="*/ 330 w 10000"/>
                      <a:gd name="connsiteY18" fmla="*/ 10438 h 10438"/>
                      <a:gd name="connsiteX19" fmla="*/ 209 w 10000"/>
                      <a:gd name="connsiteY19" fmla="*/ 10419 h 10438"/>
                      <a:gd name="connsiteX20" fmla="*/ 122 w 10000"/>
                      <a:gd name="connsiteY20" fmla="*/ 10363 h 10438"/>
                      <a:gd name="connsiteX21" fmla="*/ 52 w 10000"/>
                      <a:gd name="connsiteY21" fmla="*/ 10287 h 10438"/>
                      <a:gd name="connsiteX22" fmla="*/ 0 w 10000"/>
                      <a:gd name="connsiteY22" fmla="*/ 10193 h 10438"/>
                      <a:gd name="connsiteX23" fmla="*/ 0 w 10000"/>
                      <a:gd name="connsiteY23" fmla="*/ 10098 h 10438"/>
                      <a:gd name="connsiteX24" fmla="*/ 0 w 10000"/>
                      <a:gd name="connsiteY24" fmla="*/ 778 h 10438"/>
                      <a:gd name="connsiteX25" fmla="*/ 122 w 10000"/>
                      <a:gd name="connsiteY25" fmla="*/ 495 h 10438"/>
                      <a:gd name="connsiteX26" fmla="*/ 209 w 10000"/>
                      <a:gd name="connsiteY26" fmla="*/ 438 h 10438"/>
                      <a:gd name="connsiteX27" fmla="*/ 330 w 10000"/>
                      <a:gd name="connsiteY27" fmla="*/ 438 h 10438"/>
                      <a:gd name="connsiteX0" fmla="*/ 330 w 10000"/>
                      <a:gd name="connsiteY0" fmla="*/ 460 h 10460"/>
                      <a:gd name="connsiteX1" fmla="*/ 417 w 10000"/>
                      <a:gd name="connsiteY1" fmla="*/ 460 h 10460"/>
                      <a:gd name="connsiteX2" fmla="*/ 504 w 10000"/>
                      <a:gd name="connsiteY2" fmla="*/ 517 h 10460"/>
                      <a:gd name="connsiteX3" fmla="*/ 574 w 10000"/>
                      <a:gd name="connsiteY3" fmla="*/ 592 h 10460"/>
                      <a:gd name="connsiteX4" fmla="*/ 626 w 10000"/>
                      <a:gd name="connsiteY4" fmla="*/ 686 h 10460"/>
                      <a:gd name="connsiteX5" fmla="*/ 643 w 10000"/>
                      <a:gd name="connsiteY5" fmla="*/ 800 h 10460"/>
                      <a:gd name="connsiteX6" fmla="*/ 643 w 10000"/>
                      <a:gd name="connsiteY6" fmla="*/ 9743 h 10460"/>
                      <a:gd name="connsiteX7" fmla="*/ 9687 w 10000"/>
                      <a:gd name="connsiteY7" fmla="*/ 9743 h 10460"/>
                      <a:gd name="connsiteX8" fmla="*/ 9774 w 10000"/>
                      <a:gd name="connsiteY8" fmla="*/ 9781 h 10460"/>
                      <a:gd name="connsiteX9" fmla="*/ 9861 w 10000"/>
                      <a:gd name="connsiteY9" fmla="*/ 9818 h 10460"/>
                      <a:gd name="connsiteX10" fmla="*/ 9930 w 10000"/>
                      <a:gd name="connsiteY10" fmla="*/ 9894 h 10460"/>
                      <a:gd name="connsiteX11" fmla="*/ 9983 w 10000"/>
                      <a:gd name="connsiteY11" fmla="*/ 9988 h 10460"/>
                      <a:gd name="connsiteX12" fmla="*/ 10000 w 10000"/>
                      <a:gd name="connsiteY12" fmla="*/ 10120 h 10460"/>
                      <a:gd name="connsiteX13" fmla="*/ 9983 w 10000"/>
                      <a:gd name="connsiteY13" fmla="*/ 10215 h 10460"/>
                      <a:gd name="connsiteX14" fmla="*/ 9930 w 10000"/>
                      <a:gd name="connsiteY14" fmla="*/ 10309 h 10460"/>
                      <a:gd name="connsiteX15" fmla="*/ 9861 w 10000"/>
                      <a:gd name="connsiteY15" fmla="*/ 10385 h 10460"/>
                      <a:gd name="connsiteX16" fmla="*/ 9774 w 10000"/>
                      <a:gd name="connsiteY16" fmla="*/ 10441 h 10460"/>
                      <a:gd name="connsiteX17" fmla="*/ 9687 w 10000"/>
                      <a:gd name="connsiteY17" fmla="*/ 10460 h 10460"/>
                      <a:gd name="connsiteX18" fmla="*/ 330 w 10000"/>
                      <a:gd name="connsiteY18" fmla="*/ 10460 h 10460"/>
                      <a:gd name="connsiteX19" fmla="*/ 209 w 10000"/>
                      <a:gd name="connsiteY19" fmla="*/ 10441 h 10460"/>
                      <a:gd name="connsiteX20" fmla="*/ 122 w 10000"/>
                      <a:gd name="connsiteY20" fmla="*/ 10385 h 10460"/>
                      <a:gd name="connsiteX21" fmla="*/ 52 w 10000"/>
                      <a:gd name="connsiteY21" fmla="*/ 10309 h 10460"/>
                      <a:gd name="connsiteX22" fmla="*/ 0 w 10000"/>
                      <a:gd name="connsiteY22" fmla="*/ 10215 h 10460"/>
                      <a:gd name="connsiteX23" fmla="*/ 0 w 10000"/>
                      <a:gd name="connsiteY23" fmla="*/ 10120 h 10460"/>
                      <a:gd name="connsiteX24" fmla="*/ 0 w 10000"/>
                      <a:gd name="connsiteY24" fmla="*/ 800 h 10460"/>
                      <a:gd name="connsiteX25" fmla="*/ 209 w 10000"/>
                      <a:gd name="connsiteY25" fmla="*/ 460 h 10460"/>
                      <a:gd name="connsiteX26" fmla="*/ 330 w 10000"/>
                      <a:gd name="connsiteY26" fmla="*/ 460 h 10460"/>
                      <a:gd name="connsiteX0" fmla="*/ 330 w 10000"/>
                      <a:gd name="connsiteY0" fmla="*/ 460 h 10460"/>
                      <a:gd name="connsiteX1" fmla="*/ 417 w 10000"/>
                      <a:gd name="connsiteY1" fmla="*/ 460 h 10460"/>
                      <a:gd name="connsiteX2" fmla="*/ 504 w 10000"/>
                      <a:gd name="connsiteY2" fmla="*/ 517 h 10460"/>
                      <a:gd name="connsiteX3" fmla="*/ 574 w 10000"/>
                      <a:gd name="connsiteY3" fmla="*/ 592 h 10460"/>
                      <a:gd name="connsiteX4" fmla="*/ 626 w 10000"/>
                      <a:gd name="connsiteY4" fmla="*/ 686 h 10460"/>
                      <a:gd name="connsiteX5" fmla="*/ 643 w 10000"/>
                      <a:gd name="connsiteY5" fmla="*/ 800 h 10460"/>
                      <a:gd name="connsiteX6" fmla="*/ 643 w 10000"/>
                      <a:gd name="connsiteY6" fmla="*/ 9743 h 10460"/>
                      <a:gd name="connsiteX7" fmla="*/ 9687 w 10000"/>
                      <a:gd name="connsiteY7" fmla="*/ 9743 h 10460"/>
                      <a:gd name="connsiteX8" fmla="*/ 9774 w 10000"/>
                      <a:gd name="connsiteY8" fmla="*/ 9781 h 10460"/>
                      <a:gd name="connsiteX9" fmla="*/ 9861 w 10000"/>
                      <a:gd name="connsiteY9" fmla="*/ 9818 h 10460"/>
                      <a:gd name="connsiteX10" fmla="*/ 9930 w 10000"/>
                      <a:gd name="connsiteY10" fmla="*/ 9894 h 10460"/>
                      <a:gd name="connsiteX11" fmla="*/ 9983 w 10000"/>
                      <a:gd name="connsiteY11" fmla="*/ 9988 h 10460"/>
                      <a:gd name="connsiteX12" fmla="*/ 10000 w 10000"/>
                      <a:gd name="connsiteY12" fmla="*/ 10120 h 10460"/>
                      <a:gd name="connsiteX13" fmla="*/ 9983 w 10000"/>
                      <a:gd name="connsiteY13" fmla="*/ 10215 h 10460"/>
                      <a:gd name="connsiteX14" fmla="*/ 9930 w 10000"/>
                      <a:gd name="connsiteY14" fmla="*/ 10309 h 10460"/>
                      <a:gd name="connsiteX15" fmla="*/ 9861 w 10000"/>
                      <a:gd name="connsiteY15" fmla="*/ 10385 h 10460"/>
                      <a:gd name="connsiteX16" fmla="*/ 9774 w 10000"/>
                      <a:gd name="connsiteY16" fmla="*/ 10441 h 10460"/>
                      <a:gd name="connsiteX17" fmla="*/ 9687 w 10000"/>
                      <a:gd name="connsiteY17" fmla="*/ 10460 h 10460"/>
                      <a:gd name="connsiteX18" fmla="*/ 330 w 10000"/>
                      <a:gd name="connsiteY18" fmla="*/ 10460 h 10460"/>
                      <a:gd name="connsiteX19" fmla="*/ 209 w 10000"/>
                      <a:gd name="connsiteY19" fmla="*/ 10441 h 10460"/>
                      <a:gd name="connsiteX20" fmla="*/ 122 w 10000"/>
                      <a:gd name="connsiteY20" fmla="*/ 10385 h 10460"/>
                      <a:gd name="connsiteX21" fmla="*/ 52 w 10000"/>
                      <a:gd name="connsiteY21" fmla="*/ 10309 h 10460"/>
                      <a:gd name="connsiteX22" fmla="*/ 0 w 10000"/>
                      <a:gd name="connsiteY22" fmla="*/ 10215 h 10460"/>
                      <a:gd name="connsiteX23" fmla="*/ 0 w 10000"/>
                      <a:gd name="connsiteY23" fmla="*/ 10120 h 10460"/>
                      <a:gd name="connsiteX24" fmla="*/ 0 w 10000"/>
                      <a:gd name="connsiteY24" fmla="*/ 800 h 10460"/>
                      <a:gd name="connsiteX25" fmla="*/ 330 w 10000"/>
                      <a:gd name="connsiteY25" fmla="*/ 460 h 10460"/>
                      <a:gd name="connsiteX0" fmla="*/ 0 w 10000"/>
                      <a:gd name="connsiteY0" fmla="*/ 802 h 10462"/>
                      <a:gd name="connsiteX1" fmla="*/ 417 w 10000"/>
                      <a:gd name="connsiteY1" fmla="*/ 462 h 10462"/>
                      <a:gd name="connsiteX2" fmla="*/ 504 w 10000"/>
                      <a:gd name="connsiteY2" fmla="*/ 519 h 10462"/>
                      <a:gd name="connsiteX3" fmla="*/ 574 w 10000"/>
                      <a:gd name="connsiteY3" fmla="*/ 594 h 10462"/>
                      <a:gd name="connsiteX4" fmla="*/ 626 w 10000"/>
                      <a:gd name="connsiteY4" fmla="*/ 688 h 10462"/>
                      <a:gd name="connsiteX5" fmla="*/ 643 w 10000"/>
                      <a:gd name="connsiteY5" fmla="*/ 802 h 10462"/>
                      <a:gd name="connsiteX6" fmla="*/ 643 w 10000"/>
                      <a:gd name="connsiteY6" fmla="*/ 9745 h 10462"/>
                      <a:gd name="connsiteX7" fmla="*/ 9687 w 10000"/>
                      <a:gd name="connsiteY7" fmla="*/ 9745 h 10462"/>
                      <a:gd name="connsiteX8" fmla="*/ 9774 w 10000"/>
                      <a:gd name="connsiteY8" fmla="*/ 9783 h 10462"/>
                      <a:gd name="connsiteX9" fmla="*/ 9861 w 10000"/>
                      <a:gd name="connsiteY9" fmla="*/ 9820 h 10462"/>
                      <a:gd name="connsiteX10" fmla="*/ 9930 w 10000"/>
                      <a:gd name="connsiteY10" fmla="*/ 9896 h 10462"/>
                      <a:gd name="connsiteX11" fmla="*/ 9983 w 10000"/>
                      <a:gd name="connsiteY11" fmla="*/ 9990 h 10462"/>
                      <a:gd name="connsiteX12" fmla="*/ 10000 w 10000"/>
                      <a:gd name="connsiteY12" fmla="*/ 10122 h 10462"/>
                      <a:gd name="connsiteX13" fmla="*/ 9983 w 10000"/>
                      <a:gd name="connsiteY13" fmla="*/ 10217 h 10462"/>
                      <a:gd name="connsiteX14" fmla="*/ 9930 w 10000"/>
                      <a:gd name="connsiteY14" fmla="*/ 10311 h 10462"/>
                      <a:gd name="connsiteX15" fmla="*/ 9861 w 10000"/>
                      <a:gd name="connsiteY15" fmla="*/ 10387 h 10462"/>
                      <a:gd name="connsiteX16" fmla="*/ 9774 w 10000"/>
                      <a:gd name="connsiteY16" fmla="*/ 10443 h 10462"/>
                      <a:gd name="connsiteX17" fmla="*/ 9687 w 10000"/>
                      <a:gd name="connsiteY17" fmla="*/ 10462 h 10462"/>
                      <a:gd name="connsiteX18" fmla="*/ 330 w 10000"/>
                      <a:gd name="connsiteY18" fmla="*/ 10462 h 10462"/>
                      <a:gd name="connsiteX19" fmla="*/ 209 w 10000"/>
                      <a:gd name="connsiteY19" fmla="*/ 10443 h 10462"/>
                      <a:gd name="connsiteX20" fmla="*/ 122 w 10000"/>
                      <a:gd name="connsiteY20" fmla="*/ 10387 h 10462"/>
                      <a:gd name="connsiteX21" fmla="*/ 52 w 10000"/>
                      <a:gd name="connsiteY21" fmla="*/ 10311 h 10462"/>
                      <a:gd name="connsiteX22" fmla="*/ 0 w 10000"/>
                      <a:gd name="connsiteY22" fmla="*/ 10217 h 10462"/>
                      <a:gd name="connsiteX23" fmla="*/ 0 w 10000"/>
                      <a:gd name="connsiteY23" fmla="*/ 10122 h 10462"/>
                      <a:gd name="connsiteX24" fmla="*/ 0 w 10000"/>
                      <a:gd name="connsiteY24" fmla="*/ 802 h 10462"/>
                      <a:gd name="connsiteX0" fmla="*/ 0 w 10000"/>
                      <a:gd name="connsiteY0" fmla="*/ 784 h 10444"/>
                      <a:gd name="connsiteX1" fmla="*/ 504 w 10000"/>
                      <a:gd name="connsiteY1" fmla="*/ 501 h 10444"/>
                      <a:gd name="connsiteX2" fmla="*/ 574 w 10000"/>
                      <a:gd name="connsiteY2" fmla="*/ 576 h 10444"/>
                      <a:gd name="connsiteX3" fmla="*/ 626 w 10000"/>
                      <a:gd name="connsiteY3" fmla="*/ 670 h 10444"/>
                      <a:gd name="connsiteX4" fmla="*/ 643 w 10000"/>
                      <a:gd name="connsiteY4" fmla="*/ 784 h 10444"/>
                      <a:gd name="connsiteX5" fmla="*/ 643 w 10000"/>
                      <a:gd name="connsiteY5" fmla="*/ 9727 h 10444"/>
                      <a:gd name="connsiteX6" fmla="*/ 9687 w 10000"/>
                      <a:gd name="connsiteY6" fmla="*/ 9727 h 10444"/>
                      <a:gd name="connsiteX7" fmla="*/ 9774 w 10000"/>
                      <a:gd name="connsiteY7" fmla="*/ 9765 h 10444"/>
                      <a:gd name="connsiteX8" fmla="*/ 9861 w 10000"/>
                      <a:gd name="connsiteY8" fmla="*/ 9802 h 10444"/>
                      <a:gd name="connsiteX9" fmla="*/ 9930 w 10000"/>
                      <a:gd name="connsiteY9" fmla="*/ 9878 h 10444"/>
                      <a:gd name="connsiteX10" fmla="*/ 9983 w 10000"/>
                      <a:gd name="connsiteY10" fmla="*/ 9972 h 10444"/>
                      <a:gd name="connsiteX11" fmla="*/ 10000 w 10000"/>
                      <a:gd name="connsiteY11" fmla="*/ 10104 h 10444"/>
                      <a:gd name="connsiteX12" fmla="*/ 9983 w 10000"/>
                      <a:gd name="connsiteY12" fmla="*/ 10199 h 10444"/>
                      <a:gd name="connsiteX13" fmla="*/ 9930 w 10000"/>
                      <a:gd name="connsiteY13" fmla="*/ 10293 h 10444"/>
                      <a:gd name="connsiteX14" fmla="*/ 9861 w 10000"/>
                      <a:gd name="connsiteY14" fmla="*/ 10369 h 10444"/>
                      <a:gd name="connsiteX15" fmla="*/ 9774 w 10000"/>
                      <a:gd name="connsiteY15" fmla="*/ 10425 h 10444"/>
                      <a:gd name="connsiteX16" fmla="*/ 9687 w 10000"/>
                      <a:gd name="connsiteY16" fmla="*/ 10444 h 10444"/>
                      <a:gd name="connsiteX17" fmla="*/ 330 w 10000"/>
                      <a:gd name="connsiteY17" fmla="*/ 10444 h 10444"/>
                      <a:gd name="connsiteX18" fmla="*/ 209 w 10000"/>
                      <a:gd name="connsiteY18" fmla="*/ 10425 h 10444"/>
                      <a:gd name="connsiteX19" fmla="*/ 122 w 10000"/>
                      <a:gd name="connsiteY19" fmla="*/ 10369 h 10444"/>
                      <a:gd name="connsiteX20" fmla="*/ 52 w 10000"/>
                      <a:gd name="connsiteY20" fmla="*/ 10293 h 10444"/>
                      <a:gd name="connsiteX21" fmla="*/ 0 w 10000"/>
                      <a:gd name="connsiteY21" fmla="*/ 10199 h 10444"/>
                      <a:gd name="connsiteX22" fmla="*/ 0 w 10000"/>
                      <a:gd name="connsiteY22" fmla="*/ 10104 h 10444"/>
                      <a:gd name="connsiteX23" fmla="*/ 0 w 10000"/>
                      <a:gd name="connsiteY23" fmla="*/ 784 h 10444"/>
                      <a:gd name="connsiteX0" fmla="*/ 0 w 10000"/>
                      <a:gd name="connsiteY0" fmla="*/ 760 h 10420"/>
                      <a:gd name="connsiteX1" fmla="*/ 574 w 10000"/>
                      <a:gd name="connsiteY1" fmla="*/ 552 h 10420"/>
                      <a:gd name="connsiteX2" fmla="*/ 626 w 10000"/>
                      <a:gd name="connsiteY2" fmla="*/ 646 h 10420"/>
                      <a:gd name="connsiteX3" fmla="*/ 643 w 10000"/>
                      <a:gd name="connsiteY3" fmla="*/ 760 h 10420"/>
                      <a:gd name="connsiteX4" fmla="*/ 643 w 10000"/>
                      <a:gd name="connsiteY4" fmla="*/ 9703 h 10420"/>
                      <a:gd name="connsiteX5" fmla="*/ 9687 w 10000"/>
                      <a:gd name="connsiteY5" fmla="*/ 9703 h 10420"/>
                      <a:gd name="connsiteX6" fmla="*/ 9774 w 10000"/>
                      <a:gd name="connsiteY6" fmla="*/ 9741 h 10420"/>
                      <a:gd name="connsiteX7" fmla="*/ 9861 w 10000"/>
                      <a:gd name="connsiteY7" fmla="*/ 9778 h 10420"/>
                      <a:gd name="connsiteX8" fmla="*/ 9930 w 10000"/>
                      <a:gd name="connsiteY8" fmla="*/ 9854 h 10420"/>
                      <a:gd name="connsiteX9" fmla="*/ 9983 w 10000"/>
                      <a:gd name="connsiteY9" fmla="*/ 9948 h 10420"/>
                      <a:gd name="connsiteX10" fmla="*/ 10000 w 10000"/>
                      <a:gd name="connsiteY10" fmla="*/ 10080 h 10420"/>
                      <a:gd name="connsiteX11" fmla="*/ 9983 w 10000"/>
                      <a:gd name="connsiteY11" fmla="*/ 10175 h 10420"/>
                      <a:gd name="connsiteX12" fmla="*/ 9930 w 10000"/>
                      <a:gd name="connsiteY12" fmla="*/ 10269 h 10420"/>
                      <a:gd name="connsiteX13" fmla="*/ 9861 w 10000"/>
                      <a:gd name="connsiteY13" fmla="*/ 10345 h 10420"/>
                      <a:gd name="connsiteX14" fmla="*/ 9774 w 10000"/>
                      <a:gd name="connsiteY14" fmla="*/ 10401 h 10420"/>
                      <a:gd name="connsiteX15" fmla="*/ 9687 w 10000"/>
                      <a:gd name="connsiteY15" fmla="*/ 10420 h 10420"/>
                      <a:gd name="connsiteX16" fmla="*/ 330 w 10000"/>
                      <a:gd name="connsiteY16" fmla="*/ 10420 h 10420"/>
                      <a:gd name="connsiteX17" fmla="*/ 209 w 10000"/>
                      <a:gd name="connsiteY17" fmla="*/ 10401 h 10420"/>
                      <a:gd name="connsiteX18" fmla="*/ 122 w 10000"/>
                      <a:gd name="connsiteY18" fmla="*/ 10345 h 10420"/>
                      <a:gd name="connsiteX19" fmla="*/ 52 w 10000"/>
                      <a:gd name="connsiteY19" fmla="*/ 10269 h 10420"/>
                      <a:gd name="connsiteX20" fmla="*/ 0 w 10000"/>
                      <a:gd name="connsiteY20" fmla="*/ 10175 h 10420"/>
                      <a:gd name="connsiteX21" fmla="*/ 0 w 10000"/>
                      <a:gd name="connsiteY21" fmla="*/ 10080 h 10420"/>
                      <a:gd name="connsiteX22" fmla="*/ 0 w 10000"/>
                      <a:gd name="connsiteY22" fmla="*/ 760 h 10420"/>
                      <a:gd name="connsiteX0" fmla="*/ 0 w 10000"/>
                      <a:gd name="connsiteY0" fmla="*/ 730 h 10390"/>
                      <a:gd name="connsiteX1" fmla="*/ 626 w 10000"/>
                      <a:gd name="connsiteY1" fmla="*/ 616 h 10390"/>
                      <a:gd name="connsiteX2" fmla="*/ 643 w 10000"/>
                      <a:gd name="connsiteY2" fmla="*/ 730 h 10390"/>
                      <a:gd name="connsiteX3" fmla="*/ 643 w 10000"/>
                      <a:gd name="connsiteY3" fmla="*/ 9673 h 10390"/>
                      <a:gd name="connsiteX4" fmla="*/ 9687 w 10000"/>
                      <a:gd name="connsiteY4" fmla="*/ 9673 h 10390"/>
                      <a:gd name="connsiteX5" fmla="*/ 9774 w 10000"/>
                      <a:gd name="connsiteY5" fmla="*/ 9711 h 10390"/>
                      <a:gd name="connsiteX6" fmla="*/ 9861 w 10000"/>
                      <a:gd name="connsiteY6" fmla="*/ 9748 h 10390"/>
                      <a:gd name="connsiteX7" fmla="*/ 9930 w 10000"/>
                      <a:gd name="connsiteY7" fmla="*/ 9824 h 10390"/>
                      <a:gd name="connsiteX8" fmla="*/ 9983 w 10000"/>
                      <a:gd name="connsiteY8" fmla="*/ 9918 h 10390"/>
                      <a:gd name="connsiteX9" fmla="*/ 10000 w 10000"/>
                      <a:gd name="connsiteY9" fmla="*/ 10050 h 10390"/>
                      <a:gd name="connsiteX10" fmla="*/ 9983 w 10000"/>
                      <a:gd name="connsiteY10" fmla="*/ 10145 h 10390"/>
                      <a:gd name="connsiteX11" fmla="*/ 9930 w 10000"/>
                      <a:gd name="connsiteY11" fmla="*/ 10239 h 10390"/>
                      <a:gd name="connsiteX12" fmla="*/ 9861 w 10000"/>
                      <a:gd name="connsiteY12" fmla="*/ 10315 h 10390"/>
                      <a:gd name="connsiteX13" fmla="*/ 9774 w 10000"/>
                      <a:gd name="connsiteY13" fmla="*/ 10371 h 10390"/>
                      <a:gd name="connsiteX14" fmla="*/ 9687 w 10000"/>
                      <a:gd name="connsiteY14" fmla="*/ 10390 h 10390"/>
                      <a:gd name="connsiteX15" fmla="*/ 330 w 10000"/>
                      <a:gd name="connsiteY15" fmla="*/ 10390 h 10390"/>
                      <a:gd name="connsiteX16" fmla="*/ 209 w 10000"/>
                      <a:gd name="connsiteY16" fmla="*/ 10371 h 10390"/>
                      <a:gd name="connsiteX17" fmla="*/ 122 w 10000"/>
                      <a:gd name="connsiteY17" fmla="*/ 10315 h 10390"/>
                      <a:gd name="connsiteX18" fmla="*/ 52 w 10000"/>
                      <a:gd name="connsiteY18" fmla="*/ 10239 h 10390"/>
                      <a:gd name="connsiteX19" fmla="*/ 0 w 10000"/>
                      <a:gd name="connsiteY19" fmla="*/ 10145 h 10390"/>
                      <a:gd name="connsiteX20" fmla="*/ 0 w 10000"/>
                      <a:gd name="connsiteY20" fmla="*/ 10050 h 10390"/>
                      <a:gd name="connsiteX21" fmla="*/ 0 w 10000"/>
                      <a:gd name="connsiteY21" fmla="*/ 730 h 10390"/>
                      <a:gd name="connsiteX0" fmla="*/ 0 w 10000"/>
                      <a:gd name="connsiteY0" fmla="*/ 1141 h 10801"/>
                      <a:gd name="connsiteX1" fmla="*/ 643 w 10000"/>
                      <a:gd name="connsiteY1" fmla="*/ 1141 h 10801"/>
                      <a:gd name="connsiteX2" fmla="*/ 643 w 10000"/>
                      <a:gd name="connsiteY2" fmla="*/ 10084 h 10801"/>
                      <a:gd name="connsiteX3" fmla="*/ 9687 w 10000"/>
                      <a:gd name="connsiteY3" fmla="*/ 10084 h 10801"/>
                      <a:gd name="connsiteX4" fmla="*/ 9774 w 10000"/>
                      <a:gd name="connsiteY4" fmla="*/ 10122 h 10801"/>
                      <a:gd name="connsiteX5" fmla="*/ 9861 w 10000"/>
                      <a:gd name="connsiteY5" fmla="*/ 10159 h 10801"/>
                      <a:gd name="connsiteX6" fmla="*/ 9930 w 10000"/>
                      <a:gd name="connsiteY6" fmla="*/ 10235 h 10801"/>
                      <a:gd name="connsiteX7" fmla="*/ 9983 w 10000"/>
                      <a:gd name="connsiteY7" fmla="*/ 10329 h 10801"/>
                      <a:gd name="connsiteX8" fmla="*/ 10000 w 10000"/>
                      <a:gd name="connsiteY8" fmla="*/ 10461 h 10801"/>
                      <a:gd name="connsiteX9" fmla="*/ 9983 w 10000"/>
                      <a:gd name="connsiteY9" fmla="*/ 10556 h 10801"/>
                      <a:gd name="connsiteX10" fmla="*/ 9930 w 10000"/>
                      <a:gd name="connsiteY10" fmla="*/ 10650 h 10801"/>
                      <a:gd name="connsiteX11" fmla="*/ 9861 w 10000"/>
                      <a:gd name="connsiteY11" fmla="*/ 10726 h 10801"/>
                      <a:gd name="connsiteX12" fmla="*/ 9774 w 10000"/>
                      <a:gd name="connsiteY12" fmla="*/ 10782 h 10801"/>
                      <a:gd name="connsiteX13" fmla="*/ 9687 w 10000"/>
                      <a:gd name="connsiteY13" fmla="*/ 10801 h 10801"/>
                      <a:gd name="connsiteX14" fmla="*/ 330 w 10000"/>
                      <a:gd name="connsiteY14" fmla="*/ 10801 h 10801"/>
                      <a:gd name="connsiteX15" fmla="*/ 209 w 10000"/>
                      <a:gd name="connsiteY15" fmla="*/ 10782 h 10801"/>
                      <a:gd name="connsiteX16" fmla="*/ 122 w 10000"/>
                      <a:gd name="connsiteY16" fmla="*/ 10726 h 10801"/>
                      <a:gd name="connsiteX17" fmla="*/ 52 w 10000"/>
                      <a:gd name="connsiteY17" fmla="*/ 10650 h 10801"/>
                      <a:gd name="connsiteX18" fmla="*/ 0 w 10000"/>
                      <a:gd name="connsiteY18" fmla="*/ 10556 h 10801"/>
                      <a:gd name="connsiteX19" fmla="*/ 0 w 10000"/>
                      <a:gd name="connsiteY19" fmla="*/ 10461 h 10801"/>
                      <a:gd name="connsiteX20" fmla="*/ 0 w 10000"/>
                      <a:gd name="connsiteY20" fmla="*/ 1141 h 10801"/>
                      <a:gd name="connsiteX0" fmla="*/ 0 w 10000"/>
                      <a:gd name="connsiteY0" fmla="*/ 733 h 10393"/>
                      <a:gd name="connsiteX1" fmla="*/ 643 w 10000"/>
                      <a:gd name="connsiteY1" fmla="*/ 733 h 10393"/>
                      <a:gd name="connsiteX2" fmla="*/ 643 w 10000"/>
                      <a:gd name="connsiteY2" fmla="*/ 9676 h 10393"/>
                      <a:gd name="connsiteX3" fmla="*/ 9687 w 10000"/>
                      <a:gd name="connsiteY3" fmla="*/ 9676 h 10393"/>
                      <a:gd name="connsiteX4" fmla="*/ 9774 w 10000"/>
                      <a:gd name="connsiteY4" fmla="*/ 9714 h 10393"/>
                      <a:gd name="connsiteX5" fmla="*/ 9861 w 10000"/>
                      <a:gd name="connsiteY5" fmla="*/ 9751 h 10393"/>
                      <a:gd name="connsiteX6" fmla="*/ 9930 w 10000"/>
                      <a:gd name="connsiteY6" fmla="*/ 9827 h 10393"/>
                      <a:gd name="connsiteX7" fmla="*/ 9983 w 10000"/>
                      <a:gd name="connsiteY7" fmla="*/ 9921 h 10393"/>
                      <a:gd name="connsiteX8" fmla="*/ 10000 w 10000"/>
                      <a:gd name="connsiteY8" fmla="*/ 10053 h 10393"/>
                      <a:gd name="connsiteX9" fmla="*/ 9983 w 10000"/>
                      <a:gd name="connsiteY9" fmla="*/ 10148 h 10393"/>
                      <a:gd name="connsiteX10" fmla="*/ 9930 w 10000"/>
                      <a:gd name="connsiteY10" fmla="*/ 10242 h 10393"/>
                      <a:gd name="connsiteX11" fmla="*/ 9861 w 10000"/>
                      <a:gd name="connsiteY11" fmla="*/ 10318 h 10393"/>
                      <a:gd name="connsiteX12" fmla="*/ 9774 w 10000"/>
                      <a:gd name="connsiteY12" fmla="*/ 10374 h 10393"/>
                      <a:gd name="connsiteX13" fmla="*/ 9687 w 10000"/>
                      <a:gd name="connsiteY13" fmla="*/ 10393 h 10393"/>
                      <a:gd name="connsiteX14" fmla="*/ 330 w 10000"/>
                      <a:gd name="connsiteY14" fmla="*/ 10393 h 10393"/>
                      <a:gd name="connsiteX15" fmla="*/ 209 w 10000"/>
                      <a:gd name="connsiteY15" fmla="*/ 10374 h 10393"/>
                      <a:gd name="connsiteX16" fmla="*/ 122 w 10000"/>
                      <a:gd name="connsiteY16" fmla="*/ 10318 h 10393"/>
                      <a:gd name="connsiteX17" fmla="*/ 52 w 10000"/>
                      <a:gd name="connsiteY17" fmla="*/ 10242 h 10393"/>
                      <a:gd name="connsiteX18" fmla="*/ 0 w 10000"/>
                      <a:gd name="connsiteY18" fmla="*/ 10148 h 10393"/>
                      <a:gd name="connsiteX19" fmla="*/ 0 w 10000"/>
                      <a:gd name="connsiteY19" fmla="*/ 10053 h 10393"/>
                      <a:gd name="connsiteX20" fmla="*/ 0 w 10000"/>
                      <a:gd name="connsiteY20" fmla="*/ 733 h 10393"/>
                      <a:gd name="connsiteX0" fmla="*/ 0 w 10000"/>
                      <a:gd name="connsiteY0" fmla="*/ 214 h 9874"/>
                      <a:gd name="connsiteX1" fmla="*/ 643 w 10000"/>
                      <a:gd name="connsiteY1" fmla="*/ 214 h 9874"/>
                      <a:gd name="connsiteX2" fmla="*/ 643 w 10000"/>
                      <a:gd name="connsiteY2" fmla="*/ 9157 h 9874"/>
                      <a:gd name="connsiteX3" fmla="*/ 9687 w 10000"/>
                      <a:gd name="connsiteY3" fmla="*/ 9157 h 9874"/>
                      <a:gd name="connsiteX4" fmla="*/ 9774 w 10000"/>
                      <a:gd name="connsiteY4" fmla="*/ 9195 h 9874"/>
                      <a:gd name="connsiteX5" fmla="*/ 9861 w 10000"/>
                      <a:gd name="connsiteY5" fmla="*/ 9232 h 9874"/>
                      <a:gd name="connsiteX6" fmla="*/ 9930 w 10000"/>
                      <a:gd name="connsiteY6" fmla="*/ 9308 h 9874"/>
                      <a:gd name="connsiteX7" fmla="*/ 9983 w 10000"/>
                      <a:gd name="connsiteY7" fmla="*/ 9402 h 9874"/>
                      <a:gd name="connsiteX8" fmla="*/ 10000 w 10000"/>
                      <a:gd name="connsiteY8" fmla="*/ 9534 h 9874"/>
                      <a:gd name="connsiteX9" fmla="*/ 9983 w 10000"/>
                      <a:gd name="connsiteY9" fmla="*/ 9629 h 9874"/>
                      <a:gd name="connsiteX10" fmla="*/ 9930 w 10000"/>
                      <a:gd name="connsiteY10" fmla="*/ 9723 h 9874"/>
                      <a:gd name="connsiteX11" fmla="*/ 9861 w 10000"/>
                      <a:gd name="connsiteY11" fmla="*/ 9799 h 9874"/>
                      <a:gd name="connsiteX12" fmla="*/ 9774 w 10000"/>
                      <a:gd name="connsiteY12" fmla="*/ 9855 h 9874"/>
                      <a:gd name="connsiteX13" fmla="*/ 9687 w 10000"/>
                      <a:gd name="connsiteY13" fmla="*/ 9874 h 9874"/>
                      <a:gd name="connsiteX14" fmla="*/ 330 w 10000"/>
                      <a:gd name="connsiteY14" fmla="*/ 9874 h 9874"/>
                      <a:gd name="connsiteX15" fmla="*/ 209 w 10000"/>
                      <a:gd name="connsiteY15" fmla="*/ 9855 h 9874"/>
                      <a:gd name="connsiteX16" fmla="*/ 122 w 10000"/>
                      <a:gd name="connsiteY16" fmla="*/ 9799 h 9874"/>
                      <a:gd name="connsiteX17" fmla="*/ 52 w 10000"/>
                      <a:gd name="connsiteY17" fmla="*/ 9723 h 9874"/>
                      <a:gd name="connsiteX18" fmla="*/ 0 w 10000"/>
                      <a:gd name="connsiteY18" fmla="*/ 9629 h 9874"/>
                      <a:gd name="connsiteX19" fmla="*/ 0 w 10000"/>
                      <a:gd name="connsiteY19" fmla="*/ 9534 h 9874"/>
                      <a:gd name="connsiteX20" fmla="*/ 0 w 10000"/>
                      <a:gd name="connsiteY20" fmla="*/ 214 h 9874"/>
                      <a:gd name="connsiteX0" fmla="*/ 0 w 10000"/>
                      <a:gd name="connsiteY0" fmla="*/ 246 h 10029"/>
                      <a:gd name="connsiteX1" fmla="*/ 643 w 10000"/>
                      <a:gd name="connsiteY1" fmla="*/ 246 h 10029"/>
                      <a:gd name="connsiteX2" fmla="*/ 643 w 10000"/>
                      <a:gd name="connsiteY2" fmla="*/ 9303 h 10029"/>
                      <a:gd name="connsiteX3" fmla="*/ 9687 w 10000"/>
                      <a:gd name="connsiteY3" fmla="*/ 9303 h 10029"/>
                      <a:gd name="connsiteX4" fmla="*/ 9774 w 10000"/>
                      <a:gd name="connsiteY4" fmla="*/ 9341 h 10029"/>
                      <a:gd name="connsiteX5" fmla="*/ 9861 w 10000"/>
                      <a:gd name="connsiteY5" fmla="*/ 9379 h 10029"/>
                      <a:gd name="connsiteX6" fmla="*/ 9930 w 10000"/>
                      <a:gd name="connsiteY6" fmla="*/ 9456 h 10029"/>
                      <a:gd name="connsiteX7" fmla="*/ 9983 w 10000"/>
                      <a:gd name="connsiteY7" fmla="*/ 9551 h 10029"/>
                      <a:gd name="connsiteX8" fmla="*/ 10000 w 10000"/>
                      <a:gd name="connsiteY8" fmla="*/ 9685 h 10029"/>
                      <a:gd name="connsiteX9" fmla="*/ 9983 w 10000"/>
                      <a:gd name="connsiteY9" fmla="*/ 9781 h 10029"/>
                      <a:gd name="connsiteX10" fmla="*/ 9930 w 10000"/>
                      <a:gd name="connsiteY10" fmla="*/ 9876 h 10029"/>
                      <a:gd name="connsiteX11" fmla="*/ 9861 w 10000"/>
                      <a:gd name="connsiteY11" fmla="*/ 9953 h 10029"/>
                      <a:gd name="connsiteX12" fmla="*/ 9774 w 10000"/>
                      <a:gd name="connsiteY12" fmla="*/ 10010 h 10029"/>
                      <a:gd name="connsiteX13" fmla="*/ 9687 w 10000"/>
                      <a:gd name="connsiteY13" fmla="*/ 10029 h 10029"/>
                      <a:gd name="connsiteX14" fmla="*/ 330 w 10000"/>
                      <a:gd name="connsiteY14" fmla="*/ 10029 h 10029"/>
                      <a:gd name="connsiteX15" fmla="*/ 209 w 10000"/>
                      <a:gd name="connsiteY15" fmla="*/ 10010 h 10029"/>
                      <a:gd name="connsiteX16" fmla="*/ 122 w 10000"/>
                      <a:gd name="connsiteY16" fmla="*/ 9953 h 10029"/>
                      <a:gd name="connsiteX17" fmla="*/ 52 w 10000"/>
                      <a:gd name="connsiteY17" fmla="*/ 9876 h 10029"/>
                      <a:gd name="connsiteX18" fmla="*/ 0 w 10000"/>
                      <a:gd name="connsiteY18" fmla="*/ 9781 h 10029"/>
                      <a:gd name="connsiteX19" fmla="*/ 0 w 10000"/>
                      <a:gd name="connsiteY19" fmla="*/ 9685 h 10029"/>
                      <a:gd name="connsiteX20" fmla="*/ 0 w 10000"/>
                      <a:gd name="connsiteY20" fmla="*/ 246 h 10029"/>
                      <a:gd name="connsiteX0" fmla="*/ 0 w 10000"/>
                      <a:gd name="connsiteY0" fmla="*/ 246 h 10440"/>
                      <a:gd name="connsiteX1" fmla="*/ 643 w 10000"/>
                      <a:gd name="connsiteY1" fmla="*/ 246 h 10440"/>
                      <a:gd name="connsiteX2" fmla="*/ 643 w 10000"/>
                      <a:gd name="connsiteY2" fmla="*/ 9303 h 10440"/>
                      <a:gd name="connsiteX3" fmla="*/ 9687 w 10000"/>
                      <a:gd name="connsiteY3" fmla="*/ 9303 h 10440"/>
                      <a:gd name="connsiteX4" fmla="*/ 9774 w 10000"/>
                      <a:gd name="connsiteY4" fmla="*/ 9341 h 10440"/>
                      <a:gd name="connsiteX5" fmla="*/ 9861 w 10000"/>
                      <a:gd name="connsiteY5" fmla="*/ 9379 h 10440"/>
                      <a:gd name="connsiteX6" fmla="*/ 9930 w 10000"/>
                      <a:gd name="connsiteY6" fmla="*/ 9456 h 10440"/>
                      <a:gd name="connsiteX7" fmla="*/ 9983 w 10000"/>
                      <a:gd name="connsiteY7" fmla="*/ 9551 h 10440"/>
                      <a:gd name="connsiteX8" fmla="*/ 10000 w 10000"/>
                      <a:gd name="connsiteY8" fmla="*/ 9685 h 10440"/>
                      <a:gd name="connsiteX9" fmla="*/ 9983 w 10000"/>
                      <a:gd name="connsiteY9" fmla="*/ 9781 h 10440"/>
                      <a:gd name="connsiteX10" fmla="*/ 9930 w 10000"/>
                      <a:gd name="connsiteY10" fmla="*/ 9876 h 10440"/>
                      <a:gd name="connsiteX11" fmla="*/ 9861 w 10000"/>
                      <a:gd name="connsiteY11" fmla="*/ 9953 h 10440"/>
                      <a:gd name="connsiteX12" fmla="*/ 9774 w 10000"/>
                      <a:gd name="connsiteY12" fmla="*/ 10010 h 10440"/>
                      <a:gd name="connsiteX13" fmla="*/ 9687 w 10000"/>
                      <a:gd name="connsiteY13" fmla="*/ 10029 h 10440"/>
                      <a:gd name="connsiteX14" fmla="*/ 330 w 10000"/>
                      <a:gd name="connsiteY14" fmla="*/ 10029 h 10440"/>
                      <a:gd name="connsiteX15" fmla="*/ 209 w 10000"/>
                      <a:gd name="connsiteY15" fmla="*/ 10010 h 10440"/>
                      <a:gd name="connsiteX16" fmla="*/ 122 w 10000"/>
                      <a:gd name="connsiteY16" fmla="*/ 9953 h 10440"/>
                      <a:gd name="connsiteX17" fmla="*/ 52 w 10000"/>
                      <a:gd name="connsiteY17" fmla="*/ 9876 h 10440"/>
                      <a:gd name="connsiteX18" fmla="*/ 0 w 10000"/>
                      <a:gd name="connsiteY18" fmla="*/ 9685 h 10440"/>
                      <a:gd name="connsiteX19" fmla="*/ 0 w 10000"/>
                      <a:gd name="connsiteY19" fmla="*/ 246 h 10440"/>
                      <a:gd name="connsiteX0" fmla="*/ 0 w 10000"/>
                      <a:gd name="connsiteY0" fmla="*/ 246 h 10466"/>
                      <a:gd name="connsiteX1" fmla="*/ 643 w 10000"/>
                      <a:gd name="connsiteY1" fmla="*/ 246 h 10466"/>
                      <a:gd name="connsiteX2" fmla="*/ 643 w 10000"/>
                      <a:gd name="connsiteY2" fmla="*/ 9303 h 10466"/>
                      <a:gd name="connsiteX3" fmla="*/ 9687 w 10000"/>
                      <a:gd name="connsiteY3" fmla="*/ 9303 h 10466"/>
                      <a:gd name="connsiteX4" fmla="*/ 9774 w 10000"/>
                      <a:gd name="connsiteY4" fmla="*/ 9341 h 10466"/>
                      <a:gd name="connsiteX5" fmla="*/ 9861 w 10000"/>
                      <a:gd name="connsiteY5" fmla="*/ 9379 h 10466"/>
                      <a:gd name="connsiteX6" fmla="*/ 9930 w 10000"/>
                      <a:gd name="connsiteY6" fmla="*/ 9456 h 10466"/>
                      <a:gd name="connsiteX7" fmla="*/ 9983 w 10000"/>
                      <a:gd name="connsiteY7" fmla="*/ 9551 h 10466"/>
                      <a:gd name="connsiteX8" fmla="*/ 10000 w 10000"/>
                      <a:gd name="connsiteY8" fmla="*/ 9685 h 10466"/>
                      <a:gd name="connsiteX9" fmla="*/ 9983 w 10000"/>
                      <a:gd name="connsiteY9" fmla="*/ 9781 h 10466"/>
                      <a:gd name="connsiteX10" fmla="*/ 9930 w 10000"/>
                      <a:gd name="connsiteY10" fmla="*/ 9876 h 10466"/>
                      <a:gd name="connsiteX11" fmla="*/ 9861 w 10000"/>
                      <a:gd name="connsiteY11" fmla="*/ 9953 h 10466"/>
                      <a:gd name="connsiteX12" fmla="*/ 9774 w 10000"/>
                      <a:gd name="connsiteY12" fmla="*/ 10010 h 10466"/>
                      <a:gd name="connsiteX13" fmla="*/ 9687 w 10000"/>
                      <a:gd name="connsiteY13" fmla="*/ 10029 h 10466"/>
                      <a:gd name="connsiteX14" fmla="*/ 330 w 10000"/>
                      <a:gd name="connsiteY14" fmla="*/ 10029 h 10466"/>
                      <a:gd name="connsiteX15" fmla="*/ 209 w 10000"/>
                      <a:gd name="connsiteY15" fmla="*/ 10010 h 10466"/>
                      <a:gd name="connsiteX16" fmla="*/ 122 w 10000"/>
                      <a:gd name="connsiteY16" fmla="*/ 9953 h 10466"/>
                      <a:gd name="connsiteX17" fmla="*/ 0 w 10000"/>
                      <a:gd name="connsiteY17" fmla="*/ 9685 h 10466"/>
                      <a:gd name="connsiteX18" fmla="*/ 0 w 10000"/>
                      <a:gd name="connsiteY18" fmla="*/ 246 h 10466"/>
                      <a:gd name="connsiteX0" fmla="*/ 0 w 10000"/>
                      <a:gd name="connsiteY0" fmla="*/ 246 h 10029"/>
                      <a:gd name="connsiteX1" fmla="*/ 643 w 10000"/>
                      <a:gd name="connsiteY1" fmla="*/ 246 h 10029"/>
                      <a:gd name="connsiteX2" fmla="*/ 643 w 10000"/>
                      <a:gd name="connsiteY2" fmla="*/ 9303 h 10029"/>
                      <a:gd name="connsiteX3" fmla="*/ 9687 w 10000"/>
                      <a:gd name="connsiteY3" fmla="*/ 9303 h 10029"/>
                      <a:gd name="connsiteX4" fmla="*/ 9774 w 10000"/>
                      <a:gd name="connsiteY4" fmla="*/ 9341 h 10029"/>
                      <a:gd name="connsiteX5" fmla="*/ 9861 w 10000"/>
                      <a:gd name="connsiteY5" fmla="*/ 9379 h 10029"/>
                      <a:gd name="connsiteX6" fmla="*/ 9930 w 10000"/>
                      <a:gd name="connsiteY6" fmla="*/ 9456 h 10029"/>
                      <a:gd name="connsiteX7" fmla="*/ 9983 w 10000"/>
                      <a:gd name="connsiteY7" fmla="*/ 9551 h 10029"/>
                      <a:gd name="connsiteX8" fmla="*/ 10000 w 10000"/>
                      <a:gd name="connsiteY8" fmla="*/ 9685 h 10029"/>
                      <a:gd name="connsiteX9" fmla="*/ 9983 w 10000"/>
                      <a:gd name="connsiteY9" fmla="*/ 9781 h 10029"/>
                      <a:gd name="connsiteX10" fmla="*/ 9930 w 10000"/>
                      <a:gd name="connsiteY10" fmla="*/ 9876 h 10029"/>
                      <a:gd name="connsiteX11" fmla="*/ 9861 w 10000"/>
                      <a:gd name="connsiteY11" fmla="*/ 9953 h 10029"/>
                      <a:gd name="connsiteX12" fmla="*/ 9774 w 10000"/>
                      <a:gd name="connsiteY12" fmla="*/ 10010 h 10029"/>
                      <a:gd name="connsiteX13" fmla="*/ 9687 w 10000"/>
                      <a:gd name="connsiteY13" fmla="*/ 10029 h 10029"/>
                      <a:gd name="connsiteX14" fmla="*/ 330 w 10000"/>
                      <a:gd name="connsiteY14" fmla="*/ 10029 h 10029"/>
                      <a:gd name="connsiteX15" fmla="*/ 209 w 10000"/>
                      <a:gd name="connsiteY15" fmla="*/ 10010 h 10029"/>
                      <a:gd name="connsiteX16" fmla="*/ 0 w 10000"/>
                      <a:gd name="connsiteY16" fmla="*/ 9685 h 10029"/>
                      <a:gd name="connsiteX17" fmla="*/ 0 w 10000"/>
                      <a:gd name="connsiteY17" fmla="*/ 246 h 10029"/>
                      <a:gd name="connsiteX0" fmla="*/ 0 w 10000"/>
                      <a:gd name="connsiteY0" fmla="*/ 246 h 10029"/>
                      <a:gd name="connsiteX1" fmla="*/ 643 w 10000"/>
                      <a:gd name="connsiteY1" fmla="*/ 246 h 10029"/>
                      <a:gd name="connsiteX2" fmla="*/ 643 w 10000"/>
                      <a:gd name="connsiteY2" fmla="*/ 9303 h 10029"/>
                      <a:gd name="connsiteX3" fmla="*/ 9687 w 10000"/>
                      <a:gd name="connsiteY3" fmla="*/ 9303 h 10029"/>
                      <a:gd name="connsiteX4" fmla="*/ 9774 w 10000"/>
                      <a:gd name="connsiteY4" fmla="*/ 9341 h 10029"/>
                      <a:gd name="connsiteX5" fmla="*/ 9861 w 10000"/>
                      <a:gd name="connsiteY5" fmla="*/ 9379 h 10029"/>
                      <a:gd name="connsiteX6" fmla="*/ 9930 w 10000"/>
                      <a:gd name="connsiteY6" fmla="*/ 9456 h 10029"/>
                      <a:gd name="connsiteX7" fmla="*/ 9983 w 10000"/>
                      <a:gd name="connsiteY7" fmla="*/ 9551 h 10029"/>
                      <a:gd name="connsiteX8" fmla="*/ 10000 w 10000"/>
                      <a:gd name="connsiteY8" fmla="*/ 9685 h 10029"/>
                      <a:gd name="connsiteX9" fmla="*/ 9983 w 10000"/>
                      <a:gd name="connsiteY9" fmla="*/ 9781 h 10029"/>
                      <a:gd name="connsiteX10" fmla="*/ 9930 w 10000"/>
                      <a:gd name="connsiteY10" fmla="*/ 9876 h 10029"/>
                      <a:gd name="connsiteX11" fmla="*/ 9861 w 10000"/>
                      <a:gd name="connsiteY11" fmla="*/ 9953 h 10029"/>
                      <a:gd name="connsiteX12" fmla="*/ 9774 w 10000"/>
                      <a:gd name="connsiteY12" fmla="*/ 10010 h 10029"/>
                      <a:gd name="connsiteX13" fmla="*/ 9687 w 10000"/>
                      <a:gd name="connsiteY13" fmla="*/ 10029 h 10029"/>
                      <a:gd name="connsiteX14" fmla="*/ 330 w 10000"/>
                      <a:gd name="connsiteY14" fmla="*/ 10029 h 10029"/>
                      <a:gd name="connsiteX15" fmla="*/ 0 w 10000"/>
                      <a:gd name="connsiteY15" fmla="*/ 9685 h 10029"/>
                      <a:gd name="connsiteX16" fmla="*/ 0 w 10000"/>
                      <a:gd name="connsiteY16" fmla="*/ 246 h 10029"/>
                      <a:gd name="connsiteX0" fmla="*/ 0 w 10000"/>
                      <a:gd name="connsiteY0" fmla="*/ 246 h 10029"/>
                      <a:gd name="connsiteX1" fmla="*/ 643 w 10000"/>
                      <a:gd name="connsiteY1" fmla="*/ 246 h 10029"/>
                      <a:gd name="connsiteX2" fmla="*/ 643 w 10000"/>
                      <a:gd name="connsiteY2" fmla="*/ 9303 h 10029"/>
                      <a:gd name="connsiteX3" fmla="*/ 9687 w 10000"/>
                      <a:gd name="connsiteY3" fmla="*/ 9303 h 10029"/>
                      <a:gd name="connsiteX4" fmla="*/ 9774 w 10000"/>
                      <a:gd name="connsiteY4" fmla="*/ 9341 h 10029"/>
                      <a:gd name="connsiteX5" fmla="*/ 9861 w 10000"/>
                      <a:gd name="connsiteY5" fmla="*/ 9379 h 10029"/>
                      <a:gd name="connsiteX6" fmla="*/ 9930 w 10000"/>
                      <a:gd name="connsiteY6" fmla="*/ 9456 h 10029"/>
                      <a:gd name="connsiteX7" fmla="*/ 9983 w 10000"/>
                      <a:gd name="connsiteY7" fmla="*/ 9551 h 10029"/>
                      <a:gd name="connsiteX8" fmla="*/ 10000 w 10000"/>
                      <a:gd name="connsiteY8" fmla="*/ 9685 h 10029"/>
                      <a:gd name="connsiteX9" fmla="*/ 9983 w 10000"/>
                      <a:gd name="connsiteY9" fmla="*/ 9781 h 10029"/>
                      <a:gd name="connsiteX10" fmla="*/ 9930 w 10000"/>
                      <a:gd name="connsiteY10" fmla="*/ 9876 h 10029"/>
                      <a:gd name="connsiteX11" fmla="*/ 9861 w 10000"/>
                      <a:gd name="connsiteY11" fmla="*/ 9953 h 10029"/>
                      <a:gd name="connsiteX12" fmla="*/ 9774 w 10000"/>
                      <a:gd name="connsiteY12" fmla="*/ 10010 h 10029"/>
                      <a:gd name="connsiteX13" fmla="*/ 9687 w 10000"/>
                      <a:gd name="connsiteY13" fmla="*/ 10029 h 10029"/>
                      <a:gd name="connsiteX14" fmla="*/ 330 w 10000"/>
                      <a:gd name="connsiteY14" fmla="*/ 10029 h 10029"/>
                      <a:gd name="connsiteX15" fmla="*/ 0 w 10000"/>
                      <a:gd name="connsiteY15" fmla="*/ 9685 h 10029"/>
                      <a:gd name="connsiteX16" fmla="*/ 0 w 10000"/>
                      <a:gd name="connsiteY16" fmla="*/ 246 h 10029"/>
                      <a:gd name="connsiteX0" fmla="*/ 0 w 10000"/>
                      <a:gd name="connsiteY0" fmla="*/ 246 h 10029"/>
                      <a:gd name="connsiteX1" fmla="*/ 643 w 10000"/>
                      <a:gd name="connsiteY1" fmla="*/ 246 h 10029"/>
                      <a:gd name="connsiteX2" fmla="*/ 643 w 10000"/>
                      <a:gd name="connsiteY2" fmla="*/ 9303 h 10029"/>
                      <a:gd name="connsiteX3" fmla="*/ 9687 w 10000"/>
                      <a:gd name="connsiteY3" fmla="*/ 9303 h 10029"/>
                      <a:gd name="connsiteX4" fmla="*/ 9774 w 10000"/>
                      <a:gd name="connsiteY4" fmla="*/ 9341 h 10029"/>
                      <a:gd name="connsiteX5" fmla="*/ 9861 w 10000"/>
                      <a:gd name="connsiteY5" fmla="*/ 9379 h 10029"/>
                      <a:gd name="connsiteX6" fmla="*/ 9930 w 10000"/>
                      <a:gd name="connsiteY6" fmla="*/ 9456 h 10029"/>
                      <a:gd name="connsiteX7" fmla="*/ 9983 w 10000"/>
                      <a:gd name="connsiteY7" fmla="*/ 9551 h 10029"/>
                      <a:gd name="connsiteX8" fmla="*/ 10000 w 10000"/>
                      <a:gd name="connsiteY8" fmla="*/ 9685 h 10029"/>
                      <a:gd name="connsiteX9" fmla="*/ 9983 w 10000"/>
                      <a:gd name="connsiteY9" fmla="*/ 9781 h 10029"/>
                      <a:gd name="connsiteX10" fmla="*/ 9930 w 10000"/>
                      <a:gd name="connsiteY10" fmla="*/ 9876 h 10029"/>
                      <a:gd name="connsiteX11" fmla="*/ 9861 w 10000"/>
                      <a:gd name="connsiteY11" fmla="*/ 9953 h 10029"/>
                      <a:gd name="connsiteX12" fmla="*/ 9774 w 10000"/>
                      <a:gd name="connsiteY12" fmla="*/ 10010 h 10029"/>
                      <a:gd name="connsiteX13" fmla="*/ 9687 w 10000"/>
                      <a:gd name="connsiteY13" fmla="*/ 10029 h 10029"/>
                      <a:gd name="connsiteX14" fmla="*/ 330 w 10000"/>
                      <a:gd name="connsiteY14" fmla="*/ 10029 h 10029"/>
                      <a:gd name="connsiteX15" fmla="*/ 0 w 10000"/>
                      <a:gd name="connsiteY15" fmla="*/ 9685 h 10029"/>
                      <a:gd name="connsiteX16" fmla="*/ 0 w 10000"/>
                      <a:gd name="connsiteY16" fmla="*/ 246 h 10029"/>
                      <a:gd name="connsiteX0" fmla="*/ 0 w 10408"/>
                      <a:gd name="connsiteY0" fmla="*/ 246 h 10029"/>
                      <a:gd name="connsiteX1" fmla="*/ 643 w 10408"/>
                      <a:gd name="connsiteY1" fmla="*/ 246 h 10029"/>
                      <a:gd name="connsiteX2" fmla="*/ 643 w 10408"/>
                      <a:gd name="connsiteY2" fmla="*/ 9303 h 10029"/>
                      <a:gd name="connsiteX3" fmla="*/ 9687 w 10408"/>
                      <a:gd name="connsiteY3" fmla="*/ 9303 h 10029"/>
                      <a:gd name="connsiteX4" fmla="*/ 9861 w 10408"/>
                      <a:gd name="connsiteY4" fmla="*/ 9379 h 10029"/>
                      <a:gd name="connsiteX5" fmla="*/ 9930 w 10408"/>
                      <a:gd name="connsiteY5" fmla="*/ 9456 h 10029"/>
                      <a:gd name="connsiteX6" fmla="*/ 9983 w 10408"/>
                      <a:gd name="connsiteY6" fmla="*/ 9551 h 10029"/>
                      <a:gd name="connsiteX7" fmla="*/ 10000 w 10408"/>
                      <a:gd name="connsiteY7" fmla="*/ 9685 h 10029"/>
                      <a:gd name="connsiteX8" fmla="*/ 9983 w 10408"/>
                      <a:gd name="connsiteY8" fmla="*/ 9781 h 10029"/>
                      <a:gd name="connsiteX9" fmla="*/ 9930 w 10408"/>
                      <a:gd name="connsiteY9" fmla="*/ 9876 h 10029"/>
                      <a:gd name="connsiteX10" fmla="*/ 9861 w 10408"/>
                      <a:gd name="connsiteY10" fmla="*/ 9953 h 10029"/>
                      <a:gd name="connsiteX11" fmla="*/ 9774 w 10408"/>
                      <a:gd name="connsiteY11" fmla="*/ 10010 h 10029"/>
                      <a:gd name="connsiteX12" fmla="*/ 9687 w 10408"/>
                      <a:gd name="connsiteY12" fmla="*/ 10029 h 10029"/>
                      <a:gd name="connsiteX13" fmla="*/ 330 w 10408"/>
                      <a:gd name="connsiteY13" fmla="*/ 10029 h 10029"/>
                      <a:gd name="connsiteX14" fmla="*/ 0 w 10408"/>
                      <a:gd name="connsiteY14" fmla="*/ 9685 h 10029"/>
                      <a:gd name="connsiteX15" fmla="*/ 0 w 10408"/>
                      <a:gd name="connsiteY15" fmla="*/ 246 h 10029"/>
                      <a:gd name="connsiteX0" fmla="*/ 0 w 10431"/>
                      <a:gd name="connsiteY0" fmla="*/ 246 h 10029"/>
                      <a:gd name="connsiteX1" fmla="*/ 643 w 10431"/>
                      <a:gd name="connsiteY1" fmla="*/ 246 h 10029"/>
                      <a:gd name="connsiteX2" fmla="*/ 643 w 10431"/>
                      <a:gd name="connsiteY2" fmla="*/ 9303 h 10029"/>
                      <a:gd name="connsiteX3" fmla="*/ 9687 w 10431"/>
                      <a:gd name="connsiteY3" fmla="*/ 9303 h 10029"/>
                      <a:gd name="connsiteX4" fmla="*/ 9930 w 10431"/>
                      <a:gd name="connsiteY4" fmla="*/ 9456 h 10029"/>
                      <a:gd name="connsiteX5" fmla="*/ 9983 w 10431"/>
                      <a:gd name="connsiteY5" fmla="*/ 9551 h 10029"/>
                      <a:gd name="connsiteX6" fmla="*/ 10000 w 10431"/>
                      <a:gd name="connsiteY6" fmla="*/ 9685 h 10029"/>
                      <a:gd name="connsiteX7" fmla="*/ 9983 w 10431"/>
                      <a:gd name="connsiteY7" fmla="*/ 9781 h 10029"/>
                      <a:gd name="connsiteX8" fmla="*/ 9930 w 10431"/>
                      <a:gd name="connsiteY8" fmla="*/ 9876 h 10029"/>
                      <a:gd name="connsiteX9" fmla="*/ 9861 w 10431"/>
                      <a:gd name="connsiteY9" fmla="*/ 9953 h 10029"/>
                      <a:gd name="connsiteX10" fmla="*/ 9774 w 10431"/>
                      <a:gd name="connsiteY10" fmla="*/ 10010 h 10029"/>
                      <a:gd name="connsiteX11" fmla="*/ 9687 w 10431"/>
                      <a:gd name="connsiteY11" fmla="*/ 10029 h 10029"/>
                      <a:gd name="connsiteX12" fmla="*/ 330 w 10431"/>
                      <a:gd name="connsiteY12" fmla="*/ 10029 h 10029"/>
                      <a:gd name="connsiteX13" fmla="*/ 0 w 10431"/>
                      <a:gd name="connsiteY13" fmla="*/ 9685 h 10029"/>
                      <a:gd name="connsiteX14" fmla="*/ 0 w 10431"/>
                      <a:gd name="connsiteY14" fmla="*/ 246 h 10029"/>
                      <a:gd name="connsiteX0" fmla="*/ 0 w 10451"/>
                      <a:gd name="connsiteY0" fmla="*/ 246 h 10029"/>
                      <a:gd name="connsiteX1" fmla="*/ 643 w 10451"/>
                      <a:gd name="connsiteY1" fmla="*/ 246 h 10029"/>
                      <a:gd name="connsiteX2" fmla="*/ 643 w 10451"/>
                      <a:gd name="connsiteY2" fmla="*/ 9303 h 10029"/>
                      <a:gd name="connsiteX3" fmla="*/ 9687 w 10451"/>
                      <a:gd name="connsiteY3" fmla="*/ 9303 h 10029"/>
                      <a:gd name="connsiteX4" fmla="*/ 9983 w 10451"/>
                      <a:gd name="connsiteY4" fmla="*/ 9551 h 10029"/>
                      <a:gd name="connsiteX5" fmla="*/ 10000 w 10451"/>
                      <a:gd name="connsiteY5" fmla="*/ 9685 h 10029"/>
                      <a:gd name="connsiteX6" fmla="*/ 9983 w 10451"/>
                      <a:gd name="connsiteY6" fmla="*/ 9781 h 10029"/>
                      <a:gd name="connsiteX7" fmla="*/ 9930 w 10451"/>
                      <a:gd name="connsiteY7" fmla="*/ 9876 h 10029"/>
                      <a:gd name="connsiteX8" fmla="*/ 9861 w 10451"/>
                      <a:gd name="connsiteY8" fmla="*/ 9953 h 10029"/>
                      <a:gd name="connsiteX9" fmla="*/ 9774 w 10451"/>
                      <a:gd name="connsiteY9" fmla="*/ 10010 h 10029"/>
                      <a:gd name="connsiteX10" fmla="*/ 9687 w 10451"/>
                      <a:gd name="connsiteY10" fmla="*/ 10029 h 10029"/>
                      <a:gd name="connsiteX11" fmla="*/ 330 w 10451"/>
                      <a:gd name="connsiteY11" fmla="*/ 10029 h 10029"/>
                      <a:gd name="connsiteX12" fmla="*/ 0 w 10451"/>
                      <a:gd name="connsiteY12" fmla="*/ 9685 h 10029"/>
                      <a:gd name="connsiteX13" fmla="*/ 0 w 10451"/>
                      <a:gd name="connsiteY13" fmla="*/ 246 h 10029"/>
                      <a:gd name="connsiteX0" fmla="*/ 0 w 10458"/>
                      <a:gd name="connsiteY0" fmla="*/ 246 h 10029"/>
                      <a:gd name="connsiteX1" fmla="*/ 643 w 10458"/>
                      <a:gd name="connsiteY1" fmla="*/ 246 h 10029"/>
                      <a:gd name="connsiteX2" fmla="*/ 643 w 10458"/>
                      <a:gd name="connsiteY2" fmla="*/ 9303 h 10029"/>
                      <a:gd name="connsiteX3" fmla="*/ 9687 w 10458"/>
                      <a:gd name="connsiteY3" fmla="*/ 9303 h 10029"/>
                      <a:gd name="connsiteX4" fmla="*/ 10000 w 10458"/>
                      <a:gd name="connsiteY4" fmla="*/ 9685 h 10029"/>
                      <a:gd name="connsiteX5" fmla="*/ 9983 w 10458"/>
                      <a:gd name="connsiteY5" fmla="*/ 9781 h 10029"/>
                      <a:gd name="connsiteX6" fmla="*/ 9930 w 10458"/>
                      <a:gd name="connsiteY6" fmla="*/ 9876 h 10029"/>
                      <a:gd name="connsiteX7" fmla="*/ 9861 w 10458"/>
                      <a:gd name="connsiteY7" fmla="*/ 9953 h 10029"/>
                      <a:gd name="connsiteX8" fmla="*/ 9774 w 10458"/>
                      <a:gd name="connsiteY8" fmla="*/ 10010 h 10029"/>
                      <a:gd name="connsiteX9" fmla="*/ 9687 w 10458"/>
                      <a:gd name="connsiteY9" fmla="*/ 10029 h 10029"/>
                      <a:gd name="connsiteX10" fmla="*/ 330 w 10458"/>
                      <a:gd name="connsiteY10" fmla="*/ 10029 h 10029"/>
                      <a:gd name="connsiteX11" fmla="*/ 0 w 10458"/>
                      <a:gd name="connsiteY11" fmla="*/ 9685 h 10029"/>
                      <a:gd name="connsiteX12" fmla="*/ 0 w 10458"/>
                      <a:gd name="connsiteY12" fmla="*/ 246 h 10029"/>
                      <a:gd name="connsiteX0" fmla="*/ 0 w 10454"/>
                      <a:gd name="connsiteY0" fmla="*/ 246 h 10029"/>
                      <a:gd name="connsiteX1" fmla="*/ 643 w 10454"/>
                      <a:gd name="connsiteY1" fmla="*/ 246 h 10029"/>
                      <a:gd name="connsiteX2" fmla="*/ 643 w 10454"/>
                      <a:gd name="connsiteY2" fmla="*/ 9303 h 10029"/>
                      <a:gd name="connsiteX3" fmla="*/ 9687 w 10454"/>
                      <a:gd name="connsiteY3" fmla="*/ 9303 h 10029"/>
                      <a:gd name="connsiteX4" fmla="*/ 9983 w 10454"/>
                      <a:gd name="connsiteY4" fmla="*/ 9781 h 10029"/>
                      <a:gd name="connsiteX5" fmla="*/ 9930 w 10454"/>
                      <a:gd name="connsiteY5" fmla="*/ 9876 h 10029"/>
                      <a:gd name="connsiteX6" fmla="*/ 9861 w 10454"/>
                      <a:gd name="connsiteY6" fmla="*/ 9953 h 10029"/>
                      <a:gd name="connsiteX7" fmla="*/ 9774 w 10454"/>
                      <a:gd name="connsiteY7" fmla="*/ 10010 h 10029"/>
                      <a:gd name="connsiteX8" fmla="*/ 9687 w 10454"/>
                      <a:gd name="connsiteY8" fmla="*/ 10029 h 10029"/>
                      <a:gd name="connsiteX9" fmla="*/ 330 w 10454"/>
                      <a:gd name="connsiteY9" fmla="*/ 10029 h 10029"/>
                      <a:gd name="connsiteX10" fmla="*/ 0 w 10454"/>
                      <a:gd name="connsiteY10" fmla="*/ 9685 h 10029"/>
                      <a:gd name="connsiteX11" fmla="*/ 0 w 10454"/>
                      <a:gd name="connsiteY11" fmla="*/ 246 h 10029"/>
                      <a:gd name="connsiteX0" fmla="*/ 0 w 10436"/>
                      <a:gd name="connsiteY0" fmla="*/ 246 h 10029"/>
                      <a:gd name="connsiteX1" fmla="*/ 643 w 10436"/>
                      <a:gd name="connsiteY1" fmla="*/ 246 h 10029"/>
                      <a:gd name="connsiteX2" fmla="*/ 643 w 10436"/>
                      <a:gd name="connsiteY2" fmla="*/ 9303 h 10029"/>
                      <a:gd name="connsiteX3" fmla="*/ 9687 w 10436"/>
                      <a:gd name="connsiteY3" fmla="*/ 9303 h 10029"/>
                      <a:gd name="connsiteX4" fmla="*/ 9930 w 10436"/>
                      <a:gd name="connsiteY4" fmla="*/ 9876 h 10029"/>
                      <a:gd name="connsiteX5" fmla="*/ 9861 w 10436"/>
                      <a:gd name="connsiteY5" fmla="*/ 9953 h 10029"/>
                      <a:gd name="connsiteX6" fmla="*/ 9774 w 10436"/>
                      <a:gd name="connsiteY6" fmla="*/ 10010 h 10029"/>
                      <a:gd name="connsiteX7" fmla="*/ 9687 w 10436"/>
                      <a:gd name="connsiteY7" fmla="*/ 10029 h 10029"/>
                      <a:gd name="connsiteX8" fmla="*/ 330 w 10436"/>
                      <a:gd name="connsiteY8" fmla="*/ 10029 h 10029"/>
                      <a:gd name="connsiteX9" fmla="*/ 0 w 10436"/>
                      <a:gd name="connsiteY9" fmla="*/ 9685 h 10029"/>
                      <a:gd name="connsiteX10" fmla="*/ 0 w 10436"/>
                      <a:gd name="connsiteY10" fmla="*/ 246 h 10029"/>
                      <a:gd name="connsiteX0" fmla="*/ 0 w 10414"/>
                      <a:gd name="connsiteY0" fmla="*/ 246 h 10029"/>
                      <a:gd name="connsiteX1" fmla="*/ 643 w 10414"/>
                      <a:gd name="connsiteY1" fmla="*/ 246 h 10029"/>
                      <a:gd name="connsiteX2" fmla="*/ 643 w 10414"/>
                      <a:gd name="connsiteY2" fmla="*/ 9303 h 10029"/>
                      <a:gd name="connsiteX3" fmla="*/ 9687 w 10414"/>
                      <a:gd name="connsiteY3" fmla="*/ 9303 h 10029"/>
                      <a:gd name="connsiteX4" fmla="*/ 9861 w 10414"/>
                      <a:gd name="connsiteY4" fmla="*/ 9953 h 10029"/>
                      <a:gd name="connsiteX5" fmla="*/ 9774 w 10414"/>
                      <a:gd name="connsiteY5" fmla="*/ 10010 h 10029"/>
                      <a:gd name="connsiteX6" fmla="*/ 9687 w 10414"/>
                      <a:gd name="connsiteY6" fmla="*/ 10029 h 10029"/>
                      <a:gd name="connsiteX7" fmla="*/ 330 w 10414"/>
                      <a:gd name="connsiteY7" fmla="*/ 10029 h 10029"/>
                      <a:gd name="connsiteX8" fmla="*/ 0 w 10414"/>
                      <a:gd name="connsiteY8" fmla="*/ 9685 h 10029"/>
                      <a:gd name="connsiteX9" fmla="*/ 0 w 10414"/>
                      <a:gd name="connsiteY9" fmla="*/ 246 h 10029"/>
                      <a:gd name="connsiteX0" fmla="*/ 0 w 10414"/>
                      <a:gd name="connsiteY0" fmla="*/ 246 h 10029"/>
                      <a:gd name="connsiteX1" fmla="*/ 643 w 10414"/>
                      <a:gd name="connsiteY1" fmla="*/ 246 h 10029"/>
                      <a:gd name="connsiteX2" fmla="*/ 643 w 10414"/>
                      <a:gd name="connsiteY2" fmla="*/ 9303 h 10029"/>
                      <a:gd name="connsiteX3" fmla="*/ 9687 w 10414"/>
                      <a:gd name="connsiteY3" fmla="*/ 9303 h 10029"/>
                      <a:gd name="connsiteX4" fmla="*/ 9861 w 10414"/>
                      <a:gd name="connsiteY4" fmla="*/ 9953 h 10029"/>
                      <a:gd name="connsiteX5" fmla="*/ 9687 w 10414"/>
                      <a:gd name="connsiteY5" fmla="*/ 10029 h 10029"/>
                      <a:gd name="connsiteX6" fmla="*/ 330 w 10414"/>
                      <a:gd name="connsiteY6" fmla="*/ 10029 h 10029"/>
                      <a:gd name="connsiteX7" fmla="*/ 0 w 10414"/>
                      <a:gd name="connsiteY7" fmla="*/ 9685 h 10029"/>
                      <a:gd name="connsiteX8" fmla="*/ 0 w 10414"/>
                      <a:gd name="connsiteY8" fmla="*/ 246 h 10029"/>
                      <a:gd name="connsiteX0" fmla="*/ 0 w 10836"/>
                      <a:gd name="connsiteY0" fmla="*/ 246 h 10029"/>
                      <a:gd name="connsiteX1" fmla="*/ 643 w 10836"/>
                      <a:gd name="connsiteY1" fmla="*/ 246 h 10029"/>
                      <a:gd name="connsiteX2" fmla="*/ 643 w 10836"/>
                      <a:gd name="connsiteY2" fmla="*/ 9303 h 10029"/>
                      <a:gd name="connsiteX3" fmla="*/ 9687 w 10836"/>
                      <a:gd name="connsiteY3" fmla="*/ 9303 h 10029"/>
                      <a:gd name="connsiteX4" fmla="*/ 9687 w 10836"/>
                      <a:gd name="connsiteY4" fmla="*/ 10029 h 10029"/>
                      <a:gd name="connsiteX5" fmla="*/ 330 w 10836"/>
                      <a:gd name="connsiteY5" fmla="*/ 10029 h 10029"/>
                      <a:gd name="connsiteX6" fmla="*/ 0 w 10836"/>
                      <a:gd name="connsiteY6" fmla="*/ 9685 h 10029"/>
                      <a:gd name="connsiteX7" fmla="*/ 0 w 10836"/>
                      <a:gd name="connsiteY7" fmla="*/ 246 h 10029"/>
                      <a:gd name="connsiteX0" fmla="*/ 0 w 10455"/>
                      <a:gd name="connsiteY0" fmla="*/ 246 h 10029"/>
                      <a:gd name="connsiteX1" fmla="*/ 643 w 10455"/>
                      <a:gd name="connsiteY1" fmla="*/ 246 h 10029"/>
                      <a:gd name="connsiteX2" fmla="*/ 643 w 10455"/>
                      <a:gd name="connsiteY2" fmla="*/ 9303 h 10029"/>
                      <a:gd name="connsiteX3" fmla="*/ 9687 w 10455"/>
                      <a:gd name="connsiteY3" fmla="*/ 9303 h 10029"/>
                      <a:gd name="connsiteX4" fmla="*/ 9687 w 10455"/>
                      <a:gd name="connsiteY4" fmla="*/ 10029 h 10029"/>
                      <a:gd name="connsiteX5" fmla="*/ 330 w 10455"/>
                      <a:gd name="connsiteY5" fmla="*/ 10029 h 10029"/>
                      <a:gd name="connsiteX6" fmla="*/ 0 w 10455"/>
                      <a:gd name="connsiteY6" fmla="*/ 9685 h 10029"/>
                      <a:gd name="connsiteX7" fmla="*/ 0 w 10455"/>
                      <a:gd name="connsiteY7" fmla="*/ 246 h 10029"/>
                      <a:gd name="connsiteX0" fmla="*/ 0 w 9961"/>
                      <a:gd name="connsiteY0" fmla="*/ 246 h 10029"/>
                      <a:gd name="connsiteX1" fmla="*/ 643 w 9961"/>
                      <a:gd name="connsiteY1" fmla="*/ 246 h 10029"/>
                      <a:gd name="connsiteX2" fmla="*/ 643 w 9961"/>
                      <a:gd name="connsiteY2" fmla="*/ 9303 h 10029"/>
                      <a:gd name="connsiteX3" fmla="*/ 9687 w 9961"/>
                      <a:gd name="connsiteY3" fmla="*/ 9303 h 10029"/>
                      <a:gd name="connsiteX4" fmla="*/ 9687 w 9961"/>
                      <a:gd name="connsiteY4" fmla="*/ 10029 h 10029"/>
                      <a:gd name="connsiteX5" fmla="*/ 330 w 9961"/>
                      <a:gd name="connsiteY5" fmla="*/ 10029 h 10029"/>
                      <a:gd name="connsiteX6" fmla="*/ 0 w 9961"/>
                      <a:gd name="connsiteY6" fmla="*/ 9685 h 10029"/>
                      <a:gd name="connsiteX7" fmla="*/ 0 w 9961"/>
                      <a:gd name="connsiteY7" fmla="*/ 246 h 10029"/>
                      <a:gd name="connsiteX0" fmla="*/ 0 w 10026"/>
                      <a:gd name="connsiteY0" fmla="*/ 246 h 10001"/>
                      <a:gd name="connsiteX1" fmla="*/ 646 w 10026"/>
                      <a:gd name="connsiteY1" fmla="*/ 246 h 10001"/>
                      <a:gd name="connsiteX2" fmla="*/ 646 w 10026"/>
                      <a:gd name="connsiteY2" fmla="*/ 9277 h 10001"/>
                      <a:gd name="connsiteX3" fmla="*/ 9725 w 10026"/>
                      <a:gd name="connsiteY3" fmla="*/ 9277 h 10001"/>
                      <a:gd name="connsiteX4" fmla="*/ 9725 w 10026"/>
                      <a:gd name="connsiteY4" fmla="*/ 10001 h 10001"/>
                      <a:gd name="connsiteX5" fmla="*/ 331 w 10026"/>
                      <a:gd name="connsiteY5" fmla="*/ 10001 h 10001"/>
                      <a:gd name="connsiteX6" fmla="*/ 0 w 10026"/>
                      <a:gd name="connsiteY6" fmla="*/ 9658 h 10001"/>
                      <a:gd name="connsiteX7" fmla="*/ 0 w 10026"/>
                      <a:gd name="connsiteY7" fmla="*/ 246 h 10001"/>
                      <a:gd name="connsiteX0" fmla="*/ 0 w 10015"/>
                      <a:gd name="connsiteY0" fmla="*/ 246 h 10003"/>
                      <a:gd name="connsiteX1" fmla="*/ 646 w 10015"/>
                      <a:gd name="connsiteY1" fmla="*/ 246 h 10003"/>
                      <a:gd name="connsiteX2" fmla="*/ 646 w 10015"/>
                      <a:gd name="connsiteY2" fmla="*/ 9277 h 10003"/>
                      <a:gd name="connsiteX3" fmla="*/ 9725 w 10015"/>
                      <a:gd name="connsiteY3" fmla="*/ 9277 h 10003"/>
                      <a:gd name="connsiteX4" fmla="*/ 9725 w 10015"/>
                      <a:gd name="connsiteY4" fmla="*/ 10001 h 10003"/>
                      <a:gd name="connsiteX5" fmla="*/ 331 w 10015"/>
                      <a:gd name="connsiteY5" fmla="*/ 10001 h 10003"/>
                      <a:gd name="connsiteX6" fmla="*/ 0 w 10015"/>
                      <a:gd name="connsiteY6" fmla="*/ 9658 h 10003"/>
                      <a:gd name="connsiteX7" fmla="*/ 0 w 10015"/>
                      <a:gd name="connsiteY7" fmla="*/ 246 h 10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15" h="10003">
                        <a:moveTo>
                          <a:pt x="0" y="246"/>
                        </a:moveTo>
                        <a:cubicBezTo>
                          <a:pt x="7" y="-128"/>
                          <a:pt x="661" y="-33"/>
                          <a:pt x="646" y="246"/>
                        </a:cubicBezTo>
                        <a:lnTo>
                          <a:pt x="646" y="9277"/>
                        </a:lnTo>
                        <a:lnTo>
                          <a:pt x="9725" y="9277"/>
                        </a:lnTo>
                        <a:cubicBezTo>
                          <a:pt x="10115" y="9273"/>
                          <a:pt x="10110" y="10052"/>
                          <a:pt x="9725" y="10001"/>
                        </a:cubicBezTo>
                        <a:lnTo>
                          <a:pt x="331" y="10001"/>
                        </a:lnTo>
                        <a:cubicBezTo>
                          <a:pt x="200" y="9996"/>
                          <a:pt x="10" y="9929"/>
                          <a:pt x="0" y="9658"/>
                        </a:cubicBezTo>
                        <a:lnTo>
                          <a:pt x="0" y="24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grpSp>
          </p:grpSp>
          <p:grpSp>
            <p:nvGrpSpPr>
              <p:cNvPr id="211" name="Group 210"/>
              <p:cNvGrpSpPr/>
              <p:nvPr/>
            </p:nvGrpSpPr>
            <p:grpSpPr>
              <a:xfrm>
                <a:off x="1163352" y="1282516"/>
                <a:ext cx="977854" cy="1094214"/>
                <a:chOff x="1163352" y="1282516"/>
                <a:chExt cx="977854" cy="1094214"/>
              </a:xfrm>
            </p:grpSpPr>
            <p:sp>
              <p:nvSpPr>
                <p:cNvPr id="212" name="Freeform 211"/>
                <p:cNvSpPr/>
                <p:nvPr/>
              </p:nvSpPr>
              <p:spPr>
                <a:xfrm rot="19800000">
                  <a:off x="1163352" y="1282516"/>
                  <a:ext cx="977854" cy="1094214"/>
                </a:xfrm>
                <a:custGeom>
                  <a:avLst/>
                  <a:gdLst>
                    <a:gd name="connsiteX0" fmla="*/ 1825845 w 2121778"/>
                    <a:gd name="connsiteY0" fmla="*/ 0 h 2374259"/>
                    <a:gd name="connsiteX1" fmla="*/ 1825845 w 2121778"/>
                    <a:gd name="connsiteY1" fmla="*/ 1009885 h 2374259"/>
                    <a:gd name="connsiteX2" fmla="*/ 1842846 w 2121778"/>
                    <a:gd name="connsiteY2" fmla="*/ 1017467 h 2374259"/>
                    <a:gd name="connsiteX3" fmla="*/ 1874610 w 2121778"/>
                    <a:gd name="connsiteY3" fmla="*/ 1020363 h 2374259"/>
                    <a:gd name="connsiteX4" fmla="*/ 1916267 w 2121778"/>
                    <a:gd name="connsiteY4" fmla="*/ 1000709 h 2374259"/>
                    <a:gd name="connsiteX5" fmla="*/ 2005137 w 2121778"/>
                    <a:gd name="connsiteY5" fmla="*/ 955787 h 2374259"/>
                    <a:gd name="connsiteX6" fmla="*/ 2121778 w 2121778"/>
                    <a:gd name="connsiteY6" fmla="*/ 1082131 h 2374259"/>
                    <a:gd name="connsiteX7" fmla="*/ 2005137 w 2121778"/>
                    <a:gd name="connsiteY7" fmla="*/ 1205667 h 2374259"/>
                    <a:gd name="connsiteX8" fmla="*/ 1924599 w 2121778"/>
                    <a:gd name="connsiteY8" fmla="*/ 1169168 h 2374259"/>
                    <a:gd name="connsiteX9" fmla="*/ 1877387 w 2121778"/>
                    <a:gd name="connsiteY9" fmla="*/ 1149514 h 2374259"/>
                    <a:gd name="connsiteX10" fmla="*/ 1841674 w 2121778"/>
                    <a:gd name="connsiteY10" fmla="*/ 1148725 h 2374259"/>
                    <a:gd name="connsiteX11" fmla="*/ 1825845 w 2121778"/>
                    <a:gd name="connsiteY11" fmla="*/ 1154101 h 2374259"/>
                    <a:gd name="connsiteX12" fmla="*/ 1825845 w 2121778"/>
                    <a:gd name="connsiteY12" fmla="*/ 2374259 h 2374259"/>
                    <a:gd name="connsiteX13" fmla="*/ 759844 w 2121778"/>
                    <a:gd name="connsiteY13" fmla="*/ 1758803 h 2374259"/>
                    <a:gd name="connsiteX14" fmla="*/ 760571 w 2121778"/>
                    <a:gd name="connsiteY14" fmla="*/ 1752140 h 2374259"/>
                    <a:gd name="connsiteX15" fmla="*/ 774075 w 2121778"/>
                    <a:gd name="connsiteY15" fmla="*/ 1723245 h 2374259"/>
                    <a:gd name="connsiteX16" fmla="*/ 812042 w 2121778"/>
                    <a:gd name="connsiteY16" fmla="*/ 1697166 h 2374259"/>
                    <a:gd name="connsiteX17" fmla="*/ 895626 w 2121778"/>
                    <a:gd name="connsiteY17" fmla="*/ 1643039 h 2374259"/>
                    <a:gd name="connsiteX18" fmla="*/ 845269 w 2121778"/>
                    <a:gd name="connsiteY18" fmla="*/ 1478624 h 2374259"/>
                    <a:gd name="connsiteX19" fmla="*/ 679788 w 2121778"/>
                    <a:gd name="connsiteY19" fmla="*/ 1517126 h 2374259"/>
                    <a:gd name="connsiteX20" fmla="*/ 670732 w 2121778"/>
                    <a:gd name="connsiteY20" fmla="*/ 1605084 h 2374259"/>
                    <a:gd name="connsiteX21" fmla="*/ 663918 w 2121778"/>
                    <a:gd name="connsiteY21" fmla="*/ 1655767 h 2374259"/>
                    <a:gd name="connsiteX22" fmla="*/ 646605 w 2121778"/>
                    <a:gd name="connsiteY22" fmla="*/ 1687013 h 2374259"/>
                    <a:gd name="connsiteX23" fmla="*/ 642171 w 2121778"/>
                    <a:gd name="connsiteY23" fmla="*/ 1690864 h 2374259"/>
                    <a:gd name="connsiteX24" fmla="*/ 0 w 2121778"/>
                    <a:gd name="connsiteY24" fmla="*/ 1320107 h 2374259"/>
                    <a:gd name="connsiteX25" fmla="*/ 37845 w 2121778"/>
                    <a:gd name="connsiteY25" fmla="*/ 1214185 h 2374259"/>
                    <a:gd name="connsiteX26" fmla="*/ 1627601 w 2121778"/>
                    <a:gd name="connsiteY26" fmla="*/ 10255 h 237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121778" h="2374259">
                      <a:moveTo>
                        <a:pt x="1825845" y="0"/>
                      </a:moveTo>
                      <a:lnTo>
                        <a:pt x="1825845" y="1009885"/>
                      </a:lnTo>
                      <a:lnTo>
                        <a:pt x="1842846" y="1017467"/>
                      </a:lnTo>
                      <a:cubicBezTo>
                        <a:pt x="1852739" y="1020363"/>
                        <a:pt x="1863501" y="1021767"/>
                        <a:pt x="1874610" y="1020363"/>
                      </a:cubicBezTo>
                      <a:cubicBezTo>
                        <a:pt x="1891273" y="1017555"/>
                        <a:pt x="1907936" y="1009132"/>
                        <a:pt x="1916267" y="1000709"/>
                      </a:cubicBezTo>
                      <a:cubicBezTo>
                        <a:pt x="1946816" y="981056"/>
                        <a:pt x="1969034" y="955787"/>
                        <a:pt x="2005137" y="955787"/>
                      </a:cubicBezTo>
                      <a:cubicBezTo>
                        <a:pt x="2069012" y="955787"/>
                        <a:pt x="2121778" y="1011940"/>
                        <a:pt x="2121778" y="1082131"/>
                      </a:cubicBezTo>
                      <a:cubicBezTo>
                        <a:pt x="2121778" y="1149514"/>
                        <a:pt x="2069012" y="1205667"/>
                        <a:pt x="2005137" y="1205667"/>
                      </a:cubicBezTo>
                      <a:cubicBezTo>
                        <a:pt x="1974588" y="1205667"/>
                        <a:pt x="1949593" y="1183206"/>
                        <a:pt x="1924599" y="1169168"/>
                      </a:cubicBezTo>
                      <a:cubicBezTo>
                        <a:pt x="1910713" y="1160745"/>
                        <a:pt x="1891273" y="1152322"/>
                        <a:pt x="1877387" y="1149514"/>
                      </a:cubicBezTo>
                      <a:cubicBezTo>
                        <a:pt x="1864195" y="1146707"/>
                        <a:pt x="1852219" y="1146882"/>
                        <a:pt x="1841674" y="1148725"/>
                      </a:cubicBezTo>
                      <a:lnTo>
                        <a:pt x="1825845" y="1154101"/>
                      </a:lnTo>
                      <a:lnTo>
                        <a:pt x="1825845" y="2374259"/>
                      </a:lnTo>
                      <a:lnTo>
                        <a:pt x="759844" y="1758803"/>
                      </a:lnTo>
                      <a:lnTo>
                        <a:pt x="760571" y="1752140"/>
                      </a:lnTo>
                      <a:cubicBezTo>
                        <a:pt x="763055" y="1742136"/>
                        <a:pt x="767265" y="1732133"/>
                        <a:pt x="774075" y="1723245"/>
                      </a:cubicBezTo>
                      <a:cubicBezTo>
                        <a:pt x="784897" y="1710267"/>
                        <a:pt x="800569" y="1700118"/>
                        <a:pt x="812042" y="1697166"/>
                      </a:cubicBezTo>
                      <a:cubicBezTo>
                        <a:pt x="844412" y="1680682"/>
                        <a:pt x="877433" y="1674224"/>
                        <a:pt x="895626" y="1643039"/>
                      </a:cubicBezTo>
                      <a:cubicBezTo>
                        <a:pt x="927812" y="1587866"/>
                        <a:pt x="905897" y="1513993"/>
                        <a:pt x="845269" y="1478624"/>
                      </a:cubicBezTo>
                      <a:cubicBezTo>
                        <a:pt x="787065" y="1444670"/>
                        <a:pt x="711974" y="1461953"/>
                        <a:pt x="679788" y="1517126"/>
                      </a:cubicBezTo>
                      <a:cubicBezTo>
                        <a:pt x="664394" y="1543513"/>
                        <a:pt x="671201" y="1576421"/>
                        <a:pt x="670732" y="1605084"/>
                      </a:cubicBezTo>
                      <a:cubicBezTo>
                        <a:pt x="671010" y="1621322"/>
                        <a:pt x="668490" y="1642358"/>
                        <a:pt x="663918" y="1655767"/>
                      </a:cubicBezTo>
                      <a:cubicBezTo>
                        <a:pt x="659696" y="1668577"/>
                        <a:pt x="653510" y="1678833"/>
                        <a:pt x="646605" y="1687013"/>
                      </a:cubicBezTo>
                      <a:lnTo>
                        <a:pt x="642171" y="1690864"/>
                      </a:lnTo>
                      <a:lnTo>
                        <a:pt x="0" y="1320107"/>
                      </a:lnTo>
                      <a:lnTo>
                        <a:pt x="37845" y="1214185"/>
                      </a:lnTo>
                      <a:cubicBezTo>
                        <a:pt x="307907" y="560115"/>
                        <a:pt x="909958" y="84913"/>
                        <a:pt x="1627601" y="10255"/>
                      </a:cubicBezTo>
                      <a:close/>
                    </a:path>
                  </a:pathLst>
                </a:custGeom>
                <a:solidFill>
                  <a:srgbClr val="6D20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grpSp>
              <p:nvGrpSpPr>
                <p:cNvPr id="213" name="Group 212"/>
                <p:cNvGrpSpPr/>
                <p:nvPr/>
              </p:nvGrpSpPr>
              <p:grpSpPr>
                <a:xfrm>
                  <a:off x="1648464" y="1664658"/>
                  <a:ext cx="180386" cy="206291"/>
                  <a:chOff x="1648464" y="1664658"/>
                  <a:chExt cx="2398729" cy="2743200"/>
                </a:xfrm>
                <a:solidFill>
                  <a:srgbClr val="FFFFFF"/>
                </a:solidFill>
              </p:grpSpPr>
              <p:grpSp>
                <p:nvGrpSpPr>
                  <p:cNvPr id="214" name="Group 213"/>
                  <p:cNvGrpSpPr/>
                  <p:nvPr/>
                </p:nvGrpSpPr>
                <p:grpSpPr>
                  <a:xfrm>
                    <a:off x="2040789" y="2253629"/>
                    <a:ext cx="2006404" cy="1202074"/>
                    <a:chOff x="2040789" y="2253629"/>
                    <a:chExt cx="3294743" cy="1973943"/>
                  </a:xfrm>
                  <a:grpFill/>
                </p:grpSpPr>
                <p:sp>
                  <p:nvSpPr>
                    <p:cNvPr id="216" name="Freeform 215"/>
                    <p:cNvSpPr/>
                    <p:nvPr/>
                  </p:nvSpPr>
                  <p:spPr>
                    <a:xfrm>
                      <a:off x="2040789" y="2253629"/>
                      <a:ext cx="3294743" cy="1973943"/>
                    </a:xfrm>
                    <a:custGeom>
                      <a:avLst/>
                      <a:gdLst>
                        <a:gd name="connsiteX0" fmla="*/ 737727 w 3294743"/>
                        <a:gd name="connsiteY0" fmla="*/ 352987 h 1973943"/>
                        <a:gd name="connsiteX1" fmla="*/ 737727 w 3294743"/>
                        <a:gd name="connsiteY1" fmla="*/ 699779 h 1973943"/>
                        <a:gd name="connsiteX2" fmla="*/ 389384 w 3294743"/>
                        <a:gd name="connsiteY2" fmla="*/ 699779 h 1973943"/>
                        <a:gd name="connsiteX3" fmla="*/ 389384 w 3294743"/>
                        <a:gd name="connsiteY3" fmla="*/ 1274165 h 1973943"/>
                        <a:gd name="connsiteX4" fmla="*/ 737727 w 3294743"/>
                        <a:gd name="connsiteY4" fmla="*/ 1274165 h 1973943"/>
                        <a:gd name="connsiteX5" fmla="*/ 737727 w 3294743"/>
                        <a:gd name="connsiteY5" fmla="*/ 1620957 h 1973943"/>
                        <a:gd name="connsiteX6" fmla="*/ 2569029 w 3294743"/>
                        <a:gd name="connsiteY6" fmla="*/ 1620957 h 1973943"/>
                        <a:gd name="connsiteX7" fmla="*/ 2569029 w 3294743"/>
                        <a:gd name="connsiteY7" fmla="*/ 1274165 h 1973943"/>
                        <a:gd name="connsiteX8" fmla="*/ 2917372 w 3294743"/>
                        <a:gd name="connsiteY8" fmla="*/ 1274165 h 1973943"/>
                        <a:gd name="connsiteX9" fmla="*/ 2917372 w 3294743"/>
                        <a:gd name="connsiteY9" fmla="*/ 699779 h 1973943"/>
                        <a:gd name="connsiteX10" fmla="*/ 2569029 w 3294743"/>
                        <a:gd name="connsiteY10" fmla="*/ 699779 h 1973943"/>
                        <a:gd name="connsiteX11" fmla="*/ 2569029 w 3294743"/>
                        <a:gd name="connsiteY11" fmla="*/ 352987 h 1973943"/>
                        <a:gd name="connsiteX12" fmla="*/ 24201 w 3294743"/>
                        <a:gd name="connsiteY12" fmla="*/ 0 h 1973943"/>
                        <a:gd name="connsiteX13" fmla="*/ 3270542 w 3294743"/>
                        <a:gd name="connsiteY13" fmla="*/ 0 h 1973943"/>
                        <a:gd name="connsiteX14" fmla="*/ 3294743 w 3294743"/>
                        <a:gd name="connsiteY14" fmla="*/ 24201 h 1973943"/>
                        <a:gd name="connsiteX15" fmla="*/ 3294743 w 3294743"/>
                        <a:gd name="connsiteY15" fmla="*/ 1949742 h 1973943"/>
                        <a:gd name="connsiteX16" fmla="*/ 3270542 w 3294743"/>
                        <a:gd name="connsiteY16" fmla="*/ 1973943 h 1973943"/>
                        <a:gd name="connsiteX17" fmla="*/ 24201 w 3294743"/>
                        <a:gd name="connsiteY17" fmla="*/ 1973943 h 1973943"/>
                        <a:gd name="connsiteX18" fmla="*/ 0 w 3294743"/>
                        <a:gd name="connsiteY18" fmla="*/ 1949742 h 1973943"/>
                        <a:gd name="connsiteX19" fmla="*/ 0 w 3294743"/>
                        <a:gd name="connsiteY19" fmla="*/ 24201 h 1973943"/>
                        <a:gd name="connsiteX20" fmla="*/ 24201 w 3294743"/>
                        <a:gd name="connsiteY20" fmla="*/ 0 h 197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294743" h="1973943">
                          <a:moveTo>
                            <a:pt x="737727" y="352987"/>
                          </a:moveTo>
                          <a:lnTo>
                            <a:pt x="737727" y="699779"/>
                          </a:lnTo>
                          <a:lnTo>
                            <a:pt x="389384" y="699779"/>
                          </a:lnTo>
                          <a:lnTo>
                            <a:pt x="389384" y="1274165"/>
                          </a:lnTo>
                          <a:lnTo>
                            <a:pt x="737727" y="1274165"/>
                          </a:lnTo>
                          <a:lnTo>
                            <a:pt x="737727" y="1620957"/>
                          </a:lnTo>
                          <a:lnTo>
                            <a:pt x="2569029" y="1620957"/>
                          </a:lnTo>
                          <a:lnTo>
                            <a:pt x="2569029" y="1274165"/>
                          </a:lnTo>
                          <a:lnTo>
                            <a:pt x="2917372" y="1274165"/>
                          </a:lnTo>
                          <a:lnTo>
                            <a:pt x="2917372" y="699779"/>
                          </a:lnTo>
                          <a:lnTo>
                            <a:pt x="2569029" y="699779"/>
                          </a:lnTo>
                          <a:lnTo>
                            <a:pt x="2569029" y="352987"/>
                          </a:lnTo>
                          <a:close/>
                          <a:moveTo>
                            <a:pt x="24201" y="0"/>
                          </a:moveTo>
                          <a:lnTo>
                            <a:pt x="3270542" y="0"/>
                          </a:lnTo>
                          <a:cubicBezTo>
                            <a:pt x="3283908" y="0"/>
                            <a:pt x="3294743" y="10835"/>
                            <a:pt x="3294743" y="24201"/>
                          </a:cubicBezTo>
                          <a:lnTo>
                            <a:pt x="3294743" y="1949742"/>
                          </a:lnTo>
                          <a:cubicBezTo>
                            <a:pt x="3294743" y="1963108"/>
                            <a:pt x="3283908" y="1973943"/>
                            <a:pt x="3270542" y="1973943"/>
                          </a:cubicBezTo>
                          <a:lnTo>
                            <a:pt x="24201" y="1973943"/>
                          </a:lnTo>
                          <a:cubicBezTo>
                            <a:pt x="10835" y="1973943"/>
                            <a:pt x="0" y="1963108"/>
                            <a:pt x="0" y="1949742"/>
                          </a:cubicBezTo>
                          <a:lnTo>
                            <a:pt x="0" y="24201"/>
                          </a:lnTo>
                          <a:cubicBezTo>
                            <a:pt x="0" y="10835"/>
                            <a:pt x="10835" y="0"/>
                            <a:pt x="24201" y="0"/>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sp>
                  <p:nvSpPr>
                    <p:cNvPr id="217" name="Freeform 216"/>
                    <p:cNvSpPr/>
                    <p:nvPr/>
                  </p:nvSpPr>
                  <p:spPr>
                    <a:xfrm>
                      <a:off x="3113596" y="2660030"/>
                      <a:ext cx="1161142" cy="1161142"/>
                    </a:xfrm>
                    <a:custGeom>
                      <a:avLst/>
                      <a:gdLst>
                        <a:gd name="connsiteX0" fmla="*/ 528912 w 1161142"/>
                        <a:gd name="connsiteY0" fmla="*/ 169069 h 1161142"/>
                        <a:gd name="connsiteX1" fmla="*/ 530576 w 1161142"/>
                        <a:gd name="connsiteY1" fmla="*/ 232234 h 1161142"/>
                        <a:gd name="connsiteX2" fmla="*/ 383830 w 1161142"/>
                        <a:gd name="connsiteY2" fmla="*/ 506480 h 1161142"/>
                        <a:gd name="connsiteX3" fmla="*/ 601453 w 1161142"/>
                        <a:gd name="connsiteY3" fmla="*/ 790755 h 1161142"/>
                        <a:gd name="connsiteX4" fmla="*/ 539659 w 1161142"/>
                        <a:gd name="connsiteY4" fmla="*/ 774815 h 1161142"/>
                        <a:gd name="connsiteX5" fmla="*/ 536973 w 1161142"/>
                        <a:gd name="connsiteY5" fmla="*/ 676513 h 1161142"/>
                        <a:gd name="connsiteX6" fmla="*/ 362337 w 1161142"/>
                        <a:gd name="connsiteY6" fmla="*/ 679170 h 1161142"/>
                        <a:gd name="connsiteX7" fmla="*/ 539659 w 1161142"/>
                        <a:gd name="connsiteY7" fmla="*/ 934221 h 1161142"/>
                        <a:gd name="connsiteX8" fmla="*/ 538639 w 1161142"/>
                        <a:gd name="connsiteY8" fmla="*/ 992073 h 1161142"/>
                        <a:gd name="connsiteX9" fmla="*/ 621925 w 1161142"/>
                        <a:gd name="connsiteY9" fmla="*/ 992073 h 1161142"/>
                        <a:gd name="connsiteX10" fmla="*/ 620261 w 1161142"/>
                        <a:gd name="connsiteY10" fmla="*/ 928908 h 1161142"/>
                        <a:gd name="connsiteX11" fmla="*/ 746536 w 1161142"/>
                        <a:gd name="connsiteY11" fmla="*/ 567587 h 1161142"/>
                        <a:gd name="connsiteX12" fmla="*/ 566527 w 1161142"/>
                        <a:gd name="connsiteY12" fmla="*/ 448030 h 1161142"/>
                        <a:gd name="connsiteX13" fmla="*/ 545033 w 1161142"/>
                        <a:gd name="connsiteY13" fmla="*/ 352386 h 1161142"/>
                        <a:gd name="connsiteX14" fmla="*/ 604096 w 1161142"/>
                        <a:gd name="connsiteY14" fmla="*/ 368328 h 1161142"/>
                        <a:gd name="connsiteX15" fmla="*/ 601452 w 1161142"/>
                        <a:gd name="connsiteY15" fmla="*/ 440060 h 1161142"/>
                        <a:gd name="connsiteX16" fmla="*/ 778819 w 1161142"/>
                        <a:gd name="connsiteY16" fmla="*/ 440103 h 1161142"/>
                        <a:gd name="connsiteX17" fmla="*/ 617659 w 1161142"/>
                        <a:gd name="connsiteY17" fmla="*/ 232829 h 1161142"/>
                        <a:gd name="connsiteX18" fmla="*/ 617573 w 1161142"/>
                        <a:gd name="connsiteY18" fmla="*/ 169069 h 1161142"/>
                        <a:gd name="connsiteX19" fmla="*/ 580571 w 1161142"/>
                        <a:gd name="connsiteY19" fmla="*/ 0 h 1161142"/>
                        <a:gd name="connsiteX20" fmla="*/ 1161142 w 1161142"/>
                        <a:gd name="connsiteY20" fmla="*/ 580571 h 1161142"/>
                        <a:gd name="connsiteX21" fmla="*/ 580571 w 1161142"/>
                        <a:gd name="connsiteY21" fmla="*/ 1161142 h 1161142"/>
                        <a:gd name="connsiteX22" fmla="*/ 0 w 1161142"/>
                        <a:gd name="connsiteY22" fmla="*/ 580571 h 1161142"/>
                        <a:gd name="connsiteX23" fmla="*/ 580571 w 1161142"/>
                        <a:gd name="connsiteY23" fmla="*/ 0 h 1161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1142" h="1161142">
                          <a:moveTo>
                            <a:pt x="528912" y="169069"/>
                          </a:moveTo>
                          <a:cubicBezTo>
                            <a:pt x="528571" y="191896"/>
                            <a:pt x="530917" y="209407"/>
                            <a:pt x="530576" y="232234"/>
                          </a:cubicBezTo>
                          <a:cubicBezTo>
                            <a:pt x="483559" y="230905"/>
                            <a:pt x="291588" y="285966"/>
                            <a:pt x="383830" y="506480"/>
                          </a:cubicBezTo>
                          <a:cubicBezTo>
                            <a:pt x="494602" y="693440"/>
                            <a:pt x="607444" y="588938"/>
                            <a:pt x="601453" y="790755"/>
                          </a:cubicBezTo>
                          <a:cubicBezTo>
                            <a:pt x="596080" y="856732"/>
                            <a:pt x="538035" y="827164"/>
                            <a:pt x="539659" y="774815"/>
                          </a:cubicBezTo>
                          <a:cubicBezTo>
                            <a:pt x="537868" y="731865"/>
                            <a:pt x="537592" y="734619"/>
                            <a:pt x="536973" y="676513"/>
                          </a:cubicBezTo>
                          <a:lnTo>
                            <a:pt x="362337" y="679170"/>
                          </a:lnTo>
                          <a:cubicBezTo>
                            <a:pt x="360544" y="766844"/>
                            <a:pt x="336088" y="887827"/>
                            <a:pt x="539659" y="934221"/>
                          </a:cubicBezTo>
                          <a:cubicBezTo>
                            <a:pt x="536355" y="967330"/>
                            <a:pt x="538364" y="961620"/>
                            <a:pt x="538639" y="992073"/>
                          </a:cubicBezTo>
                          <a:lnTo>
                            <a:pt x="621925" y="992073"/>
                          </a:lnTo>
                          <a:cubicBezTo>
                            <a:pt x="622993" y="954535"/>
                            <a:pt x="620986" y="938992"/>
                            <a:pt x="620261" y="928908"/>
                          </a:cubicBezTo>
                          <a:cubicBezTo>
                            <a:pt x="806261" y="925019"/>
                            <a:pt x="851721" y="684569"/>
                            <a:pt x="746536" y="567587"/>
                          </a:cubicBezTo>
                          <a:cubicBezTo>
                            <a:pt x="690030" y="510148"/>
                            <a:pt x="618022" y="479025"/>
                            <a:pt x="566527" y="448030"/>
                          </a:cubicBezTo>
                          <a:cubicBezTo>
                            <a:pt x="536354" y="422348"/>
                            <a:pt x="544138" y="369615"/>
                            <a:pt x="545033" y="352386"/>
                          </a:cubicBezTo>
                          <a:cubicBezTo>
                            <a:pt x="545971" y="323057"/>
                            <a:pt x="601324" y="293917"/>
                            <a:pt x="604096" y="368328"/>
                          </a:cubicBezTo>
                          <a:cubicBezTo>
                            <a:pt x="601409" y="384711"/>
                            <a:pt x="601003" y="406408"/>
                            <a:pt x="601452" y="440060"/>
                          </a:cubicBezTo>
                          <a:cubicBezTo>
                            <a:pt x="661455" y="440947"/>
                            <a:pt x="718816" y="439217"/>
                            <a:pt x="778819" y="440103"/>
                          </a:cubicBezTo>
                          <a:cubicBezTo>
                            <a:pt x="793766" y="253343"/>
                            <a:pt x="666022" y="239914"/>
                            <a:pt x="617659" y="232829"/>
                          </a:cubicBezTo>
                          <a:cubicBezTo>
                            <a:pt x="614929" y="206263"/>
                            <a:pt x="617744" y="195510"/>
                            <a:pt x="617573" y="169069"/>
                          </a:cubicBezTo>
                          <a:close/>
                          <a:moveTo>
                            <a:pt x="580571" y="0"/>
                          </a:moveTo>
                          <a:cubicBezTo>
                            <a:pt x="901212" y="0"/>
                            <a:pt x="1161142" y="259930"/>
                            <a:pt x="1161142" y="580571"/>
                          </a:cubicBezTo>
                          <a:cubicBezTo>
                            <a:pt x="1161142" y="901212"/>
                            <a:pt x="901212" y="1161142"/>
                            <a:pt x="580571" y="1161142"/>
                          </a:cubicBezTo>
                          <a:cubicBezTo>
                            <a:pt x="259930" y="1161142"/>
                            <a:pt x="0" y="901212"/>
                            <a:pt x="0" y="580571"/>
                          </a:cubicBezTo>
                          <a:cubicBezTo>
                            <a:pt x="0" y="259930"/>
                            <a:pt x="259930" y="0"/>
                            <a:pt x="580571" y="0"/>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grpSp>
              <p:sp>
                <p:nvSpPr>
                  <p:cNvPr id="215" name="Freeform 214"/>
                  <p:cNvSpPr/>
                  <p:nvPr/>
                </p:nvSpPr>
                <p:spPr>
                  <a:xfrm>
                    <a:off x="1648464" y="1664658"/>
                    <a:ext cx="1785258" cy="2743200"/>
                  </a:xfrm>
                  <a:custGeom>
                    <a:avLst/>
                    <a:gdLst>
                      <a:gd name="connsiteX0" fmla="*/ 892629 w 1785258"/>
                      <a:gd name="connsiteY0" fmla="*/ 2148115 h 2743200"/>
                      <a:gd name="connsiteX1" fmla="*/ 703943 w 1785258"/>
                      <a:gd name="connsiteY1" fmla="*/ 2336801 h 2743200"/>
                      <a:gd name="connsiteX2" fmla="*/ 892629 w 1785258"/>
                      <a:gd name="connsiteY2" fmla="*/ 2525487 h 2743200"/>
                      <a:gd name="connsiteX3" fmla="*/ 1081315 w 1785258"/>
                      <a:gd name="connsiteY3" fmla="*/ 2336801 h 2743200"/>
                      <a:gd name="connsiteX4" fmla="*/ 892629 w 1785258"/>
                      <a:gd name="connsiteY4" fmla="*/ 2148115 h 2743200"/>
                      <a:gd name="connsiteX5" fmla="*/ 94351 w 1785258"/>
                      <a:gd name="connsiteY5" fmla="*/ 0 h 2743200"/>
                      <a:gd name="connsiteX6" fmla="*/ 1690907 w 1785258"/>
                      <a:gd name="connsiteY6" fmla="*/ 0 h 2743200"/>
                      <a:gd name="connsiteX7" fmla="*/ 1785258 w 1785258"/>
                      <a:gd name="connsiteY7" fmla="*/ 94351 h 2743200"/>
                      <a:gd name="connsiteX8" fmla="*/ 1785258 w 1785258"/>
                      <a:gd name="connsiteY8" fmla="*/ 549730 h 2743200"/>
                      <a:gd name="connsiteX9" fmla="*/ 1611085 w 1785258"/>
                      <a:gd name="connsiteY9" fmla="*/ 549730 h 2743200"/>
                      <a:gd name="connsiteX10" fmla="*/ 1611085 w 1785258"/>
                      <a:gd name="connsiteY10" fmla="*/ 261258 h 2743200"/>
                      <a:gd name="connsiteX11" fmla="*/ 203199 w 1785258"/>
                      <a:gd name="connsiteY11" fmla="*/ 261258 h 2743200"/>
                      <a:gd name="connsiteX12" fmla="*/ 203199 w 1785258"/>
                      <a:gd name="connsiteY12" fmla="*/ 2075543 h 2743200"/>
                      <a:gd name="connsiteX13" fmla="*/ 1611085 w 1785258"/>
                      <a:gd name="connsiteY13" fmla="*/ 2075543 h 2743200"/>
                      <a:gd name="connsiteX14" fmla="*/ 1611085 w 1785258"/>
                      <a:gd name="connsiteY14" fmla="*/ 1805670 h 2743200"/>
                      <a:gd name="connsiteX15" fmla="*/ 1785258 w 1785258"/>
                      <a:gd name="connsiteY15" fmla="*/ 1805670 h 2743200"/>
                      <a:gd name="connsiteX16" fmla="*/ 1785258 w 1785258"/>
                      <a:gd name="connsiteY16" fmla="*/ 2648849 h 2743200"/>
                      <a:gd name="connsiteX17" fmla="*/ 1690907 w 1785258"/>
                      <a:gd name="connsiteY17" fmla="*/ 2743200 h 2743200"/>
                      <a:gd name="connsiteX18" fmla="*/ 94351 w 1785258"/>
                      <a:gd name="connsiteY18" fmla="*/ 2743200 h 2743200"/>
                      <a:gd name="connsiteX19" fmla="*/ 0 w 1785258"/>
                      <a:gd name="connsiteY19" fmla="*/ 2648849 h 2743200"/>
                      <a:gd name="connsiteX20" fmla="*/ 0 w 1785258"/>
                      <a:gd name="connsiteY20" fmla="*/ 94351 h 2743200"/>
                      <a:gd name="connsiteX21" fmla="*/ 94351 w 1785258"/>
                      <a:gd name="connsiteY21" fmla="*/ 0 h 2743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785258" h="2743200">
                        <a:moveTo>
                          <a:pt x="892629" y="2148115"/>
                        </a:moveTo>
                        <a:cubicBezTo>
                          <a:pt x="788421" y="2148115"/>
                          <a:pt x="703943" y="2232593"/>
                          <a:pt x="703943" y="2336801"/>
                        </a:cubicBezTo>
                        <a:cubicBezTo>
                          <a:pt x="703943" y="2441009"/>
                          <a:pt x="788421" y="2525487"/>
                          <a:pt x="892629" y="2525487"/>
                        </a:cubicBezTo>
                        <a:cubicBezTo>
                          <a:pt x="996837" y="2525487"/>
                          <a:pt x="1081315" y="2441009"/>
                          <a:pt x="1081315" y="2336801"/>
                        </a:cubicBezTo>
                        <a:cubicBezTo>
                          <a:pt x="1081315" y="2232593"/>
                          <a:pt x="996837" y="2148115"/>
                          <a:pt x="892629" y="2148115"/>
                        </a:cubicBezTo>
                        <a:close/>
                        <a:moveTo>
                          <a:pt x="94351" y="0"/>
                        </a:moveTo>
                        <a:lnTo>
                          <a:pt x="1690907" y="0"/>
                        </a:lnTo>
                        <a:cubicBezTo>
                          <a:pt x="1743016" y="0"/>
                          <a:pt x="1785258" y="42242"/>
                          <a:pt x="1785258" y="94351"/>
                        </a:cubicBezTo>
                        <a:lnTo>
                          <a:pt x="1785258" y="549730"/>
                        </a:lnTo>
                        <a:lnTo>
                          <a:pt x="1611085" y="549730"/>
                        </a:lnTo>
                        <a:lnTo>
                          <a:pt x="1611085" y="261258"/>
                        </a:lnTo>
                        <a:lnTo>
                          <a:pt x="203199" y="261258"/>
                        </a:lnTo>
                        <a:lnTo>
                          <a:pt x="203199" y="2075543"/>
                        </a:lnTo>
                        <a:lnTo>
                          <a:pt x="1611085" y="2075543"/>
                        </a:lnTo>
                        <a:lnTo>
                          <a:pt x="1611085" y="1805670"/>
                        </a:lnTo>
                        <a:lnTo>
                          <a:pt x="1785258" y="1805670"/>
                        </a:lnTo>
                        <a:lnTo>
                          <a:pt x="1785258" y="2648849"/>
                        </a:lnTo>
                        <a:cubicBezTo>
                          <a:pt x="1785258" y="2700958"/>
                          <a:pt x="1743016" y="2743200"/>
                          <a:pt x="1690907" y="2743200"/>
                        </a:cubicBezTo>
                        <a:lnTo>
                          <a:pt x="94351" y="2743200"/>
                        </a:lnTo>
                        <a:cubicBezTo>
                          <a:pt x="42242" y="2743200"/>
                          <a:pt x="0" y="2700958"/>
                          <a:pt x="0" y="2648849"/>
                        </a:cubicBezTo>
                        <a:lnTo>
                          <a:pt x="0" y="94351"/>
                        </a:lnTo>
                        <a:cubicBezTo>
                          <a:pt x="0" y="42242"/>
                          <a:pt x="42242" y="0"/>
                          <a:pt x="94351" y="0"/>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grpSp>
          </p:grpSp>
        </p:grpSp>
        <p:grpSp>
          <p:nvGrpSpPr>
            <p:cNvPr id="109" name="Group 108"/>
            <p:cNvGrpSpPr/>
            <p:nvPr/>
          </p:nvGrpSpPr>
          <p:grpSpPr>
            <a:xfrm>
              <a:off x="7682457" y="1863738"/>
              <a:ext cx="217746" cy="227092"/>
              <a:chOff x="2639022" y="691926"/>
              <a:chExt cx="1107111" cy="1229036"/>
            </a:xfrm>
            <a:solidFill>
              <a:srgbClr val="EAAA00"/>
            </a:solidFill>
          </p:grpSpPr>
          <p:sp>
            <p:nvSpPr>
              <p:cNvPr id="203" name="Rectangle 2"/>
              <p:cNvSpPr/>
              <p:nvPr/>
            </p:nvSpPr>
            <p:spPr>
              <a:xfrm>
                <a:off x="2933716" y="691926"/>
                <a:ext cx="812417" cy="871877"/>
              </a:xfrm>
              <a:custGeom>
                <a:avLst/>
                <a:gdLst>
                  <a:gd name="connsiteX0" fmla="*/ 0 w 1512436"/>
                  <a:gd name="connsiteY0" fmla="*/ 0 h 1052512"/>
                  <a:gd name="connsiteX1" fmla="*/ 1512436 w 1512436"/>
                  <a:gd name="connsiteY1" fmla="*/ 0 h 1052512"/>
                  <a:gd name="connsiteX2" fmla="*/ 1512436 w 1512436"/>
                  <a:gd name="connsiteY2" fmla="*/ 1052512 h 1052512"/>
                  <a:gd name="connsiteX3" fmla="*/ 0 w 1512436"/>
                  <a:gd name="connsiteY3" fmla="*/ 1052512 h 1052512"/>
                  <a:gd name="connsiteX4" fmla="*/ 0 w 1512436"/>
                  <a:gd name="connsiteY4" fmla="*/ 0 h 1052512"/>
                  <a:gd name="connsiteX0" fmla="*/ 100012 w 1512436"/>
                  <a:gd name="connsiteY0" fmla="*/ 280987 h 1052512"/>
                  <a:gd name="connsiteX1" fmla="*/ 1512436 w 1512436"/>
                  <a:gd name="connsiteY1" fmla="*/ 0 h 1052512"/>
                  <a:gd name="connsiteX2" fmla="*/ 1512436 w 1512436"/>
                  <a:gd name="connsiteY2" fmla="*/ 1052512 h 1052512"/>
                  <a:gd name="connsiteX3" fmla="*/ 0 w 1512436"/>
                  <a:gd name="connsiteY3" fmla="*/ 1052512 h 1052512"/>
                  <a:gd name="connsiteX4" fmla="*/ 100012 w 1512436"/>
                  <a:gd name="connsiteY4" fmla="*/ 280987 h 1052512"/>
                  <a:gd name="connsiteX0" fmla="*/ 100012 w 1512436"/>
                  <a:gd name="connsiteY0" fmla="*/ 228599 h 1000124"/>
                  <a:gd name="connsiteX1" fmla="*/ 386105 w 1512436"/>
                  <a:gd name="connsiteY1" fmla="*/ 0 h 1000124"/>
                  <a:gd name="connsiteX2" fmla="*/ 1512436 w 1512436"/>
                  <a:gd name="connsiteY2" fmla="*/ 1000124 h 1000124"/>
                  <a:gd name="connsiteX3" fmla="*/ 0 w 1512436"/>
                  <a:gd name="connsiteY3" fmla="*/ 1000124 h 1000124"/>
                  <a:gd name="connsiteX4" fmla="*/ 100012 w 1512436"/>
                  <a:gd name="connsiteY4" fmla="*/ 228599 h 1000124"/>
                  <a:gd name="connsiteX0" fmla="*/ 100012 w 1512436"/>
                  <a:gd name="connsiteY0" fmla="*/ 230792 h 1002317"/>
                  <a:gd name="connsiteX1" fmla="*/ 386105 w 1512436"/>
                  <a:gd name="connsiteY1" fmla="*/ 2193 h 1002317"/>
                  <a:gd name="connsiteX2" fmla="*/ 1512436 w 1512436"/>
                  <a:gd name="connsiteY2" fmla="*/ 1002317 h 1002317"/>
                  <a:gd name="connsiteX3" fmla="*/ 0 w 1512436"/>
                  <a:gd name="connsiteY3" fmla="*/ 1002317 h 1002317"/>
                  <a:gd name="connsiteX4" fmla="*/ 100012 w 1512436"/>
                  <a:gd name="connsiteY4" fmla="*/ 230792 h 1002317"/>
                  <a:gd name="connsiteX0" fmla="*/ 92869 w 1512436"/>
                  <a:gd name="connsiteY0" fmla="*/ 242574 h 1002193"/>
                  <a:gd name="connsiteX1" fmla="*/ 386105 w 1512436"/>
                  <a:gd name="connsiteY1" fmla="*/ 2069 h 1002193"/>
                  <a:gd name="connsiteX2" fmla="*/ 1512436 w 1512436"/>
                  <a:gd name="connsiteY2" fmla="*/ 1002193 h 1002193"/>
                  <a:gd name="connsiteX3" fmla="*/ 0 w 1512436"/>
                  <a:gd name="connsiteY3" fmla="*/ 1002193 h 1002193"/>
                  <a:gd name="connsiteX4" fmla="*/ 92869 w 1512436"/>
                  <a:gd name="connsiteY4" fmla="*/ 242574 h 1002193"/>
                  <a:gd name="connsiteX0" fmla="*/ 92869 w 1512436"/>
                  <a:gd name="connsiteY0" fmla="*/ 250528 h 1010147"/>
                  <a:gd name="connsiteX1" fmla="*/ 386105 w 1512436"/>
                  <a:gd name="connsiteY1" fmla="*/ 10023 h 1010147"/>
                  <a:gd name="connsiteX2" fmla="*/ 1512436 w 1512436"/>
                  <a:gd name="connsiteY2" fmla="*/ 1010147 h 1010147"/>
                  <a:gd name="connsiteX3" fmla="*/ 0 w 1512436"/>
                  <a:gd name="connsiteY3" fmla="*/ 1010147 h 1010147"/>
                  <a:gd name="connsiteX4" fmla="*/ 92869 w 1512436"/>
                  <a:gd name="connsiteY4" fmla="*/ 250528 h 1010147"/>
                  <a:gd name="connsiteX0" fmla="*/ 92869 w 1512436"/>
                  <a:gd name="connsiteY0" fmla="*/ 288421 h 1048040"/>
                  <a:gd name="connsiteX1" fmla="*/ 386105 w 1512436"/>
                  <a:gd name="connsiteY1" fmla="*/ 47916 h 1048040"/>
                  <a:gd name="connsiteX2" fmla="*/ 1512436 w 1512436"/>
                  <a:gd name="connsiteY2" fmla="*/ 1048040 h 1048040"/>
                  <a:gd name="connsiteX3" fmla="*/ 0 w 1512436"/>
                  <a:gd name="connsiteY3" fmla="*/ 1048040 h 1048040"/>
                  <a:gd name="connsiteX4" fmla="*/ 92869 w 1512436"/>
                  <a:gd name="connsiteY4" fmla="*/ 288421 h 1048040"/>
                  <a:gd name="connsiteX0" fmla="*/ 92869 w 1512436"/>
                  <a:gd name="connsiteY0" fmla="*/ 292593 h 1052212"/>
                  <a:gd name="connsiteX1" fmla="*/ 386105 w 1512436"/>
                  <a:gd name="connsiteY1" fmla="*/ 52088 h 1052212"/>
                  <a:gd name="connsiteX2" fmla="*/ 1512436 w 1512436"/>
                  <a:gd name="connsiteY2" fmla="*/ 1052212 h 1052212"/>
                  <a:gd name="connsiteX3" fmla="*/ 0 w 1512436"/>
                  <a:gd name="connsiteY3" fmla="*/ 1052212 h 1052212"/>
                  <a:gd name="connsiteX4" fmla="*/ 92869 w 1512436"/>
                  <a:gd name="connsiteY4" fmla="*/ 292593 h 1052212"/>
                  <a:gd name="connsiteX0" fmla="*/ 23206 w 1442773"/>
                  <a:gd name="connsiteY0" fmla="*/ 292593 h 1052212"/>
                  <a:gd name="connsiteX1" fmla="*/ 316442 w 1442773"/>
                  <a:gd name="connsiteY1" fmla="*/ 52088 h 1052212"/>
                  <a:gd name="connsiteX2" fmla="*/ 1442773 w 1442773"/>
                  <a:gd name="connsiteY2" fmla="*/ 1052212 h 1052212"/>
                  <a:gd name="connsiteX3" fmla="*/ 373250 w 1442773"/>
                  <a:gd name="connsiteY3" fmla="*/ 664069 h 1052212"/>
                  <a:gd name="connsiteX4" fmla="*/ 23206 w 1442773"/>
                  <a:gd name="connsiteY4" fmla="*/ 292593 h 1052212"/>
                  <a:gd name="connsiteX0" fmla="*/ 24706 w 1429985"/>
                  <a:gd name="connsiteY0" fmla="*/ 321824 h 1045724"/>
                  <a:gd name="connsiteX1" fmla="*/ 303654 w 1429985"/>
                  <a:gd name="connsiteY1" fmla="*/ 45600 h 1045724"/>
                  <a:gd name="connsiteX2" fmla="*/ 1429985 w 1429985"/>
                  <a:gd name="connsiteY2" fmla="*/ 1045724 h 1045724"/>
                  <a:gd name="connsiteX3" fmla="*/ 360462 w 1429985"/>
                  <a:gd name="connsiteY3" fmla="*/ 657581 h 1045724"/>
                  <a:gd name="connsiteX4" fmla="*/ 24706 w 1429985"/>
                  <a:gd name="connsiteY4" fmla="*/ 321824 h 1045724"/>
                  <a:gd name="connsiteX0" fmla="*/ 51848 w 1457127"/>
                  <a:gd name="connsiteY0" fmla="*/ 321137 h 1045037"/>
                  <a:gd name="connsiteX1" fmla="*/ 330796 w 1457127"/>
                  <a:gd name="connsiteY1" fmla="*/ 44913 h 1045037"/>
                  <a:gd name="connsiteX2" fmla="*/ 1457127 w 1457127"/>
                  <a:gd name="connsiteY2" fmla="*/ 1045037 h 1045037"/>
                  <a:gd name="connsiteX3" fmla="*/ 387604 w 1457127"/>
                  <a:gd name="connsiteY3" fmla="*/ 656894 h 1045037"/>
                  <a:gd name="connsiteX4" fmla="*/ 51848 w 1457127"/>
                  <a:gd name="connsiteY4" fmla="*/ 321137 h 1045037"/>
                  <a:gd name="connsiteX0" fmla="*/ 51848 w 1457127"/>
                  <a:gd name="connsiteY0" fmla="*/ 321137 h 1045037"/>
                  <a:gd name="connsiteX1" fmla="*/ 330796 w 1457127"/>
                  <a:gd name="connsiteY1" fmla="*/ 44913 h 1045037"/>
                  <a:gd name="connsiteX2" fmla="*/ 1457127 w 1457127"/>
                  <a:gd name="connsiteY2" fmla="*/ 1045037 h 1045037"/>
                  <a:gd name="connsiteX3" fmla="*/ 387604 w 1457127"/>
                  <a:gd name="connsiteY3" fmla="*/ 656894 h 1045037"/>
                  <a:gd name="connsiteX4" fmla="*/ 51848 w 1457127"/>
                  <a:gd name="connsiteY4" fmla="*/ 321137 h 1045037"/>
                  <a:gd name="connsiteX0" fmla="*/ 51848 w 1457127"/>
                  <a:gd name="connsiteY0" fmla="*/ 321137 h 1045037"/>
                  <a:gd name="connsiteX1" fmla="*/ 330796 w 1457127"/>
                  <a:gd name="connsiteY1" fmla="*/ 44913 h 1045037"/>
                  <a:gd name="connsiteX2" fmla="*/ 1457127 w 1457127"/>
                  <a:gd name="connsiteY2" fmla="*/ 1045037 h 1045037"/>
                  <a:gd name="connsiteX3" fmla="*/ 394748 w 1457127"/>
                  <a:gd name="connsiteY3" fmla="*/ 640225 h 1045037"/>
                  <a:gd name="connsiteX4" fmla="*/ 51848 w 1457127"/>
                  <a:gd name="connsiteY4" fmla="*/ 321137 h 1045037"/>
                  <a:gd name="connsiteX0" fmla="*/ 51848 w 1457127"/>
                  <a:gd name="connsiteY0" fmla="*/ 321137 h 1045037"/>
                  <a:gd name="connsiteX1" fmla="*/ 330796 w 1457127"/>
                  <a:gd name="connsiteY1" fmla="*/ 44913 h 1045037"/>
                  <a:gd name="connsiteX2" fmla="*/ 1457127 w 1457127"/>
                  <a:gd name="connsiteY2" fmla="*/ 1045037 h 1045037"/>
                  <a:gd name="connsiteX3" fmla="*/ 394748 w 1457127"/>
                  <a:gd name="connsiteY3" fmla="*/ 640225 h 1045037"/>
                  <a:gd name="connsiteX4" fmla="*/ 51848 w 1457127"/>
                  <a:gd name="connsiteY4" fmla="*/ 321137 h 1045037"/>
                  <a:gd name="connsiteX0" fmla="*/ 51848 w 1457127"/>
                  <a:gd name="connsiteY0" fmla="*/ 321137 h 1195057"/>
                  <a:gd name="connsiteX1" fmla="*/ 330796 w 1457127"/>
                  <a:gd name="connsiteY1" fmla="*/ 44913 h 1195057"/>
                  <a:gd name="connsiteX2" fmla="*/ 1457127 w 1457127"/>
                  <a:gd name="connsiteY2" fmla="*/ 1045037 h 1195057"/>
                  <a:gd name="connsiteX3" fmla="*/ 1063879 w 1457127"/>
                  <a:gd name="connsiteY3" fmla="*/ 1195057 h 1195057"/>
                  <a:gd name="connsiteX4" fmla="*/ 51848 w 1457127"/>
                  <a:gd name="connsiteY4" fmla="*/ 321137 h 1195057"/>
                  <a:gd name="connsiteX0" fmla="*/ 51848 w 1537748"/>
                  <a:gd name="connsiteY0" fmla="*/ 321137 h 1968963"/>
                  <a:gd name="connsiteX1" fmla="*/ 330796 w 1537748"/>
                  <a:gd name="connsiteY1" fmla="*/ 44913 h 1968963"/>
                  <a:gd name="connsiteX2" fmla="*/ 1457127 w 1537748"/>
                  <a:gd name="connsiteY2" fmla="*/ 1045037 h 1968963"/>
                  <a:gd name="connsiteX3" fmla="*/ 1537748 w 1537748"/>
                  <a:gd name="connsiteY3" fmla="*/ 1968963 h 1968963"/>
                  <a:gd name="connsiteX4" fmla="*/ 51848 w 1537748"/>
                  <a:gd name="connsiteY4" fmla="*/ 321137 h 1968963"/>
                  <a:gd name="connsiteX0" fmla="*/ 51848 w 1499648"/>
                  <a:gd name="connsiteY0" fmla="*/ 321137 h 1992775"/>
                  <a:gd name="connsiteX1" fmla="*/ 330796 w 1499648"/>
                  <a:gd name="connsiteY1" fmla="*/ 44913 h 1992775"/>
                  <a:gd name="connsiteX2" fmla="*/ 1457127 w 1499648"/>
                  <a:gd name="connsiteY2" fmla="*/ 1045037 h 1992775"/>
                  <a:gd name="connsiteX3" fmla="*/ 1499648 w 1499648"/>
                  <a:gd name="connsiteY3" fmla="*/ 1992775 h 1992775"/>
                  <a:gd name="connsiteX4" fmla="*/ 51848 w 1499648"/>
                  <a:gd name="connsiteY4" fmla="*/ 321137 h 1992775"/>
                  <a:gd name="connsiteX0" fmla="*/ 51848 w 1499648"/>
                  <a:gd name="connsiteY0" fmla="*/ 321137 h 1992775"/>
                  <a:gd name="connsiteX1" fmla="*/ 330796 w 1499648"/>
                  <a:gd name="connsiteY1" fmla="*/ 44913 h 1992775"/>
                  <a:gd name="connsiteX2" fmla="*/ 1457127 w 1499648"/>
                  <a:gd name="connsiteY2" fmla="*/ 1045037 h 1992775"/>
                  <a:gd name="connsiteX3" fmla="*/ 1499648 w 1499648"/>
                  <a:gd name="connsiteY3" fmla="*/ 1992775 h 1992775"/>
                  <a:gd name="connsiteX4" fmla="*/ 464145 w 1499648"/>
                  <a:gd name="connsiteY4" fmla="*/ 835488 h 1992775"/>
                  <a:gd name="connsiteX5" fmla="*/ 51848 w 1499648"/>
                  <a:gd name="connsiteY5" fmla="*/ 321137 h 1992775"/>
                  <a:gd name="connsiteX0" fmla="*/ 51848 w 1499648"/>
                  <a:gd name="connsiteY0" fmla="*/ 321137 h 1992775"/>
                  <a:gd name="connsiteX1" fmla="*/ 330796 w 1499648"/>
                  <a:gd name="connsiteY1" fmla="*/ 44913 h 1992775"/>
                  <a:gd name="connsiteX2" fmla="*/ 1457127 w 1499648"/>
                  <a:gd name="connsiteY2" fmla="*/ 1045037 h 1992775"/>
                  <a:gd name="connsiteX3" fmla="*/ 1499648 w 1499648"/>
                  <a:gd name="connsiteY3" fmla="*/ 1992775 h 1992775"/>
                  <a:gd name="connsiteX4" fmla="*/ 523677 w 1499648"/>
                  <a:gd name="connsiteY4" fmla="*/ 778338 h 1992775"/>
                  <a:gd name="connsiteX5" fmla="*/ 51848 w 1499648"/>
                  <a:gd name="connsiteY5" fmla="*/ 321137 h 1992775"/>
                  <a:gd name="connsiteX0" fmla="*/ 51848 w 1499648"/>
                  <a:gd name="connsiteY0" fmla="*/ 321137 h 1992775"/>
                  <a:gd name="connsiteX1" fmla="*/ 330796 w 1499648"/>
                  <a:gd name="connsiteY1" fmla="*/ 44913 h 1992775"/>
                  <a:gd name="connsiteX2" fmla="*/ 1457127 w 1499648"/>
                  <a:gd name="connsiteY2" fmla="*/ 1045037 h 1992775"/>
                  <a:gd name="connsiteX3" fmla="*/ 1499648 w 1499648"/>
                  <a:gd name="connsiteY3" fmla="*/ 1992775 h 1992775"/>
                  <a:gd name="connsiteX4" fmla="*/ 523677 w 1499648"/>
                  <a:gd name="connsiteY4" fmla="*/ 778338 h 1992775"/>
                  <a:gd name="connsiteX5" fmla="*/ 51848 w 1499648"/>
                  <a:gd name="connsiteY5" fmla="*/ 321137 h 1992775"/>
                  <a:gd name="connsiteX0" fmla="*/ 51848 w 1499648"/>
                  <a:gd name="connsiteY0" fmla="*/ 321137 h 1992775"/>
                  <a:gd name="connsiteX1" fmla="*/ 330796 w 1499648"/>
                  <a:gd name="connsiteY1" fmla="*/ 44913 h 1992775"/>
                  <a:gd name="connsiteX2" fmla="*/ 1457127 w 1499648"/>
                  <a:gd name="connsiteY2" fmla="*/ 1045037 h 1992775"/>
                  <a:gd name="connsiteX3" fmla="*/ 1499648 w 1499648"/>
                  <a:gd name="connsiteY3" fmla="*/ 1992775 h 1992775"/>
                  <a:gd name="connsiteX4" fmla="*/ 523677 w 1499648"/>
                  <a:gd name="connsiteY4" fmla="*/ 778338 h 1992775"/>
                  <a:gd name="connsiteX5" fmla="*/ 51848 w 1499648"/>
                  <a:gd name="connsiteY5" fmla="*/ 321137 h 1992775"/>
                  <a:gd name="connsiteX0" fmla="*/ 51848 w 1499648"/>
                  <a:gd name="connsiteY0" fmla="*/ 321137 h 2013066"/>
                  <a:gd name="connsiteX1" fmla="*/ 330796 w 1499648"/>
                  <a:gd name="connsiteY1" fmla="*/ 44913 h 2013066"/>
                  <a:gd name="connsiteX2" fmla="*/ 1457127 w 1499648"/>
                  <a:gd name="connsiteY2" fmla="*/ 1045037 h 2013066"/>
                  <a:gd name="connsiteX3" fmla="*/ 1499648 w 1499648"/>
                  <a:gd name="connsiteY3" fmla="*/ 1992775 h 2013066"/>
                  <a:gd name="connsiteX4" fmla="*/ 1149945 w 1499648"/>
                  <a:gd name="connsiteY4" fmla="*/ 1621301 h 2013066"/>
                  <a:gd name="connsiteX5" fmla="*/ 523677 w 1499648"/>
                  <a:gd name="connsiteY5" fmla="*/ 778338 h 2013066"/>
                  <a:gd name="connsiteX6" fmla="*/ 51848 w 1499648"/>
                  <a:gd name="connsiteY6" fmla="*/ 321137 h 2013066"/>
                  <a:gd name="connsiteX0" fmla="*/ 51848 w 1499648"/>
                  <a:gd name="connsiteY0" fmla="*/ 321137 h 2011202"/>
                  <a:gd name="connsiteX1" fmla="*/ 330796 w 1499648"/>
                  <a:gd name="connsiteY1" fmla="*/ 44913 h 2011202"/>
                  <a:gd name="connsiteX2" fmla="*/ 1457127 w 1499648"/>
                  <a:gd name="connsiteY2" fmla="*/ 1045037 h 2011202"/>
                  <a:gd name="connsiteX3" fmla="*/ 1499648 w 1499648"/>
                  <a:gd name="connsiteY3" fmla="*/ 1992775 h 2011202"/>
                  <a:gd name="connsiteX4" fmla="*/ 1197570 w 1499648"/>
                  <a:gd name="connsiteY4" fmla="*/ 1585583 h 2011202"/>
                  <a:gd name="connsiteX5" fmla="*/ 523677 w 1499648"/>
                  <a:gd name="connsiteY5" fmla="*/ 778338 h 2011202"/>
                  <a:gd name="connsiteX6" fmla="*/ 51848 w 1499648"/>
                  <a:gd name="connsiteY6" fmla="*/ 321137 h 2011202"/>
                  <a:gd name="connsiteX0" fmla="*/ 51848 w 1499648"/>
                  <a:gd name="connsiteY0" fmla="*/ 321137 h 1992775"/>
                  <a:gd name="connsiteX1" fmla="*/ 330796 w 1499648"/>
                  <a:gd name="connsiteY1" fmla="*/ 44913 h 1992775"/>
                  <a:gd name="connsiteX2" fmla="*/ 1457127 w 1499648"/>
                  <a:gd name="connsiteY2" fmla="*/ 1045037 h 1992775"/>
                  <a:gd name="connsiteX3" fmla="*/ 1499648 w 1499648"/>
                  <a:gd name="connsiteY3" fmla="*/ 1992775 h 1992775"/>
                  <a:gd name="connsiteX4" fmla="*/ 1197570 w 1499648"/>
                  <a:gd name="connsiteY4" fmla="*/ 1585583 h 1992775"/>
                  <a:gd name="connsiteX5" fmla="*/ 523677 w 1499648"/>
                  <a:gd name="connsiteY5" fmla="*/ 778338 h 1992775"/>
                  <a:gd name="connsiteX6" fmla="*/ 51848 w 1499648"/>
                  <a:gd name="connsiteY6" fmla="*/ 321137 h 1992775"/>
                  <a:gd name="connsiteX0" fmla="*/ 51848 w 1499648"/>
                  <a:gd name="connsiteY0" fmla="*/ 321137 h 1992775"/>
                  <a:gd name="connsiteX1" fmla="*/ 330796 w 1499648"/>
                  <a:gd name="connsiteY1" fmla="*/ 44913 h 1992775"/>
                  <a:gd name="connsiteX2" fmla="*/ 1457127 w 1499648"/>
                  <a:gd name="connsiteY2" fmla="*/ 1045037 h 1992775"/>
                  <a:gd name="connsiteX3" fmla="*/ 1499648 w 1499648"/>
                  <a:gd name="connsiteY3" fmla="*/ 1992775 h 1992775"/>
                  <a:gd name="connsiteX4" fmla="*/ 1202333 w 1499648"/>
                  <a:gd name="connsiteY4" fmla="*/ 1578439 h 1992775"/>
                  <a:gd name="connsiteX5" fmla="*/ 523677 w 1499648"/>
                  <a:gd name="connsiteY5" fmla="*/ 778338 h 1992775"/>
                  <a:gd name="connsiteX6" fmla="*/ 51848 w 1499648"/>
                  <a:gd name="connsiteY6" fmla="*/ 321137 h 1992775"/>
                  <a:gd name="connsiteX0" fmla="*/ 51848 w 1499648"/>
                  <a:gd name="connsiteY0" fmla="*/ 321137 h 1992775"/>
                  <a:gd name="connsiteX1" fmla="*/ 330796 w 1499648"/>
                  <a:gd name="connsiteY1" fmla="*/ 44913 h 1992775"/>
                  <a:gd name="connsiteX2" fmla="*/ 1457127 w 1499648"/>
                  <a:gd name="connsiteY2" fmla="*/ 1045037 h 1992775"/>
                  <a:gd name="connsiteX3" fmla="*/ 1499648 w 1499648"/>
                  <a:gd name="connsiteY3" fmla="*/ 1992775 h 1992775"/>
                  <a:gd name="connsiteX4" fmla="*/ 1202333 w 1499648"/>
                  <a:gd name="connsiteY4" fmla="*/ 1578439 h 1992775"/>
                  <a:gd name="connsiteX5" fmla="*/ 523677 w 1499648"/>
                  <a:gd name="connsiteY5" fmla="*/ 778338 h 1992775"/>
                  <a:gd name="connsiteX6" fmla="*/ 51848 w 1499648"/>
                  <a:gd name="connsiteY6" fmla="*/ 321137 h 1992775"/>
                  <a:gd name="connsiteX0" fmla="*/ 51848 w 1499648"/>
                  <a:gd name="connsiteY0" fmla="*/ 321137 h 1992775"/>
                  <a:gd name="connsiteX1" fmla="*/ 330796 w 1499648"/>
                  <a:gd name="connsiteY1" fmla="*/ 44913 h 1992775"/>
                  <a:gd name="connsiteX2" fmla="*/ 1457127 w 1499648"/>
                  <a:gd name="connsiteY2" fmla="*/ 1045037 h 1992775"/>
                  <a:gd name="connsiteX3" fmla="*/ 1499648 w 1499648"/>
                  <a:gd name="connsiteY3" fmla="*/ 1992775 h 1992775"/>
                  <a:gd name="connsiteX4" fmla="*/ 1202333 w 1499648"/>
                  <a:gd name="connsiteY4" fmla="*/ 1578439 h 1992775"/>
                  <a:gd name="connsiteX5" fmla="*/ 523677 w 1499648"/>
                  <a:gd name="connsiteY5" fmla="*/ 778338 h 1992775"/>
                  <a:gd name="connsiteX6" fmla="*/ 51848 w 1499648"/>
                  <a:gd name="connsiteY6" fmla="*/ 321137 h 1992775"/>
                  <a:gd name="connsiteX0" fmla="*/ 51848 w 1499648"/>
                  <a:gd name="connsiteY0" fmla="*/ 321137 h 1992775"/>
                  <a:gd name="connsiteX1" fmla="*/ 330796 w 1499648"/>
                  <a:gd name="connsiteY1" fmla="*/ 44913 h 1992775"/>
                  <a:gd name="connsiteX2" fmla="*/ 1457127 w 1499648"/>
                  <a:gd name="connsiteY2" fmla="*/ 1045037 h 1992775"/>
                  <a:gd name="connsiteX3" fmla="*/ 1499648 w 1499648"/>
                  <a:gd name="connsiteY3" fmla="*/ 1992775 h 1992775"/>
                  <a:gd name="connsiteX4" fmla="*/ 1202333 w 1499648"/>
                  <a:gd name="connsiteY4" fmla="*/ 1578439 h 1992775"/>
                  <a:gd name="connsiteX5" fmla="*/ 507009 w 1499648"/>
                  <a:gd name="connsiteY5" fmla="*/ 792625 h 1992775"/>
                  <a:gd name="connsiteX6" fmla="*/ 51848 w 1499648"/>
                  <a:gd name="connsiteY6" fmla="*/ 321137 h 1992775"/>
                  <a:gd name="connsiteX0" fmla="*/ 51848 w 1499648"/>
                  <a:gd name="connsiteY0" fmla="*/ 321137 h 1992775"/>
                  <a:gd name="connsiteX1" fmla="*/ 330796 w 1499648"/>
                  <a:gd name="connsiteY1" fmla="*/ 44913 h 1992775"/>
                  <a:gd name="connsiteX2" fmla="*/ 1457127 w 1499648"/>
                  <a:gd name="connsiteY2" fmla="*/ 1045037 h 1992775"/>
                  <a:gd name="connsiteX3" fmla="*/ 1499648 w 1499648"/>
                  <a:gd name="connsiteY3" fmla="*/ 1992775 h 1992775"/>
                  <a:gd name="connsiteX4" fmla="*/ 1202333 w 1499648"/>
                  <a:gd name="connsiteY4" fmla="*/ 1578439 h 1992775"/>
                  <a:gd name="connsiteX5" fmla="*/ 507009 w 1499648"/>
                  <a:gd name="connsiteY5" fmla="*/ 792625 h 1992775"/>
                  <a:gd name="connsiteX6" fmla="*/ 51848 w 1499648"/>
                  <a:gd name="connsiteY6" fmla="*/ 321137 h 1992775"/>
                  <a:gd name="connsiteX0" fmla="*/ 51848 w 1499648"/>
                  <a:gd name="connsiteY0" fmla="*/ 321137 h 1992775"/>
                  <a:gd name="connsiteX1" fmla="*/ 330796 w 1499648"/>
                  <a:gd name="connsiteY1" fmla="*/ 44913 h 1992775"/>
                  <a:gd name="connsiteX2" fmla="*/ 1457127 w 1499648"/>
                  <a:gd name="connsiteY2" fmla="*/ 1045037 h 1992775"/>
                  <a:gd name="connsiteX3" fmla="*/ 1499648 w 1499648"/>
                  <a:gd name="connsiteY3" fmla="*/ 1992775 h 1992775"/>
                  <a:gd name="connsiteX4" fmla="*/ 1202333 w 1499648"/>
                  <a:gd name="connsiteY4" fmla="*/ 1578439 h 1992775"/>
                  <a:gd name="connsiteX5" fmla="*/ 507009 w 1499648"/>
                  <a:gd name="connsiteY5" fmla="*/ 792625 h 1992775"/>
                  <a:gd name="connsiteX6" fmla="*/ 51848 w 1499648"/>
                  <a:gd name="connsiteY6" fmla="*/ 321137 h 1992775"/>
                  <a:gd name="connsiteX0" fmla="*/ 51848 w 1499648"/>
                  <a:gd name="connsiteY0" fmla="*/ 321137 h 1992775"/>
                  <a:gd name="connsiteX1" fmla="*/ 330796 w 1499648"/>
                  <a:gd name="connsiteY1" fmla="*/ 44913 h 1992775"/>
                  <a:gd name="connsiteX2" fmla="*/ 1457127 w 1499648"/>
                  <a:gd name="connsiteY2" fmla="*/ 1045037 h 1992775"/>
                  <a:gd name="connsiteX3" fmla="*/ 1499648 w 1499648"/>
                  <a:gd name="connsiteY3" fmla="*/ 1992775 h 1992775"/>
                  <a:gd name="connsiteX4" fmla="*/ 1202333 w 1499648"/>
                  <a:gd name="connsiteY4" fmla="*/ 1578439 h 1992775"/>
                  <a:gd name="connsiteX5" fmla="*/ 507009 w 1499648"/>
                  <a:gd name="connsiteY5" fmla="*/ 792625 h 1992775"/>
                  <a:gd name="connsiteX6" fmla="*/ 51848 w 1499648"/>
                  <a:gd name="connsiteY6" fmla="*/ 321137 h 1992775"/>
                  <a:gd name="connsiteX0" fmla="*/ 51848 w 1499648"/>
                  <a:gd name="connsiteY0" fmla="*/ 321137 h 1992775"/>
                  <a:gd name="connsiteX1" fmla="*/ 330796 w 1499648"/>
                  <a:gd name="connsiteY1" fmla="*/ 44913 h 1992775"/>
                  <a:gd name="connsiteX2" fmla="*/ 1457127 w 1499648"/>
                  <a:gd name="connsiteY2" fmla="*/ 1045037 h 1992775"/>
                  <a:gd name="connsiteX3" fmla="*/ 1473795 w 1499648"/>
                  <a:gd name="connsiteY3" fmla="*/ 1485569 h 1992775"/>
                  <a:gd name="connsiteX4" fmla="*/ 1499648 w 1499648"/>
                  <a:gd name="connsiteY4" fmla="*/ 1992775 h 1992775"/>
                  <a:gd name="connsiteX5" fmla="*/ 1202333 w 1499648"/>
                  <a:gd name="connsiteY5" fmla="*/ 1578439 h 1992775"/>
                  <a:gd name="connsiteX6" fmla="*/ 507009 w 1499648"/>
                  <a:gd name="connsiteY6" fmla="*/ 792625 h 1992775"/>
                  <a:gd name="connsiteX7" fmla="*/ 51848 w 1499648"/>
                  <a:gd name="connsiteY7" fmla="*/ 321137 h 1992775"/>
                  <a:gd name="connsiteX0" fmla="*/ 51848 w 1757163"/>
                  <a:gd name="connsiteY0" fmla="*/ 321137 h 1992775"/>
                  <a:gd name="connsiteX1" fmla="*/ 330796 w 1757163"/>
                  <a:gd name="connsiteY1" fmla="*/ 44913 h 1992775"/>
                  <a:gd name="connsiteX2" fmla="*/ 1457127 w 1757163"/>
                  <a:gd name="connsiteY2" fmla="*/ 1045037 h 1992775"/>
                  <a:gd name="connsiteX3" fmla="*/ 1757163 w 1757163"/>
                  <a:gd name="connsiteY3" fmla="*/ 1604632 h 1992775"/>
                  <a:gd name="connsiteX4" fmla="*/ 1499648 w 1757163"/>
                  <a:gd name="connsiteY4" fmla="*/ 1992775 h 1992775"/>
                  <a:gd name="connsiteX5" fmla="*/ 1202333 w 1757163"/>
                  <a:gd name="connsiteY5" fmla="*/ 1578439 h 1992775"/>
                  <a:gd name="connsiteX6" fmla="*/ 507009 w 1757163"/>
                  <a:gd name="connsiteY6" fmla="*/ 792625 h 1992775"/>
                  <a:gd name="connsiteX7" fmla="*/ 51848 w 1757163"/>
                  <a:gd name="connsiteY7" fmla="*/ 321137 h 1992775"/>
                  <a:gd name="connsiteX0" fmla="*/ 51848 w 1761926"/>
                  <a:gd name="connsiteY0" fmla="*/ 321137 h 1992775"/>
                  <a:gd name="connsiteX1" fmla="*/ 330796 w 1761926"/>
                  <a:gd name="connsiteY1" fmla="*/ 44913 h 1992775"/>
                  <a:gd name="connsiteX2" fmla="*/ 1457127 w 1761926"/>
                  <a:gd name="connsiteY2" fmla="*/ 1045037 h 1992775"/>
                  <a:gd name="connsiteX3" fmla="*/ 1761926 w 1761926"/>
                  <a:gd name="connsiteY3" fmla="*/ 1599870 h 1992775"/>
                  <a:gd name="connsiteX4" fmla="*/ 1499648 w 1761926"/>
                  <a:gd name="connsiteY4" fmla="*/ 1992775 h 1992775"/>
                  <a:gd name="connsiteX5" fmla="*/ 1202333 w 1761926"/>
                  <a:gd name="connsiteY5" fmla="*/ 1578439 h 1992775"/>
                  <a:gd name="connsiteX6" fmla="*/ 507009 w 1761926"/>
                  <a:gd name="connsiteY6" fmla="*/ 792625 h 1992775"/>
                  <a:gd name="connsiteX7" fmla="*/ 51848 w 1761926"/>
                  <a:gd name="connsiteY7" fmla="*/ 321137 h 1992775"/>
                  <a:gd name="connsiteX0" fmla="*/ 51848 w 1772301"/>
                  <a:gd name="connsiteY0" fmla="*/ 321137 h 1992775"/>
                  <a:gd name="connsiteX1" fmla="*/ 330796 w 1772301"/>
                  <a:gd name="connsiteY1" fmla="*/ 44913 h 1992775"/>
                  <a:gd name="connsiteX2" fmla="*/ 1457127 w 1772301"/>
                  <a:gd name="connsiteY2" fmla="*/ 1045037 h 1992775"/>
                  <a:gd name="connsiteX3" fmla="*/ 1761926 w 1772301"/>
                  <a:gd name="connsiteY3" fmla="*/ 1599870 h 1992775"/>
                  <a:gd name="connsiteX4" fmla="*/ 1499648 w 1772301"/>
                  <a:gd name="connsiteY4" fmla="*/ 1992775 h 1992775"/>
                  <a:gd name="connsiteX5" fmla="*/ 1202333 w 1772301"/>
                  <a:gd name="connsiteY5" fmla="*/ 1578439 h 1992775"/>
                  <a:gd name="connsiteX6" fmla="*/ 507009 w 1772301"/>
                  <a:gd name="connsiteY6" fmla="*/ 792625 h 1992775"/>
                  <a:gd name="connsiteX7" fmla="*/ 51848 w 1772301"/>
                  <a:gd name="connsiteY7" fmla="*/ 321137 h 1992775"/>
                  <a:gd name="connsiteX0" fmla="*/ 51848 w 1771810"/>
                  <a:gd name="connsiteY0" fmla="*/ 321137 h 1978488"/>
                  <a:gd name="connsiteX1" fmla="*/ 330796 w 1771810"/>
                  <a:gd name="connsiteY1" fmla="*/ 44913 h 1978488"/>
                  <a:gd name="connsiteX2" fmla="*/ 1457127 w 1771810"/>
                  <a:gd name="connsiteY2" fmla="*/ 1045037 h 1978488"/>
                  <a:gd name="connsiteX3" fmla="*/ 1761926 w 1771810"/>
                  <a:gd name="connsiteY3" fmla="*/ 1599870 h 1978488"/>
                  <a:gd name="connsiteX4" fmla="*/ 1485361 w 1771810"/>
                  <a:gd name="connsiteY4" fmla="*/ 1978488 h 1978488"/>
                  <a:gd name="connsiteX5" fmla="*/ 1202333 w 1771810"/>
                  <a:gd name="connsiteY5" fmla="*/ 1578439 h 1978488"/>
                  <a:gd name="connsiteX6" fmla="*/ 507009 w 1771810"/>
                  <a:gd name="connsiteY6" fmla="*/ 792625 h 1978488"/>
                  <a:gd name="connsiteX7" fmla="*/ 51848 w 1771810"/>
                  <a:gd name="connsiteY7" fmla="*/ 321137 h 1978488"/>
                  <a:gd name="connsiteX0" fmla="*/ 51848 w 1825393"/>
                  <a:gd name="connsiteY0" fmla="*/ 321137 h 2062654"/>
                  <a:gd name="connsiteX1" fmla="*/ 330796 w 1825393"/>
                  <a:gd name="connsiteY1" fmla="*/ 44913 h 2062654"/>
                  <a:gd name="connsiteX2" fmla="*/ 1457127 w 1825393"/>
                  <a:gd name="connsiteY2" fmla="*/ 1045037 h 2062654"/>
                  <a:gd name="connsiteX3" fmla="*/ 1761926 w 1825393"/>
                  <a:gd name="connsiteY3" fmla="*/ 1599870 h 2062654"/>
                  <a:gd name="connsiteX4" fmla="*/ 1485361 w 1825393"/>
                  <a:gd name="connsiteY4" fmla="*/ 1978488 h 2062654"/>
                  <a:gd name="connsiteX5" fmla="*/ 1202333 w 1825393"/>
                  <a:gd name="connsiteY5" fmla="*/ 1578439 h 2062654"/>
                  <a:gd name="connsiteX6" fmla="*/ 507009 w 1825393"/>
                  <a:gd name="connsiteY6" fmla="*/ 792625 h 2062654"/>
                  <a:gd name="connsiteX7" fmla="*/ 51848 w 1825393"/>
                  <a:gd name="connsiteY7" fmla="*/ 321137 h 2062654"/>
                  <a:gd name="connsiteX0" fmla="*/ 51848 w 1818293"/>
                  <a:gd name="connsiteY0" fmla="*/ 321137 h 2070732"/>
                  <a:gd name="connsiteX1" fmla="*/ 330796 w 1818293"/>
                  <a:gd name="connsiteY1" fmla="*/ 44913 h 2070732"/>
                  <a:gd name="connsiteX2" fmla="*/ 1457127 w 1818293"/>
                  <a:gd name="connsiteY2" fmla="*/ 1045037 h 2070732"/>
                  <a:gd name="connsiteX3" fmla="*/ 1761926 w 1818293"/>
                  <a:gd name="connsiteY3" fmla="*/ 1599870 h 2070732"/>
                  <a:gd name="connsiteX4" fmla="*/ 1485361 w 1818293"/>
                  <a:gd name="connsiteY4" fmla="*/ 1978488 h 2070732"/>
                  <a:gd name="connsiteX5" fmla="*/ 1202333 w 1818293"/>
                  <a:gd name="connsiteY5" fmla="*/ 1578439 h 2070732"/>
                  <a:gd name="connsiteX6" fmla="*/ 507009 w 1818293"/>
                  <a:gd name="connsiteY6" fmla="*/ 792625 h 2070732"/>
                  <a:gd name="connsiteX7" fmla="*/ 51848 w 1818293"/>
                  <a:gd name="connsiteY7" fmla="*/ 321137 h 2070732"/>
                  <a:gd name="connsiteX0" fmla="*/ 51848 w 1818293"/>
                  <a:gd name="connsiteY0" fmla="*/ 321137 h 2070732"/>
                  <a:gd name="connsiteX1" fmla="*/ 330796 w 1818293"/>
                  <a:gd name="connsiteY1" fmla="*/ 44913 h 2070732"/>
                  <a:gd name="connsiteX2" fmla="*/ 1457127 w 1818293"/>
                  <a:gd name="connsiteY2" fmla="*/ 1045037 h 2070732"/>
                  <a:gd name="connsiteX3" fmla="*/ 1761926 w 1818293"/>
                  <a:gd name="connsiteY3" fmla="*/ 1599870 h 2070732"/>
                  <a:gd name="connsiteX4" fmla="*/ 1485361 w 1818293"/>
                  <a:gd name="connsiteY4" fmla="*/ 1978488 h 2070732"/>
                  <a:gd name="connsiteX5" fmla="*/ 1202333 w 1818293"/>
                  <a:gd name="connsiteY5" fmla="*/ 1578439 h 2070732"/>
                  <a:gd name="connsiteX6" fmla="*/ 507009 w 1818293"/>
                  <a:gd name="connsiteY6" fmla="*/ 792625 h 2070732"/>
                  <a:gd name="connsiteX7" fmla="*/ 51848 w 1818293"/>
                  <a:gd name="connsiteY7" fmla="*/ 321137 h 2070732"/>
                  <a:gd name="connsiteX0" fmla="*/ 51848 w 1819998"/>
                  <a:gd name="connsiteY0" fmla="*/ 321137 h 2066752"/>
                  <a:gd name="connsiteX1" fmla="*/ 330796 w 1819998"/>
                  <a:gd name="connsiteY1" fmla="*/ 44913 h 2066752"/>
                  <a:gd name="connsiteX2" fmla="*/ 1457127 w 1819998"/>
                  <a:gd name="connsiteY2" fmla="*/ 1045037 h 2066752"/>
                  <a:gd name="connsiteX3" fmla="*/ 1761926 w 1819998"/>
                  <a:gd name="connsiteY3" fmla="*/ 1599870 h 2066752"/>
                  <a:gd name="connsiteX4" fmla="*/ 1490123 w 1819998"/>
                  <a:gd name="connsiteY4" fmla="*/ 1973726 h 2066752"/>
                  <a:gd name="connsiteX5" fmla="*/ 1202333 w 1819998"/>
                  <a:gd name="connsiteY5" fmla="*/ 1578439 h 2066752"/>
                  <a:gd name="connsiteX6" fmla="*/ 507009 w 1819998"/>
                  <a:gd name="connsiteY6" fmla="*/ 792625 h 2066752"/>
                  <a:gd name="connsiteX7" fmla="*/ 51848 w 1819998"/>
                  <a:gd name="connsiteY7" fmla="*/ 321137 h 2066752"/>
                  <a:gd name="connsiteX0" fmla="*/ 51848 w 1819998"/>
                  <a:gd name="connsiteY0" fmla="*/ 321137 h 2066752"/>
                  <a:gd name="connsiteX1" fmla="*/ 330796 w 1819998"/>
                  <a:gd name="connsiteY1" fmla="*/ 44913 h 2066752"/>
                  <a:gd name="connsiteX2" fmla="*/ 1457127 w 1819998"/>
                  <a:gd name="connsiteY2" fmla="*/ 1045037 h 2066752"/>
                  <a:gd name="connsiteX3" fmla="*/ 1761926 w 1819998"/>
                  <a:gd name="connsiteY3" fmla="*/ 1599870 h 2066752"/>
                  <a:gd name="connsiteX4" fmla="*/ 1490123 w 1819998"/>
                  <a:gd name="connsiteY4" fmla="*/ 1973726 h 2066752"/>
                  <a:gd name="connsiteX5" fmla="*/ 1202333 w 1819998"/>
                  <a:gd name="connsiteY5" fmla="*/ 1578439 h 2066752"/>
                  <a:gd name="connsiteX6" fmla="*/ 507009 w 1819998"/>
                  <a:gd name="connsiteY6" fmla="*/ 792625 h 2066752"/>
                  <a:gd name="connsiteX7" fmla="*/ 51848 w 1819998"/>
                  <a:gd name="connsiteY7" fmla="*/ 321137 h 2066752"/>
                  <a:gd name="connsiteX0" fmla="*/ 51848 w 1862368"/>
                  <a:gd name="connsiteY0" fmla="*/ 321137 h 2059769"/>
                  <a:gd name="connsiteX1" fmla="*/ 330796 w 1862368"/>
                  <a:gd name="connsiteY1" fmla="*/ 44913 h 2059769"/>
                  <a:gd name="connsiteX2" fmla="*/ 1457127 w 1862368"/>
                  <a:gd name="connsiteY2" fmla="*/ 1045037 h 2059769"/>
                  <a:gd name="connsiteX3" fmla="*/ 1761926 w 1862368"/>
                  <a:gd name="connsiteY3" fmla="*/ 1599870 h 2059769"/>
                  <a:gd name="connsiteX4" fmla="*/ 1490123 w 1862368"/>
                  <a:gd name="connsiteY4" fmla="*/ 1973726 h 2059769"/>
                  <a:gd name="connsiteX5" fmla="*/ 1202333 w 1862368"/>
                  <a:gd name="connsiteY5" fmla="*/ 1578439 h 2059769"/>
                  <a:gd name="connsiteX6" fmla="*/ 507009 w 1862368"/>
                  <a:gd name="connsiteY6" fmla="*/ 792625 h 2059769"/>
                  <a:gd name="connsiteX7" fmla="*/ 51848 w 1862368"/>
                  <a:gd name="connsiteY7" fmla="*/ 321137 h 2059769"/>
                  <a:gd name="connsiteX0" fmla="*/ 51848 w 1864451"/>
                  <a:gd name="connsiteY0" fmla="*/ 321137 h 2057027"/>
                  <a:gd name="connsiteX1" fmla="*/ 330796 w 1864451"/>
                  <a:gd name="connsiteY1" fmla="*/ 44913 h 2057027"/>
                  <a:gd name="connsiteX2" fmla="*/ 1457127 w 1864451"/>
                  <a:gd name="connsiteY2" fmla="*/ 1045037 h 2057027"/>
                  <a:gd name="connsiteX3" fmla="*/ 1761926 w 1864451"/>
                  <a:gd name="connsiteY3" fmla="*/ 1599870 h 2057027"/>
                  <a:gd name="connsiteX4" fmla="*/ 1490123 w 1864451"/>
                  <a:gd name="connsiteY4" fmla="*/ 1973726 h 2057027"/>
                  <a:gd name="connsiteX5" fmla="*/ 1202333 w 1864451"/>
                  <a:gd name="connsiteY5" fmla="*/ 1578439 h 2057027"/>
                  <a:gd name="connsiteX6" fmla="*/ 507009 w 1864451"/>
                  <a:gd name="connsiteY6" fmla="*/ 792625 h 2057027"/>
                  <a:gd name="connsiteX7" fmla="*/ 51848 w 1864451"/>
                  <a:gd name="connsiteY7" fmla="*/ 321137 h 2057027"/>
                  <a:gd name="connsiteX0" fmla="*/ 51848 w 1847751"/>
                  <a:gd name="connsiteY0" fmla="*/ 321137 h 2075784"/>
                  <a:gd name="connsiteX1" fmla="*/ 330796 w 1847751"/>
                  <a:gd name="connsiteY1" fmla="*/ 44913 h 2075784"/>
                  <a:gd name="connsiteX2" fmla="*/ 1457127 w 1847751"/>
                  <a:gd name="connsiteY2" fmla="*/ 1045037 h 2075784"/>
                  <a:gd name="connsiteX3" fmla="*/ 1761926 w 1847751"/>
                  <a:gd name="connsiteY3" fmla="*/ 1599870 h 2075784"/>
                  <a:gd name="connsiteX4" fmla="*/ 1490123 w 1847751"/>
                  <a:gd name="connsiteY4" fmla="*/ 1973726 h 2075784"/>
                  <a:gd name="connsiteX5" fmla="*/ 1202333 w 1847751"/>
                  <a:gd name="connsiteY5" fmla="*/ 1578439 h 2075784"/>
                  <a:gd name="connsiteX6" fmla="*/ 507009 w 1847751"/>
                  <a:gd name="connsiteY6" fmla="*/ 792625 h 2075784"/>
                  <a:gd name="connsiteX7" fmla="*/ 51848 w 1847751"/>
                  <a:gd name="connsiteY7" fmla="*/ 321137 h 2075784"/>
                  <a:gd name="connsiteX0" fmla="*/ 51848 w 1847207"/>
                  <a:gd name="connsiteY0" fmla="*/ 321137 h 2085765"/>
                  <a:gd name="connsiteX1" fmla="*/ 330796 w 1847207"/>
                  <a:gd name="connsiteY1" fmla="*/ 44913 h 2085765"/>
                  <a:gd name="connsiteX2" fmla="*/ 1457127 w 1847207"/>
                  <a:gd name="connsiteY2" fmla="*/ 1045037 h 2085765"/>
                  <a:gd name="connsiteX3" fmla="*/ 1761926 w 1847207"/>
                  <a:gd name="connsiteY3" fmla="*/ 1599870 h 2085765"/>
                  <a:gd name="connsiteX4" fmla="*/ 1490123 w 1847207"/>
                  <a:gd name="connsiteY4" fmla="*/ 1973726 h 2085765"/>
                  <a:gd name="connsiteX5" fmla="*/ 1202333 w 1847207"/>
                  <a:gd name="connsiteY5" fmla="*/ 1578439 h 2085765"/>
                  <a:gd name="connsiteX6" fmla="*/ 507009 w 1847207"/>
                  <a:gd name="connsiteY6" fmla="*/ 792625 h 2085765"/>
                  <a:gd name="connsiteX7" fmla="*/ 51848 w 1847207"/>
                  <a:gd name="connsiteY7" fmla="*/ 321137 h 2085765"/>
                  <a:gd name="connsiteX0" fmla="*/ 51848 w 1862021"/>
                  <a:gd name="connsiteY0" fmla="*/ 321137 h 2091956"/>
                  <a:gd name="connsiteX1" fmla="*/ 330796 w 1862021"/>
                  <a:gd name="connsiteY1" fmla="*/ 44913 h 2091956"/>
                  <a:gd name="connsiteX2" fmla="*/ 1457127 w 1862021"/>
                  <a:gd name="connsiteY2" fmla="*/ 1045037 h 2091956"/>
                  <a:gd name="connsiteX3" fmla="*/ 1761926 w 1862021"/>
                  <a:gd name="connsiteY3" fmla="*/ 1599870 h 2091956"/>
                  <a:gd name="connsiteX4" fmla="*/ 1490123 w 1862021"/>
                  <a:gd name="connsiteY4" fmla="*/ 1973726 h 2091956"/>
                  <a:gd name="connsiteX5" fmla="*/ 1202333 w 1862021"/>
                  <a:gd name="connsiteY5" fmla="*/ 1578439 h 2091956"/>
                  <a:gd name="connsiteX6" fmla="*/ 507009 w 1862021"/>
                  <a:gd name="connsiteY6" fmla="*/ 792625 h 2091956"/>
                  <a:gd name="connsiteX7" fmla="*/ 51848 w 1862021"/>
                  <a:gd name="connsiteY7" fmla="*/ 321137 h 2091956"/>
                  <a:gd name="connsiteX0" fmla="*/ 51848 w 1862021"/>
                  <a:gd name="connsiteY0" fmla="*/ 321137 h 2091956"/>
                  <a:gd name="connsiteX1" fmla="*/ 330796 w 1862021"/>
                  <a:gd name="connsiteY1" fmla="*/ 44913 h 2091956"/>
                  <a:gd name="connsiteX2" fmla="*/ 1457127 w 1862021"/>
                  <a:gd name="connsiteY2" fmla="*/ 1045037 h 2091956"/>
                  <a:gd name="connsiteX3" fmla="*/ 1761926 w 1862021"/>
                  <a:gd name="connsiteY3" fmla="*/ 1599870 h 2091956"/>
                  <a:gd name="connsiteX4" fmla="*/ 1490123 w 1862021"/>
                  <a:gd name="connsiteY4" fmla="*/ 1973726 h 2091956"/>
                  <a:gd name="connsiteX5" fmla="*/ 1202333 w 1862021"/>
                  <a:gd name="connsiteY5" fmla="*/ 1578439 h 2091956"/>
                  <a:gd name="connsiteX6" fmla="*/ 507009 w 1862021"/>
                  <a:gd name="connsiteY6" fmla="*/ 792625 h 2091956"/>
                  <a:gd name="connsiteX7" fmla="*/ 51848 w 1862021"/>
                  <a:gd name="connsiteY7" fmla="*/ 321137 h 2091956"/>
                  <a:gd name="connsiteX0" fmla="*/ 51848 w 1862021"/>
                  <a:gd name="connsiteY0" fmla="*/ 321137 h 2091956"/>
                  <a:gd name="connsiteX1" fmla="*/ 330796 w 1862021"/>
                  <a:gd name="connsiteY1" fmla="*/ 44913 h 2091956"/>
                  <a:gd name="connsiteX2" fmla="*/ 1457127 w 1862021"/>
                  <a:gd name="connsiteY2" fmla="*/ 1045037 h 2091956"/>
                  <a:gd name="connsiteX3" fmla="*/ 1761926 w 1862021"/>
                  <a:gd name="connsiteY3" fmla="*/ 1599870 h 2091956"/>
                  <a:gd name="connsiteX4" fmla="*/ 1490123 w 1862021"/>
                  <a:gd name="connsiteY4" fmla="*/ 1973726 h 2091956"/>
                  <a:gd name="connsiteX5" fmla="*/ 1202333 w 1862021"/>
                  <a:gd name="connsiteY5" fmla="*/ 1578439 h 2091956"/>
                  <a:gd name="connsiteX6" fmla="*/ 507009 w 1862021"/>
                  <a:gd name="connsiteY6" fmla="*/ 792625 h 2091956"/>
                  <a:gd name="connsiteX7" fmla="*/ 51848 w 1862021"/>
                  <a:gd name="connsiteY7" fmla="*/ 321137 h 2091956"/>
                  <a:gd name="connsiteX0" fmla="*/ 51848 w 1862021"/>
                  <a:gd name="connsiteY0" fmla="*/ 321137 h 2091956"/>
                  <a:gd name="connsiteX1" fmla="*/ 330796 w 1862021"/>
                  <a:gd name="connsiteY1" fmla="*/ 44913 h 2091956"/>
                  <a:gd name="connsiteX2" fmla="*/ 1761926 w 1862021"/>
                  <a:gd name="connsiteY2" fmla="*/ 1599870 h 2091956"/>
                  <a:gd name="connsiteX3" fmla="*/ 1490123 w 1862021"/>
                  <a:gd name="connsiteY3" fmla="*/ 1973726 h 2091956"/>
                  <a:gd name="connsiteX4" fmla="*/ 1202333 w 1862021"/>
                  <a:gd name="connsiteY4" fmla="*/ 1578439 h 2091956"/>
                  <a:gd name="connsiteX5" fmla="*/ 507009 w 1862021"/>
                  <a:gd name="connsiteY5" fmla="*/ 792625 h 2091956"/>
                  <a:gd name="connsiteX6" fmla="*/ 51848 w 1862021"/>
                  <a:gd name="connsiteY6" fmla="*/ 321137 h 2091956"/>
                  <a:gd name="connsiteX0" fmla="*/ 51848 w 1862021"/>
                  <a:gd name="connsiteY0" fmla="*/ 321137 h 2091956"/>
                  <a:gd name="connsiteX1" fmla="*/ 330796 w 1862021"/>
                  <a:gd name="connsiteY1" fmla="*/ 44913 h 2091956"/>
                  <a:gd name="connsiteX2" fmla="*/ 1761926 w 1862021"/>
                  <a:gd name="connsiteY2" fmla="*/ 1599870 h 2091956"/>
                  <a:gd name="connsiteX3" fmla="*/ 1490123 w 1862021"/>
                  <a:gd name="connsiteY3" fmla="*/ 1973726 h 2091956"/>
                  <a:gd name="connsiteX4" fmla="*/ 1202333 w 1862021"/>
                  <a:gd name="connsiteY4" fmla="*/ 1578439 h 2091956"/>
                  <a:gd name="connsiteX5" fmla="*/ 507009 w 1862021"/>
                  <a:gd name="connsiteY5" fmla="*/ 792625 h 2091956"/>
                  <a:gd name="connsiteX6" fmla="*/ 51848 w 1862021"/>
                  <a:gd name="connsiteY6" fmla="*/ 321137 h 2091956"/>
                  <a:gd name="connsiteX0" fmla="*/ 51848 w 1862021"/>
                  <a:gd name="connsiteY0" fmla="*/ 321137 h 2091956"/>
                  <a:gd name="connsiteX1" fmla="*/ 330796 w 1862021"/>
                  <a:gd name="connsiteY1" fmla="*/ 44913 h 2091956"/>
                  <a:gd name="connsiteX2" fmla="*/ 1761926 w 1862021"/>
                  <a:gd name="connsiteY2" fmla="*/ 1599870 h 2091956"/>
                  <a:gd name="connsiteX3" fmla="*/ 1490123 w 1862021"/>
                  <a:gd name="connsiteY3" fmla="*/ 1973726 h 2091956"/>
                  <a:gd name="connsiteX4" fmla="*/ 1202333 w 1862021"/>
                  <a:gd name="connsiteY4" fmla="*/ 1578439 h 2091956"/>
                  <a:gd name="connsiteX5" fmla="*/ 507009 w 1862021"/>
                  <a:gd name="connsiteY5" fmla="*/ 792625 h 2091956"/>
                  <a:gd name="connsiteX6" fmla="*/ 51848 w 1862021"/>
                  <a:gd name="connsiteY6" fmla="*/ 321137 h 2091956"/>
                  <a:gd name="connsiteX0" fmla="*/ 51848 w 1862021"/>
                  <a:gd name="connsiteY0" fmla="*/ 321137 h 2091956"/>
                  <a:gd name="connsiteX1" fmla="*/ 330796 w 1862021"/>
                  <a:gd name="connsiteY1" fmla="*/ 44913 h 2091956"/>
                  <a:gd name="connsiteX2" fmla="*/ 1761926 w 1862021"/>
                  <a:gd name="connsiteY2" fmla="*/ 1599870 h 2091956"/>
                  <a:gd name="connsiteX3" fmla="*/ 1490123 w 1862021"/>
                  <a:gd name="connsiteY3" fmla="*/ 1973726 h 2091956"/>
                  <a:gd name="connsiteX4" fmla="*/ 1202333 w 1862021"/>
                  <a:gd name="connsiteY4" fmla="*/ 1578439 h 2091956"/>
                  <a:gd name="connsiteX5" fmla="*/ 507009 w 1862021"/>
                  <a:gd name="connsiteY5" fmla="*/ 792625 h 2091956"/>
                  <a:gd name="connsiteX6" fmla="*/ 51848 w 1862021"/>
                  <a:gd name="connsiteY6" fmla="*/ 321137 h 2091956"/>
                  <a:gd name="connsiteX0" fmla="*/ 51848 w 1862021"/>
                  <a:gd name="connsiteY0" fmla="*/ 321137 h 2091956"/>
                  <a:gd name="connsiteX1" fmla="*/ 330796 w 1862021"/>
                  <a:gd name="connsiteY1" fmla="*/ 44913 h 2091956"/>
                  <a:gd name="connsiteX2" fmla="*/ 1761926 w 1862021"/>
                  <a:gd name="connsiteY2" fmla="*/ 1599870 h 2091956"/>
                  <a:gd name="connsiteX3" fmla="*/ 1490123 w 1862021"/>
                  <a:gd name="connsiteY3" fmla="*/ 1973726 h 2091956"/>
                  <a:gd name="connsiteX4" fmla="*/ 1202333 w 1862021"/>
                  <a:gd name="connsiteY4" fmla="*/ 1578439 h 2091956"/>
                  <a:gd name="connsiteX5" fmla="*/ 507009 w 1862021"/>
                  <a:gd name="connsiteY5" fmla="*/ 792625 h 2091956"/>
                  <a:gd name="connsiteX6" fmla="*/ 51848 w 1862021"/>
                  <a:gd name="connsiteY6" fmla="*/ 321137 h 2091956"/>
                  <a:gd name="connsiteX0" fmla="*/ 53158 w 1863331"/>
                  <a:gd name="connsiteY0" fmla="*/ 327203 h 2098022"/>
                  <a:gd name="connsiteX1" fmla="*/ 332106 w 1863331"/>
                  <a:gd name="connsiteY1" fmla="*/ 50979 h 2098022"/>
                  <a:gd name="connsiteX2" fmla="*/ 1763236 w 1863331"/>
                  <a:gd name="connsiteY2" fmla="*/ 1605936 h 2098022"/>
                  <a:gd name="connsiteX3" fmla="*/ 1491433 w 1863331"/>
                  <a:gd name="connsiteY3" fmla="*/ 1979792 h 2098022"/>
                  <a:gd name="connsiteX4" fmla="*/ 1203643 w 1863331"/>
                  <a:gd name="connsiteY4" fmla="*/ 1584505 h 2098022"/>
                  <a:gd name="connsiteX5" fmla="*/ 508319 w 1863331"/>
                  <a:gd name="connsiteY5" fmla="*/ 798691 h 2098022"/>
                  <a:gd name="connsiteX6" fmla="*/ 53158 w 1863331"/>
                  <a:gd name="connsiteY6" fmla="*/ 327203 h 2098022"/>
                  <a:gd name="connsiteX0" fmla="*/ 53158 w 1863331"/>
                  <a:gd name="connsiteY0" fmla="*/ 327203 h 2098022"/>
                  <a:gd name="connsiteX1" fmla="*/ 332106 w 1863331"/>
                  <a:gd name="connsiteY1" fmla="*/ 50979 h 2098022"/>
                  <a:gd name="connsiteX2" fmla="*/ 1763236 w 1863331"/>
                  <a:gd name="connsiteY2" fmla="*/ 1605936 h 2098022"/>
                  <a:gd name="connsiteX3" fmla="*/ 1491433 w 1863331"/>
                  <a:gd name="connsiteY3" fmla="*/ 1979792 h 2098022"/>
                  <a:gd name="connsiteX4" fmla="*/ 1203643 w 1863331"/>
                  <a:gd name="connsiteY4" fmla="*/ 1584505 h 2098022"/>
                  <a:gd name="connsiteX5" fmla="*/ 508319 w 1863331"/>
                  <a:gd name="connsiteY5" fmla="*/ 798691 h 2098022"/>
                  <a:gd name="connsiteX6" fmla="*/ 53158 w 1863331"/>
                  <a:gd name="connsiteY6" fmla="*/ 327203 h 2098022"/>
                  <a:gd name="connsiteX0" fmla="*/ 53158 w 1863331"/>
                  <a:gd name="connsiteY0" fmla="*/ 327203 h 2098022"/>
                  <a:gd name="connsiteX1" fmla="*/ 332106 w 1863331"/>
                  <a:gd name="connsiteY1" fmla="*/ 50979 h 2098022"/>
                  <a:gd name="connsiteX2" fmla="*/ 1763236 w 1863331"/>
                  <a:gd name="connsiteY2" fmla="*/ 1605936 h 2098022"/>
                  <a:gd name="connsiteX3" fmla="*/ 1491433 w 1863331"/>
                  <a:gd name="connsiteY3" fmla="*/ 1979792 h 2098022"/>
                  <a:gd name="connsiteX4" fmla="*/ 1203643 w 1863331"/>
                  <a:gd name="connsiteY4" fmla="*/ 1584505 h 2098022"/>
                  <a:gd name="connsiteX5" fmla="*/ 508319 w 1863331"/>
                  <a:gd name="connsiteY5" fmla="*/ 798691 h 2098022"/>
                  <a:gd name="connsiteX6" fmla="*/ 53158 w 1863331"/>
                  <a:gd name="connsiteY6" fmla="*/ 327203 h 2098022"/>
                  <a:gd name="connsiteX0" fmla="*/ 53158 w 1863331"/>
                  <a:gd name="connsiteY0" fmla="*/ 327203 h 2098022"/>
                  <a:gd name="connsiteX1" fmla="*/ 332106 w 1863331"/>
                  <a:gd name="connsiteY1" fmla="*/ 50979 h 2098022"/>
                  <a:gd name="connsiteX2" fmla="*/ 1763236 w 1863331"/>
                  <a:gd name="connsiteY2" fmla="*/ 1605936 h 2098022"/>
                  <a:gd name="connsiteX3" fmla="*/ 1491433 w 1863331"/>
                  <a:gd name="connsiteY3" fmla="*/ 1979792 h 2098022"/>
                  <a:gd name="connsiteX4" fmla="*/ 1203643 w 1863331"/>
                  <a:gd name="connsiteY4" fmla="*/ 1584505 h 2098022"/>
                  <a:gd name="connsiteX5" fmla="*/ 508319 w 1863331"/>
                  <a:gd name="connsiteY5" fmla="*/ 798691 h 2098022"/>
                  <a:gd name="connsiteX6" fmla="*/ 53158 w 1863331"/>
                  <a:gd name="connsiteY6" fmla="*/ 327203 h 2098022"/>
                  <a:gd name="connsiteX0" fmla="*/ 53158 w 1863331"/>
                  <a:gd name="connsiteY0" fmla="*/ 327203 h 2098022"/>
                  <a:gd name="connsiteX1" fmla="*/ 332106 w 1863331"/>
                  <a:gd name="connsiteY1" fmla="*/ 50979 h 2098022"/>
                  <a:gd name="connsiteX2" fmla="*/ 1763236 w 1863331"/>
                  <a:gd name="connsiteY2" fmla="*/ 1605936 h 2098022"/>
                  <a:gd name="connsiteX3" fmla="*/ 1491433 w 1863331"/>
                  <a:gd name="connsiteY3" fmla="*/ 1979792 h 2098022"/>
                  <a:gd name="connsiteX4" fmla="*/ 1203643 w 1863331"/>
                  <a:gd name="connsiteY4" fmla="*/ 1584505 h 2098022"/>
                  <a:gd name="connsiteX5" fmla="*/ 508319 w 1863331"/>
                  <a:gd name="connsiteY5" fmla="*/ 798691 h 2098022"/>
                  <a:gd name="connsiteX6" fmla="*/ 53158 w 1863331"/>
                  <a:gd name="connsiteY6" fmla="*/ 327203 h 2098022"/>
                  <a:gd name="connsiteX0" fmla="*/ 53158 w 1863331"/>
                  <a:gd name="connsiteY0" fmla="*/ 327203 h 2098022"/>
                  <a:gd name="connsiteX1" fmla="*/ 332106 w 1863331"/>
                  <a:gd name="connsiteY1" fmla="*/ 50979 h 2098022"/>
                  <a:gd name="connsiteX2" fmla="*/ 1763236 w 1863331"/>
                  <a:gd name="connsiteY2" fmla="*/ 1605936 h 2098022"/>
                  <a:gd name="connsiteX3" fmla="*/ 1491433 w 1863331"/>
                  <a:gd name="connsiteY3" fmla="*/ 1979792 h 2098022"/>
                  <a:gd name="connsiteX4" fmla="*/ 1203643 w 1863331"/>
                  <a:gd name="connsiteY4" fmla="*/ 1584505 h 2098022"/>
                  <a:gd name="connsiteX5" fmla="*/ 508319 w 1863331"/>
                  <a:gd name="connsiteY5" fmla="*/ 798691 h 2098022"/>
                  <a:gd name="connsiteX6" fmla="*/ 53158 w 1863331"/>
                  <a:gd name="connsiteY6" fmla="*/ 327203 h 2098022"/>
                  <a:gd name="connsiteX0" fmla="*/ 53158 w 1863331"/>
                  <a:gd name="connsiteY0" fmla="*/ 327203 h 2098022"/>
                  <a:gd name="connsiteX1" fmla="*/ 332106 w 1863331"/>
                  <a:gd name="connsiteY1" fmla="*/ 50979 h 2098022"/>
                  <a:gd name="connsiteX2" fmla="*/ 1763236 w 1863331"/>
                  <a:gd name="connsiteY2" fmla="*/ 1605936 h 2098022"/>
                  <a:gd name="connsiteX3" fmla="*/ 1491433 w 1863331"/>
                  <a:gd name="connsiteY3" fmla="*/ 1979792 h 2098022"/>
                  <a:gd name="connsiteX4" fmla="*/ 1203643 w 1863331"/>
                  <a:gd name="connsiteY4" fmla="*/ 1584505 h 2098022"/>
                  <a:gd name="connsiteX5" fmla="*/ 508319 w 1863331"/>
                  <a:gd name="connsiteY5" fmla="*/ 798691 h 2098022"/>
                  <a:gd name="connsiteX6" fmla="*/ 53158 w 1863331"/>
                  <a:gd name="connsiteY6" fmla="*/ 327203 h 2098022"/>
                  <a:gd name="connsiteX0" fmla="*/ 53158 w 1863331"/>
                  <a:gd name="connsiteY0" fmla="*/ 327203 h 2098022"/>
                  <a:gd name="connsiteX1" fmla="*/ 332106 w 1863331"/>
                  <a:gd name="connsiteY1" fmla="*/ 50979 h 2098022"/>
                  <a:gd name="connsiteX2" fmla="*/ 1763236 w 1863331"/>
                  <a:gd name="connsiteY2" fmla="*/ 1605936 h 2098022"/>
                  <a:gd name="connsiteX3" fmla="*/ 1491433 w 1863331"/>
                  <a:gd name="connsiteY3" fmla="*/ 1979792 h 2098022"/>
                  <a:gd name="connsiteX4" fmla="*/ 1203643 w 1863331"/>
                  <a:gd name="connsiteY4" fmla="*/ 1584505 h 2098022"/>
                  <a:gd name="connsiteX5" fmla="*/ 508319 w 1863331"/>
                  <a:gd name="connsiteY5" fmla="*/ 798691 h 2098022"/>
                  <a:gd name="connsiteX6" fmla="*/ 53158 w 1863331"/>
                  <a:gd name="connsiteY6" fmla="*/ 327203 h 2098022"/>
                  <a:gd name="connsiteX0" fmla="*/ 52066 w 1869383"/>
                  <a:gd name="connsiteY0" fmla="*/ 327203 h 2098022"/>
                  <a:gd name="connsiteX1" fmla="*/ 338158 w 1869383"/>
                  <a:gd name="connsiteY1" fmla="*/ 50979 h 2098022"/>
                  <a:gd name="connsiteX2" fmla="*/ 1769288 w 1869383"/>
                  <a:gd name="connsiteY2" fmla="*/ 1605936 h 2098022"/>
                  <a:gd name="connsiteX3" fmla="*/ 1497485 w 1869383"/>
                  <a:gd name="connsiteY3" fmla="*/ 1979792 h 2098022"/>
                  <a:gd name="connsiteX4" fmla="*/ 1209695 w 1869383"/>
                  <a:gd name="connsiteY4" fmla="*/ 1584505 h 2098022"/>
                  <a:gd name="connsiteX5" fmla="*/ 514371 w 1869383"/>
                  <a:gd name="connsiteY5" fmla="*/ 798691 h 2098022"/>
                  <a:gd name="connsiteX6" fmla="*/ 52066 w 1869383"/>
                  <a:gd name="connsiteY6" fmla="*/ 327203 h 2098022"/>
                  <a:gd name="connsiteX0" fmla="*/ 44136 w 1861453"/>
                  <a:gd name="connsiteY0" fmla="*/ 321408 h 2092227"/>
                  <a:gd name="connsiteX1" fmla="*/ 330228 w 1861453"/>
                  <a:gd name="connsiteY1" fmla="*/ 45184 h 2092227"/>
                  <a:gd name="connsiteX2" fmla="*/ 1761358 w 1861453"/>
                  <a:gd name="connsiteY2" fmla="*/ 1600141 h 2092227"/>
                  <a:gd name="connsiteX3" fmla="*/ 1489555 w 1861453"/>
                  <a:gd name="connsiteY3" fmla="*/ 1973997 h 2092227"/>
                  <a:gd name="connsiteX4" fmla="*/ 1201765 w 1861453"/>
                  <a:gd name="connsiteY4" fmla="*/ 1578710 h 2092227"/>
                  <a:gd name="connsiteX5" fmla="*/ 506441 w 1861453"/>
                  <a:gd name="connsiteY5" fmla="*/ 792896 h 2092227"/>
                  <a:gd name="connsiteX6" fmla="*/ 44136 w 1861453"/>
                  <a:gd name="connsiteY6" fmla="*/ 321408 h 2092227"/>
                  <a:gd name="connsiteX0" fmla="*/ 46354 w 1863671"/>
                  <a:gd name="connsiteY0" fmla="*/ 333235 h 2104054"/>
                  <a:gd name="connsiteX1" fmla="*/ 332446 w 1863671"/>
                  <a:gd name="connsiteY1" fmla="*/ 57011 h 2104054"/>
                  <a:gd name="connsiteX2" fmla="*/ 1763576 w 1863671"/>
                  <a:gd name="connsiteY2" fmla="*/ 1611968 h 2104054"/>
                  <a:gd name="connsiteX3" fmla="*/ 1491773 w 1863671"/>
                  <a:gd name="connsiteY3" fmla="*/ 1985824 h 2104054"/>
                  <a:gd name="connsiteX4" fmla="*/ 1203983 w 1863671"/>
                  <a:gd name="connsiteY4" fmla="*/ 1590537 h 2104054"/>
                  <a:gd name="connsiteX5" fmla="*/ 508659 w 1863671"/>
                  <a:gd name="connsiteY5" fmla="*/ 804723 h 2104054"/>
                  <a:gd name="connsiteX6" fmla="*/ 46354 w 1863671"/>
                  <a:gd name="connsiteY6" fmla="*/ 333235 h 2104054"/>
                  <a:gd name="connsiteX0" fmla="*/ 46354 w 1863671"/>
                  <a:gd name="connsiteY0" fmla="*/ 333235 h 2104054"/>
                  <a:gd name="connsiteX1" fmla="*/ 332446 w 1863671"/>
                  <a:gd name="connsiteY1" fmla="*/ 57011 h 2104054"/>
                  <a:gd name="connsiteX2" fmla="*/ 1763576 w 1863671"/>
                  <a:gd name="connsiteY2" fmla="*/ 1611968 h 2104054"/>
                  <a:gd name="connsiteX3" fmla="*/ 1491773 w 1863671"/>
                  <a:gd name="connsiteY3" fmla="*/ 1985824 h 2104054"/>
                  <a:gd name="connsiteX4" fmla="*/ 1203983 w 1863671"/>
                  <a:gd name="connsiteY4" fmla="*/ 1590537 h 2104054"/>
                  <a:gd name="connsiteX5" fmla="*/ 363403 w 1863671"/>
                  <a:gd name="connsiteY5" fmla="*/ 661848 h 2104054"/>
                  <a:gd name="connsiteX6" fmla="*/ 46354 w 1863671"/>
                  <a:gd name="connsiteY6" fmla="*/ 333235 h 2104054"/>
                  <a:gd name="connsiteX0" fmla="*/ 46354 w 1863671"/>
                  <a:gd name="connsiteY0" fmla="*/ 333235 h 2104054"/>
                  <a:gd name="connsiteX1" fmla="*/ 332446 w 1863671"/>
                  <a:gd name="connsiteY1" fmla="*/ 57011 h 2104054"/>
                  <a:gd name="connsiteX2" fmla="*/ 1763576 w 1863671"/>
                  <a:gd name="connsiteY2" fmla="*/ 1611968 h 2104054"/>
                  <a:gd name="connsiteX3" fmla="*/ 1491773 w 1863671"/>
                  <a:gd name="connsiteY3" fmla="*/ 1985824 h 2104054"/>
                  <a:gd name="connsiteX4" fmla="*/ 1203983 w 1863671"/>
                  <a:gd name="connsiteY4" fmla="*/ 1590537 h 2104054"/>
                  <a:gd name="connsiteX5" fmla="*/ 363403 w 1863671"/>
                  <a:gd name="connsiteY5" fmla="*/ 661848 h 2104054"/>
                  <a:gd name="connsiteX6" fmla="*/ 46354 w 1863671"/>
                  <a:gd name="connsiteY6" fmla="*/ 333235 h 2104054"/>
                  <a:gd name="connsiteX0" fmla="*/ 46354 w 1863671"/>
                  <a:gd name="connsiteY0" fmla="*/ 333235 h 2104054"/>
                  <a:gd name="connsiteX1" fmla="*/ 332446 w 1863671"/>
                  <a:gd name="connsiteY1" fmla="*/ 57011 h 2104054"/>
                  <a:gd name="connsiteX2" fmla="*/ 1763576 w 1863671"/>
                  <a:gd name="connsiteY2" fmla="*/ 1611968 h 2104054"/>
                  <a:gd name="connsiteX3" fmla="*/ 1491773 w 1863671"/>
                  <a:gd name="connsiteY3" fmla="*/ 1985824 h 2104054"/>
                  <a:gd name="connsiteX4" fmla="*/ 1203983 w 1863671"/>
                  <a:gd name="connsiteY4" fmla="*/ 1590537 h 2104054"/>
                  <a:gd name="connsiteX5" fmla="*/ 363403 w 1863671"/>
                  <a:gd name="connsiteY5" fmla="*/ 661848 h 2104054"/>
                  <a:gd name="connsiteX6" fmla="*/ 46354 w 1863671"/>
                  <a:gd name="connsiteY6" fmla="*/ 333235 h 2104054"/>
                  <a:gd name="connsiteX0" fmla="*/ 46354 w 1863671"/>
                  <a:gd name="connsiteY0" fmla="*/ 333235 h 2104054"/>
                  <a:gd name="connsiteX1" fmla="*/ 332446 w 1863671"/>
                  <a:gd name="connsiteY1" fmla="*/ 57011 h 2104054"/>
                  <a:gd name="connsiteX2" fmla="*/ 1763576 w 1863671"/>
                  <a:gd name="connsiteY2" fmla="*/ 1611968 h 2104054"/>
                  <a:gd name="connsiteX3" fmla="*/ 1491773 w 1863671"/>
                  <a:gd name="connsiteY3" fmla="*/ 1985824 h 2104054"/>
                  <a:gd name="connsiteX4" fmla="*/ 1203983 w 1863671"/>
                  <a:gd name="connsiteY4" fmla="*/ 1590537 h 2104054"/>
                  <a:gd name="connsiteX5" fmla="*/ 363403 w 1863671"/>
                  <a:gd name="connsiteY5" fmla="*/ 647561 h 2104054"/>
                  <a:gd name="connsiteX6" fmla="*/ 46354 w 1863671"/>
                  <a:gd name="connsiteY6" fmla="*/ 333235 h 2104054"/>
                  <a:gd name="connsiteX0" fmla="*/ 46354 w 1863671"/>
                  <a:gd name="connsiteY0" fmla="*/ 333235 h 2104054"/>
                  <a:gd name="connsiteX1" fmla="*/ 332446 w 1863671"/>
                  <a:gd name="connsiteY1" fmla="*/ 57011 h 2104054"/>
                  <a:gd name="connsiteX2" fmla="*/ 1763576 w 1863671"/>
                  <a:gd name="connsiteY2" fmla="*/ 1611968 h 2104054"/>
                  <a:gd name="connsiteX3" fmla="*/ 1491773 w 1863671"/>
                  <a:gd name="connsiteY3" fmla="*/ 1985824 h 2104054"/>
                  <a:gd name="connsiteX4" fmla="*/ 1203983 w 1863671"/>
                  <a:gd name="connsiteY4" fmla="*/ 1590537 h 2104054"/>
                  <a:gd name="connsiteX5" fmla="*/ 682487 w 1863671"/>
                  <a:gd name="connsiteY5" fmla="*/ 1014273 h 2104054"/>
                  <a:gd name="connsiteX6" fmla="*/ 363403 w 1863671"/>
                  <a:gd name="connsiteY6" fmla="*/ 647561 h 2104054"/>
                  <a:gd name="connsiteX7" fmla="*/ 46354 w 1863671"/>
                  <a:gd name="connsiteY7" fmla="*/ 333235 h 2104054"/>
                  <a:gd name="connsiteX0" fmla="*/ 172652 w 1989969"/>
                  <a:gd name="connsiteY0" fmla="*/ 333235 h 2104054"/>
                  <a:gd name="connsiteX1" fmla="*/ 458744 w 1989969"/>
                  <a:gd name="connsiteY1" fmla="*/ 57011 h 2104054"/>
                  <a:gd name="connsiteX2" fmla="*/ 1889874 w 1989969"/>
                  <a:gd name="connsiteY2" fmla="*/ 1611968 h 2104054"/>
                  <a:gd name="connsiteX3" fmla="*/ 1618071 w 1989969"/>
                  <a:gd name="connsiteY3" fmla="*/ 1985824 h 2104054"/>
                  <a:gd name="connsiteX4" fmla="*/ 1330281 w 1989969"/>
                  <a:gd name="connsiteY4" fmla="*/ 1590537 h 2104054"/>
                  <a:gd name="connsiteX5" fmla="*/ 18210 w 1989969"/>
                  <a:gd name="connsiteY5" fmla="*/ 578504 h 2104054"/>
                  <a:gd name="connsiteX6" fmla="*/ 489701 w 1989969"/>
                  <a:gd name="connsiteY6" fmla="*/ 647561 h 2104054"/>
                  <a:gd name="connsiteX7" fmla="*/ 172652 w 1989969"/>
                  <a:gd name="connsiteY7" fmla="*/ 333235 h 2104054"/>
                  <a:gd name="connsiteX0" fmla="*/ 154442 w 1971759"/>
                  <a:gd name="connsiteY0" fmla="*/ 333235 h 2104054"/>
                  <a:gd name="connsiteX1" fmla="*/ 440534 w 1971759"/>
                  <a:gd name="connsiteY1" fmla="*/ 57011 h 2104054"/>
                  <a:gd name="connsiteX2" fmla="*/ 1871664 w 1971759"/>
                  <a:gd name="connsiteY2" fmla="*/ 1611968 h 2104054"/>
                  <a:gd name="connsiteX3" fmla="*/ 1599861 w 1971759"/>
                  <a:gd name="connsiteY3" fmla="*/ 1985824 h 2104054"/>
                  <a:gd name="connsiteX4" fmla="*/ 1312071 w 1971759"/>
                  <a:gd name="connsiteY4" fmla="*/ 1590537 h 2104054"/>
                  <a:gd name="connsiteX5" fmla="*/ 0 w 1971759"/>
                  <a:gd name="connsiteY5" fmla="*/ 578504 h 2104054"/>
                  <a:gd name="connsiteX6" fmla="*/ 471491 w 1971759"/>
                  <a:gd name="connsiteY6" fmla="*/ 647561 h 2104054"/>
                  <a:gd name="connsiteX7" fmla="*/ 154442 w 1971759"/>
                  <a:gd name="connsiteY7" fmla="*/ 333235 h 2104054"/>
                  <a:gd name="connsiteX0" fmla="*/ 154442 w 1971759"/>
                  <a:gd name="connsiteY0" fmla="*/ 333235 h 2104054"/>
                  <a:gd name="connsiteX1" fmla="*/ 440534 w 1971759"/>
                  <a:gd name="connsiteY1" fmla="*/ 57011 h 2104054"/>
                  <a:gd name="connsiteX2" fmla="*/ 1871664 w 1971759"/>
                  <a:gd name="connsiteY2" fmla="*/ 1611968 h 2104054"/>
                  <a:gd name="connsiteX3" fmla="*/ 1599861 w 1971759"/>
                  <a:gd name="connsiteY3" fmla="*/ 1985824 h 2104054"/>
                  <a:gd name="connsiteX4" fmla="*/ 1312071 w 1971759"/>
                  <a:gd name="connsiteY4" fmla="*/ 1590537 h 2104054"/>
                  <a:gd name="connsiteX5" fmla="*/ 0 w 1971759"/>
                  <a:gd name="connsiteY5" fmla="*/ 578504 h 2104054"/>
                  <a:gd name="connsiteX6" fmla="*/ 471491 w 1971759"/>
                  <a:gd name="connsiteY6" fmla="*/ 647561 h 2104054"/>
                  <a:gd name="connsiteX7" fmla="*/ 154442 w 1971759"/>
                  <a:gd name="connsiteY7" fmla="*/ 333235 h 2104054"/>
                  <a:gd name="connsiteX0" fmla="*/ 154442 w 1971759"/>
                  <a:gd name="connsiteY0" fmla="*/ 333235 h 2104054"/>
                  <a:gd name="connsiteX1" fmla="*/ 440534 w 1971759"/>
                  <a:gd name="connsiteY1" fmla="*/ 57011 h 2104054"/>
                  <a:gd name="connsiteX2" fmla="*/ 1871664 w 1971759"/>
                  <a:gd name="connsiteY2" fmla="*/ 1611968 h 2104054"/>
                  <a:gd name="connsiteX3" fmla="*/ 1599861 w 1971759"/>
                  <a:gd name="connsiteY3" fmla="*/ 1985824 h 2104054"/>
                  <a:gd name="connsiteX4" fmla="*/ 1312071 w 1971759"/>
                  <a:gd name="connsiteY4" fmla="*/ 1590537 h 2104054"/>
                  <a:gd name="connsiteX5" fmla="*/ 0 w 1971759"/>
                  <a:gd name="connsiteY5" fmla="*/ 578504 h 2104054"/>
                  <a:gd name="connsiteX6" fmla="*/ 471491 w 1971759"/>
                  <a:gd name="connsiteY6" fmla="*/ 647561 h 2104054"/>
                  <a:gd name="connsiteX7" fmla="*/ 154442 w 1971759"/>
                  <a:gd name="connsiteY7" fmla="*/ 333235 h 2104054"/>
                  <a:gd name="connsiteX0" fmla="*/ 154442 w 1971759"/>
                  <a:gd name="connsiteY0" fmla="*/ 333235 h 2104054"/>
                  <a:gd name="connsiteX1" fmla="*/ 440534 w 1971759"/>
                  <a:gd name="connsiteY1" fmla="*/ 57011 h 2104054"/>
                  <a:gd name="connsiteX2" fmla="*/ 1871664 w 1971759"/>
                  <a:gd name="connsiteY2" fmla="*/ 1611968 h 2104054"/>
                  <a:gd name="connsiteX3" fmla="*/ 1599861 w 1971759"/>
                  <a:gd name="connsiteY3" fmla="*/ 1985824 h 2104054"/>
                  <a:gd name="connsiteX4" fmla="*/ 1312071 w 1971759"/>
                  <a:gd name="connsiteY4" fmla="*/ 1590537 h 2104054"/>
                  <a:gd name="connsiteX5" fmla="*/ 957262 w 1971759"/>
                  <a:gd name="connsiteY5" fmla="*/ 1302404 h 2104054"/>
                  <a:gd name="connsiteX6" fmla="*/ 0 w 1971759"/>
                  <a:gd name="connsiteY6" fmla="*/ 578504 h 2104054"/>
                  <a:gd name="connsiteX7" fmla="*/ 471491 w 1971759"/>
                  <a:gd name="connsiteY7" fmla="*/ 647561 h 2104054"/>
                  <a:gd name="connsiteX8" fmla="*/ 154442 w 1971759"/>
                  <a:gd name="connsiteY8" fmla="*/ 333235 h 2104054"/>
                  <a:gd name="connsiteX0" fmla="*/ 154442 w 1971759"/>
                  <a:gd name="connsiteY0" fmla="*/ 333235 h 2146989"/>
                  <a:gd name="connsiteX1" fmla="*/ 440534 w 1971759"/>
                  <a:gd name="connsiteY1" fmla="*/ 57011 h 2146989"/>
                  <a:gd name="connsiteX2" fmla="*/ 1871664 w 1971759"/>
                  <a:gd name="connsiteY2" fmla="*/ 1611968 h 2146989"/>
                  <a:gd name="connsiteX3" fmla="*/ 1599861 w 1971759"/>
                  <a:gd name="connsiteY3" fmla="*/ 1985824 h 2146989"/>
                  <a:gd name="connsiteX4" fmla="*/ 1312071 w 1971759"/>
                  <a:gd name="connsiteY4" fmla="*/ 1590537 h 2146989"/>
                  <a:gd name="connsiteX5" fmla="*/ 1381125 w 1971759"/>
                  <a:gd name="connsiteY5" fmla="*/ 2123935 h 2146989"/>
                  <a:gd name="connsiteX6" fmla="*/ 0 w 1971759"/>
                  <a:gd name="connsiteY6" fmla="*/ 578504 h 2146989"/>
                  <a:gd name="connsiteX7" fmla="*/ 471491 w 1971759"/>
                  <a:gd name="connsiteY7" fmla="*/ 647561 h 2146989"/>
                  <a:gd name="connsiteX8" fmla="*/ 154442 w 1971759"/>
                  <a:gd name="connsiteY8" fmla="*/ 333235 h 2146989"/>
                  <a:gd name="connsiteX0" fmla="*/ 154442 w 1971759"/>
                  <a:gd name="connsiteY0" fmla="*/ 333235 h 2123935"/>
                  <a:gd name="connsiteX1" fmla="*/ 440534 w 1971759"/>
                  <a:gd name="connsiteY1" fmla="*/ 57011 h 2123935"/>
                  <a:gd name="connsiteX2" fmla="*/ 1871664 w 1971759"/>
                  <a:gd name="connsiteY2" fmla="*/ 1611968 h 2123935"/>
                  <a:gd name="connsiteX3" fmla="*/ 1599861 w 1971759"/>
                  <a:gd name="connsiteY3" fmla="*/ 1985824 h 2123935"/>
                  <a:gd name="connsiteX4" fmla="*/ 1312071 w 1971759"/>
                  <a:gd name="connsiteY4" fmla="*/ 1590537 h 2123935"/>
                  <a:gd name="connsiteX5" fmla="*/ 1381125 w 1971759"/>
                  <a:gd name="connsiteY5" fmla="*/ 2123935 h 2123935"/>
                  <a:gd name="connsiteX6" fmla="*/ 0 w 1971759"/>
                  <a:gd name="connsiteY6" fmla="*/ 578504 h 2123935"/>
                  <a:gd name="connsiteX7" fmla="*/ 471491 w 1971759"/>
                  <a:gd name="connsiteY7" fmla="*/ 647561 h 2123935"/>
                  <a:gd name="connsiteX8" fmla="*/ 154442 w 1971759"/>
                  <a:gd name="connsiteY8" fmla="*/ 333235 h 2123935"/>
                  <a:gd name="connsiteX0" fmla="*/ 154442 w 1971759"/>
                  <a:gd name="connsiteY0" fmla="*/ 333235 h 2123935"/>
                  <a:gd name="connsiteX1" fmla="*/ 440534 w 1971759"/>
                  <a:gd name="connsiteY1" fmla="*/ 57011 h 2123935"/>
                  <a:gd name="connsiteX2" fmla="*/ 1871664 w 1971759"/>
                  <a:gd name="connsiteY2" fmla="*/ 1611968 h 2123935"/>
                  <a:gd name="connsiteX3" fmla="*/ 1599861 w 1971759"/>
                  <a:gd name="connsiteY3" fmla="*/ 1985824 h 2123935"/>
                  <a:gd name="connsiteX4" fmla="*/ 1312071 w 1971759"/>
                  <a:gd name="connsiteY4" fmla="*/ 1590537 h 2123935"/>
                  <a:gd name="connsiteX5" fmla="*/ 1381125 w 1971759"/>
                  <a:gd name="connsiteY5" fmla="*/ 2123935 h 2123935"/>
                  <a:gd name="connsiteX6" fmla="*/ 0 w 1971759"/>
                  <a:gd name="connsiteY6" fmla="*/ 578504 h 2123935"/>
                  <a:gd name="connsiteX7" fmla="*/ 471491 w 1971759"/>
                  <a:gd name="connsiteY7" fmla="*/ 647561 h 2123935"/>
                  <a:gd name="connsiteX8" fmla="*/ 154442 w 1971759"/>
                  <a:gd name="connsiteY8" fmla="*/ 333235 h 2123935"/>
                  <a:gd name="connsiteX0" fmla="*/ 154442 w 1971759"/>
                  <a:gd name="connsiteY0" fmla="*/ 333235 h 2123935"/>
                  <a:gd name="connsiteX1" fmla="*/ 440534 w 1971759"/>
                  <a:gd name="connsiteY1" fmla="*/ 57011 h 2123935"/>
                  <a:gd name="connsiteX2" fmla="*/ 1871664 w 1971759"/>
                  <a:gd name="connsiteY2" fmla="*/ 1611968 h 2123935"/>
                  <a:gd name="connsiteX3" fmla="*/ 1599861 w 1971759"/>
                  <a:gd name="connsiteY3" fmla="*/ 1985824 h 2123935"/>
                  <a:gd name="connsiteX4" fmla="*/ 1312071 w 1971759"/>
                  <a:gd name="connsiteY4" fmla="*/ 1590537 h 2123935"/>
                  <a:gd name="connsiteX5" fmla="*/ 1381125 w 1971759"/>
                  <a:gd name="connsiteY5" fmla="*/ 2123935 h 2123935"/>
                  <a:gd name="connsiteX6" fmla="*/ 0 w 1971759"/>
                  <a:gd name="connsiteY6" fmla="*/ 578504 h 2123935"/>
                  <a:gd name="connsiteX7" fmla="*/ 471491 w 1971759"/>
                  <a:gd name="connsiteY7" fmla="*/ 647561 h 2123935"/>
                  <a:gd name="connsiteX8" fmla="*/ 154442 w 1971759"/>
                  <a:gd name="connsiteY8" fmla="*/ 333235 h 2123935"/>
                  <a:gd name="connsiteX0" fmla="*/ 154442 w 1971759"/>
                  <a:gd name="connsiteY0" fmla="*/ 333235 h 2123935"/>
                  <a:gd name="connsiteX1" fmla="*/ 440534 w 1971759"/>
                  <a:gd name="connsiteY1" fmla="*/ 57011 h 2123935"/>
                  <a:gd name="connsiteX2" fmla="*/ 1871664 w 1971759"/>
                  <a:gd name="connsiteY2" fmla="*/ 1611968 h 2123935"/>
                  <a:gd name="connsiteX3" fmla="*/ 1599861 w 1971759"/>
                  <a:gd name="connsiteY3" fmla="*/ 1985824 h 2123935"/>
                  <a:gd name="connsiteX4" fmla="*/ 1312071 w 1971759"/>
                  <a:gd name="connsiteY4" fmla="*/ 1590537 h 2123935"/>
                  <a:gd name="connsiteX5" fmla="*/ 1381125 w 1971759"/>
                  <a:gd name="connsiteY5" fmla="*/ 2123935 h 2123935"/>
                  <a:gd name="connsiteX6" fmla="*/ 0 w 1971759"/>
                  <a:gd name="connsiteY6" fmla="*/ 578504 h 2123935"/>
                  <a:gd name="connsiteX7" fmla="*/ 471491 w 1971759"/>
                  <a:gd name="connsiteY7" fmla="*/ 647561 h 2123935"/>
                  <a:gd name="connsiteX8" fmla="*/ 154442 w 1971759"/>
                  <a:gd name="connsiteY8" fmla="*/ 333235 h 2123935"/>
                  <a:gd name="connsiteX0" fmla="*/ 154442 w 1971759"/>
                  <a:gd name="connsiteY0" fmla="*/ 333235 h 2123935"/>
                  <a:gd name="connsiteX1" fmla="*/ 440534 w 1971759"/>
                  <a:gd name="connsiteY1" fmla="*/ 57011 h 2123935"/>
                  <a:gd name="connsiteX2" fmla="*/ 1871664 w 1971759"/>
                  <a:gd name="connsiteY2" fmla="*/ 1611968 h 2123935"/>
                  <a:gd name="connsiteX3" fmla="*/ 1599861 w 1971759"/>
                  <a:gd name="connsiteY3" fmla="*/ 1985824 h 2123935"/>
                  <a:gd name="connsiteX4" fmla="*/ 1312071 w 1971759"/>
                  <a:gd name="connsiteY4" fmla="*/ 1590537 h 2123935"/>
                  <a:gd name="connsiteX5" fmla="*/ 1381125 w 1971759"/>
                  <a:gd name="connsiteY5" fmla="*/ 2123935 h 2123935"/>
                  <a:gd name="connsiteX6" fmla="*/ 0 w 1971759"/>
                  <a:gd name="connsiteY6" fmla="*/ 578504 h 2123935"/>
                  <a:gd name="connsiteX7" fmla="*/ 471491 w 1971759"/>
                  <a:gd name="connsiteY7" fmla="*/ 647561 h 2123935"/>
                  <a:gd name="connsiteX8" fmla="*/ 154442 w 1971759"/>
                  <a:gd name="connsiteY8" fmla="*/ 333235 h 2123935"/>
                  <a:gd name="connsiteX0" fmla="*/ 154442 w 1971759"/>
                  <a:gd name="connsiteY0" fmla="*/ 333235 h 2123935"/>
                  <a:gd name="connsiteX1" fmla="*/ 440534 w 1971759"/>
                  <a:gd name="connsiteY1" fmla="*/ 57011 h 2123935"/>
                  <a:gd name="connsiteX2" fmla="*/ 1871664 w 1971759"/>
                  <a:gd name="connsiteY2" fmla="*/ 1611968 h 2123935"/>
                  <a:gd name="connsiteX3" fmla="*/ 1599861 w 1971759"/>
                  <a:gd name="connsiteY3" fmla="*/ 1985824 h 2123935"/>
                  <a:gd name="connsiteX4" fmla="*/ 1312071 w 1971759"/>
                  <a:gd name="connsiteY4" fmla="*/ 1590537 h 2123935"/>
                  <a:gd name="connsiteX5" fmla="*/ 1381125 w 1971759"/>
                  <a:gd name="connsiteY5" fmla="*/ 2123935 h 2123935"/>
                  <a:gd name="connsiteX6" fmla="*/ 0 w 1971759"/>
                  <a:gd name="connsiteY6" fmla="*/ 578504 h 2123935"/>
                  <a:gd name="connsiteX7" fmla="*/ 471491 w 1971759"/>
                  <a:gd name="connsiteY7" fmla="*/ 647561 h 2123935"/>
                  <a:gd name="connsiteX8" fmla="*/ 154442 w 1971759"/>
                  <a:gd name="connsiteY8" fmla="*/ 333235 h 2123935"/>
                  <a:gd name="connsiteX0" fmla="*/ 154442 w 1971759"/>
                  <a:gd name="connsiteY0" fmla="*/ 333235 h 2123935"/>
                  <a:gd name="connsiteX1" fmla="*/ 440534 w 1971759"/>
                  <a:gd name="connsiteY1" fmla="*/ 57011 h 2123935"/>
                  <a:gd name="connsiteX2" fmla="*/ 1871664 w 1971759"/>
                  <a:gd name="connsiteY2" fmla="*/ 1611968 h 2123935"/>
                  <a:gd name="connsiteX3" fmla="*/ 1599861 w 1971759"/>
                  <a:gd name="connsiteY3" fmla="*/ 1985824 h 2123935"/>
                  <a:gd name="connsiteX4" fmla="*/ 1312071 w 1971759"/>
                  <a:gd name="connsiteY4" fmla="*/ 1590537 h 2123935"/>
                  <a:gd name="connsiteX5" fmla="*/ 1381125 w 1971759"/>
                  <a:gd name="connsiteY5" fmla="*/ 2123935 h 2123935"/>
                  <a:gd name="connsiteX6" fmla="*/ 0 w 1971759"/>
                  <a:gd name="connsiteY6" fmla="*/ 578504 h 2123935"/>
                  <a:gd name="connsiteX7" fmla="*/ 471491 w 1971759"/>
                  <a:gd name="connsiteY7" fmla="*/ 647561 h 2123935"/>
                  <a:gd name="connsiteX8" fmla="*/ 154442 w 1971759"/>
                  <a:gd name="connsiteY8" fmla="*/ 333235 h 2123935"/>
                  <a:gd name="connsiteX0" fmla="*/ 154442 w 1971759"/>
                  <a:gd name="connsiteY0" fmla="*/ 333235 h 2123935"/>
                  <a:gd name="connsiteX1" fmla="*/ 440534 w 1971759"/>
                  <a:gd name="connsiteY1" fmla="*/ 57011 h 2123935"/>
                  <a:gd name="connsiteX2" fmla="*/ 1871664 w 1971759"/>
                  <a:gd name="connsiteY2" fmla="*/ 1611968 h 2123935"/>
                  <a:gd name="connsiteX3" fmla="*/ 1599861 w 1971759"/>
                  <a:gd name="connsiteY3" fmla="*/ 1985824 h 2123935"/>
                  <a:gd name="connsiteX4" fmla="*/ 1312071 w 1971759"/>
                  <a:gd name="connsiteY4" fmla="*/ 1590537 h 2123935"/>
                  <a:gd name="connsiteX5" fmla="*/ 1381125 w 1971759"/>
                  <a:gd name="connsiteY5" fmla="*/ 2123935 h 2123935"/>
                  <a:gd name="connsiteX6" fmla="*/ 0 w 1971759"/>
                  <a:gd name="connsiteY6" fmla="*/ 578504 h 2123935"/>
                  <a:gd name="connsiteX7" fmla="*/ 471491 w 1971759"/>
                  <a:gd name="connsiteY7" fmla="*/ 647561 h 2123935"/>
                  <a:gd name="connsiteX8" fmla="*/ 154442 w 1971759"/>
                  <a:gd name="connsiteY8" fmla="*/ 333235 h 2123935"/>
                  <a:gd name="connsiteX0" fmla="*/ 154442 w 1971759"/>
                  <a:gd name="connsiteY0" fmla="*/ 333235 h 2123935"/>
                  <a:gd name="connsiteX1" fmla="*/ 440534 w 1971759"/>
                  <a:gd name="connsiteY1" fmla="*/ 57011 h 2123935"/>
                  <a:gd name="connsiteX2" fmla="*/ 1871664 w 1971759"/>
                  <a:gd name="connsiteY2" fmla="*/ 1611968 h 2123935"/>
                  <a:gd name="connsiteX3" fmla="*/ 1599861 w 1971759"/>
                  <a:gd name="connsiteY3" fmla="*/ 1985824 h 2123935"/>
                  <a:gd name="connsiteX4" fmla="*/ 1312071 w 1971759"/>
                  <a:gd name="connsiteY4" fmla="*/ 1590537 h 2123935"/>
                  <a:gd name="connsiteX5" fmla="*/ 1381125 w 1971759"/>
                  <a:gd name="connsiteY5" fmla="*/ 2123935 h 2123935"/>
                  <a:gd name="connsiteX6" fmla="*/ 0 w 1971759"/>
                  <a:gd name="connsiteY6" fmla="*/ 578504 h 2123935"/>
                  <a:gd name="connsiteX7" fmla="*/ 471491 w 1971759"/>
                  <a:gd name="connsiteY7" fmla="*/ 647561 h 2123935"/>
                  <a:gd name="connsiteX8" fmla="*/ 154442 w 1971759"/>
                  <a:gd name="connsiteY8" fmla="*/ 333235 h 2123935"/>
                  <a:gd name="connsiteX0" fmla="*/ 154442 w 1971759"/>
                  <a:gd name="connsiteY0" fmla="*/ 333235 h 2123935"/>
                  <a:gd name="connsiteX1" fmla="*/ 440534 w 1971759"/>
                  <a:gd name="connsiteY1" fmla="*/ 57011 h 2123935"/>
                  <a:gd name="connsiteX2" fmla="*/ 1871664 w 1971759"/>
                  <a:gd name="connsiteY2" fmla="*/ 1611968 h 2123935"/>
                  <a:gd name="connsiteX3" fmla="*/ 1599861 w 1971759"/>
                  <a:gd name="connsiteY3" fmla="*/ 1985824 h 2123935"/>
                  <a:gd name="connsiteX4" fmla="*/ 1312071 w 1971759"/>
                  <a:gd name="connsiteY4" fmla="*/ 1590537 h 2123935"/>
                  <a:gd name="connsiteX5" fmla="*/ 1381125 w 1971759"/>
                  <a:gd name="connsiteY5" fmla="*/ 2123935 h 2123935"/>
                  <a:gd name="connsiteX6" fmla="*/ 0 w 1971759"/>
                  <a:gd name="connsiteY6" fmla="*/ 578504 h 2123935"/>
                  <a:gd name="connsiteX7" fmla="*/ 471491 w 1971759"/>
                  <a:gd name="connsiteY7" fmla="*/ 647561 h 2123935"/>
                  <a:gd name="connsiteX8" fmla="*/ 154442 w 1971759"/>
                  <a:gd name="connsiteY8" fmla="*/ 333235 h 2123935"/>
                  <a:gd name="connsiteX0" fmla="*/ 154442 w 1971759"/>
                  <a:gd name="connsiteY0" fmla="*/ 333235 h 2123935"/>
                  <a:gd name="connsiteX1" fmla="*/ 440534 w 1971759"/>
                  <a:gd name="connsiteY1" fmla="*/ 57011 h 2123935"/>
                  <a:gd name="connsiteX2" fmla="*/ 1871664 w 1971759"/>
                  <a:gd name="connsiteY2" fmla="*/ 1611968 h 2123935"/>
                  <a:gd name="connsiteX3" fmla="*/ 1599861 w 1971759"/>
                  <a:gd name="connsiteY3" fmla="*/ 1985824 h 2123935"/>
                  <a:gd name="connsiteX4" fmla="*/ 1312071 w 1971759"/>
                  <a:gd name="connsiteY4" fmla="*/ 1590537 h 2123935"/>
                  <a:gd name="connsiteX5" fmla="*/ 1381125 w 1971759"/>
                  <a:gd name="connsiteY5" fmla="*/ 2123935 h 2123935"/>
                  <a:gd name="connsiteX6" fmla="*/ 0 w 1971759"/>
                  <a:gd name="connsiteY6" fmla="*/ 578504 h 2123935"/>
                  <a:gd name="connsiteX7" fmla="*/ 471491 w 1971759"/>
                  <a:gd name="connsiteY7" fmla="*/ 647561 h 2123935"/>
                  <a:gd name="connsiteX8" fmla="*/ 154442 w 1971759"/>
                  <a:gd name="connsiteY8" fmla="*/ 333235 h 2123935"/>
                  <a:gd name="connsiteX0" fmla="*/ 154442 w 1971759"/>
                  <a:gd name="connsiteY0" fmla="*/ 333235 h 2123935"/>
                  <a:gd name="connsiteX1" fmla="*/ 440534 w 1971759"/>
                  <a:gd name="connsiteY1" fmla="*/ 57011 h 2123935"/>
                  <a:gd name="connsiteX2" fmla="*/ 1871664 w 1971759"/>
                  <a:gd name="connsiteY2" fmla="*/ 1611968 h 2123935"/>
                  <a:gd name="connsiteX3" fmla="*/ 1599861 w 1971759"/>
                  <a:gd name="connsiteY3" fmla="*/ 1985824 h 2123935"/>
                  <a:gd name="connsiteX4" fmla="*/ 1312071 w 1971759"/>
                  <a:gd name="connsiteY4" fmla="*/ 1590537 h 2123935"/>
                  <a:gd name="connsiteX5" fmla="*/ 1381125 w 1971759"/>
                  <a:gd name="connsiteY5" fmla="*/ 2123935 h 2123935"/>
                  <a:gd name="connsiteX6" fmla="*/ 0 w 1971759"/>
                  <a:gd name="connsiteY6" fmla="*/ 578504 h 2123935"/>
                  <a:gd name="connsiteX7" fmla="*/ 471491 w 1971759"/>
                  <a:gd name="connsiteY7" fmla="*/ 647561 h 2123935"/>
                  <a:gd name="connsiteX8" fmla="*/ 154442 w 1971759"/>
                  <a:gd name="connsiteY8" fmla="*/ 333235 h 2123935"/>
                  <a:gd name="connsiteX0" fmla="*/ 154442 w 1961177"/>
                  <a:gd name="connsiteY0" fmla="*/ 333235 h 2123935"/>
                  <a:gd name="connsiteX1" fmla="*/ 440534 w 1961177"/>
                  <a:gd name="connsiteY1" fmla="*/ 57011 h 2123935"/>
                  <a:gd name="connsiteX2" fmla="*/ 1871664 w 1961177"/>
                  <a:gd name="connsiteY2" fmla="*/ 1611968 h 2123935"/>
                  <a:gd name="connsiteX3" fmla="*/ 1599861 w 1961177"/>
                  <a:gd name="connsiteY3" fmla="*/ 1985824 h 2123935"/>
                  <a:gd name="connsiteX4" fmla="*/ 1312071 w 1961177"/>
                  <a:gd name="connsiteY4" fmla="*/ 1590537 h 2123935"/>
                  <a:gd name="connsiteX5" fmla="*/ 1381125 w 1961177"/>
                  <a:gd name="connsiteY5" fmla="*/ 2123935 h 2123935"/>
                  <a:gd name="connsiteX6" fmla="*/ 0 w 1961177"/>
                  <a:gd name="connsiteY6" fmla="*/ 578504 h 2123935"/>
                  <a:gd name="connsiteX7" fmla="*/ 471491 w 1961177"/>
                  <a:gd name="connsiteY7" fmla="*/ 647561 h 2123935"/>
                  <a:gd name="connsiteX8" fmla="*/ 154442 w 1961177"/>
                  <a:gd name="connsiteY8" fmla="*/ 333235 h 2123935"/>
                  <a:gd name="connsiteX0" fmla="*/ 154442 w 1969642"/>
                  <a:gd name="connsiteY0" fmla="*/ 333235 h 2123935"/>
                  <a:gd name="connsiteX1" fmla="*/ 440534 w 1969642"/>
                  <a:gd name="connsiteY1" fmla="*/ 57011 h 2123935"/>
                  <a:gd name="connsiteX2" fmla="*/ 1871664 w 1969642"/>
                  <a:gd name="connsiteY2" fmla="*/ 1611968 h 2123935"/>
                  <a:gd name="connsiteX3" fmla="*/ 1599861 w 1969642"/>
                  <a:gd name="connsiteY3" fmla="*/ 1985824 h 2123935"/>
                  <a:gd name="connsiteX4" fmla="*/ 1312071 w 1969642"/>
                  <a:gd name="connsiteY4" fmla="*/ 1590537 h 2123935"/>
                  <a:gd name="connsiteX5" fmla="*/ 1381125 w 1969642"/>
                  <a:gd name="connsiteY5" fmla="*/ 2123935 h 2123935"/>
                  <a:gd name="connsiteX6" fmla="*/ 0 w 1969642"/>
                  <a:gd name="connsiteY6" fmla="*/ 578504 h 2123935"/>
                  <a:gd name="connsiteX7" fmla="*/ 471491 w 1969642"/>
                  <a:gd name="connsiteY7" fmla="*/ 647561 h 2123935"/>
                  <a:gd name="connsiteX8" fmla="*/ 154442 w 1969642"/>
                  <a:gd name="connsiteY8" fmla="*/ 333235 h 2123935"/>
                  <a:gd name="connsiteX0" fmla="*/ 154442 w 1969642"/>
                  <a:gd name="connsiteY0" fmla="*/ 333235 h 2123935"/>
                  <a:gd name="connsiteX1" fmla="*/ 440534 w 1969642"/>
                  <a:gd name="connsiteY1" fmla="*/ 57011 h 2123935"/>
                  <a:gd name="connsiteX2" fmla="*/ 1871664 w 1969642"/>
                  <a:gd name="connsiteY2" fmla="*/ 1611968 h 2123935"/>
                  <a:gd name="connsiteX3" fmla="*/ 1599861 w 1969642"/>
                  <a:gd name="connsiteY3" fmla="*/ 1985824 h 2123935"/>
                  <a:gd name="connsiteX4" fmla="*/ 1312071 w 1969642"/>
                  <a:gd name="connsiteY4" fmla="*/ 1590537 h 2123935"/>
                  <a:gd name="connsiteX5" fmla="*/ 1381125 w 1969642"/>
                  <a:gd name="connsiteY5" fmla="*/ 2123935 h 2123935"/>
                  <a:gd name="connsiteX6" fmla="*/ 0 w 1969642"/>
                  <a:gd name="connsiteY6" fmla="*/ 578504 h 2123935"/>
                  <a:gd name="connsiteX7" fmla="*/ 471491 w 1969642"/>
                  <a:gd name="connsiteY7" fmla="*/ 647561 h 2123935"/>
                  <a:gd name="connsiteX8" fmla="*/ 154442 w 1969642"/>
                  <a:gd name="connsiteY8" fmla="*/ 333235 h 2123935"/>
                  <a:gd name="connsiteX0" fmla="*/ 154442 w 1971393"/>
                  <a:gd name="connsiteY0" fmla="*/ 333235 h 2123935"/>
                  <a:gd name="connsiteX1" fmla="*/ 440534 w 1971393"/>
                  <a:gd name="connsiteY1" fmla="*/ 57011 h 2123935"/>
                  <a:gd name="connsiteX2" fmla="*/ 1874045 w 1971393"/>
                  <a:gd name="connsiteY2" fmla="*/ 1590536 h 2123935"/>
                  <a:gd name="connsiteX3" fmla="*/ 1599861 w 1971393"/>
                  <a:gd name="connsiteY3" fmla="*/ 1985824 h 2123935"/>
                  <a:gd name="connsiteX4" fmla="*/ 1312071 w 1971393"/>
                  <a:gd name="connsiteY4" fmla="*/ 1590537 h 2123935"/>
                  <a:gd name="connsiteX5" fmla="*/ 1381125 w 1971393"/>
                  <a:gd name="connsiteY5" fmla="*/ 2123935 h 2123935"/>
                  <a:gd name="connsiteX6" fmla="*/ 0 w 1971393"/>
                  <a:gd name="connsiteY6" fmla="*/ 578504 h 2123935"/>
                  <a:gd name="connsiteX7" fmla="*/ 471491 w 1971393"/>
                  <a:gd name="connsiteY7" fmla="*/ 647561 h 2123935"/>
                  <a:gd name="connsiteX8" fmla="*/ 154442 w 1971393"/>
                  <a:gd name="connsiteY8" fmla="*/ 333235 h 2123935"/>
                  <a:gd name="connsiteX0" fmla="*/ 154442 w 1971393"/>
                  <a:gd name="connsiteY0" fmla="*/ 333235 h 2123935"/>
                  <a:gd name="connsiteX1" fmla="*/ 440534 w 1971393"/>
                  <a:gd name="connsiteY1" fmla="*/ 57011 h 2123935"/>
                  <a:gd name="connsiteX2" fmla="*/ 1874045 w 1971393"/>
                  <a:gd name="connsiteY2" fmla="*/ 1590536 h 2123935"/>
                  <a:gd name="connsiteX3" fmla="*/ 1599861 w 1971393"/>
                  <a:gd name="connsiteY3" fmla="*/ 1985824 h 2123935"/>
                  <a:gd name="connsiteX4" fmla="*/ 1312071 w 1971393"/>
                  <a:gd name="connsiteY4" fmla="*/ 1590537 h 2123935"/>
                  <a:gd name="connsiteX5" fmla="*/ 1381125 w 1971393"/>
                  <a:gd name="connsiteY5" fmla="*/ 2123935 h 2123935"/>
                  <a:gd name="connsiteX6" fmla="*/ 0 w 1971393"/>
                  <a:gd name="connsiteY6" fmla="*/ 578504 h 2123935"/>
                  <a:gd name="connsiteX7" fmla="*/ 471491 w 1971393"/>
                  <a:gd name="connsiteY7" fmla="*/ 647561 h 2123935"/>
                  <a:gd name="connsiteX8" fmla="*/ 154442 w 1971393"/>
                  <a:gd name="connsiteY8" fmla="*/ 333235 h 2123935"/>
                  <a:gd name="connsiteX0" fmla="*/ 154442 w 1971393"/>
                  <a:gd name="connsiteY0" fmla="*/ 333235 h 2123935"/>
                  <a:gd name="connsiteX1" fmla="*/ 440534 w 1971393"/>
                  <a:gd name="connsiteY1" fmla="*/ 57011 h 2123935"/>
                  <a:gd name="connsiteX2" fmla="*/ 1874045 w 1971393"/>
                  <a:gd name="connsiteY2" fmla="*/ 1590536 h 2123935"/>
                  <a:gd name="connsiteX3" fmla="*/ 1599861 w 1971393"/>
                  <a:gd name="connsiteY3" fmla="*/ 1985824 h 2123935"/>
                  <a:gd name="connsiteX4" fmla="*/ 1312071 w 1971393"/>
                  <a:gd name="connsiteY4" fmla="*/ 1590537 h 2123935"/>
                  <a:gd name="connsiteX5" fmla="*/ 1381125 w 1971393"/>
                  <a:gd name="connsiteY5" fmla="*/ 2123935 h 2123935"/>
                  <a:gd name="connsiteX6" fmla="*/ 0 w 1971393"/>
                  <a:gd name="connsiteY6" fmla="*/ 578504 h 2123935"/>
                  <a:gd name="connsiteX7" fmla="*/ 471491 w 1971393"/>
                  <a:gd name="connsiteY7" fmla="*/ 647561 h 2123935"/>
                  <a:gd name="connsiteX8" fmla="*/ 154442 w 1971393"/>
                  <a:gd name="connsiteY8" fmla="*/ 333235 h 2123935"/>
                  <a:gd name="connsiteX0" fmla="*/ 196121 w 2013072"/>
                  <a:gd name="connsiteY0" fmla="*/ 333235 h 2123935"/>
                  <a:gd name="connsiteX1" fmla="*/ 482213 w 2013072"/>
                  <a:gd name="connsiteY1" fmla="*/ 57011 h 2123935"/>
                  <a:gd name="connsiteX2" fmla="*/ 1915724 w 2013072"/>
                  <a:gd name="connsiteY2" fmla="*/ 1590536 h 2123935"/>
                  <a:gd name="connsiteX3" fmla="*/ 1641540 w 2013072"/>
                  <a:gd name="connsiteY3" fmla="*/ 1985824 h 2123935"/>
                  <a:gd name="connsiteX4" fmla="*/ 1353750 w 2013072"/>
                  <a:gd name="connsiteY4" fmla="*/ 1590537 h 2123935"/>
                  <a:gd name="connsiteX5" fmla="*/ 1422804 w 2013072"/>
                  <a:gd name="connsiteY5" fmla="*/ 2123935 h 2123935"/>
                  <a:gd name="connsiteX6" fmla="*/ 0 w 2013072"/>
                  <a:gd name="connsiteY6" fmla="*/ 583713 h 2123935"/>
                  <a:gd name="connsiteX7" fmla="*/ 513170 w 2013072"/>
                  <a:gd name="connsiteY7" fmla="*/ 647561 h 2123935"/>
                  <a:gd name="connsiteX8" fmla="*/ 196121 w 2013072"/>
                  <a:gd name="connsiteY8" fmla="*/ 333235 h 2123935"/>
                  <a:gd name="connsiteX0" fmla="*/ 196121 w 2013072"/>
                  <a:gd name="connsiteY0" fmla="*/ 333235 h 2160405"/>
                  <a:gd name="connsiteX1" fmla="*/ 482213 w 2013072"/>
                  <a:gd name="connsiteY1" fmla="*/ 57011 h 2160405"/>
                  <a:gd name="connsiteX2" fmla="*/ 1915724 w 2013072"/>
                  <a:gd name="connsiteY2" fmla="*/ 1590536 h 2160405"/>
                  <a:gd name="connsiteX3" fmla="*/ 1641540 w 2013072"/>
                  <a:gd name="connsiteY3" fmla="*/ 1985824 h 2160405"/>
                  <a:gd name="connsiteX4" fmla="*/ 1353750 w 2013072"/>
                  <a:gd name="connsiteY4" fmla="*/ 1590537 h 2160405"/>
                  <a:gd name="connsiteX5" fmla="*/ 1407173 w 2013072"/>
                  <a:gd name="connsiteY5" fmla="*/ 2160405 h 2160405"/>
                  <a:gd name="connsiteX6" fmla="*/ 0 w 2013072"/>
                  <a:gd name="connsiteY6" fmla="*/ 583713 h 2160405"/>
                  <a:gd name="connsiteX7" fmla="*/ 513170 w 2013072"/>
                  <a:gd name="connsiteY7" fmla="*/ 647561 h 2160405"/>
                  <a:gd name="connsiteX8" fmla="*/ 196121 w 2013072"/>
                  <a:gd name="connsiteY8" fmla="*/ 333235 h 2160405"/>
                  <a:gd name="connsiteX0" fmla="*/ 196121 w 2013072"/>
                  <a:gd name="connsiteY0" fmla="*/ 333235 h 2160405"/>
                  <a:gd name="connsiteX1" fmla="*/ 482213 w 2013072"/>
                  <a:gd name="connsiteY1" fmla="*/ 57011 h 2160405"/>
                  <a:gd name="connsiteX2" fmla="*/ 1915724 w 2013072"/>
                  <a:gd name="connsiteY2" fmla="*/ 1590536 h 2160405"/>
                  <a:gd name="connsiteX3" fmla="*/ 1641540 w 2013072"/>
                  <a:gd name="connsiteY3" fmla="*/ 1985824 h 2160405"/>
                  <a:gd name="connsiteX4" fmla="*/ 1353750 w 2013072"/>
                  <a:gd name="connsiteY4" fmla="*/ 1590537 h 2160405"/>
                  <a:gd name="connsiteX5" fmla="*/ 1407173 w 2013072"/>
                  <a:gd name="connsiteY5" fmla="*/ 2160405 h 2160405"/>
                  <a:gd name="connsiteX6" fmla="*/ 0 w 2013072"/>
                  <a:gd name="connsiteY6" fmla="*/ 583713 h 2160405"/>
                  <a:gd name="connsiteX7" fmla="*/ 513170 w 2013072"/>
                  <a:gd name="connsiteY7" fmla="*/ 647561 h 2160405"/>
                  <a:gd name="connsiteX8" fmla="*/ 196121 w 2013072"/>
                  <a:gd name="connsiteY8" fmla="*/ 333235 h 2160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13072" h="2160405">
                    <a:moveTo>
                      <a:pt x="196121" y="333235"/>
                    </a:moveTo>
                    <a:cubicBezTo>
                      <a:pt x="67647" y="114160"/>
                      <a:pt x="220162" y="-107294"/>
                      <a:pt x="482213" y="57011"/>
                    </a:cubicBezTo>
                    <a:cubicBezTo>
                      <a:pt x="917244" y="320138"/>
                      <a:pt x="1548672" y="933311"/>
                      <a:pt x="1915724" y="1590536"/>
                    </a:cubicBezTo>
                    <a:cubicBezTo>
                      <a:pt x="2109285" y="1907242"/>
                      <a:pt x="2012334" y="2307293"/>
                      <a:pt x="1641540" y="1985824"/>
                    </a:cubicBezTo>
                    <a:cubicBezTo>
                      <a:pt x="1542718" y="1891368"/>
                      <a:pt x="1473549" y="1754843"/>
                      <a:pt x="1353750" y="1590537"/>
                    </a:cubicBezTo>
                    <a:cubicBezTo>
                      <a:pt x="1408575" y="1688565"/>
                      <a:pt x="1494736" y="2062824"/>
                      <a:pt x="1407173" y="2160405"/>
                    </a:cubicBezTo>
                    <a:cubicBezTo>
                      <a:pt x="1274220" y="1479765"/>
                      <a:pt x="576263" y="811916"/>
                      <a:pt x="0" y="583713"/>
                    </a:cubicBezTo>
                    <a:cubicBezTo>
                      <a:pt x="176608" y="528943"/>
                      <a:pt x="414404" y="608666"/>
                      <a:pt x="513170" y="647561"/>
                    </a:cubicBezTo>
                    <a:cubicBezTo>
                      <a:pt x="431413" y="566598"/>
                      <a:pt x="232634" y="436424"/>
                      <a:pt x="196121" y="333235"/>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sp>
            <p:nvSpPr>
              <p:cNvPr id="204" name="Rectangle 4"/>
              <p:cNvSpPr/>
              <p:nvPr/>
            </p:nvSpPr>
            <p:spPr>
              <a:xfrm>
                <a:off x="2639022" y="801318"/>
                <a:ext cx="272435" cy="227251"/>
              </a:xfrm>
              <a:custGeom>
                <a:avLst/>
                <a:gdLst>
                  <a:gd name="connsiteX0" fmla="*/ 0 w 731044"/>
                  <a:gd name="connsiteY0" fmla="*/ 0 h 697706"/>
                  <a:gd name="connsiteX1" fmla="*/ 731044 w 731044"/>
                  <a:gd name="connsiteY1" fmla="*/ 0 h 697706"/>
                  <a:gd name="connsiteX2" fmla="*/ 731044 w 731044"/>
                  <a:gd name="connsiteY2" fmla="*/ 697706 h 697706"/>
                  <a:gd name="connsiteX3" fmla="*/ 0 w 731044"/>
                  <a:gd name="connsiteY3" fmla="*/ 697706 h 697706"/>
                  <a:gd name="connsiteX4" fmla="*/ 0 w 731044"/>
                  <a:gd name="connsiteY4" fmla="*/ 0 h 697706"/>
                  <a:gd name="connsiteX0" fmla="*/ 92869 w 731044"/>
                  <a:gd name="connsiteY0" fmla="*/ 507206 h 697706"/>
                  <a:gd name="connsiteX1" fmla="*/ 731044 w 731044"/>
                  <a:gd name="connsiteY1" fmla="*/ 0 h 697706"/>
                  <a:gd name="connsiteX2" fmla="*/ 731044 w 731044"/>
                  <a:gd name="connsiteY2" fmla="*/ 697706 h 697706"/>
                  <a:gd name="connsiteX3" fmla="*/ 0 w 731044"/>
                  <a:gd name="connsiteY3" fmla="*/ 697706 h 697706"/>
                  <a:gd name="connsiteX4" fmla="*/ 92869 w 731044"/>
                  <a:gd name="connsiteY4" fmla="*/ 507206 h 697706"/>
                  <a:gd name="connsiteX0" fmla="*/ 92869 w 731044"/>
                  <a:gd name="connsiteY0" fmla="*/ 314325 h 504825"/>
                  <a:gd name="connsiteX1" fmla="*/ 454819 w 731044"/>
                  <a:gd name="connsiteY1" fmla="*/ 0 h 504825"/>
                  <a:gd name="connsiteX2" fmla="*/ 731044 w 731044"/>
                  <a:gd name="connsiteY2" fmla="*/ 504825 h 504825"/>
                  <a:gd name="connsiteX3" fmla="*/ 0 w 731044"/>
                  <a:gd name="connsiteY3" fmla="*/ 504825 h 504825"/>
                  <a:gd name="connsiteX4" fmla="*/ 92869 w 731044"/>
                  <a:gd name="connsiteY4" fmla="*/ 314325 h 504825"/>
                  <a:gd name="connsiteX0" fmla="*/ 92869 w 650082"/>
                  <a:gd name="connsiteY0" fmla="*/ 314325 h 504825"/>
                  <a:gd name="connsiteX1" fmla="*/ 454819 w 650082"/>
                  <a:gd name="connsiteY1" fmla="*/ 0 h 504825"/>
                  <a:gd name="connsiteX2" fmla="*/ 650082 w 650082"/>
                  <a:gd name="connsiteY2" fmla="*/ 219075 h 504825"/>
                  <a:gd name="connsiteX3" fmla="*/ 0 w 650082"/>
                  <a:gd name="connsiteY3" fmla="*/ 504825 h 504825"/>
                  <a:gd name="connsiteX4" fmla="*/ 92869 w 650082"/>
                  <a:gd name="connsiteY4" fmla="*/ 314325 h 504825"/>
                  <a:gd name="connsiteX0" fmla="*/ 92869 w 689668"/>
                  <a:gd name="connsiteY0" fmla="*/ 314325 h 504825"/>
                  <a:gd name="connsiteX1" fmla="*/ 454819 w 689668"/>
                  <a:gd name="connsiteY1" fmla="*/ 0 h 504825"/>
                  <a:gd name="connsiteX2" fmla="*/ 650082 w 689668"/>
                  <a:gd name="connsiteY2" fmla="*/ 219075 h 504825"/>
                  <a:gd name="connsiteX3" fmla="*/ 0 w 689668"/>
                  <a:gd name="connsiteY3" fmla="*/ 504825 h 504825"/>
                  <a:gd name="connsiteX4" fmla="*/ 92869 w 689668"/>
                  <a:gd name="connsiteY4" fmla="*/ 314325 h 504825"/>
                  <a:gd name="connsiteX0" fmla="*/ 92869 w 690173"/>
                  <a:gd name="connsiteY0" fmla="*/ 302418 h 492918"/>
                  <a:gd name="connsiteX1" fmla="*/ 459581 w 690173"/>
                  <a:gd name="connsiteY1" fmla="*/ 0 h 492918"/>
                  <a:gd name="connsiteX2" fmla="*/ 650082 w 690173"/>
                  <a:gd name="connsiteY2" fmla="*/ 207168 h 492918"/>
                  <a:gd name="connsiteX3" fmla="*/ 0 w 690173"/>
                  <a:gd name="connsiteY3" fmla="*/ 492918 h 492918"/>
                  <a:gd name="connsiteX4" fmla="*/ 92869 w 690173"/>
                  <a:gd name="connsiteY4" fmla="*/ 302418 h 492918"/>
                  <a:gd name="connsiteX0" fmla="*/ 92869 w 690173"/>
                  <a:gd name="connsiteY0" fmla="*/ 302418 h 492918"/>
                  <a:gd name="connsiteX1" fmla="*/ 459581 w 690173"/>
                  <a:gd name="connsiteY1" fmla="*/ 0 h 492918"/>
                  <a:gd name="connsiteX2" fmla="*/ 650082 w 690173"/>
                  <a:gd name="connsiteY2" fmla="*/ 207168 h 492918"/>
                  <a:gd name="connsiteX3" fmla="*/ 0 w 690173"/>
                  <a:gd name="connsiteY3" fmla="*/ 492918 h 492918"/>
                  <a:gd name="connsiteX4" fmla="*/ 92869 w 690173"/>
                  <a:gd name="connsiteY4" fmla="*/ 302418 h 492918"/>
                  <a:gd name="connsiteX0" fmla="*/ 92869 w 702970"/>
                  <a:gd name="connsiteY0" fmla="*/ 359701 h 550201"/>
                  <a:gd name="connsiteX1" fmla="*/ 459581 w 702970"/>
                  <a:gd name="connsiteY1" fmla="*/ 57283 h 550201"/>
                  <a:gd name="connsiteX2" fmla="*/ 650082 w 702970"/>
                  <a:gd name="connsiteY2" fmla="*/ 264451 h 550201"/>
                  <a:gd name="connsiteX3" fmla="*/ 0 w 702970"/>
                  <a:gd name="connsiteY3" fmla="*/ 550201 h 550201"/>
                  <a:gd name="connsiteX4" fmla="*/ 92869 w 702970"/>
                  <a:gd name="connsiteY4" fmla="*/ 359701 h 550201"/>
                  <a:gd name="connsiteX0" fmla="*/ 92869 w 706874"/>
                  <a:gd name="connsiteY0" fmla="*/ 347179 h 537679"/>
                  <a:gd name="connsiteX1" fmla="*/ 459581 w 706874"/>
                  <a:gd name="connsiteY1" fmla="*/ 44761 h 537679"/>
                  <a:gd name="connsiteX2" fmla="*/ 650082 w 706874"/>
                  <a:gd name="connsiteY2" fmla="*/ 251929 h 537679"/>
                  <a:gd name="connsiteX3" fmla="*/ 0 w 706874"/>
                  <a:gd name="connsiteY3" fmla="*/ 537679 h 537679"/>
                  <a:gd name="connsiteX4" fmla="*/ 92869 w 706874"/>
                  <a:gd name="connsiteY4" fmla="*/ 347179 h 537679"/>
                  <a:gd name="connsiteX0" fmla="*/ 92869 w 705065"/>
                  <a:gd name="connsiteY0" fmla="*/ 353475 h 543975"/>
                  <a:gd name="connsiteX1" fmla="*/ 450056 w 705065"/>
                  <a:gd name="connsiteY1" fmla="*/ 43913 h 543975"/>
                  <a:gd name="connsiteX2" fmla="*/ 650082 w 705065"/>
                  <a:gd name="connsiteY2" fmla="*/ 258225 h 543975"/>
                  <a:gd name="connsiteX3" fmla="*/ 0 w 705065"/>
                  <a:gd name="connsiteY3" fmla="*/ 543975 h 543975"/>
                  <a:gd name="connsiteX4" fmla="*/ 92869 w 705065"/>
                  <a:gd name="connsiteY4" fmla="*/ 353475 h 543975"/>
                  <a:gd name="connsiteX0" fmla="*/ 92869 w 738325"/>
                  <a:gd name="connsiteY0" fmla="*/ 357004 h 547504"/>
                  <a:gd name="connsiteX1" fmla="*/ 450056 w 738325"/>
                  <a:gd name="connsiteY1" fmla="*/ 47442 h 547504"/>
                  <a:gd name="connsiteX2" fmla="*/ 650082 w 738325"/>
                  <a:gd name="connsiteY2" fmla="*/ 261754 h 547504"/>
                  <a:gd name="connsiteX3" fmla="*/ 0 w 738325"/>
                  <a:gd name="connsiteY3" fmla="*/ 547504 h 547504"/>
                  <a:gd name="connsiteX4" fmla="*/ 92869 w 738325"/>
                  <a:gd name="connsiteY4" fmla="*/ 357004 h 547504"/>
                  <a:gd name="connsiteX0" fmla="*/ 92869 w 734198"/>
                  <a:gd name="connsiteY0" fmla="*/ 366816 h 557316"/>
                  <a:gd name="connsiteX1" fmla="*/ 450056 w 734198"/>
                  <a:gd name="connsiteY1" fmla="*/ 57254 h 557316"/>
                  <a:gd name="connsiteX2" fmla="*/ 650082 w 734198"/>
                  <a:gd name="connsiteY2" fmla="*/ 271566 h 557316"/>
                  <a:gd name="connsiteX3" fmla="*/ 0 w 734198"/>
                  <a:gd name="connsiteY3" fmla="*/ 557316 h 557316"/>
                  <a:gd name="connsiteX4" fmla="*/ 92869 w 734198"/>
                  <a:gd name="connsiteY4" fmla="*/ 366816 h 557316"/>
                  <a:gd name="connsiteX0" fmla="*/ 92869 w 736225"/>
                  <a:gd name="connsiteY0" fmla="*/ 366816 h 557316"/>
                  <a:gd name="connsiteX1" fmla="*/ 450056 w 736225"/>
                  <a:gd name="connsiteY1" fmla="*/ 57254 h 557316"/>
                  <a:gd name="connsiteX2" fmla="*/ 650082 w 736225"/>
                  <a:gd name="connsiteY2" fmla="*/ 271566 h 557316"/>
                  <a:gd name="connsiteX3" fmla="*/ 0 w 736225"/>
                  <a:gd name="connsiteY3" fmla="*/ 557316 h 557316"/>
                  <a:gd name="connsiteX4" fmla="*/ 92869 w 736225"/>
                  <a:gd name="connsiteY4" fmla="*/ 366816 h 557316"/>
                  <a:gd name="connsiteX0" fmla="*/ 92869 w 757544"/>
                  <a:gd name="connsiteY0" fmla="*/ 364191 h 554691"/>
                  <a:gd name="connsiteX1" fmla="*/ 450056 w 757544"/>
                  <a:gd name="connsiteY1" fmla="*/ 54629 h 554691"/>
                  <a:gd name="connsiteX2" fmla="*/ 676276 w 757544"/>
                  <a:gd name="connsiteY2" fmla="*/ 287991 h 554691"/>
                  <a:gd name="connsiteX3" fmla="*/ 0 w 757544"/>
                  <a:gd name="connsiteY3" fmla="*/ 554691 h 554691"/>
                  <a:gd name="connsiteX4" fmla="*/ 92869 w 757544"/>
                  <a:gd name="connsiteY4" fmla="*/ 364191 h 554691"/>
                  <a:gd name="connsiteX0" fmla="*/ 92869 w 756519"/>
                  <a:gd name="connsiteY0" fmla="*/ 364477 h 554977"/>
                  <a:gd name="connsiteX1" fmla="*/ 450056 w 756519"/>
                  <a:gd name="connsiteY1" fmla="*/ 54915 h 554977"/>
                  <a:gd name="connsiteX2" fmla="*/ 676276 w 756519"/>
                  <a:gd name="connsiteY2" fmla="*/ 288277 h 554977"/>
                  <a:gd name="connsiteX3" fmla="*/ 0 w 756519"/>
                  <a:gd name="connsiteY3" fmla="*/ 554977 h 554977"/>
                  <a:gd name="connsiteX4" fmla="*/ 92869 w 756519"/>
                  <a:gd name="connsiteY4" fmla="*/ 364477 h 554977"/>
                  <a:gd name="connsiteX0" fmla="*/ 92869 w 758034"/>
                  <a:gd name="connsiteY0" fmla="*/ 369357 h 559857"/>
                  <a:gd name="connsiteX1" fmla="*/ 450056 w 758034"/>
                  <a:gd name="connsiteY1" fmla="*/ 59795 h 559857"/>
                  <a:gd name="connsiteX2" fmla="*/ 676276 w 758034"/>
                  <a:gd name="connsiteY2" fmla="*/ 293157 h 559857"/>
                  <a:gd name="connsiteX3" fmla="*/ 0 w 758034"/>
                  <a:gd name="connsiteY3" fmla="*/ 559857 h 559857"/>
                  <a:gd name="connsiteX4" fmla="*/ 92869 w 758034"/>
                  <a:gd name="connsiteY4" fmla="*/ 369357 h 559857"/>
                  <a:gd name="connsiteX0" fmla="*/ 0 w 665165"/>
                  <a:gd name="connsiteY0" fmla="*/ 369357 h 521757"/>
                  <a:gd name="connsiteX1" fmla="*/ 357187 w 665165"/>
                  <a:gd name="connsiteY1" fmla="*/ 59795 h 521757"/>
                  <a:gd name="connsiteX2" fmla="*/ 583407 w 665165"/>
                  <a:gd name="connsiteY2" fmla="*/ 293157 h 521757"/>
                  <a:gd name="connsiteX3" fmla="*/ 138112 w 665165"/>
                  <a:gd name="connsiteY3" fmla="*/ 521757 h 521757"/>
                  <a:gd name="connsiteX4" fmla="*/ 0 w 665165"/>
                  <a:gd name="connsiteY4" fmla="*/ 369357 h 521757"/>
                  <a:gd name="connsiteX0" fmla="*/ 0 w 665165"/>
                  <a:gd name="connsiteY0" fmla="*/ 369357 h 533663"/>
                  <a:gd name="connsiteX1" fmla="*/ 357187 w 665165"/>
                  <a:gd name="connsiteY1" fmla="*/ 59795 h 533663"/>
                  <a:gd name="connsiteX2" fmla="*/ 583407 w 665165"/>
                  <a:gd name="connsiteY2" fmla="*/ 293157 h 533663"/>
                  <a:gd name="connsiteX3" fmla="*/ 154781 w 665165"/>
                  <a:gd name="connsiteY3" fmla="*/ 533663 h 533663"/>
                  <a:gd name="connsiteX4" fmla="*/ 0 w 665165"/>
                  <a:gd name="connsiteY4" fmla="*/ 369357 h 533663"/>
                  <a:gd name="connsiteX0" fmla="*/ 0 w 665165"/>
                  <a:gd name="connsiteY0" fmla="*/ 369357 h 543188"/>
                  <a:gd name="connsiteX1" fmla="*/ 357187 w 665165"/>
                  <a:gd name="connsiteY1" fmla="*/ 59795 h 543188"/>
                  <a:gd name="connsiteX2" fmla="*/ 583407 w 665165"/>
                  <a:gd name="connsiteY2" fmla="*/ 293157 h 543188"/>
                  <a:gd name="connsiteX3" fmla="*/ 154781 w 665165"/>
                  <a:gd name="connsiteY3" fmla="*/ 543188 h 543188"/>
                  <a:gd name="connsiteX4" fmla="*/ 0 w 665165"/>
                  <a:gd name="connsiteY4" fmla="*/ 369357 h 543188"/>
                  <a:gd name="connsiteX0" fmla="*/ 403 w 665568"/>
                  <a:gd name="connsiteY0" fmla="*/ 369357 h 543188"/>
                  <a:gd name="connsiteX1" fmla="*/ 357590 w 665568"/>
                  <a:gd name="connsiteY1" fmla="*/ 59795 h 543188"/>
                  <a:gd name="connsiteX2" fmla="*/ 583810 w 665568"/>
                  <a:gd name="connsiteY2" fmla="*/ 293157 h 543188"/>
                  <a:gd name="connsiteX3" fmla="*/ 155184 w 665568"/>
                  <a:gd name="connsiteY3" fmla="*/ 543188 h 543188"/>
                  <a:gd name="connsiteX4" fmla="*/ 403 w 665568"/>
                  <a:gd name="connsiteY4" fmla="*/ 369357 h 543188"/>
                  <a:gd name="connsiteX0" fmla="*/ 2012 w 667177"/>
                  <a:gd name="connsiteY0" fmla="*/ 369357 h 546530"/>
                  <a:gd name="connsiteX1" fmla="*/ 359199 w 667177"/>
                  <a:gd name="connsiteY1" fmla="*/ 59795 h 546530"/>
                  <a:gd name="connsiteX2" fmla="*/ 585419 w 667177"/>
                  <a:gd name="connsiteY2" fmla="*/ 293157 h 546530"/>
                  <a:gd name="connsiteX3" fmla="*/ 156793 w 667177"/>
                  <a:gd name="connsiteY3" fmla="*/ 543188 h 546530"/>
                  <a:gd name="connsiteX4" fmla="*/ 2012 w 667177"/>
                  <a:gd name="connsiteY4" fmla="*/ 369357 h 546530"/>
                  <a:gd name="connsiteX0" fmla="*/ 2012 w 667177"/>
                  <a:gd name="connsiteY0" fmla="*/ 369357 h 546530"/>
                  <a:gd name="connsiteX1" fmla="*/ 359199 w 667177"/>
                  <a:gd name="connsiteY1" fmla="*/ 59795 h 546530"/>
                  <a:gd name="connsiteX2" fmla="*/ 585419 w 667177"/>
                  <a:gd name="connsiteY2" fmla="*/ 293157 h 546530"/>
                  <a:gd name="connsiteX3" fmla="*/ 156793 w 667177"/>
                  <a:gd name="connsiteY3" fmla="*/ 543188 h 546530"/>
                  <a:gd name="connsiteX4" fmla="*/ 2012 w 667177"/>
                  <a:gd name="connsiteY4" fmla="*/ 369357 h 546530"/>
                  <a:gd name="connsiteX0" fmla="*/ 14922 w 680087"/>
                  <a:gd name="connsiteY0" fmla="*/ 369357 h 545428"/>
                  <a:gd name="connsiteX1" fmla="*/ 372109 w 680087"/>
                  <a:gd name="connsiteY1" fmla="*/ 59795 h 545428"/>
                  <a:gd name="connsiteX2" fmla="*/ 598329 w 680087"/>
                  <a:gd name="connsiteY2" fmla="*/ 293157 h 545428"/>
                  <a:gd name="connsiteX3" fmla="*/ 169703 w 680087"/>
                  <a:gd name="connsiteY3" fmla="*/ 543188 h 545428"/>
                  <a:gd name="connsiteX4" fmla="*/ 14922 w 680087"/>
                  <a:gd name="connsiteY4" fmla="*/ 369357 h 545428"/>
                  <a:gd name="connsiteX0" fmla="*/ 13366 w 678531"/>
                  <a:gd name="connsiteY0" fmla="*/ 369357 h 554814"/>
                  <a:gd name="connsiteX1" fmla="*/ 370553 w 678531"/>
                  <a:gd name="connsiteY1" fmla="*/ 59795 h 554814"/>
                  <a:gd name="connsiteX2" fmla="*/ 596773 w 678531"/>
                  <a:gd name="connsiteY2" fmla="*/ 293157 h 554814"/>
                  <a:gd name="connsiteX3" fmla="*/ 180054 w 678531"/>
                  <a:gd name="connsiteY3" fmla="*/ 552713 h 554814"/>
                  <a:gd name="connsiteX4" fmla="*/ 13366 w 678531"/>
                  <a:gd name="connsiteY4" fmla="*/ 369357 h 554814"/>
                  <a:gd name="connsiteX0" fmla="*/ 10389 w 675554"/>
                  <a:gd name="connsiteY0" fmla="*/ 369357 h 559513"/>
                  <a:gd name="connsiteX1" fmla="*/ 367576 w 675554"/>
                  <a:gd name="connsiteY1" fmla="*/ 59795 h 559513"/>
                  <a:gd name="connsiteX2" fmla="*/ 593796 w 675554"/>
                  <a:gd name="connsiteY2" fmla="*/ 293157 h 559513"/>
                  <a:gd name="connsiteX3" fmla="*/ 208033 w 675554"/>
                  <a:gd name="connsiteY3" fmla="*/ 557475 h 559513"/>
                  <a:gd name="connsiteX4" fmla="*/ 10389 w 675554"/>
                  <a:gd name="connsiteY4" fmla="*/ 369357 h 559513"/>
                  <a:gd name="connsiteX0" fmla="*/ 9895 w 675060"/>
                  <a:gd name="connsiteY0" fmla="*/ 369357 h 563100"/>
                  <a:gd name="connsiteX1" fmla="*/ 367082 w 675060"/>
                  <a:gd name="connsiteY1" fmla="*/ 59795 h 563100"/>
                  <a:gd name="connsiteX2" fmla="*/ 593302 w 675060"/>
                  <a:gd name="connsiteY2" fmla="*/ 293157 h 563100"/>
                  <a:gd name="connsiteX3" fmla="*/ 207539 w 675060"/>
                  <a:gd name="connsiteY3" fmla="*/ 557475 h 563100"/>
                  <a:gd name="connsiteX4" fmla="*/ 9895 w 675060"/>
                  <a:gd name="connsiteY4" fmla="*/ 369357 h 563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5060" h="563100">
                    <a:moveTo>
                      <a:pt x="9895" y="369357"/>
                    </a:moveTo>
                    <a:lnTo>
                      <a:pt x="367082" y="59795"/>
                    </a:lnTo>
                    <a:cubicBezTo>
                      <a:pt x="555994" y="-121972"/>
                      <a:pt x="806820" y="155838"/>
                      <a:pt x="593302" y="293157"/>
                    </a:cubicBezTo>
                    <a:lnTo>
                      <a:pt x="207539" y="557475"/>
                    </a:lnTo>
                    <a:cubicBezTo>
                      <a:pt x="60695" y="594781"/>
                      <a:pt x="-31379" y="436826"/>
                      <a:pt x="9895" y="369357"/>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sp>
            <p:nvSpPr>
              <p:cNvPr id="205" name="Rectangle 4"/>
              <p:cNvSpPr/>
              <p:nvPr/>
            </p:nvSpPr>
            <p:spPr>
              <a:xfrm>
                <a:off x="3301723" y="1606491"/>
                <a:ext cx="311845" cy="314471"/>
              </a:xfrm>
              <a:custGeom>
                <a:avLst/>
                <a:gdLst>
                  <a:gd name="connsiteX0" fmla="*/ 0 w 731044"/>
                  <a:gd name="connsiteY0" fmla="*/ 0 h 697706"/>
                  <a:gd name="connsiteX1" fmla="*/ 731044 w 731044"/>
                  <a:gd name="connsiteY1" fmla="*/ 0 h 697706"/>
                  <a:gd name="connsiteX2" fmla="*/ 731044 w 731044"/>
                  <a:gd name="connsiteY2" fmla="*/ 697706 h 697706"/>
                  <a:gd name="connsiteX3" fmla="*/ 0 w 731044"/>
                  <a:gd name="connsiteY3" fmla="*/ 697706 h 697706"/>
                  <a:gd name="connsiteX4" fmla="*/ 0 w 731044"/>
                  <a:gd name="connsiteY4" fmla="*/ 0 h 697706"/>
                  <a:gd name="connsiteX0" fmla="*/ 92869 w 731044"/>
                  <a:gd name="connsiteY0" fmla="*/ 507206 h 697706"/>
                  <a:gd name="connsiteX1" fmla="*/ 731044 w 731044"/>
                  <a:gd name="connsiteY1" fmla="*/ 0 h 697706"/>
                  <a:gd name="connsiteX2" fmla="*/ 731044 w 731044"/>
                  <a:gd name="connsiteY2" fmla="*/ 697706 h 697706"/>
                  <a:gd name="connsiteX3" fmla="*/ 0 w 731044"/>
                  <a:gd name="connsiteY3" fmla="*/ 697706 h 697706"/>
                  <a:gd name="connsiteX4" fmla="*/ 92869 w 731044"/>
                  <a:gd name="connsiteY4" fmla="*/ 507206 h 697706"/>
                  <a:gd name="connsiteX0" fmla="*/ 92869 w 731044"/>
                  <a:gd name="connsiteY0" fmla="*/ 314325 h 504825"/>
                  <a:gd name="connsiteX1" fmla="*/ 454819 w 731044"/>
                  <a:gd name="connsiteY1" fmla="*/ 0 h 504825"/>
                  <a:gd name="connsiteX2" fmla="*/ 731044 w 731044"/>
                  <a:gd name="connsiteY2" fmla="*/ 504825 h 504825"/>
                  <a:gd name="connsiteX3" fmla="*/ 0 w 731044"/>
                  <a:gd name="connsiteY3" fmla="*/ 504825 h 504825"/>
                  <a:gd name="connsiteX4" fmla="*/ 92869 w 731044"/>
                  <a:gd name="connsiteY4" fmla="*/ 314325 h 504825"/>
                  <a:gd name="connsiteX0" fmla="*/ 92869 w 650082"/>
                  <a:gd name="connsiteY0" fmla="*/ 314325 h 504825"/>
                  <a:gd name="connsiteX1" fmla="*/ 454819 w 650082"/>
                  <a:gd name="connsiteY1" fmla="*/ 0 h 504825"/>
                  <a:gd name="connsiteX2" fmla="*/ 650082 w 650082"/>
                  <a:gd name="connsiteY2" fmla="*/ 219075 h 504825"/>
                  <a:gd name="connsiteX3" fmla="*/ 0 w 650082"/>
                  <a:gd name="connsiteY3" fmla="*/ 504825 h 504825"/>
                  <a:gd name="connsiteX4" fmla="*/ 92869 w 650082"/>
                  <a:gd name="connsiteY4" fmla="*/ 314325 h 504825"/>
                  <a:gd name="connsiteX0" fmla="*/ 92869 w 689668"/>
                  <a:gd name="connsiteY0" fmla="*/ 314325 h 504825"/>
                  <a:gd name="connsiteX1" fmla="*/ 454819 w 689668"/>
                  <a:gd name="connsiteY1" fmla="*/ 0 h 504825"/>
                  <a:gd name="connsiteX2" fmla="*/ 650082 w 689668"/>
                  <a:gd name="connsiteY2" fmla="*/ 219075 h 504825"/>
                  <a:gd name="connsiteX3" fmla="*/ 0 w 689668"/>
                  <a:gd name="connsiteY3" fmla="*/ 504825 h 504825"/>
                  <a:gd name="connsiteX4" fmla="*/ 92869 w 689668"/>
                  <a:gd name="connsiteY4" fmla="*/ 314325 h 504825"/>
                  <a:gd name="connsiteX0" fmla="*/ 92869 w 690173"/>
                  <a:gd name="connsiteY0" fmla="*/ 302418 h 492918"/>
                  <a:gd name="connsiteX1" fmla="*/ 459581 w 690173"/>
                  <a:gd name="connsiteY1" fmla="*/ 0 h 492918"/>
                  <a:gd name="connsiteX2" fmla="*/ 650082 w 690173"/>
                  <a:gd name="connsiteY2" fmla="*/ 207168 h 492918"/>
                  <a:gd name="connsiteX3" fmla="*/ 0 w 690173"/>
                  <a:gd name="connsiteY3" fmla="*/ 492918 h 492918"/>
                  <a:gd name="connsiteX4" fmla="*/ 92869 w 690173"/>
                  <a:gd name="connsiteY4" fmla="*/ 302418 h 492918"/>
                  <a:gd name="connsiteX0" fmla="*/ 92869 w 690173"/>
                  <a:gd name="connsiteY0" fmla="*/ 302418 h 492918"/>
                  <a:gd name="connsiteX1" fmla="*/ 459581 w 690173"/>
                  <a:gd name="connsiteY1" fmla="*/ 0 h 492918"/>
                  <a:gd name="connsiteX2" fmla="*/ 650082 w 690173"/>
                  <a:gd name="connsiteY2" fmla="*/ 207168 h 492918"/>
                  <a:gd name="connsiteX3" fmla="*/ 0 w 690173"/>
                  <a:gd name="connsiteY3" fmla="*/ 492918 h 492918"/>
                  <a:gd name="connsiteX4" fmla="*/ 92869 w 690173"/>
                  <a:gd name="connsiteY4" fmla="*/ 302418 h 492918"/>
                  <a:gd name="connsiteX0" fmla="*/ 92869 w 702970"/>
                  <a:gd name="connsiteY0" fmla="*/ 359701 h 550201"/>
                  <a:gd name="connsiteX1" fmla="*/ 459581 w 702970"/>
                  <a:gd name="connsiteY1" fmla="*/ 57283 h 550201"/>
                  <a:gd name="connsiteX2" fmla="*/ 650082 w 702970"/>
                  <a:gd name="connsiteY2" fmla="*/ 264451 h 550201"/>
                  <a:gd name="connsiteX3" fmla="*/ 0 w 702970"/>
                  <a:gd name="connsiteY3" fmla="*/ 550201 h 550201"/>
                  <a:gd name="connsiteX4" fmla="*/ 92869 w 702970"/>
                  <a:gd name="connsiteY4" fmla="*/ 359701 h 550201"/>
                  <a:gd name="connsiteX0" fmla="*/ 92869 w 706874"/>
                  <a:gd name="connsiteY0" fmla="*/ 347179 h 537679"/>
                  <a:gd name="connsiteX1" fmla="*/ 459581 w 706874"/>
                  <a:gd name="connsiteY1" fmla="*/ 44761 h 537679"/>
                  <a:gd name="connsiteX2" fmla="*/ 650082 w 706874"/>
                  <a:gd name="connsiteY2" fmla="*/ 251929 h 537679"/>
                  <a:gd name="connsiteX3" fmla="*/ 0 w 706874"/>
                  <a:gd name="connsiteY3" fmla="*/ 537679 h 537679"/>
                  <a:gd name="connsiteX4" fmla="*/ 92869 w 706874"/>
                  <a:gd name="connsiteY4" fmla="*/ 347179 h 537679"/>
                  <a:gd name="connsiteX0" fmla="*/ 92869 w 705065"/>
                  <a:gd name="connsiteY0" fmla="*/ 353475 h 543975"/>
                  <a:gd name="connsiteX1" fmla="*/ 450056 w 705065"/>
                  <a:gd name="connsiteY1" fmla="*/ 43913 h 543975"/>
                  <a:gd name="connsiteX2" fmla="*/ 650082 w 705065"/>
                  <a:gd name="connsiteY2" fmla="*/ 258225 h 543975"/>
                  <a:gd name="connsiteX3" fmla="*/ 0 w 705065"/>
                  <a:gd name="connsiteY3" fmla="*/ 543975 h 543975"/>
                  <a:gd name="connsiteX4" fmla="*/ 92869 w 705065"/>
                  <a:gd name="connsiteY4" fmla="*/ 353475 h 543975"/>
                  <a:gd name="connsiteX0" fmla="*/ 92869 w 738325"/>
                  <a:gd name="connsiteY0" fmla="*/ 357004 h 547504"/>
                  <a:gd name="connsiteX1" fmla="*/ 450056 w 738325"/>
                  <a:gd name="connsiteY1" fmla="*/ 47442 h 547504"/>
                  <a:gd name="connsiteX2" fmla="*/ 650082 w 738325"/>
                  <a:gd name="connsiteY2" fmla="*/ 261754 h 547504"/>
                  <a:gd name="connsiteX3" fmla="*/ 0 w 738325"/>
                  <a:gd name="connsiteY3" fmla="*/ 547504 h 547504"/>
                  <a:gd name="connsiteX4" fmla="*/ 92869 w 738325"/>
                  <a:gd name="connsiteY4" fmla="*/ 357004 h 547504"/>
                  <a:gd name="connsiteX0" fmla="*/ 92869 w 734198"/>
                  <a:gd name="connsiteY0" fmla="*/ 366816 h 557316"/>
                  <a:gd name="connsiteX1" fmla="*/ 450056 w 734198"/>
                  <a:gd name="connsiteY1" fmla="*/ 57254 h 557316"/>
                  <a:gd name="connsiteX2" fmla="*/ 650082 w 734198"/>
                  <a:gd name="connsiteY2" fmla="*/ 271566 h 557316"/>
                  <a:gd name="connsiteX3" fmla="*/ 0 w 734198"/>
                  <a:gd name="connsiteY3" fmla="*/ 557316 h 557316"/>
                  <a:gd name="connsiteX4" fmla="*/ 92869 w 734198"/>
                  <a:gd name="connsiteY4" fmla="*/ 366816 h 557316"/>
                  <a:gd name="connsiteX0" fmla="*/ 92869 w 736225"/>
                  <a:gd name="connsiteY0" fmla="*/ 366816 h 557316"/>
                  <a:gd name="connsiteX1" fmla="*/ 450056 w 736225"/>
                  <a:gd name="connsiteY1" fmla="*/ 57254 h 557316"/>
                  <a:gd name="connsiteX2" fmla="*/ 650082 w 736225"/>
                  <a:gd name="connsiteY2" fmla="*/ 271566 h 557316"/>
                  <a:gd name="connsiteX3" fmla="*/ 0 w 736225"/>
                  <a:gd name="connsiteY3" fmla="*/ 557316 h 557316"/>
                  <a:gd name="connsiteX4" fmla="*/ 92869 w 736225"/>
                  <a:gd name="connsiteY4" fmla="*/ 366816 h 557316"/>
                  <a:gd name="connsiteX0" fmla="*/ 92869 w 757544"/>
                  <a:gd name="connsiteY0" fmla="*/ 364191 h 554691"/>
                  <a:gd name="connsiteX1" fmla="*/ 450056 w 757544"/>
                  <a:gd name="connsiteY1" fmla="*/ 54629 h 554691"/>
                  <a:gd name="connsiteX2" fmla="*/ 676276 w 757544"/>
                  <a:gd name="connsiteY2" fmla="*/ 287991 h 554691"/>
                  <a:gd name="connsiteX3" fmla="*/ 0 w 757544"/>
                  <a:gd name="connsiteY3" fmla="*/ 554691 h 554691"/>
                  <a:gd name="connsiteX4" fmla="*/ 92869 w 757544"/>
                  <a:gd name="connsiteY4" fmla="*/ 364191 h 554691"/>
                  <a:gd name="connsiteX0" fmla="*/ 92869 w 756519"/>
                  <a:gd name="connsiteY0" fmla="*/ 364477 h 554977"/>
                  <a:gd name="connsiteX1" fmla="*/ 450056 w 756519"/>
                  <a:gd name="connsiteY1" fmla="*/ 54915 h 554977"/>
                  <a:gd name="connsiteX2" fmla="*/ 676276 w 756519"/>
                  <a:gd name="connsiteY2" fmla="*/ 288277 h 554977"/>
                  <a:gd name="connsiteX3" fmla="*/ 0 w 756519"/>
                  <a:gd name="connsiteY3" fmla="*/ 554977 h 554977"/>
                  <a:gd name="connsiteX4" fmla="*/ 92869 w 756519"/>
                  <a:gd name="connsiteY4" fmla="*/ 364477 h 554977"/>
                  <a:gd name="connsiteX0" fmla="*/ 92869 w 758034"/>
                  <a:gd name="connsiteY0" fmla="*/ 369357 h 559857"/>
                  <a:gd name="connsiteX1" fmla="*/ 450056 w 758034"/>
                  <a:gd name="connsiteY1" fmla="*/ 59795 h 559857"/>
                  <a:gd name="connsiteX2" fmla="*/ 676276 w 758034"/>
                  <a:gd name="connsiteY2" fmla="*/ 293157 h 559857"/>
                  <a:gd name="connsiteX3" fmla="*/ 0 w 758034"/>
                  <a:gd name="connsiteY3" fmla="*/ 559857 h 559857"/>
                  <a:gd name="connsiteX4" fmla="*/ 92869 w 758034"/>
                  <a:gd name="connsiteY4" fmla="*/ 369357 h 559857"/>
                  <a:gd name="connsiteX0" fmla="*/ 0 w 665165"/>
                  <a:gd name="connsiteY0" fmla="*/ 369357 h 521757"/>
                  <a:gd name="connsiteX1" fmla="*/ 357187 w 665165"/>
                  <a:gd name="connsiteY1" fmla="*/ 59795 h 521757"/>
                  <a:gd name="connsiteX2" fmla="*/ 583407 w 665165"/>
                  <a:gd name="connsiteY2" fmla="*/ 293157 h 521757"/>
                  <a:gd name="connsiteX3" fmla="*/ 138112 w 665165"/>
                  <a:gd name="connsiteY3" fmla="*/ 521757 h 521757"/>
                  <a:gd name="connsiteX4" fmla="*/ 0 w 665165"/>
                  <a:gd name="connsiteY4" fmla="*/ 369357 h 521757"/>
                  <a:gd name="connsiteX0" fmla="*/ 0 w 665165"/>
                  <a:gd name="connsiteY0" fmla="*/ 369357 h 533663"/>
                  <a:gd name="connsiteX1" fmla="*/ 357187 w 665165"/>
                  <a:gd name="connsiteY1" fmla="*/ 59795 h 533663"/>
                  <a:gd name="connsiteX2" fmla="*/ 583407 w 665165"/>
                  <a:gd name="connsiteY2" fmla="*/ 293157 h 533663"/>
                  <a:gd name="connsiteX3" fmla="*/ 154781 w 665165"/>
                  <a:gd name="connsiteY3" fmla="*/ 533663 h 533663"/>
                  <a:gd name="connsiteX4" fmla="*/ 0 w 665165"/>
                  <a:gd name="connsiteY4" fmla="*/ 369357 h 533663"/>
                  <a:gd name="connsiteX0" fmla="*/ 0 w 665165"/>
                  <a:gd name="connsiteY0" fmla="*/ 369357 h 543188"/>
                  <a:gd name="connsiteX1" fmla="*/ 357187 w 665165"/>
                  <a:gd name="connsiteY1" fmla="*/ 59795 h 543188"/>
                  <a:gd name="connsiteX2" fmla="*/ 583407 w 665165"/>
                  <a:gd name="connsiteY2" fmla="*/ 293157 h 543188"/>
                  <a:gd name="connsiteX3" fmla="*/ 154781 w 665165"/>
                  <a:gd name="connsiteY3" fmla="*/ 543188 h 543188"/>
                  <a:gd name="connsiteX4" fmla="*/ 0 w 665165"/>
                  <a:gd name="connsiteY4" fmla="*/ 369357 h 543188"/>
                  <a:gd name="connsiteX0" fmla="*/ 403 w 665568"/>
                  <a:gd name="connsiteY0" fmla="*/ 369357 h 543188"/>
                  <a:gd name="connsiteX1" fmla="*/ 357590 w 665568"/>
                  <a:gd name="connsiteY1" fmla="*/ 59795 h 543188"/>
                  <a:gd name="connsiteX2" fmla="*/ 583810 w 665568"/>
                  <a:gd name="connsiteY2" fmla="*/ 293157 h 543188"/>
                  <a:gd name="connsiteX3" fmla="*/ 155184 w 665568"/>
                  <a:gd name="connsiteY3" fmla="*/ 543188 h 543188"/>
                  <a:gd name="connsiteX4" fmla="*/ 403 w 665568"/>
                  <a:gd name="connsiteY4" fmla="*/ 369357 h 543188"/>
                  <a:gd name="connsiteX0" fmla="*/ 2012 w 667177"/>
                  <a:gd name="connsiteY0" fmla="*/ 369357 h 546530"/>
                  <a:gd name="connsiteX1" fmla="*/ 359199 w 667177"/>
                  <a:gd name="connsiteY1" fmla="*/ 59795 h 546530"/>
                  <a:gd name="connsiteX2" fmla="*/ 585419 w 667177"/>
                  <a:gd name="connsiteY2" fmla="*/ 293157 h 546530"/>
                  <a:gd name="connsiteX3" fmla="*/ 156793 w 667177"/>
                  <a:gd name="connsiteY3" fmla="*/ 543188 h 546530"/>
                  <a:gd name="connsiteX4" fmla="*/ 2012 w 667177"/>
                  <a:gd name="connsiteY4" fmla="*/ 369357 h 546530"/>
                  <a:gd name="connsiteX0" fmla="*/ 2012 w 667177"/>
                  <a:gd name="connsiteY0" fmla="*/ 369357 h 546530"/>
                  <a:gd name="connsiteX1" fmla="*/ 359199 w 667177"/>
                  <a:gd name="connsiteY1" fmla="*/ 59795 h 546530"/>
                  <a:gd name="connsiteX2" fmla="*/ 585419 w 667177"/>
                  <a:gd name="connsiteY2" fmla="*/ 293157 h 546530"/>
                  <a:gd name="connsiteX3" fmla="*/ 156793 w 667177"/>
                  <a:gd name="connsiteY3" fmla="*/ 543188 h 546530"/>
                  <a:gd name="connsiteX4" fmla="*/ 2012 w 667177"/>
                  <a:gd name="connsiteY4" fmla="*/ 369357 h 546530"/>
                  <a:gd name="connsiteX0" fmla="*/ 14922 w 680087"/>
                  <a:gd name="connsiteY0" fmla="*/ 369357 h 545428"/>
                  <a:gd name="connsiteX1" fmla="*/ 372109 w 680087"/>
                  <a:gd name="connsiteY1" fmla="*/ 59795 h 545428"/>
                  <a:gd name="connsiteX2" fmla="*/ 598329 w 680087"/>
                  <a:gd name="connsiteY2" fmla="*/ 293157 h 545428"/>
                  <a:gd name="connsiteX3" fmla="*/ 169703 w 680087"/>
                  <a:gd name="connsiteY3" fmla="*/ 543188 h 545428"/>
                  <a:gd name="connsiteX4" fmla="*/ 14922 w 680087"/>
                  <a:gd name="connsiteY4" fmla="*/ 369357 h 545428"/>
                  <a:gd name="connsiteX0" fmla="*/ 13366 w 678531"/>
                  <a:gd name="connsiteY0" fmla="*/ 369357 h 554814"/>
                  <a:gd name="connsiteX1" fmla="*/ 370553 w 678531"/>
                  <a:gd name="connsiteY1" fmla="*/ 59795 h 554814"/>
                  <a:gd name="connsiteX2" fmla="*/ 596773 w 678531"/>
                  <a:gd name="connsiteY2" fmla="*/ 293157 h 554814"/>
                  <a:gd name="connsiteX3" fmla="*/ 180054 w 678531"/>
                  <a:gd name="connsiteY3" fmla="*/ 552713 h 554814"/>
                  <a:gd name="connsiteX4" fmla="*/ 13366 w 678531"/>
                  <a:gd name="connsiteY4" fmla="*/ 369357 h 554814"/>
                  <a:gd name="connsiteX0" fmla="*/ 10389 w 675554"/>
                  <a:gd name="connsiteY0" fmla="*/ 369357 h 559513"/>
                  <a:gd name="connsiteX1" fmla="*/ 367576 w 675554"/>
                  <a:gd name="connsiteY1" fmla="*/ 59795 h 559513"/>
                  <a:gd name="connsiteX2" fmla="*/ 593796 w 675554"/>
                  <a:gd name="connsiteY2" fmla="*/ 293157 h 559513"/>
                  <a:gd name="connsiteX3" fmla="*/ 208033 w 675554"/>
                  <a:gd name="connsiteY3" fmla="*/ 557475 h 559513"/>
                  <a:gd name="connsiteX4" fmla="*/ 10389 w 675554"/>
                  <a:gd name="connsiteY4" fmla="*/ 369357 h 559513"/>
                  <a:gd name="connsiteX0" fmla="*/ 9895 w 675060"/>
                  <a:gd name="connsiteY0" fmla="*/ 369357 h 563100"/>
                  <a:gd name="connsiteX1" fmla="*/ 367082 w 675060"/>
                  <a:gd name="connsiteY1" fmla="*/ 59795 h 563100"/>
                  <a:gd name="connsiteX2" fmla="*/ 593302 w 675060"/>
                  <a:gd name="connsiteY2" fmla="*/ 293157 h 563100"/>
                  <a:gd name="connsiteX3" fmla="*/ 207539 w 675060"/>
                  <a:gd name="connsiteY3" fmla="*/ 557475 h 563100"/>
                  <a:gd name="connsiteX4" fmla="*/ 9895 w 675060"/>
                  <a:gd name="connsiteY4" fmla="*/ 369357 h 563100"/>
                  <a:gd name="connsiteX0" fmla="*/ 30178 w 695343"/>
                  <a:gd name="connsiteY0" fmla="*/ 369357 h 785109"/>
                  <a:gd name="connsiteX1" fmla="*/ 387365 w 695343"/>
                  <a:gd name="connsiteY1" fmla="*/ 59795 h 785109"/>
                  <a:gd name="connsiteX2" fmla="*/ 613585 w 695343"/>
                  <a:gd name="connsiteY2" fmla="*/ 293157 h 785109"/>
                  <a:gd name="connsiteX3" fmla="*/ 115280 w 695343"/>
                  <a:gd name="connsiteY3" fmla="*/ 782558 h 785109"/>
                  <a:gd name="connsiteX4" fmla="*/ 30178 w 695343"/>
                  <a:gd name="connsiteY4" fmla="*/ 369357 h 785109"/>
                  <a:gd name="connsiteX0" fmla="*/ 23471 w 709737"/>
                  <a:gd name="connsiteY0" fmla="*/ 467831 h 785914"/>
                  <a:gd name="connsiteX1" fmla="*/ 401759 w 709737"/>
                  <a:gd name="connsiteY1" fmla="*/ 59795 h 785914"/>
                  <a:gd name="connsiteX2" fmla="*/ 627979 w 709737"/>
                  <a:gd name="connsiteY2" fmla="*/ 293157 h 785914"/>
                  <a:gd name="connsiteX3" fmla="*/ 129674 w 709737"/>
                  <a:gd name="connsiteY3" fmla="*/ 782558 h 785914"/>
                  <a:gd name="connsiteX4" fmla="*/ 23471 w 709737"/>
                  <a:gd name="connsiteY4" fmla="*/ 467831 h 785914"/>
                  <a:gd name="connsiteX0" fmla="*/ 23471 w 709737"/>
                  <a:gd name="connsiteY0" fmla="*/ 467831 h 785914"/>
                  <a:gd name="connsiteX1" fmla="*/ 401759 w 709737"/>
                  <a:gd name="connsiteY1" fmla="*/ 59795 h 785914"/>
                  <a:gd name="connsiteX2" fmla="*/ 627979 w 709737"/>
                  <a:gd name="connsiteY2" fmla="*/ 293157 h 785914"/>
                  <a:gd name="connsiteX3" fmla="*/ 129674 w 709737"/>
                  <a:gd name="connsiteY3" fmla="*/ 782558 h 785914"/>
                  <a:gd name="connsiteX4" fmla="*/ 23471 w 709737"/>
                  <a:gd name="connsiteY4" fmla="*/ 467831 h 785914"/>
                  <a:gd name="connsiteX0" fmla="*/ 13091 w 755627"/>
                  <a:gd name="connsiteY0" fmla="*/ 608508 h 788636"/>
                  <a:gd name="connsiteX1" fmla="*/ 447649 w 755627"/>
                  <a:gd name="connsiteY1" fmla="*/ 59795 h 788636"/>
                  <a:gd name="connsiteX2" fmla="*/ 673869 w 755627"/>
                  <a:gd name="connsiteY2" fmla="*/ 293157 h 788636"/>
                  <a:gd name="connsiteX3" fmla="*/ 175564 w 755627"/>
                  <a:gd name="connsiteY3" fmla="*/ 782558 h 788636"/>
                  <a:gd name="connsiteX4" fmla="*/ 13091 w 755627"/>
                  <a:gd name="connsiteY4" fmla="*/ 608508 h 788636"/>
                  <a:gd name="connsiteX0" fmla="*/ 33465 w 776001"/>
                  <a:gd name="connsiteY0" fmla="*/ 608508 h 787482"/>
                  <a:gd name="connsiteX1" fmla="*/ 468023 w 776001"/>
                  <a:gd name="connsiteY1" fmla="*/ 59795 h 787482"/>
                  <a:gd name="connsiteX2" fmla="*/ 694243 w 776001"/>
                  <a:gd name="connsiteY2" fmla="*/ 293157 h 787482"/>
                  <a:gd name="connsiteX3" fmla="*/ 195938 w 776001"/>
                  <a:gd name="connsiteY3" fmla="*/ 782558 h 787482"/>
                  <a:gd name="connsiteX4" fmla="*/ 33465 w 776001"/>
                  <a:gd name="connsiteY4" fmla="*/ 608508 h 787482"/>
                  <a:gd name="connsiteX0" fmla="*/ 33465 w 776001"/>
                  <a:gd name="connsiteY0" fmla="*/ 596443 h 775417"/>
                  <a:gd name="connsiteX1" fmla="*/ 468023 w 776001"/>
                  <a:gd name="connsiteY1" fmla="*/ 61797 h 775417"/>
                  <a:gd name="connsiteX2" fmla="*/ 694243 w 776001"/>
                  <a:gd name="connsiteY2" fmla="*/ 281092 h 775417"/>
                  <a:gd name="connsiteX3" fmla="*/ 195938 w 776001"/>
                  <a:gd name="connsiteY3" fmla="*/ 770493 h 775417"/>
                  <a:gd name="connsiteX4" fmla="*/ 33465 w 776001"/>
                  <a:gd name="connsiteY4" fmla="*/ 596443 h 775417"/>
                  <a:gd name="connsiteX0" fmla="*/ 33465 w 766898"/>
                  <a:gd name="connsiteY0" fmla="*/ 601405 h 780379"/>
                  <a:gd name="connsiteX1" fmla="*/ 468023 w 766898"/>
                  <a:gd name="connsiteY1" fmla="*/ 66759 h 780379"/>
                  <a:gd name="connsiteX2" fmla="*/ 694243 w 766898"/>
                  <a:gd name="connsiteY2" fmla="*/ 286054 h 780379"/>
                  <a:gd name="connsiteX3" fmla="*/ 195938 w 766898"/>
                  <a:gd name="connsiteY3" fmla="*/ 775455 h 780379"/>
                  <a:gd name="connsiteX4" fmla="*/ 33465 w 766898"/>
                  <a:gd name="connsiteY4" fmla="*/ 601405 h 780379"/>
                  <a:gd name="connsiteX0" fmla="*/ 33465 w 772715"/>
                  <a:gd name="connsiteY0" fmla="*/ 600246 h 779220"/>
                  <a:gd name="connsiteX1" fmla="*/ 468023 w 772715"/>
                  <a:gd name="connsiteY1" fmla="*/ 65600 h 779220"/>
                  <a:gd name="connsiteX2" fmla="*/ 701277 w 772715"/>
                  <a:gd name="connsiteY2" fmla="*/ 291929 h 779220"/>
                  <a:gd name="connsiteX3" fmla="*/ 195938 w 772715"/>
                  <a:gd name="connsiteY3" fmla="*/ 774296 h 779220"/>
                  <a:gd name="connsiteX4" fmla="*/ 33465 w 772715"/>
                  <a:gd name="connsiteY4" fmla="*/ 600246 h 779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2715" h="779220">
                    <a:moveTo>
                      <a:pt x="33465" y="600246"/>
                    </a:moveTo>
                    <a:lnTo>
                      <a:pt x="468023" y="65600"/>
                    </a:lnTo>
                    <a:cubicBezTo>
                      <a:pt x="656935" y="-116167"/>
                      <a:pt x="893694" y="119440"/>
                      <a:pt x="701277" y="291929"/>
                    </a:cubicBezTo>
                    <a:lnTo>
                      <a:pt x="195938" y="774296"/>
                    </a:lnTo>
                    <a:cubicBezTo>
                      <a:pt x="49094" y="811602"/>
                      <a:pt x="-57045" y="625512"/>
                      <a:pt x="33465" y="600246"/>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grpSp>
        <p:grpSp>
          <p:nvGrpSpPr>
            <p:cNvPr id="110" name="Group 109"/>
            <p:cNvGrpSpPr/>
            <p:nvPr/>
          </p:nvGrpSpPr>
          <p:grpSpPr>
            <a:xfrm>
              <a:off x="7590335" y="1903405"/>
              <a:ext cx="263294" cy="234104"/>
              <a:chOff x="2317767" y="839172"/>
              <a:chExt cx="1338697" cy="1266984"/>
            </a:xfrm>
          </p:grpSpPr>
          <p:grpSp>
            <p:nvGrpSpPr>
              <p:cNvPr id="193" name="Group 192"/>
              <p:cNvGrpSpPr/>
              <p:nvPr/>
            </p:nvGrpSpPr>
            <p:grpSpPr>
              <a:xfrm>
                <a:off x="2317767" y="839172"/>
                <a:ext cx="1338697" cy="1266984"/>
                <a:chOff x="2317767" y="839172"/>
                <a:chExt cx="1338697" cy="1266984"/>
              </a:xfrm>
            </p:grpSpPr>
            <p:sp>
              <p:nvSpPr>
                <p:cNvPr id="198" name="Rectangle 2"/>
                <p:cNvSpPr/>
                <p:nvPr/>
              </p:nvSpPr>
              <p:spPr>
                <a:xfrm rot="19122423" flipV="1">
                  <a:off x="2317767" y="1362474"/>
                  <a:ext cx="243858" cy="232762"/>
                </a:xfrm>
                <a:custGeom>
                  <a:avLst/>
                  <a:gdLst>
                    <a:gd name="connsiteX0" fmla="*/ 0 w 4659086"/>
                    <a:gd name="connsiteY0" fmla="*/ 0 h 2017485"/>
                    <a:gd name="connsiteX1" fmla="*/ 4659086 w 4659086"/>
                    <a:gd name="connsiteY1" fmla="*/ 0 h 2017485"/>
                    <a:gd name="connsiteX2" fmla="*/ 4659086 w 4659086"/>
                    <a:gd name="connsiteY2" fmla="*/ 2017485 h 2017485"/>
                    <a:gd name="connsiteX3" fmla="*/ 0 w 4659086"/>
                    <a:gd name="connsiteY3" fmla="*/ 2017485 h 2017485"/>
                    <a:gd name="connsiteX4" fmla="*/ 0 w 4659086"/>
                    <a:gd name="connsiteY4" fmla="*/ 0 h 2017485"/>
                    <a:gd name="connsiteX0" fmla="*/ 0 w 4804229"/>
                    <a:gd name="connsiteY0" fmla="*/ 0 h 2017485"/>
                    <a:gd name="connsiteX1" fmla="*/ 4659086 w 4804229"/>
                    <a:gd name="connsiteY1" fmla="*/ 0 h 2017485"/>
                    <a:gd name="connsiteX2" fmla="*/ 4804229 w 4804229"/>
                    <a:gd name="connsiteY2" fmla="*/ 1204685 h 2017485"/>
                    <a:gd name="connsiteX3" fmla="*/ 0 w 4804229"/>
                    <a:gd name="connsiteY3" fmla="*/ 2017485 h 2017485"/>
                    <a:gd name="connsiteX4" fmla="*/ 0 w 4804229"/>
                    <a:gd name="connsiteY4" fmla="*/ 0 h 2017485"/>
                    <a:gd name="connsiteX0" fmla="*/ 0 w 4804229"/>
                    <a:gd name="connsiteY0" fmla="*/ 0 h 4223656"/>
                    <a:gd name="connsiteX1" fmla="*/ 4659086 w 4804229"/>
                    <a:gd name="connsiteY1" fmla="*/ 0 h 4223656"/>
                    <a:gd name="connsiteX2" fmla="*/ 4804229 w 4804229"/>
                    <a:gd name="connsiteY2" fmla="*/ 1204685 h 4223656"/>
                    <a:gd name="connsiteX3" fmla="*/ 2002971 w 4804229"/>
                    <a:gd name="connsiteY3" fmla="*/ 4223656 h 4223656"/>
                    <a:gd name="connsiteX4" fmla="*/ 0 w 4804229"/>
                    <a:gd name="connsiteY4" fmla="*/ 0 h 4223656"/>
                    <a:gd name="connsiteX0" fmla="*/ 0 w 7634515"/>
                    <a:gd name="connsiteY0" fmla="*/ 0 h 4499428"/>
                    <a:gd name="connsiteX1" fmla="*/ 7489372 w 7634515"/>
                    <a:gd name="connsiteY1" fmla="*/ 275772 h 4499428"/>
                    <a:gd name="connsiteX2" fmla="*/ 7634515 w 7634515"/>
                    <a:gd name="connsiteY2" fmla="*/ 1480457 h 4499428"/>
                    <a:gd name="connsiteX3" fmla="*/ 4833257 w 7634515"/>
                    <a:gd name="connsiteY3" fmla="*/ 4499428 h 4499428"/>
                    <a:gd name="connsiteX4" fmla="*/ 0 w 7634515"/>
                    <a:gd name="connsiteY4" fmla="*/ 0 h 4499428"/>
                    <a:gd name="connsiteX0" fmla="*/ 0 w 7634515"/>
                    <a:gd name="connsiteY0" fmla="*/ 0 h 4499428"/>
                    <a:gd name="connsiteX1" fmla="*/ 7489372 w 7634515"/>
                    <a:gd name="connsiteY1" fmla="*/ 275772 h 4499428"/>
                    <a:gd name="connsiteX2" fmla="*/ 7634515 w 7634515"/>
                    <a:gd name="connsiteY2" fmla="*/ 1480457 h 4499428"/>
                    <a:gd name="connsiteX3" fmla="*/ 4833257 w 7634515"/>
                    <a:gd name="connsiteY3" fmla="*/ 4499428 h 4499428"/>
                    <a:gd name="connsiteX4" fmla="*/ 0 w 7634515"/>
                    <a:gd name="connsiteY4" fmla="*/ 0 h 4499428"/>
                    <a:gd name="connsiteX0" fmla="*/ 39552 w 7674067"/>
                    <a:gd name="connsiteY0" fmla="*/ 0 h 4895853"/>
                    <a:gd name="connsiteX1" fmla="*/ 7528924 w 7674067"/>
                    <a:gd name="connsiteY1" fmla="*/ 275772 h 4895853"/>
                    <a:gd name="connsiteX2" fmla="*/ 7674067 w 7674067"/>
                    <a:gd name="connsiteY2" fmla="*/ 1480457 h 4895853"/>
                    <a:gd name="connsiteX3" fmla="*/ 4872809 w 7674067"/>
                    <a:gd name="connsiteY3" fmla="*/ 4499428 h 4895853"/>
                    <a:gd name="connsiteX4" fmla="*/ 4582524 w 7674067"/>
                    <a:gd name="connsiteY4" fmla="*/ 4368799 h 4895853"/>
                    <a:gd name="connsiteX5" fmla="*/ 39552 w 7674067"/>
                    <a:gd name="connsiteY5" fmla="*/ 0 h 4895853"/>
                    <a:gd name="connsiteX0" fmla="*/ 38817 w 7673332"/>
                    <a:gd name="connsiteY0" fmla="*/ 0 h 4715686"/>
                    <a:gd name="connsiteX1" fmla="*/ 7528189 w 7673332"/>
                    <a:gd name="connsiteY1" fmla="*/ 275772 h 4715686"/>
                    <a:gd name="connsiteX2" fmla="*/ 7673332 w 7673332"/>
                    <a:gd name="connsiteY2" fmla="*/ 1480457 h 4715686"/>
                    <a:gd name="connsiteX3" fmla="*/ 4872074 w 7673332"/>
                    <a:gd name="connsiteY3" fmla="*/ 4499428 h 4715686"/>
                    <a:gd name="connsiteX4" fmla="*/ 4668875 w 7673332"/>
                    <a:gd name="connsiteY4" fmla="*/ 3860799 h 4715686"/>
                    <a:gd name="connsiteX5" fmla="*/ 38817 w 7673332"/>
                    <a:gd name="connsiteY5" fmla="*/ 0 h 4715686"/>
                    <a:gd name="connsiteX0" fmla="*/ 38817 w 7673332"/>
                    <a:gd name="connsiteY0" fmla="*/ 0 h 4614939"/>
                    <a:gd name="connsiteX1" fmla="*/ 7528189 w 7673332"/>
                    <a:gd name="connsiteY1" fmla="*/ 275772 h 4614939"/>
                    <a:gd name="connsiteX2" fmla="*/ 7673332 w 7673332"/>
                    <a:gd name="connsiteY2" fmla="*/ 1480457 h 4614939"/>
                    <a:gd name="connsiteX3" fmla="*/ 4872074 w 7673332"/>
                    <a:gd name="connsiteY3" fmla="*/ 4499428 h 4614939"/>
                    <a:gd name="connsiteX4" fmla="*/ 4668875 w 7673332"/>
                    <a:gd name="connsiteY4" fmla="*/ 3860799 h 4614939"/>
                    <a:gd name="connsiteX5" fmla="*/ 38817 w 7673332"/>
                    <a:gd name="connsiteY5" fmla="*/ 0 h 4614939"/>
                    <a:gd name="connsiteX0" fmla="*/ 38817 w 7673332"/>
                    <a:gd name="connsiteY0" fmla="*/ 0 h 4499428"/>
                    <a:gd name="connsiteX1" fmla="*/ 7528189 w 7673332"/>
                    <a:gd name="connsiteY1" fmla="*/ 275772 h 4499428"/>
                    <a:gd name="connsiteX2" fmla="*/ 7673332 w 7673332"/>
                    <a:gd name="connsiteY2" fmla="*/ 1480457 h 4499428"/>
                    <a:gd name="connsiteX3" fmla="*/ 4872074 w 7673332"/>
                    <a:gd name="connsiteY3" fmla="*/ 4499428 h 4499428"/>
                    <a:gd name="connsiteX4" fmla="*/ 4668875 w 7673332"/>
                    <a:gd name="connsiteY4" fmla="*/ 3860799 h 4499428"/>
                    <a:gd name="connsiteX5" fmla="*/ 38817 w 7673332"/>
                    <a:gd name="connsiteY5" fmla="*/ 0 h 4499428"/>
                    <a:gd name="connsiteX0" fmla="*/ 39428 w 7673943"/>
                    <a:gd name="connsiteY0" fmla="*/ 0 h 4499428"/>
                    <a:gd name="connsiteX1" fmla="*/ 7528800 w 7673943"/>
                    <a:gd name="connsiteY1" fmla="*/ 275772 h 4499428"/>
                    <a:gd name="connsiteX2" fmla="*/ 7673943 w 7673943"/>
                    <a:gd name="connsiteY2" fmla="*/ 1480457 h 4499428"/>
                    <a:gd name="connsiteX3" fmla="*/ 4872685 w 7673943"/>
                    <a:gd name="connsiteY3" fmla="*/ 4499428 h 4499428"/>
                    <a:gd name="connsiteX4" fmla="*/ 4596915 w 7673943"/>
                    <a:gd name="connsiteY4" fmla="*/ 4397828 h 4499428"/>
                    <a:gd name="connsiteX5" fmla="*/ 39428 w 7673943"/>
                    <a:gd name="connsiteY5" fmla="*/ 0 h 4499428"/>
                    <a:gd name="connsiteX0" fmla="*/ 39428 w 7673943"/>
                    <a:gd name="connsiteY0" fmla="*/ 0 h 4499428"/>
                    <a:gd name="connsiteX1" fmla="*/ 7528800 w 7673943"/>
                    <a:gd name="connsiteY1" fmla="*/ 275772 h 4499428"/>
                    <a:gd name="connsiteX2" fmla="*/ 7673943 w 7673943"/>
                    <a:gd name="connsiteY2" fmla="*/ 1480457 h 4499428"/>
                    <a:gd name="connsiteX3" fmla="*/ 4872685 w 7673943"/>
                    <a:gd name="connsiteY3" fmla="*/ 4499428 h 4499428"/>
                    <a:gd name="connsiteX4" fmla="*/ 4596915 w 7673943"/>
                    <a:gd name="connsiteY4" fmla="*/ 4397828 h 4499428"/>
                    <a:gd name="connsiteX5" fmla="*/ 39428 w 7673943"/>
                    <a:gd name="connsiteY5" fmla="*/ 0 h 4499428"/>
                    <a:gd name="connsiteX0" fmla="*/ 39428 w 7673943"/>
                    <a:gd name="connsiteY0" fmla="*/ 0 h 4499428"/>
                    <a:gd name="connsiteX1" fmla="*/ 7528800 w 7673943"/>
                    <a:gd name="connsiteY1" fmla="*/ 275772 h 4499428"/>
                    <a:gd name="connsiteX2" fmla="*/ 7673943 w 7673943"/>
                    <a:gd name="connsiteY2" fmla="*/ 1480457 h 4499428"/>
                    <a:gd name="connsiteX3" fmla="*/ 4872685 w 7673943"/>
                    <a:gd name="connsiteY3" fmla="*/ 4499428 h 4499428"/>
                    <a:gd name="connsiteX4" fmla="*/ 4596915 w 7673943"/>
                    <a:gd name="connsiteY4" fmla="*/ 4397828 h 4499428"/>
                    <a:gd name="connsiteX5" fmla="*/ 39428 w 7673943"/>
                    <a:gd name="connsiteY5" fmla="*/ 0 h 4499428"/>
                    <a:gd name="connsiteX0" fmla="*/ 39428 w 7673943"/>
                    <a:gd name="connsiteY0" fmla="*/ 0 h 4499428"/>
                    <a:gd name="connsiteX1" fmla="*/ 7528800 w 7673943"/>
                    <a:gd name="connsiteY1" fmla="*/ 275772 h 4499428"/>
                    <a:gd name="connsiteX2" fmla="*/ 7673943 w 7673943"/>
                    <a:gd name="connsiteY2" fmla="*/ 1480457 h 4499428"/>
                    <a:gd name="connsiteX3" fmla="*/ 4872685 w 7673943"/>
                    <a:gd name="connsiteY3" fmla="*/ 4499428 h 4499428"/>
                    <a:gd name="connsiteX4" fmla="*/ 4596915 w 7673943"/>
                    <a:gd name="connsiteY4" fmla="*/ 4397828 h 4499428"/>
                    <a:gd name="connsiteX5" fmla="*/ 39428 w 7673943"/>
                    <a:gd name="connsiteY5" fmla="*/ 0 h 4499428"/>
                    <a:gd name="connsiteX0" fmla="*/ 38245 w 7672760"/>
                    <a:gd name="connsiteY0" fmla="*/ 0 h 4499428"/>
                    <a:gd name="connsiteX1" fmla="*/ 7527617 w 7672760"/>
                    <a:gd name="connsiteY1" fmla="*/ 275772 h 4499428"/>
                    <a:gd name="connsiteX2" fmla="*/ 7672760 w 7672760"/>
                    <a:gd name="connsiteY2" fmla="*/ 1480457 h 4499428"/>
                    <a:gd name="connsiteX3" fmla="*/ 4871502 w 7672760"/>
                    <a:gd name="connsiteY3" fmla="*/ 4499428 h 4499428"/>
                    <a:gd name="connsiteX4" fmla="*/ 4595732 w 7672760"/>
                    <a:gd name="connsiteY4" fmla="*/ 4397828 h 4499428"/>
                    <a:gd name="connsiteX5" fmla="*/ 38245 w 7672760"/>
                    <a:gd name="connsiteY5" fmla="*/ 0 h 4499428"/>
                    <a:gd name="connsiteX0" fmla="*/ 0 w 7634515"/>
                    <a:gd name="connsiteY0" fmla="*/ 0 h 4499428"/>
                    <a:gd name="connsiteX1" fmla="*/ 7489372 w 7634515"/>
                    <a:gd name="connsiteY1" fmla="*/ 275772 h 4499428"/>
                    <a:gd name="connsiteX2" fmla="*/ 7634515 w 7634515"/>
                    <a:gd name="connsiteY2" fmla="*/ 1480457 h 4499428"/>
                    <a:gd name="connsiteX3" fmla="*/ 4833257 w 7634515"/>
                    <a:gd name="connsiteY3" fmla="*/ 4499428 h 4499428"/>
                    <a:gd name="connsiteX4" fmla="*/ 4557487 w 7634515"/>
                    <a:gd name="connsiteY4" fmla="*/ 4397828 h 4499428"/>
                    <a:gd name="connsiteX5" fmla="*/ 0 w 7634515"/>
                    <a:gd name="connsiteY5" fmla="*/ 0 h 4499428"/>
                    <a:gd name="connsiteX0" fmla="*/ 0 w 7634515"/>
                    <a:gd name="connsiteY0" fmla="*/ 0 h 4455885"/>
                    <a:gd name="connsiteX1" fmla="*/ 7489372 w 7634515"/>
                    <a:gd name="connsiteY1" fmla="*/ 275772 h 4455885"/>
                    <a:gd name="connsiteX2" fmla="*/ 7634515 w 7634515"/>
                    <a:gd name="connsiteY2" fmla="*/ 1480457 h 4455885"/>
                    <a:gd name="connsiteX3" fmla="*/ 4862285 w 7634515"/>
                    <a:gd name="connsiteY3" fmla="*/ 4455885 h 4455885"/>
                    <a:gd name="connsiteX4" fmla="*/ 4557487 w 7634515"/>
                    <a:gd name="connsiteY4" fmla="*/ 4397828 h 4455885"/>
                    <a:gd name="connsiteX5" fmla="*/ 0 w 7634515"/>
                    <a:gd name="connsiteY5" fmla="*/ 0 h 4455885"/>
                    <a:gd name="connsiteX0" fmla="*/ 0 w 7634515"/>
                    <a:gd name="connsiteY0" fmla="*/ 0 h 4484914"/>
                    <a:gd name="connsiteX1" fmla="*/ 7489372 w 7634515"/>
                    <a:gd name="connsiteY1" fmla="*/ 275772 h 4484914"/>
                    <a:gd name="connsiteX2" fmla="*/ 7634515 w 7634515"/>
                    <a:gd name="connsiteY2" fmla="*/ 1480457 h 4484914"/>
                    <a:gd name="connsiteX3" fmla="*/ 4833256 w 7634515"/>
                    <a:gd name="connsiteY3" fmla="*/ 4484914 h 4484914"/>
                    <a:gd name="connsiteX4" fmla="*/ 4557487 w 7634515"/>
                    <a:gd name="connsiteY4" fmla="*/ 4397828 h 4484914"/>
                    <a:gd name="connsiteX5" fmla="*/ 0 w 7634515"/>
                    <a:gd name="connsiteY5" fmla="*/ 0 h 4484914"/>
                    <a:gd name="connsiteX0" fmla="*/ 0 w 7634515"/>
                    <a:gd name="connsiteY0" fmla="*/ 0 h 4484914"/>
                    <a:gd name="connsiteX1" fmla="*/ 7489372 w 7634515"/>
                    <a:gd name="connsiteY1" fmla="*/ 275772 h 4484914"/>
                    <a:gd name="connsiteX2" fmla="*/ 7634515 w 7634515"/>
                    <a:gd name="connsiteY2" fmla="*/ 1480457 h 4484914"/>
                    <a:gd name="connsiteX3" fmla="*/ 4833256 w 7634515"/>
                    <a:gd name="connsiteY3" fmla="*/ 4484914 h 4484914"/>
                    <a:gd name="connsiteX4" fmla="*/ 4557487 w 7634515"/>
                    <a:gd name="connsiteY4" fmla="*/ 4397828 h 4484914"/>
                    <a:gd name="connsiteX5" fmla="*/ 0 w 7634515"/>
                    <a:gd name="connsiteY5" fmla="*/ 0 h 4484914"/>
                    <a:gd name="connsiteX0" fmla="*/ 0 w 7634515"/>
                    <a:gd name="connsiteY0" fmla="*/ 0 h 4484914"/>
                    <a:gd name="connsiteX1" fmla="*/ 5573485 w 7634515"/>
                    <a:gd name="connsiteY1" fmla="*/ 203200 h 4484914"/>
                    <a:gd name="connsiteX2" fmla="*/ 7489372 w 7634515"/>
                    <a:gd name="connsiteY2" fmla="*/ 275772 h 4484914"/>
                    <a:gd name="connsiteX3" fmla="*/ 7634515 w 7634515"/>
                    <a:gd name="connsiteY3" fmla="*/ 1480457 h 4484914"/>
                    <a:gd name="connsiteX4" fmla="*/ 4833256 w 7634515"/>
                    <a:gd name="connsiteY4" fmla="*/ 4484914 h 4484914"/>
                    <a:gd name="connsiteX5" fmla="*/ 4557487 w 7634515"/>
                    <a:gd name="connsiteY5" fmla="*/ 4397828 h 4484914"/>
                    <a:gd name="connsiteX6" fmla="*/ 0 w 7634515"/>
                    <a:gd name="connsiteY6" fmla="*/ 0 h 4484914"/>
                    <a:gd name="connsiteX0" fmla="*/ 0 w 7634515"/>
                    <a:gd name="connsiteY0" fmla="*/ 798285 h 5283199"/>
                    <a:gd name="connsiteX1" fmla="*/ 7082971 w 7634515"/>
                    <a:gd name="connsiteY1" fmla="*/ 0 h 5283199"/>
                    <a:gd name="connsiteX2" fmla="*/ 7489372 w 7634515"/>
                    <a:gd name="connsiteY2" fmla="*/ 1074057 h 5283199"/>
                    <a:gd name="connsiteX3" fmla="*/ 7634515 w 7634515"/>
                    <a:gd name="connsiteY3" fmla="*/ 2278742 h 5283199"/>
                    <a:gd name="connsiteX4" fmla="*/ 4833256 w 7634515"/>
                    <a:gd name="connsiteY4" fmla="*/ 5283199 h 5283199"/>
                    <a:gd name="connsiteX5" fmla="*/ 4557487 w 7634515"/>
                    <a:gd name="connsiteY5" fmla="*/ 5196113 h 5283199"/>
                    <a:gd name="connsiteX6" fmla="*/ 0 w 7634515"/>
                    <a:gd name="connsiteY6" fmla="*/ 798285 h 5283199"/>
                    <a:gd name="connsiteX0" fmla="*/ 0 w 7634515"/>
                    <a:gd name="connsiteY0" fmla="*/ 1088571 h 5573485"/>
                    <a:gd name="connsiteX1" fmla="*/ 7257143 w 7634515"/>
                    <a:gd name="connsiteY1" fmla="*/ 0 h 5573485"/>
                    <a:gd name="connsiteX2" fmla="*/ 7489372 w 7634515"/>
                    <a:gd name="connsiteY2" fmla="*/ 1364343 h 5573485"/>
                    <a:gd name="connsiteX3" fmla="*/ 7634515 w 7634515"/>
                    <a:gd name="connsiteY3" fmla="*/ 2569028 h 5573485"/>
                    <a:gd name="connsiteX4" fmla="*/ 4833256 w 7634515"/>
                    <a:gd name="connsiteY4" fmla="*/ 5573485 h 5573485"/>
                    <a:gd name="connsiteX5" fmla="*/ 4557487 w 7634515"/>
                    <a:gd name="connsiteY5" fmla="*/ 5486399 h 5573485"/>
                    <a:gd name="connsiteX6" fmla="*/ 0 w 7634515"/>
                    <a:gd name="connsiteY6" fmla="*/ 1088571 h 5573485"/>
                    <a:gd name="connsiteX0" fmla="*/ 0 w 7634515"/>
                    <a:gd name="connsiteY0" fmla="*/ 1088571 h 5573485"/>
                    <a:gd name="connsiteX1" fmla="*/ 5660571 w 7634515"/>
                    <a:gd name="connsiteY1" fmla="*/ 217715 h 5573485"/>
                    <a:gd name="connsiteX2" fmla="*/ 7257143 w 7634515"/>
                    <a:gd name="connsiteY2" fmla="*/ 0 h 5573485"/>
                    <a:gd name="connsiteX3" fmla="*/ 7489372 w 7634515"/>
                    <a:gd name="connsiteY3" fmla="*/ 1364343 h 5573485"/>
                    <a:gd name="connsiteX4" fmla="*/ 7634515 w 7634515"/>
                    <a:gd name="connsiteY4" fmla="*/ 2569028 h 5573485"/>
                    <a:gd name="connsiteX5" fmla="*/ 4833256 w 7634515"/>
                    <a:gd name="connsiteY5" fmla="*/ 5573485 h 5573485"/>
                    <a:gd name="connsiteX6" fmla="*/ 4557487 w 7634515"/>
                    <a:gd name="connsiteY6" fmla="*/ 5486399 h 5573485"/>
                    <a:gd name="connsiteX7" fmla="*/ 0 w 7634515"/>
                    <a:gd name="connsiteY7" fmla="*/ 1088571 h 5573485"/>
                    <a:gd name="connsiteX0" fmla="*/ 0 w 7634515"/>
                    <a:gd name="connsiteY0" fmla="*/ 1088571 h 5573485"/>
                    <a:gd name="connsiteX1" fmla="*/ 6110514 w 7634515"/>
                    <a:gd name="connsiteY1" fmla="*/ 740229 h 5573485"/>
                    <a:gd name="connsiteX2" fmla="*/ 7257143 w 7634515"/>
                    <a:gd name="connsiteY2" fmla="*/ 0 h 5573485"/>
                    <a:gd name="connsiteX3" fmla="*/ 7489372 w 7634515"/>
                    <a:gd name="connsiteY3" fmla="*/ 1364343 h 5573485"/>
                    <a:gd name="connsiteX4" fmla="*/ 7634515 w 7634515"/>
                    <a:gd name="connsiteY4" fmla="*/ 2569028 h 5573485"/>
                    <a:gd name="connsiteX5" fmla="*/ 4833256 w 7634515"/>
                    <a:gd name="connsiteY5" fmla="*/ 5573485 h 5573485"/>
                    <a:gd name="connsiteX6" fmla="*/ 4557487 w 7634515"/>
                    <a:gd name="connsiteY6" fmla="*/ 5486399 h 5573485"/>
                    <a:gd name="connsiteX7" fmla="*/ 0 w 7634515"/>
                    <a:gd name="connsiteY7" fmla="*/ 1088571 h 5573485"/>
                    <a:gd name="connsiteX0" fmla="*/ 0 w 7634515"/>
                    <a:gd name="connsiteY0" fmla="*/ 1088571 h 5573485"/>
                    <a:gd name="connsiteX1" fmla="*/ 6037942 w 7634515"/>
                    <a:gd name="connsiteY1" fmla="*/ 754743 h 5573485"/>
                    <a:gd name="connsiteX2" fmla="*/ 7257143 w 7634515"/>
                    <a:gd name="connsiteY2" fmla="*/ 0 h 5573485"/>
                    <a:gd name="connsiteX3" fmla="*/ 7489372 w 7634515"/>
                    <a:gd name="connsiteY3" fmla="*/ 1364343 h 5573485"/>
                    <a:gd name="connsiteX4" fmla="*/ 7634515 w 7634515"/>
                    <a:gd name="connsiteY4" fmla="*/ 2569028 h 5573485"/>
                    <a:gd name="connsiteX5" fmla="*/ 4833256 w 7634515"/>
                    <a:gd name="connsiteY5" fmla="*/ 5573485 h 5573485"/>
                    <a:gd name="connsiteX6" fmla="*/ 4557487 w 7634515"/>
                    <a:gd name="connsiteY6" fmla="*/ 5486399 h 5573485"/>
                    <a:gd name="connsiteX7" fmla="*/ 0 w 7634515"/>
                    <a:gd name="connsiteY7" fmla="*/ 1088571 h 5573485"/>
                    <a:gd name="connsiteX0" fmla="*/ 0 w 7634515"/>
                    <a:gd name="connsiteY0" fmla="*/ 1088571 h 5573485"/>
                    <a:gd name="connsiteX1" fmla="*/ 3164114 w 7634515"/>
                    <a:gd name="connsiteY1" fmla="*/ 914401 h 5573485"/>
                    <a:gd name="connsiteX2" fmla="*/ 6037942 w 7634515"/>
                    <a:gd name="connsiteY2" fmla="*/ 754743 h 5573485"/>
                    <a:gd name="connsiteX3" fmla="*/ 7257143 w 7634515"/>
                    <a:gd name="connsiteY3" fmla="*/ 0 h 5573485"/>
                    <a:gd name="connsiteX4" fmla="*/ 7489372 w 7634515"/>
                    <a:gd name="connsiteY4" fmla="*/ 1364343 h 5573485"/>
                    <a:gd name="connsiteX5" fmla="*/ 7634515 w 7634515"/>
                    <a:gd name="connsiteY5" fmla="*/ 2569028 h 5573485"/>
                    <a:gd name="connsiteX6" fmla="*/ 4833256 w 7634515"/>
                    <a:gd name="connsiteY6" fmla="*/ 5573485 h 5573485"/>
                    <a:gd name="connsiteX7" fmla="*/ 4557487 w 7634515"/>
                    <a:gd name="connsiteY7" fmla="*/ 5486399 h 5573485"/>
                    <a:gd name="connsiteX8" fmla="*/ 0 w 7634515"/>
                    <a:gd name="connsiteY8" fmla="*/ 1088571 h 5573485"/>
                    <a:gd name="connsiteX0" fmla="*/ 0 w 7634515"/>
                    <a:gd name="connsiteY0" fmla="*/ 1088571 h 5573485"/>
                    <a:gd name="connsiteX1" fmla="*/ 711199 w 7634515"/>
                    <a:gd name="connsiteY1" fmla="*/ 435430 h 5573485"/>
                    <a:gd name="connsiteX2" fmla="*/ 6037942 w 7634515"/>
                    <a:gd name="connsiteY2" fmla="*/ 754743 h 5573485"/>
                    <a:gd name="connsiteX3" fmla="*/ 7257143 w 7634515"/>
                    <a:gd name="connsiteY3" fmla="*/ 0 h 5573485"/>
                    <a:gd name="connsiteX4" fmla="*/ 7489372 w 7634515"/>
                    <a:gd name="connsiteY4" fmla="*/ 1364343 h 5573485"/>
                    <a:gd name="connsiteX5" fmla="*/ 7634515 w 7634515"/>
                    <a:gd name="connsiteY5" fmla="*/ 2569028 h 5573485"/>
                    <a:gd name="connsiteX6" fmla="*/ 4833256 w 7634515"/>
                    <a:gd name="connsiteY6" fmla="*/ 5573485 h 5573485"/>
                    <a:gd name="connsiteX7" fmla="*/ 4557487 w 7634515"/>
                    <a:gd name="connsiteY7" fmla="*/ 5486399 h 5573485"/>
                    <a:gd name="connsiteX8" fmla="*/ 0 w 7634515"/>
                    <a:gd name="connsiteY8" fmla="*/ 1088571 h 5573485"/>
                    <a:gd name="connsiteX0" fmla="*/ 0 w 7634515"/>
                    <a:gd name="connsiteY0" fmla="*/ 1088571 h 5573485"/>
                    <a:gd name="connsiteX1" fmla="*/ 711199 w 7634515"/>
                    <a:gd name="connsiteY1" fmla="*/ 435430 h 5573485"/>
                    <a:gd name="connsiteX2" fmla="*/ 6037942 w 7634515"/>
                    <a:gd name="connsiteY2" fmla="*/ 754743 h 5573485"/>
                    <a:gd name="connsiteX3" fmla="*/ 7257143 w 7634515"/>
                    <a:gd name="connsiteY3" fmla="*/ 0 h 5573485"/>
                    <a:gd name="connsiteX4" fmla="*/ 7489372 w 7634515"/>
                    <a:gd name="connsiteY4" fmla="*/ 1364343 h 5573485"/>
                    <a:gd name="connsiteX5" fmla="*/ 7634515 w 7634515"/>
                    <a:gd name="connsiteY5" fmla="*/ 2569028 h 5573485"/>
                    <a:gd name="connsiteX6" fmla="*/ 4833256 w 7634515"/>
                    <a:gd name="connsiteY6" fmla="*/ 5573485 h 5573485"/>
                    <a:gd name="connsiteX7" fmla="*/ 4557487 w 7634515"/>
                    <a:gd name="connsiteY7" fmla="*/ 5486399 h 5573485"/>
                    <a:gd name="connsiteX8" fmla="*/ 0 w 7634515"/>
                    <a:gd name="connsiteY8" fmla="*/ 1088571 h 5573485"/>
                    <a:gd name="connsiteX0" fmla="*/ 0 w 7605486"/>
                    <a:gd name="connsiteY0" fmla="*/ 1074056 h 5573485"/>
                    <a:gd name="connsiteX1" fmla="*/ 682170 w 7605486"/>
                    <a:gd name="connsiteY1" fmla="*/ 435430 h 5573485"/>
                    <a:gd name="connsiteX2" fmla="*/ 6008913 w 7605486"/>
                    <a:gd name="connsiteY2" fmla="*/ 754743 h 5573485"/>
                    <a:gd name="connsiteX3" fmla="*/ 7228114 w 7605486"/>
                    <a:gd name="connsiteY3" fmla="*/ 0 h 5573485"/>
                    <a:gd name="connsiteX4" fmla="*/ 7460343 w 7605486"/>
                    <a:gd name="connsiteY4" fmla="*/ 1364343 h 5573485"/>
                    <a:gd name="connsiteX5" fmla="*/ 7605486 w 7605486"/>
                    <a:gd name="connsiteY5" fmla="*/ 2569028 h 5573485"/>
                    <a:gd name="connsiteX6" fmla="*/ 4804227 w 7605486"/>
                    <a:gd name="connsiteY6" fmla="*/ 5573485 h 5573485"/>
                    <a:gd name="connsiteX7" fmla="*/ 4528458 w 7605486"/>
                    <a:gd name="connsiteY7" fmla="*/ 5486399 h 5573485"/>
                    <a:gd name="connsiteX8" fmla="*/ 0 w 7605486"/>
                    <a:gd name="connsiteY8" fmla="*/ 1074056 h 5573485"/>
                    <a:gd name="connsiteX0" fmla="*/ 145217 w 7750703"/>
                    <a:gd name="connsiteY0" fmla="*/ 1074056 h 5573485"/>
                    <a:gd name="connsiteX1" fmla="*/ 827387 w 7750703"/>
                    <a:gd name="connsiteY1" fmla="*/ 435430 h 5573485"/>
                    <a:gd name="connsiteX2" fmla="*/ 6154130 w 7750703"/>
                    <a:gd name="connsiteY2" fmla="*/ 754743 h 5573485"/>
                    <a:gd name="connsiteX3" fmla="*/ 7373331 w 7750703"/>
                    <a:gd name="connsiteY3" fmla="*/ 0 h 5573485"/>
                    <a:gd name="connsiteX4" fmla="*/ 7605560 w 7750703"/>
                    <a:gd name="connsiteY4" fmla="*/ 1364343 h 5573485"/>
                    <a:gd name="connsiteX5" fmla="*/ 7750703 w 7750703"/>
                    <a:gd name="connsiteY5" fmla="*/ 2569028 h 5573485"/>
                    <a:gd name="connsiteX6" fmla="*/ 4949444 w 7750703"/>
                    <a:gd name="connsiteY6" fmla="*/ 5573485 h 5573485"/>
                    <a:gd name="connsiteX7" fmla="*/ 4673675 w 7750703"/>
                    <a:gd name="connsiteY7" fmla="*/ 5486399 h 5573485"/>
                    <a:gd name="connsiteX8" fmla="*/ 145217 w 7750703"/>
                    <a:gd name="connsiteY8" fmla="*/ 1074056 h 5573485"/>
                    <a:gd name="connsiteX0" fmla="*/ 143276 w 7748762"/>
                    <a:gd name="connsiteY0" fmla="*/ 1074056 h 5573485"/>
                    <a:gd name="connsiteX1" fmla="*/ 825446 w 7748762"/>
                    <a:gd name="connsiteY1" fmla="*/ 435430 h 5573485"/>
                    <a:gd name="connsiteX2" fmla="*/ 6152189 w 7748762"/>
                    <a:gd name="connsiteY2" fmla="*/ 754743 h 5573485"/>
                    <a:gd name="connsiteX3" fmla="*/ 7371390 w 7748762"/>
                    <a:gd name="connsiteY3" fmla="*/ 0 h 5573485"/>
                    <a:gd name="connsiteX4" fmla="*/ 7603619 w 7748762"/>
                    <a:gd name="connsiteY4" fmla="*/ 1364343 h 5573485"/>
                    <a:gd name="connsiteX5" fmla="*/ 7748762 w 7748762"/>
                    <a:gd name="connsiteY5" fmla="*/ 2569028 h 5573485"/>
                    <a:gd name="connsiteX6" fmla="*/ 4947503 w 7748762"/>
                    <a:gd name="connsiteY6" fmla="*/ 5573485 h 5573485"/>
                    <a:gd name="connsiteX7" fmla="*/ 4671734 w 7748762"/>
                    <a:gd name="connsiteY7" fmla="*/ 5486399 h 5573485"/>
                    <a:gd name="connsiteX8" fmla="*/ 143276 w 7748762"/>
                    <a:gd name="connsiteY8" fmla="*/ 1074056 h 5573485"/>
                    <a:gd name="connsiteX0" fmla="*/ 143276 w 7748762"/>
                    <a:gd name="connsiteY0" fmla="*/ 1074056 h 5573485"/>
                    <a:gd name="connsiteX1" fmla="*/ 825446 w 7748762"/>
                    <a:gd name="connsiteY1" fmla="*/ 435430 h 5573485"/>
                    <a:gd name="connsiteX2" fmla="*/ 3365445 w 7748762"/>
                    <a:gd name="connsiteY2" fmla="*/ 566058 h 5573485"/>
                    <a:gd name="connsiteX3" fmla="*/ 6152189 w 7748762"/>
                    <a:gd name="connsiteY3" fmla="*/ 754743 h 5573485"/>
                    <a:gd name="connsiteX4" fmla="*/ 7371390 w 7748762"/>
                    <a:gd name="connsiteY4" fmla="*/ 0 h 5573485"/>
                    <a:gd name="connsiteX5" fmla="*/ 7603619 w 7748762"/>
                    <a:gd name="connsiteY5" fmla="*/ 1364343 h 5573485"/>
                    <a:gd name="connsiteX6" fmla="*/ 7748762 w 7748762"/>
                    <a:gd name="connsiteY6" fmla="*/ 2569028 h 5573485"/>
                    <a:gd name="connsiteX7" fmla="*/ 4947503 w 7748762"/>
                    <a:gd name="connsiteY7" fmla="*/ 5573485 h 5573485"/>
                    <a:gd name="connsiteX8" fmla="*/ 4671734 w 7748762"/>
                    <a:gd name="connsiteY8" fmla="*/ 5486399 h 5573485"/>
                    <a:gd name="connsiteX9" fmla="*/ 143276 w 7748762"/>
                    <a:gd name="connsiteY9" fmla="*/ 1074056 h 5573485"/>
                    <a:gd name="connsiteX0" fmla="*/ 143276 w 7748762"/>
                    <a:gd name="connsiteY0" fmla="*/ 1074056 h 5573485"/>
                    <a:gd name="connsiteX1" fmla="*/ 825446 w 7748762"/>
                    <a:gd name="connsiteY1" fmla="*/ 435430 h 5573485"/>
                    <a:gd name="connsiteX2" fmla="*/ 2494588 w 7748762"/>
                    <a:gd name="connsiteY2" fmla="*/ 2249715 h 5573485"/>
                    <a:gd name="connsiteX3" fmla="*/ 6152189 w 7748762"/>
                    <a:gd name="connsiteY3" fmla="*/ 754743 h 5573485"/>
                    <a:gd name="connsiteX4" fmla="*/ 7371390 w 7748762"/>
                    <a:gd name="connsiteY4" fmla="*/ 0 h 5573485"/>
                    <a:gd name="connsiteX5" fmla="*/ 7603619 w 7748762"/>
                    <a:gd name="connsiteY5" fmla="*/ 1364343 h 5573485"/>
                    <a:gd name="connsiteX6" fmla="*/ 7748762 w 7748762"/>
                    <a:gd name="connsiteY6" fmla="*/ 2569028 h 5573485"/>
                    <a:gd name="connsiteX7" fmla="*/ 4947503 w 7748762"/>
                    <a:gd name="connsiteY7" fmla="*/ 5573485 h 5573485"/>
                    <a:gd name="connsiteX8" fmla="*/ 4671734 w 7748762"/>
                    <a:gd name="connsiteY8" fmla="*/ 5486399 h 5573485"/>
                    <a:gd name="connsiteX9" fmla="*/ 143276 w 7748762"/>
                    <a:gd name="connsiteY9" fmla="*/ 1074056 h 5573485"/>
                    <a:gd name="connsiteX0" fmla="*/ 225462 w 7830948"/>
                    <a:gd name="connsiteY0" fmla="*/ 1074056 h 5573485"/>
                    <a:gd name="connsiteX1" fmla="*/ 530261 w 7830948"/>
                    <a:gd name="connsiteY1" fmla="*/ 595087 h 5573485"/>
                    <a:gd name="connsiteX2" fmla="*/ 2576774 w 7830948"/>
                    <a:gd name="connsiteY2" fmla="*/ 2249715 h 5573485"/>
                    <a:gd name="connsiteX3" fmla="*/ 6234375 w 7830948"/>
                    <a:gd name="connsiteY3" fmla="*/ 754743 h 5573485"/>
                    <a:gd name="connsiteX4" fmla="*/ 7453576 w 7830948"/>
                    <a:gd name="connsiteY4" fmla="*/ 0 h 5573485"/>
                    <a:gd name="connsiteX5" fmla="*/ 7685805 w 7830948"/>
                    <a:gd name="connsiteY5" fmla="*/ 1364343 h 5573485"/>
                    <a:gd name="connsiteX6" fmla="*/ 7830948 w 7830948"/>
                    <a:gd name="connsiteY6" fmla="*/ 2569028 h 5573485"/>
                    <a:gd name="connsiteX7" fmla="*/ 5029689 w 7830948"/>
                    <a:gd name="connsiteY7" fmla="*/ 5573485 h 5573485"/>
                    <a:gd name="connsiteX8" fmla="*/ 4753920 w 7830948"/>
                    <a:gd name="connsiteY8" fmla="*/ 5486399 h 5573485"/>
                    <a:gd name="connsiteX9" fmla="*/ 225462 w 7830948"/>
                    <a:gd name="connsiteY9" fmla="*/ 1074056 h 5573485"/>
                    <a:gd name="connsiteX0" fmla="*/ 154662 w 7760148"/>
                    <a:gd name="connsiteY0" fmla="*/ 1074056 h 5573485"/>
                    <a:gd name="connsiteX1" fmla="*/ 764261 w 7760148"/>
                    <a:gd name="connsiteY1" fmla="*/ 391887 h 5573485"/>
                    <a:gd name="connsiteX2" fmla="*/ 2505974 w 7760148"/>
                    <a:gd name="connsiteY2" fmla="*/ 2249715 h 5573485"/>
                    <a:gd name="connsiteX3" fmla="*/ 6163575 w 7760148"/>
                    <a:gd name="connsiteY3" fmla="*/ 754743 h 5573485"/>
                    <a:gd name="connsiteX4" fmla="*/ 7382776 w 7760148"/>
                    <a:gd name="connsiteY4" fmla="*/ 0 h 5573485"/>
                    <a:gd name="connsiteX5" fmla="*/ 7615005 w 7760148"/>
                    <a:gd name="connsiteY5" fmla="*/ 1364343 h 5573485"/>
                    <a:gd name="connsiteX6" fmla="*/ 7760148 w 7760148"/>
                    <a:gd name="connsiteY6" fmla="*/ 2569028 h 5573485"/>
                    <a:gd name="connsiteX7" fmla="*/ 4958889 w 7760148"/>
                    <a:gd name="connsiteY7" fmla="*/ 5573485 h 5573485"/>
                    <a:gd name="connsiteX8" fmla="*/ 4683120 w 7760148"/>
                    <a:gd name="connsiteY8" fmla="*/ 5486399 h 5573485"/>
                    <a:gd name="connsiteX9" fmla="*/ 154662 w 7760148"/>
                    <a:gd name="connsiteY9" fmla="*/ 1074056 h 5573485"/>
                    <a:gd name="connsiteX0" fmla="*/ 146294 w 7751780"/>
                    <a:gd name="connsiteY0" fmla="*/ 1074056 h 5573485"/>
                    <a:gd name="connsiteX1" fmla="*/ 755893 w 7751780"/>
                    <a:gd name="connsiteY1" fmla="*/ 391887 h 5573485"/>
                    <a:gd name="connsiteX2" fmla="*/ 2497606 w 7751780"/>
                    <a:gd name="connsiteY2" fmla="*/ 2249715 h 5573485"/>
                    <a:gd name="connsiteX3" fmla="*/ 6155207 w 7751780"/>
                    <a:gd name="connsiteY3" fmla="*/ 754743 h 5573485"/>
                    <a:gd name="connsiteX4" fmla="*/ 7374408 w 7751780"/>
                    <a:gd name="connsiteY4" fmla="*/ 0 h 5573485"/>
                    <a:gd name="connsiteX5" fmla="*/ 7606637 w 7751780"/>
                    <a:gd name="connsiteY5" fmla="*/ 1364343 h 5573485"/>
                    <a:gd name="connsiteX6" fmla="*/ 7751780 w 7751780"/>
                    <a:gd name="connsiteY6" fmla="*/ 2569028 h 5573485"/>
                    <a:gd name="connsiteX7" fmla="*/ 4950521 w 7751780"/>
                    <a:gd name="connsiteY7" fmla="*/ 5573485 h 5573485"/>
                    <a:gd name="connsiteX8" fmla="*/ 4674752 w 7751780"/>
                    <a:gd name="connsiteY8" fmla="*/ 5486399 h 5573485"/>
                    <a:gd name="connsiteX9" fmla="*/ 146294 w 7751780"/>
                    <a:gd name="connsiteY9" fmla="*/ 1074056 h 5573485"/>
                    <a:gd name="connsiteX0" fmla="*/ 146294 w 7751780"/>
                    <a:gd name="connsiteY0" fmla="*/ 1074056 h 5573485"/>
                    <a:gd name="connsiteX1" fmla="*/ 755893 w 7751780"/>
                    <a:gd name="connsiteY1" fmla="*/ 391887 h 5573485"/>
                    <a:gd name="connsiteX2" fmla="*/ 2584691 w 7751780"/>
                    <a:gd name="connsiteY2" fmla="*/ 2220687 h 5573485"/>
                    <a:gd name="connsiteX3" fmla="*/ 6155207 w 7751780"/>
                    <a:gd name="connsiteY3" fmla="*/ 754743 h 5573485"/>
                    <a:gd name="connsiteX4" fmla="*/ 7374408 w 7751780"/>
                    <a:gd name="connsiteY4" fmla="*/ 0 h 5573485"/>
                    <a:gd name="connsiteX5" fmla="*/ 7606637 w 7751780"/>
                    <a:gd name="connsiteY5" fmla="*/ 1364343 h 5573485"/>
                    <a:gd name="connsiteX6" fmla="*/ 7751780 w 7751780"/>
                    <a:gd name="connsiteY6" fmla="*/ 2569028 h 5573485"/>
                    <a:gd name="connsiteX7" fmla="*/ 4950521 w 7751780"/>
                    <a:gd name="connsiteY7" fmla="*/ 5573485 h 5573485"/>
                    <a:gd name="connsiteX8" fmla="*/ 4674752 w 7751780"/>
                    <a:gd name="connsiteY8" fmla="*/ 5486399 h 5573485"/>
                    <a:gd name="connsiteX9" fmla="*/ 146294 w 7751780"/>
                    <a:gd name="connsiteY9" fmla="*/ 1074056 h 5573485"/>
                    <a:gd name="connsiteX0" fmla="*/ 146294 w 7751780"/>
                    <a:gd name="connsiteY0" fmla="*/ 1074056 h 5573485"/>
                    <a:gd name="connsiteX1" fmla="*/ 755893 w 7751780"/>
                    <a:gd name="connsiteY1" fmla="*/ 391887 h 5573485"/>
                    <a:gd name="connsiteX2" fmla="*/ 2584691 w 7751780"/>
                    <a:gd name="connsiteY2" fmla="*/ 2220687 h 5573485"/>
                    <a:gd name="connsiteX3" fmla="*/ 4094178 w 7751780"/>
                    <a:gd name="connsiteY3" fmla="*/ 1611086 h 5573485"/>
                    <a:gd name="connsiteX4" fmla="*/ 6155207 w 7751780"/>
                    <a:gd name="connsiteY4" fmla="*/ 754743 h 5573485"/>
                    <a:gd name="connsiteX5" fmla="*/ 7374408 w 7751780"/>
                    <a:gd name="connsiteY5" fmla="*/ 0 h 5573485"/>
                    <a:gd name="connsiteX6" fmla="*/ 7606637 w 7751780"/>
                    <a:gd name="connsiteY6" fmla="*/ 1364343 h 5573485"/>
                    <a:gd name="connsiteX7" fmla="*/ 7751780 w 7751780"/>
                    <a:gd name="connsiteY7" fmla="*/ 2569028 h 5573485"/>
                    <a:gd name="connsiteX8" fmla="*/ 4950521 w 7751780"/>
                    <a:gd name="connsiteY8" fmla="*/ 5573485 h 5573485"/>
                    <a:gd name="connsiteX9" fmla="*/ 4674752 w 7751780"/>
                    <a:gd name="connsiteY9" fmla="*/ 5486399 h 5573485"/>
                    <a:gd name="connsiteX10" fmla="*/ 146294 w 7751780"/>
                    <a:gd name="connsiteY10" fmla="*/ 1074056 h 5573485"/>
                    <a:gd name="connsiteX0" fmla="*/ 362859 w 7968345"/>
                    <a:gd name="connsiteY0" fmla="*/ 1944913 h 6444342"/>
                    <a:gd name="connsiteX1" fmla="*/ 972458 w 7968345"/>
                    <a:gd name="connsiteY1" fmla="*/ 1262744 h 6444342"/>
                    <a:gd name="connsiteX2" fmla="*/ 2801256 w 7968345"/>
                    <a:gd name="connsiteY2" fmla="*/ 3091544 h 6444342"/>
                    <a:gd name="connsiteX3" fmla="*/ 0 w 7968345"/>
                    <a:gd name="connsiteY3" fmla="*/ 0 h 6444342"/>
                    <a:gd name="connsiteX4" fmla="*/ 6371772 w 7968345"/>
                    <a:gd name="connsiteY4" fmla="*/ 1625600 h 6444342"/>
                    <a:gd name="connsiteX5" fmla="*/ 7590973 w 7968345"/>
                    <a:gd name="connsiteY5" fmla="*/ 870857 h 6444342"/>
                    <a:gd name="connsiteX6" fmla="*/ 7823202 w 7968345"/>
                    <a:gd name="connsiteY6" fmla="*/ 2235200 h 6444342"/>
                    <a:gd name="connsiteX7" fmla="*/ 7968345 w 7968345"/>
                    <a:gd name="connsiteY7" fmla="*/ 3439885 h 6444342"/>
                    <a:gd name="connsiteX8" fmla="*/ 5167086 w 7968345"/>
                    <a:gd name="connsiteY8" fmla="*/ 6444342 h 6444342"/>
                    <a:gd name="connsiteX9" fmla="*/ 4891317 w 7968345"/>
                    <a:gd name="connsiteY9" fmla="*/ 6357256 h 6444342"/>
                    <a:gd name="connsiteX10" fmla="*/ 362859 w 7968345"/>
                    <a:gd name="connsiteY10" fmla="*/ 1944913 h 6444342"/>
                    <a:gd name="connsiteX0" fmla="*/ 449944 w 8055430"/>
                    <a:gd name="connsiteY0" fmla="*/ 1857827 h 6357256"/>
                    <a:gd name="connsiteX1" fmla="*/ 1059543 w 8055430"/>
                    <a:gd name="connsiteY1" fmla="*/ 1175658 h 6357256"/>
                    <a:gd name="connsiteX2" fmla="*/ 2888341 w 8055430"/>
                    <a:gd name="connsiteY2" fmla="*/ 3004458 h 6357256"/>
                    <a:gd name="connsiteX3" fmla="*/ 0 w 8055430"/>
                    <a:gd name="connsiteY3" fmla="*/ 0 h 6357256"/>
                    <a:gd name="connsiteX4" fmla="*/ 6458857 w 8055430"/>
                    <a:gd name="connsiteY4" fmla="*/ 1538514 h 6357256"/>
                    <a:gd name="connsiteX5" fmla="*/ 7678058 w 8055430"/>
                    <a:gd name="connsiteY5" fmla="*/ 783771 h 6357256"/>
                    <a:gd name="connsiteX6" fmla="*/ 7910287 w 8055430"/>
                    <a:gd name="connsiteY6" fmla="*/ 2148114 h 6357256"/>
                    <a:gd name="connsiteX7" fmla="*/ 8055430 w 8055430"/>
                    <a:gd name="connsiteY7" fmla="*/ 3352799 h 6357256"/>
                    <a:gd name="connsiteX8" fmla="*/ 5254171 w 8055430"/>
                    <a:gd name="connsiteY8" fmla="*/ 6357256 h 6357256"/>
                    <a:gd name="connsiteX9" fmla="*/ 4978402 w 8055430"/>
                    <a:gd name="connsiteY9" fmla="*/ 6270170 h 6357256"/>
                    <a:gd name="connsiteX10" fmla="*/ 449944 w 8055430"/>
                    <a:gd name="connsiteY10" fmla="*/ 1857827 h 6357256"/>
                    <a:gd name="connsiteX0" fmla="*/ 406401 w 8011887"/>
                    <a:gd name="connsiteY0" fmla="*/ 1828799 h 6328228"/>
                    <a:gd name="connsiteX1" fmla="*/ 1016000 w 8011887"/>
                    <a:gd name="connsiteY1" fmla="*/ 1146630 h 6328228"/>
                    <a:gd name="connsiteX2" fmla="*/ 2844798 w 8011887"/>
                    <a:gd name="connsiteY2" fmla="*/ 2975430 h 6328228"/>
                    <a:gd name="connsiteX3" fmla="*/ 0 w 8011887"/>
                    <a:gd name="connsiteY3" fmla="*/ 0 h 6328228"/>
                    <a:gd name="connsiteX4" fmla="*/ 6415314 w 8011887"/>
                    <a:gd name="connsiteY4" fmla="*/ 1509486 h 6328228"/>
                    <a:gd name="connsiteX5" fmla="*/ 7634515 w 8011887"/>
                    <a:gd name="connsiteY5" fmla="*/ 754743 h 6328228"/>
                    <a:gd name="connsiteX6" fmla="*/ 7866744 w 8011887"/>
                    <a:gd name="connsiteY6" fmla="*/ 2119086 h 6328228"/>
                    <a:gd name="connsiteX7" fmla="*/ 8011887 w 8011887"/>
                    <a:gd name="connsiteY7" fmla="*/ 3323771 h 6328228"/>
                    <a:gd name="connsiteX8" fmla="*/ 5210628 w 8011887"/>
                    <a:gd name="connsiteY8" fmla="*/ 6328228 h 6328228"/>
                    <a:gd name="connsiteX9" fmla="*/ 4934859 w 8011887"/>
                    <a:gd name="connsiteY9" fmla="*/ 6241142 h 6328228"/>
                    <a:gd name="connsiteX10" fmla="*/ 406401 w 8011887"/>
                    <a:gd name="connsiteY10" fmla="*/ 1828799 h 6328228"/>
                    <a:gd name="connsiteX0" fmla="*/ 420915 w 8026401"/>
                    <a:gd name="connsiteY0" fmla="*/ 1828799 h 6328228"/>
                    <a:gd name="connsiteX1" fmla="*/ 1030514 w 8026401"/>
                    <a:gd name="connsiteY1" fmla="*/ 1146630 h 6328228"/>
                    <a:gd name="connsiteX2" fmla="*/ 2859312 w 8026401"/>
                    <a:gd name="connsiteY2" fmla="*/ 2975430 h 6328228"/>
                    <a:gd name="connsiteX3" fmla="*/ 0 w 8026401"/>
                    <a:gd name="connsiteY3" fmla="*/ 0 h 6328228"/>
                    <a:gd name="connsiteX4" fmla="*/ 6429828 w 8026401"/>
                    <a:gd name="connsiteY4" fmla="*/ 1509486 h 6328228"/>
                    <a:gd name="connsiteX5" fmla="*/ 7649029 w 8026401"/>
                    <a:gd name="connsiteY5" fmla="*/ 754743 h 6328228"/>
                    <a:gd name="connsiteX6" fmla="*/ 7881258 w 8026401"/>
                    <a:gd name="connsiteY6" fmla="*/ 2119086 h 6328228"/>
                    <a:gd name="connsiteX7" fmla="*/ 8026401 w 8026401"/>
                    <a:gd name="connsiteY7" fmla="*/ 3323771 h 6328228"/>
                    <a:gd name="connsiteX8" fmla="*/ 5225142 w 8026401"/>
                    <a:gd name="connsiteY8" fmla="*/ 6328228 h 6328228"/>
                    <a:gd name="connsiteX9" fmla="*/ 4949373 w 8026401"/>
                    <a:gd name="connsiteY9" fmla="*/ 6241142 h 6328228"/>
                    <a:gd name="connsiteX10" fmla="*/ 420915 w 8026401"/>
                    <a:gd name="connsiteY10" fmla="*/ 1828799 h 6328228"/>
                    <a:gd name="connsiteX0" fmla="*/ 420915 w 8026401"/>
                    <a:gd name="connsiteY0" fmla="*/ 1828799 h 6328228"/>
                    <a:gd name="connsiteX1" fmla="*/ 1030514 w 8026401"/>
                    <a:gd name="connsiteY1" fmla="*/ 1146630 h 6328228"/>
                    <a:gd name="connsiteX2" fmla="*/ 2859312 w 8026401"/>
                    <a:gd name="connsiteY2" fmla="*/ 2975430 h 6328228"/>
                    <a:gd name="connsiteX3" fmla="*/ 0 w 8026401"/>
                    <a:gd name="connsiteY3" fmla="*/ 0 h 6328228"/>
                    <a:gd name="connsiteX4" fmla="*/ 1698171 w 8026401"/>
                    <a:gd name="connsiteY4" fmla="*/ 377372 h 6328228"/>
                    <a:gd name="connsiteX5" fmla="*/ 6429828 w 8026401"/>
                    <a:gd name="connsiteY5" fmla="*/ 1509486 h 6328228"/>
                    <a:gd name="connsiteX6" fmla="*/ 7649029 w 8026401"/>
                    <a:gd name="connsiteY6" fmla="*/ 754743 h 6328228"/>
                    <a:gd name="connsiteX7" fmla="*/ 7881258 w 8026401"/>
                    <a:gd name="connsiteY7" fmla="*/ 2119086 h 6328228"/>
                    <a:gd name="connsiteX8" fmla="*/ 8026401 w 8026401"/>
                    <a:gd name="connsiteY8" fmla="*/ 3323771 h 6328228"/>
                    <a:gd name="connsiteX9" fmla="*/ 5225142 w 8026401"/>
                    <a:gd name="connsiteY9" fmla="*/ 6328228 h 6328228"/>
                    <a:gd name="connsiteX10" fmla="*/ 4949373 w 8026401"/>
                    <a:gd name="connsiteY10" fmla="*/ 6241142 h 6328228"/>
                    <a:gd name="connsiteX11" fmla="*/ 420915 w 8026401"/>
                    <a:gd name="connsiteY11" fmla="*/ 1828799 h 6328228"/>
                    <a:gd name="connsiteX0" fmla="*/ 420915 w 8026401"/>
                    <a:gd name="connsiteY0" fmla="*/ 2539998 h 7039427"/>
                    <a:gd name="connsiteX1" fmla="*/ 1030514 w 8026401"/>
                    <a:gd name="connsiteY1" fmla="*/ 1857829 h 7039427"/>
                    <a:gd name="connsiteX2" fmla="*/ 2859312 w 8026401"/>
                    <a:gd name="connsiteY2" fmla="*/ 3686629 h 7039427"/>
                    <a:gd name="connsiteX3" fmla="*/ 0 w 8026401"/>
                    <a:gd name="connsiteY3" fmla="*/ 711199 h 7039427"/>
                    <a:gd name="connsiteX4" fmla="*/ 899885 w 8026401"/>
                    <a:gd name="connsiteY4" fmla="*/ 0 h 7039427"/>
                    <a:gd name="connsiteX5" fmla="*/ 6429828 w 8026401"/>
                    <a:gd name="connsiteY5" fmla="*/ 2220685 h 7039427"/>
                    <a:gd name="connsiteX6" fmla="*/ 7649029 w 8026401"/>
                    <a:gd name="connsiteY6" fmla="*/ 1465942 h 7039427"/>
                    <a:gd name="connsiteX7" fmla="*/ 7881258 w 8026401"/>
                    <a:gd name="connsiteY7" fmla="*/ 2830285 h 7039427"/>
                    <a:gd name="connsiteX8" fmla="*/ 8026401 w 8026401"/>
                    <a:gd name="connsiteY8" fmla="*/ 4034970 h 7039427"/>
                    <a:gd name="connsiteX9" fmla="*/ 5225142 w 8026401"/>
                    <a:gd name="connsiteY9" fmla="*/ 7039427 h 7039427"/>
                    <a:gd name="connsiteX10" fmla="*/ 4949373 w 8026401"/>
                    <a:gd name="connsiteY10" fmla="*/ 6952341 h 7039427"/>
                    <a:gd name="connsiteX11" fmla="*/ 420915 w 8026401"/>
                    <a:gd name="connsiteY11" fmla="*/ 2539998 h 7039427"/>
                    <a:gd name="connsiteX0" fmla="*/ 420915 w 8026401"/>
                    <a:gd name="connsiteY0" fmla="*/ 2665438 h 7164867"/>
                    <a:gd name="connsiteX1" fmla="*/ 1030514 w 8026401"/>
                    <a:gd name="connsiteY1" fmla="*/ 1983269 h 7164867"/>
                    <a:gd name="connsiteX2" fmla="*/ 2859312 w 8026401"/>
                    <a:gd name="connsiteY2" fmla="*/ 3812069 h 7164867"/>
                    <a:gd name="connsiteX3" fmla="*/ 0 w 8026401"/>
                    <a:gd name="connsiteY3" fmla="*/ 836639 h 7164867"/>
                    <a:gd name="connsiteX4" fmla="*/ 899885 w 8026401"/>
                    <a:gd name="connsiteY4" fmla="*/ 125440 h 7164867"/>
                    <a:gd name="connsiteX5" fmla="*/ 6429828 w 8026401"/>
                    <a:gd name="connsiteY5" fmla="*/ 2346125 h 7164867"/>
                    <a:gd name="connsiteX6" fmla="*/ 7649029 w 8026401"/>
                    <a:gd name="connsiteY6" fmla="*/ 1591382 h 7164867"/>
                    <a:gd name="connsiteX7" fmla="*/ 7881258 w 8026401"/>
                    <a:gd name="connsiteY7" fmla="*/ 2955725 h 7164867"/>
                    <a:gd name="connsiteX8" fmla="*/ 8026401 w 8026401"/>
                    <a:gd name="connsiteY8" fmla="*/ 4160410 h 7164867"/>
                    <a:gd name="connsiteX9" fmla="*/ 5225142 w 8026401"/>
                    <a:gd name="connsiteY9" fmla="*/ 7164867 h 7164867"/>
                    <a:gd name="connsiteX10" fmla="*/ 4949373 w 8026401"/>
                    <a:gd name="connsiteY10" fmla="*/ 7077781 h 7164867"/>
                    <a:gd name="connsiteX11" fmla="*/ 420915 w 8026401"/>
                    <a:gd name="connsiteY11" fmla="*/ 2665438 h 7164867"/>
                    <a:gd name="connsiteX0" fmla="*/ 534938 w 8140424"/>
                    <a:gd name="connsiteY0" fmla="*/ 2718214 h 7217643"/>
                    <a:gd name="connsiteX1" fmla="*/ 1144537 w 8140424"/>
                    <a:gd name="connsiteY1" fmla="*/ 2036045 h 7217643"/>
                    <a:gd name="connsiteX2" fmla="*/ 2973335 w 8140424"/>
                    <a:gd name="connsiteY2" fmla="*/ 3864845 h 7217643"/>
                    <a:gd name="connsiteX3" fmla="*/ 114023 w 8140424"/>
                    <a:gd name="connsiteY3" fmla="*/ 889415 h 7217643"/>
                    <a:gd name="connsiteX4" fmla="*/ 1013908 w 8140424"/>
                    <a:gd name="connsiteY4" fmla="*/ 178216 h 7217643"/>
                    <a:gd name="connsiteX5" fmla="*/ 6543851 w 8140424"/>
                    <a:gd name="connsiteY5" fmla="*/ 2398901 h 7217643"/>
                    <a:gd name="connsiteX6" fmla="*/ 7763052 w 8140424"/>
                    <a:gd name="connsiteY6" fmla="*/ 1644158 h 7217643"/>
                    <a:gd name="connsiteX7" fmla="*/ 7995281 w 8140424"/>
                    <a:gd name="connsiteY7" fmla="*/ 3008501 h 7217643"/>
                    <a:gd name="connsiteX8" fmla="*/ 8140424 w 8140424"/>
                    <a:gd name="connsiteY8" fmla="*/ 4213186 h 7217643"/>
                    <a:gd name="connsiteX9" fmla="*/ 5339165 w 8140424"/>
                    <a:gd name="connsiteY9" fmla="*/ 7217643 h 7217643"/>
                    <a:gd name="connsiteX10" fmla="*/ 5063396 w 8140424"/>
                    <a:gd name="connsiteY10" fmla="*/ 7130557 h 7217643"/>
                    <a:gd name="connsiteX11" fmla="*/ 534938 w 8140424"/>
                    <a:gd name="connsiteY11" fmla="*/ 2718214 h 7217643"/>
                    <a:gd name="connsiteX0" fmla="*/ 534938 w 8140424"/>
                    <a:gd name="connsiteY0" fmla="*/ 2718214 h 7217643"/>
                    <a:gd name="connsiteX1" fmla="*/ 1144537 w 8140424"/>
                    <a:gd name="connsiteY1" fmla="*/ 2036045 h 7217643"/>
                    <a:gd name="connsiteX2" fmla="*/ 2973335 w 8140424"/>
                    <a:gd name="connsiteY2" fmla="*/ 3864845 h 7217643"/>
                    <a:gd name="connsiteX3" fmla="*/ 114023 w 8140424"/>
                    <a:gd name="connsiteY3" fmla="*/ 889415 h 7217643"/>
                    <a:gd name="connsiteX4" fmla="*/ 1013908 w 8140424"/>
                    <a:gd name="connsiteY4" fmla="*/ 178216 h 7217643"/>
                    <a:gd name="connsiteX5" fmla="*/ 3510366 w 8140424"/>
                    <a:gd name="connsiteY5" fmla="*/ 1194217 h 7217643"/>
                    <a:gd name="connsiteX6" fmla="*/ 6543851 w 8140424"/>
                    <a:gd name="connsiteY6" fmla="*/ 2398901 h 7217643"/>
                    <a:gd name="connsiteX7" fmla="*/ 7763052 w 8140424"/>
                    <a:gd name="connsiteY7" fmla="*/ 1644158 h 7217643"/>
                    <a:gd name="connsiteX8" fmla="*/ 7995281 w 8140424"/>
                    <a:gd name="connsiteY8" fmla="*/ 3008501 h 7217643"/>
                    <a:gd name="connsiteX9" fmla="*/ 8140424 w 8140424"/>
                    <a:gd name="connsiteY9" fmla="*/ 4213186 h 7217643"/>
                    <a:gd name="connsiteX10" fmla="*/ 5339165 w 8140424"/>
                    <a:gd name="connsiteY10" fmla="*/ 7217643 h 7217643"/>
                    <a:gd name="connsiteX11" fmla="*/ 5063396 w 8140424"/>
                    <a:gd name="connsiteY11" fmla="*/ 7130557 h 7217643"/>
                    <a:gd name="connsiteX12" fmla="*/ 534938 w 8140424"/>
                    <a:gd name="connsiteY12" fmla="*/ 2718214 h 7217643"/>
                    <a:gd name="connsiteX0" fmla="*/ 534938 w 8140424"/>
                    <a:gd name="connsiteY0" fmla="*/ 2718214 h 7217643"/>
                    <a:gd name="connsiteX1" fmla="*/ 1144537 w 8140424"/>
                    <a:gd name="connsiteY1" fmla="*/ 2036045 h 7217643"/>
                    <a:gd name="connsiteX2" fmla="*/ 2973335 w 8140424"/>
                    <a:gd name="connsiteY2" fmla="*/ 3864845 h 7217643"/>
                    <a:gd name="connsiteX3" fmla="*/ 114023 w 8140424"/>
                    <a:gd name="connsiteY3" fmla="*/ 889415 h 7217643"/>
                    <a:gd name="connsiteX4" fmla="*/ 1013908 w 8140424"/>
                    <a:gd name="connsiteY4" fmla="*/ 178216 h 7217643"/>
                    <a:gd name="connsiteX5" fmla="*/ 3379737 w 8140424"/>
                    <a:gd name="connsiteY5" fmla="*/ 2631131 h 7217643"/>
                    <a:gd name="connsiteX6" fmla="*/ 6543851 w 8140424"/>
                    <a:gd name="connsiteY6" fmla="*/ 2398901 h 7217643"/>
                    <a:gd name="connsiteX7" fmla="*/ 7763052 w 8140424"/>
                    <a:gd name="connsiteY7" fmla="*/ 1644158 h 7217643"/>
                    <a:gd name="connsiteX8" fmla="*/ 7995281 w 8140424"/>
                    <a:gd name="connsiteY8" fmla="*/ 3008501 h 7217643"/>
                    <a:gd name="connsiteX9" fmla="*/ 8140424 w 8140424"/>
                    <a:gd name="connsiteY9" fmla="*/ 4213186 h 7217643"/>
                    <a:gd name="connsiteX10" fmla="*/ 5339165 w 8140424"/>
                    <a:gd name="connsiteY10" fmla="*/ 7217643 h 7217643"/>
                    <a:gd name="connsiteX11" fmla="*/ 5063396 w 8140424"/>
                    <a:gd name="connsiteY11" fmla="*/ 7130557 h 7217643"/>
                    <a:gd name="connsiteX12" fmla="*/ 534938 w 8140424"/>
                    <a:gd name="connsiteY12" fmla="*/ 2718214 h 7217643"/>
                    <a:gd name="connsiteX0" fmla="*/ 534938 w 8140424"/>
                    <a:gd name="connsiteY0" fmla="*/ 2718214 h 7217643"/>
                    <a:gd name="connsiteX1" fmla="*/ 1144537 w 8140424"/>
                    <a:gd name="connsiteY1" fmla="*/ 2036045 h 7217643"/>
                    <a:gd name="connsiteX2" fmla="*/ 2973335 w 8140424"/>
                    <a:gd name="connsiteY2" fmla="*/ 3864845 h 7217643"/>
                    <a:gd name="connsiteX3" fmla="*/ 114023 w 8140424"/>
                    <a:gd name="connsiteY3" fmla="*/ 889415 h 7217643"/>
                    <a:gd name="connsiteX4" fmla="*/ 1013908 w 8140424"/>
                    <a:gd name="connsiteY4" fmla="*/ 178216 h 7217643"/>
                    <a:gd name="connsiteX5" fmla="*/ 3437794 w 8140424"/>
                    <a:gd name="connsiteY5" fmla="*/ 2616616 h 7217643"/>
                    <a:gd name="connsiteX6" fmla="*/ 6543851 w 8140424"/>
                    <a:gd name="connsiteY6" fmla="*/ 2398901 h 7217643"/>
                    <a:gd name="connsiteX7" fmla="*/ 7763052 w 8140424"/>
                    <a:gd name="connsiteY7" fmla="*/ 1644158 h 7217643"/>
                    <a:gd name="connsiteX8" fmla="*/ 7995281 w 8140424"/>
                    <a:gd name="connsiteY8" fmla="*/ 3008501 h 7217643"/>
                    <a:gd name="connsiteX9" fmla="*/ 8140424 w 8140424"/>
                    <a:gd name="connsiteY9" fmla="*/ 4213186 h 7217643"/>
                    <a:gd name="connsiteX10" fmla="*/ 5339165 w 8140424"/>
                    <a:gd name="connsiteY10" fmla="*/ 7217643 h 7217643"/>
                    <a:gd name="connsiteX11" fmla="*/ 5063396 w 8140424"/>
                    <a:gd name="connsiteY11" fmla="*/ 7130557 h 7217643"/>
                    <a:gd name="connsiteX12" fmla="*/ 534938 w 8140424"/>
                    <a:gd name="connsiteY12" fmla="*/ 2718214 h 7217643"/>
                    <a:gd name="connsiteX0" fmla="*/ 534938 w 8140424"/>
                    <a:gd name="connsiteY0" fmla="*/ 2718214 h 7217643"/>
                    <a:gd name="connsiteX1" fmla="*/ 1144537 w 8140424"/>
                    <a:gd name="connsiteY1" fmla="*/ 2036045 h 7217643"/>
                    <a:gd name="connsiteX2" fmla="*/ 2973335 w 8140424"/>
                    <a:gd name="connsiteY2" fmla="*/ 3864845 h 7217643"/>
                    <a:gd name="connsiteX3" fmla="*/ 114023 w 8140424"/>
                    <a:gd name="connsiteY3" fmla="*/ 889415 h 7217643"/>
                    <a:gd name="connsiteX4" fmla="*/ 1013908 w 8140424"/>
                    <a:gd name="connsiteY4" fmla="*/ 178216 h 7217643"/>
                    <a:gd name="connsiteX5" fmla="*/ 3437794 w 8140424"/>
                    <a:gd name="connsiteY5" fmla="*/ 2616616 h 7217643"/>
                    <a:gd name="connsiteX6" fmla="*/ 4932766 w 8140424"/>
                    <a:gd name="connsiteY6" fmla="*/ 2471474 h 7217643"/>
                    <a:gd name="connsiteX7" fmla="*/ 6543851 w 8140424"/>
                    <a:gd name="connsiteY7" fmla="*/ 2398901 h 7217643"/>
                    <a:gd name="connsiteX8" fmla="*/ 7763052 w 8140424"/>
                    <a:gd name="connsiteY8" fmla="*/ 1644158 h 7217643"/>
                    <a:gd name="connsiteX9" fmla="*/ 7995281 w 8140424"/>
                    <a:gd name="connsiteY9" fmla="*/ 3008501 h 7217643"/>
                    <a:gd name="connsiteX10" fmla="*/ 8140424 w 8140424"/>
                    <a:gd name="connsiteY10" fmla="*/ 4213186 h 7217643"/>
                    <a:gd name="connsiteX11" fmla="*/ 5339165 w 8140424"/>
                    <a:gd name="connsiteY11" fmla="*/ 7217643 h 7217643"/>
                    <a:gd name="connsiteX12" fmla="*/ 5063396 w 8140424"/>
                    <a:gd name="connsiteY12" fmla="*/ 7130557 h 7217643"/>
                    <a:gd name="connsiteX13" fmla="*/ 534938 w 8140424"/>
                    <a:gd name="connsiteY13" fmla="*/ 2718214 h 7217643"/>
                    <a:gd name="connsiteX0" fmla="*/ 534938 w 8140424"/>
                    <a:gd name="connsiteY0" fmla="*/ 2859312 h 7358741"/>
                    <a:gd name="connsiteX1" fmla="*/ 1144537 w 8140424"/>
                    <a:gd name="connsiteY1" fmla="*/ 2177143 h 7358741"/>
                    <a:gd name="connsiteX2" fmla="*/ 2973335 w 8140424"/>
                    <a:gd name="connsiteY2" fmla="*/ 4005943 h 7358741"/>
                    <a:gd name="connsiteX3" fmla="*/ 114023 w 8140424"/>
                    <a:gd name="connsiteY3" fmla="*/ 1030513 h 7358741"/>
                    <a:gd name="connsiteX4" fmla="*/ 1013908 w 8140424"/>
                    <a:gd name="connsiteY4" fmla="*/ 319314 h 7358741"/>
                    <a:gd name="connsiteX5" fmla="*/ 3437794 w 8140424"/>
                    <a:gd name="connsiteY5" fmla="*/ 2757714 h 7358741"/>
                    <a:gd name="connsiteX6" fmla="*/ 723623 w 8140424"/>
                    <a:gd name="connsiteY6" fmla="*/ 0 h 7358741"/>
                    <a:gd name="connsiteX7" fmla="*/ 6543851 w 8140424"/>
                    <a:gd name="connsiteY7" fmla="*/ 2539999 h 7358741"/>
                    <a:gd name="connsiteX8" fmla="*/ 7763052 w 8140424"/>
                    <a:gd name="connsiteY8" fmla="*/ 1785256 h 7358741"/>
                    <a:gd name="connsiteX9" fmla="*/ 7995281 w 8140424"/>
                    <a:gd name="connsiteY9" fmla="*/ 3149599 h 7358741"/>
                    <a:gd name="connsiteX10" fmla="*/ 8140424 w 8140424"/>
                    <a:gd name="connsiteY10" fmla="*/ 4354284 h 7358741"/>
                    <a:gd name="connsiteX11" fmla="*/ 5339165 w 8140424"/>
                    <a:gd name="connsiteY11" fmla="*/ 7358741 h 7358741"/>
                    <a:gd name="connsiteX12" fmla="*/ 5063396 w 8140424"/>
                    <a:gd name="connsiteY12" fmla="*/ 7271655 h 7358741"/>
                    <a:gd name="connsiteX13" fmla="*/ 534938 w 8140424"/>
                    <a:gd name="connsiteY13" fmla="*/ 2859312 h 7358741"/>
                    <a:gd name="connsiteX0" fmla="*/ 534938 w 8140424"/>
                    <a:gd name="connsiteY0" fmla="*/ 2859312 h 7358741"/>
                    <a:gd name="connsiteX1" fmla="*/ 1144537 w 8140424"/>
                    <a:gd name="connsiteY1" fmla="*/ 2177143 h 7358741"/>
                    <a:gd name="connsiteX2" fmla="*/ 2973335 w 8140424"/>
                    <a:gd name="connsiteY2" fmla="*/ 4005943 h 7358741"/>
                    <a:gd name="connsiteX3" fmla="*/ 114023 w 8140424"/>
                    <a:gd name="connsiteY3" fmla="*/ 1030513 h 7358741"/>
                    <a:gd name="connsiteX4" fmla="*/ 1013908 w 8140424"/>
                    <a:gd name="connsiteY4" fmla="*/ 319314 h 7358741"/>
                    <a:gd name="connsiteX5" fmla="*/ 3437794 w 8140424"/>
                    <a:gd name="connsiteY5" fmla="*/ 2757714 h 7358741"/>
                    <a:gd name="connsiteX6" fmla="*/ 723623 w 8140424"/>
                    <a:gd name="connsiteY6" fmla="*/ 0 h 7358741"/>
                    <a:gd name="connsiteX7" fmla="*/ 3713566 w 8140424"/>
                    <a:gd name="connsiteY7" fmla="*/ 1291772 h 7358741"/>
                    <a:gd name="connsiteX8" fmla="*/ 6543851 w 8140424"/>
                    <a:gd name="connsiteY8" fmla="*/ 2539999 h 7358741"/>
                    <a:gd name="connsiteX9" fmla="*/ 7763052 w 8140424"/>
                    <a:gd name="connsiteY9" fmla="*/ 1785256 h 7358741"/>
                    <a:gd name="connsiteX10" fmla="*/ 7995281 w 8140424"/>
                    <a:gd name="connsiteY10" fmla="*/ 3149599 h 7358741"/>
                    <a:gd name="connsiteX11" fmla="*/ 8140424 w 8140424"/>
                    <a:gd name="connsiteY11" fmla="*/ 4354284 h 7358741"/>
                    <a:gd name="connsiteX12" fmla="*/ 5339165 w 8140424"/>
                    <a:gd name="connsiteY12" fmla="*/ 7358741 h 7358741"/>
                    <a:gd name="connsiteX13" fmla="*/ 5063396 w 8140424"/>
                    <a:gd name="connsiteY13" fmla="*/ 7271655 h 7358741"/>
                    <a:gd name="connsiteX14" fmla="*/ 534938 w 8140424"/>
                    <a:gd name="connsiteY14" fmla="*/ 2859312 h 7358741"/>
                    <a:gd name="connsiteX0" fmla="*/ 534938 w 8140424"/>
                    <a:gd name="connsiteY0" fmla="*/ 3555997 h 8055426"/>
                    <a:gd name="connsiteX1" fmla="*/ 1144537 w 8140424"/>
                    <a:gd name="connsiteY1" fmla="*/ 2873828 h 8055426"/>
                    <a:gd name="connsiteX2" fmla="*/ 2973335 w 8140424"/>
                    <a:gd name="connsiteY2" fmla="*/ 4702628 h 8055426"/>
                    <a:gd name="connsiteX3" fmla="*/ 114023 w 8140424"/>
                    <a:gd name="connsiteY3" fmla="*/ 1727198 h 8055426"/>
                    <a:gd name="connsiteX4" fmla="*/ 1013908 w 8140424"/>
                    <a:gd name="connsiteY4" fmla="*/ 1015999 h 8055426"/>
                    <a:gd name="connsiteX5" fmla="*/ 3437794 w 8140424"/>
                    <a:gd name="connsiteY5" fmla="*/ 3454399 h 8055426"/>
                    <a:gd name="connsiteX6" fmla="*/ 723623 w 8140424"/>
                    <a:gd name="connsiteY6" fmla="*/ 696685 h 8055426"/>
                    <a:gd name="connsiteX7" fmla="*/ 1696080 w 8140424"/>
                    <a:gd name="connsiteY7" fmla="*/ 0 h 8055426"/>
                    <a:gd name="connsiteX8" fmla="*/ 6543851 w 8140424"/>
                    <a:gd name="connsiteY8" fmla="*/ 3236684 h 8055426"/>
                    <a:gd name="connsiteX9" fmla="*/ 7763052 w 8140424"/>
                    <a:gd name="connsiteY9" fmla="*/ 2481941 h 8055426"/>
                    <a:gd name="connsiteX10" fmla="*/ 7995281 w 8140424"/>
                    <a:gd name="connsiteY10" fmla="*/ 3846284 h 8055426"/>
                    <a:gd name="connsiteX11" fmla="*/ 8140424 w 8140424"/>
                    <a:gd name="connsiteY11" fmla="*/ 5050969 h 8055426"/>
                    <a:gd name="connsiteX12" fmla="*/ 5339165 w 8140424"/>
                    <a:gd name="connsiteY12" fmla="*/ 8055426 h 8055426"/>
                    <a:gd name="connsiteX13" fmla="*/ 5063396 w 8140424"/>
                    <a:gd name="connsiteY13" fmla="*/ 7968340 h 8055426"/>
                    <a:gd name="connsiteX14" fmla="*/ 534938 w 8140424"/>
                    <a:gd name="connsiteY14" fmla="*/ 3555997 h 8055426"/>
                    <a:gd name="connsiteX0" fmla="*/ 534938 w 8140424"/>
                    <a:gd name="connsiteY0" fmla="*/ 3662537 h 8161966"/>
                    <a:gd name="connsiteX1" fmla="*/ 1144537 w 8140424"/>
                    <a:gd name="connsiteY1" fmla="*/ 2980368 h 8161966"/>
                    <a:gd name="connsiteX2" fmla="*/ 2973335 w 8140424"/>
                    <a:gd name="connsiteY2" fmla="*/ 4809168 h 8161966"/>
                    <a:gd name="connsiteX3" fmla="*/ 114023 w 8140424"/>
                    <a:gd name="connsiteY3" fmla="*/ 1833738 h 8161966"/>
                    <a:gd name="connsiteX4" fmla="*/ 1013908 w 8140424"/>
                    <a:gd name="connsiteY4" fmla="*/ 1122539 h 8161966"/>
                    <a:gd name="connsiteX5" fmla="*/ 3437794 w 8140424"/>
                    <a:gd name="connsiteY5" fmla="*/ 3560939 h 8161966"/>
                    <a:gd name="connsiteX6" fmla="*/ 723623 w 8140424"/>
                    <a:gd name="connsiteY6" fmla="*/ 803225 h 8161966"/>
                    <a:gd name="connsiteX7" fmla="*/ 1696080 w 8140424"/>
                    <a:gd name="connsiteY7" fmla="*/ 106540 h 8161966"/>
                    <a:gd name="connsiteX8" fmla="*/ 6543851 w 8140424"/>
                    <a:gd name="connsiteY8" fmla="*/ 3343224 h 8161966"/>
                    <a:gd name="connsiteX9" fmla="*/ 7763052 w 8140424"/>
                    <a:gd name="connsiteY9" fmla="*/ 2588481 h 8161966"/>
                    <a:gd name="connsiteX10" fmla="*/ 7995281 w 8140424"/>
                    <a:gd name="connsiteY10" fmla="*/ 3952824 h 8161966"/>
                    <a:gd name="connsiteX11" fmla="*/ 8140424 w 8140424"/>
                    <a:gd name="connsiteY11" fmla="*/ 5157509 h 8161966"/>
                    <a:gd name="connsiteX12" fmla="*/ 5339165 w 8140424"/>
                    <a:gd name="connsiteY12" fmla="*/ 8161966 h 8161966"/>
                    <a:gd name="connsiteX13" fmla="*/ 5063396 w 8140424"/>
                    <a:gd name="connsiteY13" fmla="*/ 8074880 h 8161966"/>
                    <a:gd name="connsiteX14" fmla="*/ 534938 w 8140424"/>
                    <a:gd name="connsiteY14" fmla="*/ 3662537 h 8161966"/>
                    <a:gd name="connsiteX0" fmla="*/ 534938 w 8140424"/>
                    <a:gd name="connsiteY0" fmla="*/ 3662537 h 8161966"/>
                    <a:gd name="connsiteX1" fmla="*/ 1144537 w 8140424"/>
                    <a:gd name="connsiteY1" fmla="*/ 2980368 h 8161966"/>
                    <a:gd name="connsiteX2" fmla="*/ 2973335 w 8140424"/>
                    <a:gd name="connsiteY2" fmla="*/ 4809168 h 8161966"/>
                    <a:gd name="connsiteX3" fmla="*/ 114023 w 8140424"/>
                    <a:gd name="connsiteY3" fmla="*/ 1833738 h 8161966"/>
                    <a:gd name="connsiteX4" fmla="*/ 1013908 w 8140424"/>
                    <a:gd name="connsiteY4" fmla="*/ 1122539 h 8161966"/>
                    <a:gd name="connsiteX5" fmla="*/ 3437794 w 8140424"/>
                    <a:gd name="connsiteY5" fmla="*/ 3560939 h 8161966"/>
                    <a:gd name="connsiteX6" fmla="*/ 723623 w 8140424"/>
                    <a:gd name="connsiteY6" fmla="*/ 803225 h 8161966"/>
                    <a:gd name="connsiteX7" fmla="*/ 1725109 w 8140424"/>
                    <a:gd name="connsiteY7" fmla="*/ 106540 h 8161966"/>
                    <a:gd name="connsiteX8" fmla="*/ 6543851 w 8140424"/>
                    <a:gd name="connsiteY8" fmla="*/ 3343224 h 8161966"/>
                    <a:gd name="connsiteX9" fmla="*/ 7763052 w 8140424"/>
                    <a:gd name="connsiteY9" fmla="*/ 2588481 h 8161966"/>
                    <a:gd name="connsiteX10" fmla="*/ 7995281 w 8140424"/>
                    <a:gd name="connsiteY10" fmla="*/ 3952824 h 8161966"/>
                    <a:gd name="connsiteX11" fmla="*/ 8140424 w 8140424"/>
                    <a:gd name="connsiteY11" fmla="*/ 5157509 h 8161966"/>
                    <a:gd name="connsiteX12" fmla="*/ 5339165 w 8140424"/>
                    <a:gd name="connsiteY12" fmla="*/ 8161966 h 8161966"/>
                    <a:gd name="connsiteX13" fmla="*/ 5063396 w 8140424"/>
                    <a:gd name="connsiteY13" fmla="*/ 8074880 h 8161966"/>
                    <a:gd name="connsiteX14" fmla="*/ 534938 w 8140424"/>
                    <a:gd name="connsiteY14" fmla="*/ 3662537 h 8161966"/>
                    <a:gd name="connsiteX0" fmla="*/ 534938 w 8140424"/>
                    <a:gd name="connsiteY0" fmla="*/ 3722591 h 8222020"/>
                    <a:gd name="connsiteX1" fmla="*/ 1144537 w 8140424"/>
                    <a:gd name="connsiteY1" fmla="*/ 3040422 h 8222020"/>
                    <a:gd name="connsiteX2" fmla="*/ 2973335 w 8140424"/>
                    <a:gd name="connsiteY2" fmla="*/ 4869222 h 8222020"/>
                    <a:gd name="connsiteX3" fmla="*/ 114023 w 8140424"/>
                    <a:gd name="connsiteY3" fmla="*/ 1893792 h 8222020"/>
                    <a:gd name="connsiteX4" fmla="*/ 1013908 w 8140424"/>
                    <a:gd name="connsiteY4" fmla="*/ 1182593 h 8222020"/>
                    <a:gd name="connsiteX5" fmla="*/ 3437794 w 8140424"/>
                    <a:gd name="connsiteY5" fmla="*/ 3620993 h 8222020"/>
                    <a:gd name="connsiteX6" fmla="*/ 723623 w 8140424"/>
                    <a:gd name="connsiteY6" fmla="*/ 863279 h 8222020"/>
                    <a:gd name="connsiteX7" fmla="*/ 1725109 w 8140424"/>
                    <a:gd name="connsiteY7" fmla="*/ 166594 h 8222020"/>
                    <a:gd name="connsiteX8" fmla="*/ 6543851 w 8140424"/>
                    <a:gd name="connsiteY8" fmla="*/ 3403278 h 8222020"/>
                    <a:gd name="connsiteX9" fmla="*/ 7763052 w 8140424"/>
                    <a:gd name="connsiteY9" fmla="*/ 2648535 h 8222020"/>
                    <a:gd name="connsiteX10" fmla="*/ 7995281 w 8140424"/>
                    <a:gd name="connsiteY10" fmla="*/ 4012878 h 8222020"/>
                    <a:gd name="connsiteX11" fmla="*/ 8140424 w 8140424"/>
                    <a:gd name="connsiteY11" fmla="*/ 5217563 h 8222020"/>
                    <a:gd name="connsiteX12" fmla="*/ 5339165 w 8140424"/>
                    <a:gd name="connsiteY12" fmla="*/ 8222020 h 8222020"/>
                    <a:gd name="connsiteX13" fmla="*/ 5063396 w 8140424"/>
                    <a:gd name="connsiteY13" fmla="*/ 8134934 h 8222020"/>
                    <a:gd name="connsiteX14" fmla="*/ 534938 w 8140424"/>
                    <a:gd name="connsiteY14" fmla="*/ 3722591 h 822202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6543851 w 8140424"/>
                    <a:gd name="connsiteY8" fmla="*/ 3428628 h 8247370"/>
                    <a:gd name="connsiteX9" fmla="*/ 7763052 w 8140424"/>
                    <a:gd name="connsiteY9" fmla="*/ 2673885 h 8247370"/>
                    <a:gd name="connsiteX10" fmla="*/ 7995281 w 8140424"/>
                    <a:gd name="connsiteY10" fmla="*/ 4038228 h 8247370"/>
                    <a:gd name="connsiteX11" fmla="*/ 8140424 w 8140424"/>
                    <a:gd name="connsiteY11" fmla="*/ 5242913 h 8247370"/>
                    <a:gd name="connsiteX12" fmla="*/ 5339165 w 8140424"/>
                    <a:gd name="connsiteY12" fmla="*/ 8247370 h 8247370"/>
                    <a:gd name="connsiteX13" fmla="*/ 5063396 w 8140424"/>
                    <a:gd name="connsiteY13" fmla="*/ 8160284 h 8247370"/>
                    <a:gd name="connsiteX14" fmla="*/ 534938 w 8140424"/>
                    <a:gd name="connsiteY14" fmla="*/ 3747941 h 824737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3931280 w 8140424"/>
                    <a:gd name="connsiteY8" fmla="*/ 1672401 h 8247370"/>
                    <a:gd name="connsiteX9" fmla="*/ 6543851 w 8140424"/>
                    <a:gd name="connsiteY9" fmla="*/ 3428628 h 8247370"/>
                    <a:gd name="connsiteX10" fmla="*/ 7763052 w 8140424"/>
                    <a:gd name="connsiteY10" fmla="*/ 2673885 h 8247370"/>
                    <a:gd name="connsiteX11" fmla="*/ 7995281 w 8140424"/>
                    <a:gd name="connsiteY11" fmla="*/ 4038228 h 8247370"/>
                    <a:gd name="connsiteX12" fmla="*/ 8140424 w 8140424"/>
                    <a:gd name="connsiteY12" fmla="*/ 5242913 h 8247370"/>
                    <a:gd name="connsiteX13" fmla="*/ 5339165 w 8140424"/>
                    <a:gd name="connsiteY13" fmla="*/ 8247370 h 8247370"/>
                    <a:gd name="connsiteX14" fmla="*/ 5063396 w 8140424"/>
                    <a:gd name="connsiteY14" fmla="*/ 8160284 h 8247370"/>
                    <a:gd name="connsiteX15" fmla="*/ 534938 w 8140424"/>
                    <a:gd name="connsiteY15" fmla="*/ 3747941 h 824737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4090938 w 8140424"/>
                    <a:gd name="connsiteY8" fmla="*/ 2673887 h 8247370"/>
                    <a:gd name="connsiteX9" fmla="*/ 6543851 w 8140424"/>
                    <a:gd name="connsiteY9" fmla="*/ 3428628 h 8247370"/>
                    <a:gd name="connsiteX10" fmla="*/ 7763052 w 8140424"/>
                    <a:gd name="connsiteY10" fmla="*/ 2673885 h 8247370"/>
                    <a:gd name="connsiteX11" fmla="*/ 7995281 w 8140424"/>
                    <a:gd name="connsiteY11" fmla="*/ 4038228 h 8247370"/>
                    <a:gd name="connsiteX12" fmla="*/ 8140424 w 8140424"/>
                    <a:gd name="connsiteY12" fmla="*/ 5242913 h 8247370"/>
                    <a:gd name="connsiteX13" fmla="*/ 5339165 w 8140424"/>
                    <a:gd name="connsiteY13" fmla="*/ 8247370 h 8247370"/>
                    <a:gd name="connsiteX14" fmla="*/ 5063396 w 8140424"/>
                    <a:gd name="connsiteY14" fmla="*/ 8160284 h 8247370"/>
                    <a:gd name="connsiteX15" fmla="*/ 534938 w 8140424"/>
                    <a:gd name="connsiteY15" fmla="*/ 3747941 h 824737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4090938 w 8140424"/>
                    <a:gd name="connsiteY8" fmla="*/ 2673887 h 8247370"/>
                    <a:gd name="connsiteX9" fmla="*/ 5847166 w 8140424"/>
                    <a:gd name="connsiteY9" fmla="*/ 3196401 h 8247370"/>
                    <a:gd name="connsiteX10" fmla="*/ 6543851 w 8140424"/>
                    <a:gd name="connsiteY10" fmla="*/ 3428628 h 8247370"/>
                    <a:gd name="connsiteX11" fmla="*/ 7763052 w 8140424"/>
                    <a:gd name="connsiteY11" fmla="*/ 2673885 h 8247370"/>
                    <a:gd name="connsiteX12" fmla="*/ 7995281 w 8140424"/>
                    <a:gd name="connsiteY12" fmla="*/ 4038228 h 8247370"/>
                    <a:gd name="connsiteX13" fmla="*/ 8140424 w 8140424"/>
                    <a:gd name="connsiteY13" fmla="*/ 5242913 h 8247370"/>
                    <a:gd name="connsiteX14" fmla="*/ 5339165 w 8140424"/>
                    <a:gd name="connsiteY14" fmla="*/ 8247370 h 8247370"/>
                    <a:gd name="connsiteX15" fmla="*/ 5063396 w 8140424"/>
                    <a:gd name="connsiteY15" fmla="*/ 8160284 h 8247370"/>
                    <a:gd name="connsiteX16" fmla="*/ 534938 w 8140424"/>
                    <a:gd name="connsiteY16" fmla="*/ 3747941 h 824737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4090938 w 8140424"/>
                    <a:gd name="connsiteY8" fmla="*/ 2673887 h 8247370"/>
                    <a:gd name="connsiteX9" fmla="*/ 2058937 w 8140424"/>
                    <a:gd name="connsiteY9" fmla="*/ 540287 h 8247370"/>
                    <a:gd name="connsiteX10" fmla="*/ 6543851 w 8140424"/>
                    <a:gd name="connsiteY10" fmla="*/ 3428628 h 8247370"/>
                    <a:gd name="connsiteX11" fmla="*/ 7763052 w 8140424"/>
                    <a:gd name="connsiteY11" fmla="*/ 2673885 h 8247370"/>
                    <a:gd name="connsiteX12" fmla="*/ 7995281 w 8140424"/>
                    <a:gd name="connsiteY12" fmla="*/ 4038228 h 8247370"/>
                    <a:gd name="connsiteX13" fmla="*/ 8140424 w 8140424"/>
                    <a:gd name="connsiteY13" fmla="*/ 5242913 h 8247370"/>
                    <a:gd name="connsiteX14" fmla="*/ 5339165 w 8140424"/>
                    <a:gd name="connsiteY14" fmla="*/ 8247370 h 8247370"/>
                    <a:gd name="connsiteX15" fmla="*/ 5063396 w 8140424"/>
                    <a:gd name="connsiteY15" fmla="*/ 8160284 h 8247370"/>
                    <a:gd name="connsiteX16" fmla="*/ 534938 w 8140424"/>
                    <a:gd name="connsiteY16" fmla="*/ 3747941 h 824737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4090938 w 8140424"/>
                    <a:gd name="connsiteY8" fmla="*/ 2673887 h 8247370"/>
                    <a:gd name="connsiteX9" fmla="*/ 2102480 w 8140424"/>
                    <a:gd name="connsiteY9" fmla="*/ 540287 h 8247370"/>
                    <a:gd name="connsiteX10" fmla="*/ 6543851 w 8140424"/>
                    <a:gd name="connsiteY10" fmla="*/ 3428628 h 8247370"/>
                    <a:gd name="connsiteX11" fmla="*/ 7763052 w 8140424"/>
                    <a:gd name="connsiteY11" fmla="*/ 2673885 h 8247370"/>
                    <a:gd name="connsiteX12" fmla="*/ 7995281 w 8140424"/>
                    <a:gd name="connsiteY12" fmla="*/ 4038228 h 8247370"/>
                    <a:gd name="connsiteX13" fmla="*/ 8140424 w 8140424"/>
                    <a:gd name="connsiteY13" fmla="*/ 5242913 h 8247370"/>
                    <a:gd name="connsiteX14" fmla="*/ 5339165 w 8140424"/>
                    <a:gd name="connsiteY14" fmla="*/ 8247370 h 8247370"/>
                    <a:gd name="connsiteX15" fmla="*/ 5063396 w 8140424"/>
                    <a:gd name="connsiteY15" fmla="*/ 8160284 h 8247370"/>
                    <a:gd name="connsiteX16" fmla="*/ 534938 w 8140424"/>
                    <a:gd name="connsiteY16" fmla="*/ 3747941 h 824737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4090938 w 8140424"/>
                    <a:gd name="connsiteY8" fmla="*/ 2673887 h 8247370"/>
                    <a:gd name="connsiteX9" fmla="*/ 2102480 w 8140424"/>
                    <a:gd name="connsiteY9" fmla="*/ 540287 h 8247370"/>
                    <a:gd name="connsiteX10" fmla="*/ 3887737 w 8140424"/>
                    <a:gd name="connsiteY10" fmla="*/ 1730458 h 8247370"/>
                    <a:gd name="connsiteX11" fmla="*/ 6543851 w 8140424"/>
                    <a:gd name="connsiteY11" fmla="*/ 3428628 h 8247370"/>
                    <a:gd name="connsiteX12" fmla="*/ 7763052 w 8140424"/>
                    <a:gd name="connsiteY12" fmla="*/ 2673885 h 8247370"/>
                    <a:gd name="connsiteX13" fmla="*/ 7995281 w 8140424"/>
                    <a:gd name="connsiteY13" fmla="*/ 4038228 h 8247370"/>
                    <a:gd name="connsiteX14" fmla="*/ 8140424 w 8140424"/>
                    <a:gd name="connsiteY14" fmla="*/ 5242913 h 8247370"/>
                    <a:gd name="connsiteX15" fmla="*/ 5339165 w 8140424"/>
                    <a:gd name="connsiteY15" fmla="*/ 8247370 h 8247370"/>
                    <a:gd name="connsiteX16" fmla="*/ 5063396 w 8140424"/>
                    <a:gd name="connsiteY16" fmla="*/ 8160284 h 8247370"/>
                    <a:gd name="connsiteX17" fmla="*/ 534938 w 8140424"/>
                    <a:gd name="connsiteY17" fmla="*/ 3747941 h 8247370"/>
                    <a:gd name="connsiteX0" fmla="*/ 534938 w 8140424"/>
                    <a:gd name="connsiteY0" fmla="*/ 3773711 h 8273140"/>
                    <a:gd name="connsiteX1" fmla="*/ 1144537 w 8140424"/>
                    <a:gd name="connsiteY1" fmla="*/ 3091542 h 8273140"/>
                    <a:gd name="connsiteX2" fmla="*/ 2973335 w 8140424"/>
                    <a:gd name="connsiteY2" fmla="*/ 4920342 h 8273140"/>
                    <a:gd name="connsiteX3" fmla="*/ 114023 w 8140424"/>
                    <a:gd name="connsiteY3" fmla="*/ 1944912 h 8273140"/>
                    <a:gd name="connsiteX4" fmla="*/ 1013908 w 8140424"/>
                    <a:gd name="connsiteY4" fmla="*/ 1233713 h 8273140"/>
                    <a:gd name="connsiteX5" fmla="*/ 3437794 w 8140424"/>
                    <a:gd name="connsiteY5" fmla="*/ 3672113 h 8273140"/>
                    <a:gd name="connsiteX6" fmla="*/ 723623 w 8140424"/>
                    <a:gd name="connsiteY6" fmla="*/ 914399 h 8273140"/>
                    <a:gd name="connsiteX7" fmla="*/ 1725109 w 8140424"/>
                    <a:gd name="connsiteY7" fmla="*/ 217714 h 8273140"/>
                    <a:gd name="connsiteX8" fmla="*/ 4090938 w 8140424"/>
                    <a:gd name="connsiteY8" fmla="*/ 2699657 h 8273140"/>
                    <a:gd name="connsiteX9" fmla="*/ 2102480 w 8140424"/>
                    <a:gd name="connsiteY9" fmla="*/ 566057 h 8273140"/>
                    <a:gd name="connsiteX10" fmla="*/ 3176537 w 8140424"/>
                    <a:gd name="connsiteY10" fmla="*/ 0 h 8273140"/>
                    <a:gd name="connsiteX11" fmla="*/ 6543851 w 8140424"/>
                    <a:gd name="connsiteY11" fmla="*/ 3454398 h 8273140"/>
                    <a:gd name="connsiteX12" fmla="*/ 7763052 w 8140424"/>
                    <a:gd name="connsiteY12" fmla="*/ 2699655 h 8273140"/>
                    <a:gd name="connsiteX13" fmla="*/ 7995281 w 8140424"/>
                    <a:gd name="connsiteY13" fmla="*/ 4063998 h 8273140"/>
                    <a:gd name="connsiteX14" fmla="*/ 8140424 w 8140424"/>
                    <a:gd name="connsiteY14" fmla="*/ 5268683 h 8273140"/>
                    <a:gd name="connsiteX15" fmla="*/ 5339165 w 8140424"/>
                    <a:gd name="connsiteY15" fmla="*/ 8273140 h 8273140"/>
                    <a:gd name="connsiteX16" fmla="*/ 5063396 w 8140424"/>
                    <a:gd name="connsiteY16" fmla="*/ 8186054 h 8273140"/>
                    <a:gd name="connsiteX17" fmla="*/ 534938 w 8140424"/>
                    <a:gd name="connsiteY17" fmla="*/ 3773711 h 8273140"/>
                    <a:gd name="connsiteX0" fmla="*/ 534938 w 8140424"/>
                    <a:gd name="connsiteY0" fmla="*/ 3773711 h 8273140"/>
                    <a:gd name="connsiteX1" fmla="*/ 1144537 w 8140424"/>
                    <a:gd name="connsiteY1" fmla="*/ 3091542 h 8273140"/>
                    <a:gd name="connsiteX2" fmla="*/ 2973335 w 8140424"/>
                    <a:gd name="connsiteY2" fmla="*/ 4920342 h 8273140"/>
                    <a:gd name="connsiteX3" fmla="*/ 114023 w 8140424"/>
                    <a:gd name="connsiteY3" fmla="*/ 1944912 h 8273140"/>
                    <a:gd name="connsiteX4" fmla="*/ 1013908 w 8140424"/>
                    <a:gd name="connsiteY4" fmla="*/ 1233713 h 8273140"/>
                    <a:gd name="connsiteX5" fmla="*/ 3437794 w 8140424"/>
                    <a:gd name="connsiteY5" fmla="*/ 3672113 h 8273140"/>
                    <a:gd name="connsiteX6" fmla="*/ 723623 w 8140424"/>
                    <a:gd name="connsiteY6" fmla="*/ 914399 h 8273140"/>
                    <a:gd name="connsiteX7" fmla="*/ 1725109 w 8140424"/>
                    <a:gd name="connsiteY7" fmla="*/ 217714 h 8273140"/>
                    <a:gd name="connsiteX8" fmla="*/ 4090938 w 8140424"/>
                    <a:gd name="connsiteY8" fmla="*/ 2699657 h 8273140"/>
                    <a:gd name="connsiteX9" fmla="*/ 2175052 w 8140424"/>
                    <a:gd name="connsiteY9" fmla="*/ 566057 h 8273140"/>
                    <a:gd name="connsiteX10" fmla="*/ 3176537 w 8140424"/>
                    <a:gd name="connsiteY10" fmla="*/ 0 h 8273140"/>
                    <a:gd name="connsiteX11" fmla="*/ 6543851 w 8140424"/>
                    <a:gd name="connsiteY11" fmla="*/ 3454398 h 8273140"/>
                    <a:gd name="connsiteX12" fmla="*/ 7763052 w 8140424"/>
                    <a:gd name="connsiteY12" fmla="*/ 2699655 h 8273140"/>
                    <a:gd name="connsiteX13" fmla="*/ 7995281 w 8140424"/>
                    <a:gd name="connsiteY13" fmla="*/ 4063998 h 8273140"/>
                    <a:gd name="connsiteX14" fmla="*/ 8140424 w 8140424"/>
                    <a:gd name="connsiteY14" fmla="*/ 5268683 h 8273140"/>
                    <a:gd name="connsiteX15" fmla="*/ 5339165 w 8140424"/>
                    <a:gd name="connsiteY15" fmla="*/ 8273140 h 8273140"/>
                    <a:gd name="connsiteX16" fmla="*/ 5063396 w 8140424"/>
                    <a:gd name="connsiteY16" fmla="*/ 8186054 h 8273140"/>
                    <a:gd name="connsiteX17" fmla="*/ 534938 w 8140424"/>
                    <a:gd name="connsiteY17" fmla="*/ 3773711 h 8273140"/>
                    <a:gd name="connsiteX0" fmla="*/ 534938 w 8140424"/>
                    <a:gd name="connsiteY0" fmla="*/ 3773711 h 8273140"/>
                    <a:gd name="connsiteX1" fmla="*/ 1144537 w 8140424"/>
                    <a:gd name="connsiteY1" fmla="*/ 3091542 h 8273140"/>
                    <a:gd name="connsiteX2" fmla="*/ 2973335 w 8140424"/>
                    <a:gd name="connsiteY2" fmla="*/ 4920342 h 8273140"/>
                    <a:gd name="connsiteX3" fmla="*/ 114023 w 8140424"/>
                    <a:gd name="connsiteY3" fmla="*/ 1944912 h 8273140"/>
                    <a:gd name="connsiteX4" fmla="*/ 1013908 w 8140424"/>
                    <a:gd name="connsiteY4" fmla="*/ 1233713 h 8273140"/>
                    <a:gd name="connsiteX5" fmla="*/ 3437794 w 8140424"/>
                    <a:gd name="connsiteY5" fmla="*/ 3672113 h 8273140"/>
                    <a:gd name="connsiteX6" fmla="*/ 723623 w 8140424"/>
                    <a:gd name="connsiteY6" fmla="*/ 914399 h 8273140"/>
                    <a:gd name="connsiteX7" fmla="*/ 1725109 w 8140424"/>
                    <a:gd name="connsiteY7" fmla="*/ 217714 h 8273140"/>
                    <a:gd name="connsiteX8" fmla="*/ 4090938 w 8140424"/>
                    <a:gd name="connsiteY8" fmla="*/ 2699657 h 8273140"/>
                    <a:gd name="connsiteX9" fmla="*/ 2102480 w 8140424"/>
                    <a:gd name="connsiteY9" fmla="*/ 566057 h 8273140"/>
                    <a:gd name="connsiteX10" fmla="*/ 3176537 w 8140424"/>
                    <a:gd name="connsiteY10" fmla="*/ 0 h 8273140"/>
                    <a:gd name="connsiteX11" fmla="*/ 6543851 w 8140424"/>
                    <a:gd name="connsiteY11" fmla="*/ 3454398 h 8273140"/>
                    <a:gd name="connsiteX12" fmla="*/ 7763052 w 8140424"/>
                    <a:gd name="connsiteY12" fmla="*/ 2699655 h 8273140"/>
                    <a:gd name="connsiteX13" fmla="*/ 7995281 w 8140424"/>
                    <a:gd name="connsiteY13" fmla="*/ 4063998 h 8273140"/>
                    <a:gd name="connsiteX14" fmla="*/ 8140424 w 8140424"/>
                    <a:gd name="connsiteY14" fmla="*/ 5268683 h 8273140"/>
                    <a:gd name="connsiteX15" fmla="*/ 5339165 w 8140424"/>
                    <a:gd name="connsiteY15" fmla="*/ 8273140 h 8273140"/>
                    <a:gd name="connsiteX16" fmla="*/ 5063396 w 8140424"/>
                    <a:gd name="connsiteY16" fmla="*/ 8186054 h 8273140"/>
                    <a:gd name="connsiteX17" fmla="*/ 534938 w 8140424"/>
                    <a:gd name="connsiteY17" fmla="*/ 3773711 h 8273140"/>
                    <a:gd name="connsiteX0" fmla="*/ 534938 w 8140424"/>
                    <a:gd name="connsiteY0" fmla="*/ 3773711 h 8273140"/>
                    <a:gd name="connsiteX1" fmla="*/ 1144537 w 8140424"/>
                    <a:gd name="connsiteY1" fmla="*/ 3091542 h 8273140"/>
                    <a:gd name="connsiteX2" fmla="*/ 2973335 w 8140424"/>
                    <a:gd name="connsiteY2" fmla="*/ 4920342 h 8273140"/>
                    <a:gd name="connsiteX3" fmla="*/ 114023 w 8140424"/>
                    <a:gd name="connsiteY3" fmla="*/ 1944912 h 8273140"/>
                    <a:gd name="connsiteX4" fmla="*/ 1013908 w 8140424"/>
                    <a:gd name="connsiteY4" fmla="*/ 1233713 h 8273140"/>
                    <a:gd name="connsiteX5" fmla="*/ 3437794 w 8140424"/>
                    <a:gd name="connsiteY5" fmla="*/ 3672113 h 8273140"/>
                    <a:gd name="connsiteX6" fmla="*/ 723623 w 8140424"/>
                    <a:gd name="connsiteY6" fmla="*/ 914399 h 8273140"/>
                    <a:gd name="connsiteX7" fmla="*/ 1725109 w 8140424"/>
                    <a:gd name="connsiteY7" fmla="*/ 217714 h 8273140"/>
                    <a:gd name="connsiteX8" fmla="*/ 4090938 w 8140424"/>
                    <a:gd name="connsiteY8" fmla="*/ 2699657 h 8273140"/>
                    <a:gd name="connsiteX9" fmla="*/ 2102480 w 8140424"/>
                    <a:gd name="connsiteY9" fmla="*/ 566057 h 8273140"/>
                    <a:gd name="connsiteX10" fmla="*/ 3176537 w 8140424"/>
                    <a:gd name="connsiteY10" fmla="*/ 0 h 8273140"/>
                    <a:gd name="connsiteX11" fmla="*/ 6543851 w 8140424"/>
                    <a:gd name="connsiteY11" fmla="*/ 3454398 h 8273140"/>
                    <a:gd name="connsiteX12" fmla="*/ 7763052 w 8140424"/>
                    <a:gd name="connsiteY12" fmla="*/ 2699655 h 8273140"/>
                    <a:gd name="connsiteX13" fmla="*/ 7995281 w 8140424"/>
                    <a:gd name="connsiteY13" fmla="*/ 4063998 h 8273140"/>
                    <a:gd name="connsiteX14" fmla="*/ 8140424 w 8140424"/>
                    <a:gd name="connsiteY14" fmla="*/ 5268683 h 8273140"/>
                    <a:gd name="connsiteX15" fmla="*/ 5339165 w 8140424"/>
                    <a:gd name="connsiteY15" fmla="*/ 8273140 h 8273140"/>
                    <a:gd name="connsiteX16" fmla="*/ 5063396 w 8140424"/>
                    <a:gd name="connsiteY16" fmla="*/ 8186054 h 8273140"/>
                    <a:gd name="connsiteX17" fmla="*/ 534938 w 8140424"/>
                    <a:gd name="connsiteY17" fmla="*/ 3773711 h 8273140"/>
                    <a:gd name="connsiteX0" fmla="*/ 534938 w 8140424"/>
                    <a:gd name="connsiteY0" fmla="*/ 4045114 h 8544543"/>
                    <a:gd name="connsiteX1" fmla="*/ 1144537 w 8140424"/>
                    <a:gd name="connsiteY1" fmla="*/ 3362945 h 8544543"/>
                    <a:gd name="connsiteX2" fmla="*/ 2973335 w 8140424"/>
                    <a:gd name="connsiteY2" fmla="*/ 5191745 h 8544543"/>
                    <a:gd name="connsiteX3" fmla="*/ 114023 w 8140424"/>
                    <a:gd name="connsiteY3" fmla="*/ 2216315 h 8544543"/>
                    <a:gd name="connsiteX4" fmla="*/ 1013908 w 8140424"/>
                    <a:gd name="connsiteY4" fmla="*/ 1505116 h 8544543"/>
                    <a:gd name="connsiteX5" fmla="*/ 3437794 w 8140424"/>
                    <a:gd name="connsiteY5" fmla="*/ 3943516 h 8544543"/>
                    <a:gd name="connsiteX6" fmla="*/ 723623 w 8140424"/>
                    <a:gd name="connsiteY6" fmla="*/ 1185802 h 8544543"/>
                    <a:gd name="connsiteX7" fmla="*/ 1725109 w 8140424"/>
                    <a:gd name="connsiteY7" fmla="*/ 489117 h 8544543"/>
                    <a:gd name="connsiteX8" fmla="*/ 4090938 w 8140424"/>
                    <a:gd name="connsiteY8" fmla="*/ 2971060 h 8544543"/>
                    <a:gd name="connsiteX9" fmla="*/ 2102480 w 8140424"/>
                    <a:gd name="connsiteY9" fmla="*/ 837460 h 8544543"/>
                    <a:gd name="connsiteX10" fmla="*/ 3176537 w 8140424"/>
                    <a:gd name="connsiteY10" fmla="*/ 271403 h 8544543"/>
                    <a:gd name="connsiteX11" fmla="*/ 6543851 w 8140424"/>
                    <a:gd name="connsiteY11" fmla="*/ 3725801 h 8544543"/>
                    <a:gd name="connsiteX12" fmla="*/ 7763052 w 8140424"/>
                    <a:gd name="connsiteY12" fmla="*/ 2971058 h 8544543"/>
                    <a:gd name="connsiteX13" fmla="*/ 7995281 w 8140424"/>
                    <a:gd name="connsiteY13" fmla="*/ 4335401 h 8544543"/>
                    <a:gd name="connsiteX14" fmla="*/ 8140424 w 8140424"/>
                    <a:gd name="connsiteY14" fmla="*/ 5540086 h 8544543"/>
                    <a:gd name="connsiteX15" fmla="*/ 5339165 w 8140424"/>
                    <a:gd name="connsiteY15" fmla="*/ 8544543 h 8544543"/>
                    <a:gd name="connsiteX16" fmla="*/ 5063396 w 8140424"/>
                    <a:gd name="connsiteY16" fmla="*/ 8457457 h 8544543"/>
                    <a:gd name="connsiteX17" fmla="*/ 534938 w 8140424"/>
                    <a:gd name="connsiteY17" fmla="*/ 4045114 h 8544543"/>
                    <a:gd name="connsiteX0" fmla="*/ 534938 w 8140424"/>
                    <a:gd name="connsiteY0" fmla="*/ 4041454 h 8540883"/>
                    <a:gd name="connsiteX1" fmla="*/ 1144537 w 8140424"/>
                    <a:gd name="connsiteY1" fmla="*/ 3359285 h 8540883"/>
                    <a:gd name="connsiteX2" fmla="*/ 2973335 w 8140424"/>
                    <a:gd name="connsiteY2" fmla="*/ 5188085 h 8540883"/>
                    <a:gd name="connsiteX3" fmla="*/ 114023 w 8140424"/>
                    <a:gd name="connsiteY3" fmla="*/ 2212655 h 8540883"/>
                    <a:gd name="connsiteX4" fmla="*/ 1013908 w 8140424"/>
                    <a:gd name="connsiteY4" fmla="*/ 1501456 h 8540883"/>
                    <a:gd name="connsiteX5" fmla="*/ 3437794 w 8140424"/>
                    <a:gd name="connsiteY5" fmla="*/ 3939856 h 8540883"/>
                    <a:gd name="connsiteX6" fmla="*/ 723623 w 8140424"/>
                    <a:gd name="connsiteY6" fmla="*/ 1182142 h 8540883"/>
                    <a:gd name="connsiteX7" fmla="*/ 1725109 w 8140424"/>
                    <a:gd name="connsiteY7" fmla="*/ 485457 h 8540883"/>
                    <a:gd name="connsiteX8" fmla="*/ 4090938 w 8140424"/>
                    <a:gd name="connsiteY8" fmla="*/ 2967400 h 8540883"/>
                    <a:gd name="connsiteX9" fmla="*/ 2102480 w 8140424"/>
                    <a:gd name="connsiteY9" fmla="*/ 833800 h 8540883"/>
                    <a:gd name="connsiteX10" fmla="*/ 3176537 w 8140424"/>
                    <a:gd name="connsiteY10" fmla="*/ 267743 h 8540883"/>
                    <a:gd name="connsiteX11" fmla="*/ 6543851 w 8140424"/>
                    <a:gd name="connsiteY11" fmla="*/ 3722141 h 8540883"/>
                    <a:gd name="connsiteX12" fmla="*/ 7763052 w 8140424"/>
                    <a:gd name="connsiteY12" fmla="*/ 2967398 h 8540883"/>
                    <a:gd name="connsiteX13" fmla="*/ 7995281 w 8140424"/>
                    <a:gd name="connsiteY13" fmla="*/ 4331741 h 8540883"/>
                    <a:gd name="connsiteX14" fmla="*/ 8140424 w 8140424"/>
                    <a:gd name="connsiteY14" fmla="*/ 5536426 h 8540883"/>
                    <a:gd name="connsiteX15" fmla="*/ 5339165 w 8140424"/>
                    <a:gd name="connsiteY15" fmla="*/ 8540883 h 8540883"/>
                    <a:gd name="connsiteX16" fmla="*/ 5063396 w 8140424"/>
                    <a:gd name="connsiteY16" fmla="*/ 8453797 h 8540883"/>
                    <a:gd name="connsiteX17" fmla="*/ 534938 w 8140424"/>
                    <a:gd name="connsiteY17" fmla="*/ 4041454 h 8540883"/>
                    <a:gd name="connsiteX0" fmla="*/ 534938 w 8140424"/>
                    <a:gd name="connsiteY0" fmla="*/ 4047870 h 8547299"/>
                    <a:gd name="connsiteX1" fmla="*/ 1144537 w 8140424"/>
                    <a:gd name="connsiteY1" fmla="*/ 3365701 h 8547299"/>
                    <a:gd name="connsiteX2" fmla="*/ 2973335 w 8140424"/>
                    <a:gd name="connsiteY2" fmla="*/ 5194501 h 8547299"/>
                    <a:gd name="connsiteX3" fmla="*/ 114023 w 8140424"/>
                    <a:gd name="connsiteY3" fmla="*/ 2219071 h 8547299"/>
                    <a:gd name="connsiteX4" fmla="*/ 1013908 w 8140424"/>
                    <a:gd name="connsiteY4" fmla="*/ 1507872 h 8547299"/>
                    <a:gd name="connsiteX5" fmla="*/ 3437794 w 8140424"/>
                    <a:gd name="connsiteY5" fmla="*/ 3946272 h 8547299"/>
                    <a:gd name="connsiteX6" fmla="*/ 723623 w 8140424"/>
                    <a:gd name="connsiteY6" fmla="*/ 1188558 h 8547299"/>
                    <a:gd name="connsiteX7" fmla="*/ 1725109 w 8140424"/>
                    <a:gd name="connsiteY7" fmla="*/ 491873 h 8547299"/>
                    <a:gd name="connsiteX8" fmla="*/ 4090938 w 8140424"/>
                    <a:gd name="connsiteY8" fmla="*/ 2973816 h 8547299"/>
                    <a:gd name="connsiteX9" fmla="*/ 2102480 w 8140424"/>
                    <a:gd name="connsiteY9" fmla="*/ 840216 h 8547299"/>
                    <a:gd name="connsiteX10" fmla="*/ 3176537 w 8140424"/>
                    <a:gd name="connsiteY10" fmla="*/ 274159 h 8547299"/>
                    <a:gd name="connsiteX11" fmla="*/ 6543851 w 8140424"/>
                    <a:gd name="connsiteY11" fmla="*/ 3728557 h 8547299"/>
                    <a:gd name="connsiteX12" fmla="*/ 7763052 w 8140424"/>
                    <a:gd name="connsiteY12" fmla="*/ 2973814 h 8547299"/>
                    <a:gd name="connsiteX13" fmla="*/ 7995281 w 8140424"/>
                    <a:gd name="connsiteY13" fmla="*/ 4338157 h 8547299"/>
                    <a:gd name="connsiteX14" fmla="*/ 8140424 w 8140424"/>
                    <a:gd name="connsiteY14" fmla="*/ 5542842 h 8547299"/>
                    <a:gd name="connsiteX15" fmla="*/ 5339165 w 8140424"/>
                    <a:gd name="connsiteY15" fmla="*/ 8547299 h 8547299"/>
                    <a:gd name="connsiteX16" fmla="*/ 5063396 w 8140424"/>
                    <a:gd name="connsiteY16" fmla="*/ 8460213 h 8547299"/>
                    <a:gd name="connsiteX17" fmla="*/ 534938 w 8140424"/>
                    <a:gd name="connsiteY17" fmla="*/ 4047870 h 8547299"/>
                    <a:gd name="connsiteX0" fmla="*/ 534938 w 8140424"/>
                    <a:gd name="connsiteY0" fmla="*/ 4023705 h 8523134"/>
                    <a:gd name="connsiteX1" fmla="*/ 1144537 w 8140424"/>
                    <a:gd name="connsiteY1" fmla="*/ 3341536 h 8523134"/>
                    <a:gd name="connsiteX2" fmla="*/ 2973335 w 8140424"/>
                    <a:gd name="connsiteY2" fmla="*/ 5170336 h 8523134"/>
                    <a:gd name="connsiteX3" fmla="*/ 114023 w 8140424"/>
                    <a:gd name="connsiteY3" fmla="*/ 2194906 h 8523134"/>
                    <a:gd name="connsiteX4" fmla="*/ 1013908 w 8140424"/>
                    <a:gd name="connsiteY4" fmla="*/ 1483707 h 8523134"/>
                    <a:gd name="connsiteX5" fmla="*/ 3437794 w 8140424"/>
                    <a:gd name="connsiteY5" fmla="*/ 3922107 h 8523134"/>
                    <a:gd name="connsiteX6" fmla="*/ 723623 w 8140424"/>
                    <a:gd name="connsiteY6" fmla="*/ 1164393 h 8523134"/>
                    <a:gd name="connsiteX7" fmla="*/ 1725109 w 8140424"/>
                    <a:gd name="connsiteY7" fmla="*/ 467708 h 8523134"/>
                    <a:gd name="connsiteX8" fmla="*/ 4090938 w 8140424"/>
                    <a:gd name="connsiteY8" fmla="*/ 2949651 h 8523134"/>
                    <a:gd name="connsiteX9" fmla="*/ 2102480 w 8140424"/>
                    <a:gd name="connsiteY9" fmla="*/ 816051 h 8523134"/>
                    <a:gd name="connsiteX10" fmla="*/ 3176537 w 8140424"/>
                    <a:gd name="connsiteY10" fmla="*/ 249994 h 8523134"/>
                    <a:gd name="connsiteX11" fmla="*/ 6543851 w 8140424"/>
                    <a:gd name="connsiteY11" fmla="*/ 3704392 h 8523134"/>
                    <a:gd name="connsiteX12" fmla="*/ 7763052 w 8140424"/>
                    <a:gd name="connsiteY12" fmla="*/ 2949649 h 8523134"/>
                    <a:gd name="connsiteX13" fmla="*/ 7995281 w 8140424"/>
                    <a:gd name="connsiteY13" fmla="*/ 4313992 h 8523134"/>
                    <a:gd name="connsiteX14" fmla="*/ 8140424 w 8140424"/>
                    <a:gd name="connsiteY14" fmla="*/ 5518677 h 8523134"/>
                    <a:gd name="connsiteX15" fmla="*/ 5339165 w 8140424"/>
                    <a:gd name="connsiteY15" fmla="*/ 8523134 h 8523134"/>
                    <a:gd name="connsiteX16" fmla="*/ 5063396 w 8140424"/>
                    <a:gd name="connsiteY16" fmla="*/ 8436048 h 8523134"/>
                    <a:gd name="connsiteX17" fmla="*/ 534938 w 8140424"/>
                    <a:gd name="connsiteY17" fmla="*/ 4023705 h 852313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7763052 w 8140424"/>
                    <a:gd name="connsiteY12" fmla="*/ 2968999 h 8542484"/>
                    <a:gd name="connsiteX13" fmla="*/ 7995281 w 8140424"/>
                    <a:gd name="connsiteY13" fmla="*/ 4333342 h 8542484"/>
                    <a:gd name="connsiteX14" fmla="*/ 8140424 w 8140424"/>
                    <a:gd name="connsiteY14" fmla="*/ 5538027 h 8542484"/>
                    <a:gd name="connsiteX15" fmla="*/ 5339165 w 8140424"/>
                    <a:gd name="connsiteY15" fmla="*/ 8542484 h 8542484"/>
                    <a:gd name="connsiteX16" fmla="*/ 5063396 w 8140424"/>
                    <a:gd name="connsiteY16" fmla="*/ 8455398 h 8542484"/>
                    <a:gd name="connsiteX17" fmla="*/ 534938 w 8140424"/>
                    <a:gd name="connsiteY17"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7037337 w 8140424"/>
                    <a:gd name="connsiteY12" fmla="*/ 3389915 h 8542484"/>
                    <a:gd name="connsiteX13" fmla="*/ 7763052 w 8140424"/>
                    <a:gd name="connsiteY13" fmla="*/ 2968999 h 8542484"/>
                    <a:gd name="connsiteX14" fmla="*/ 7995281 w 8140424"/>
                    <a:gd name="connsiteY14" fmla="*/ 4333342 h 8542484"/>
                    <a:gd name="connsiteX15" fmla="*/ 8140424 w 8140424"/>
                    <a:gd name="connsiteY15" fmla="*/ 5538027 h 8542484"/>
                    <a:gd name="connsiteX16" fmla="*/ 5339165 w 8140424"/>
                    <a:gd name="connsiteY16" fmla="*/ 8542484 h 8542484"/>
                    <a:gd name="connsiteX17" fmla="*/ 5063396 w 8140424"/>
                    <a:gd name="connsiteY17" fmla="*/ 8455398 h 8542484"/>
                    <a:gd name="connsiteX18" fmla="*/ 534938 w 8140424"/>
                    <a:gd name="connsiteY18"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51966 w 8140424"/>
                    <a:gd name="connsiteY12" fmla="*/ 2243287 h 8542484"/>
                    <a:gd name="connsiteX13" fmla="*/ 7763052 w 8140424"/>
                    <a:gd name="connsiteY13" fmla="*/ 2968999 h 8542484"/>
                    <a:gd name="connsiteX14" fmla="*/ 7995281 w 8140424"/>
                    <a:gd name="connsiteY14" fmla="*/ 4333342 h 8542484"/>
                    <a:gd name="connsiteX15" fmla="*/ 8140424 w 8140424"/>
                    <a:gd name="connsiteY15" fmla="*/ 5538027 h 8542484"/>
                    <a:gd name="connsiteX16" fmla="*/ 5339165 w 8140424"/>
                    <a:gd name="connsiteY16" fmla="*/ 8542484 h 8542484"/>
                    <a:gd name="connsiteX17" fmla="*/ 5063396 w 8140424"/>
                    <a:gd name="connsiteY17" fmla="*/ 8455398 h 8542484"/>
                    <a:gd name="connsiteX18" fmla="*/ 534938 w 8140424"/>
                    <a:gd name="connsiteY18"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51966 w 8140424"/>
                    <a:gd name="connsiteY12" fmla="*/ 2243287 h 8542484"/>
                    <a:gd name="connsiteX13" fmla="*/ 7763052 w 8140424"/>
                    <a:gd name="connsiteY13" fmla="*/ 2968999 h 8542484"/>
                    <a:gd name="connsiteX14" fmla="*/ 7995281 w 8140424"/>
                    <a:gd name="connsiteY14" fmla="*/ 4333342 h 8542484"/>
                    <a:gd name="connsiteX15" fmla="*/ 8140424 w 8140424"/>
                    <a:gd name="connsiteY15" fmla="*/ 5538027 h 8542484"/>
                    <a:gd name="connsiteX16" fmla="*/ 5339165 w 8140424"/>
                    <a:gd name="connsiteY16" fmla="*/ 8542484 h 8542484"/>
                    <a:gd name="connsiteX17" fmla="*/ 5063396 w 8140424"/>
                    <a:gd name="connsiteY17" fmla="*/ 8455398 h 8542484"/>
                    <a:gd name="connsiteX18" fmla="*/ 534938 w 8140424"/>
                    <a:gd name="connsiteY18"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51966 w 8140424"/>
                    <a:gd name="connsiteY12" fmla="*/ 2243287 h 8542484"/>
                    <a:gd name="connsiteX13" fmla="*/ 7763052 w 8140424"/>
                    <a:gd name="connsiteY13" fmla="*/ 2968999 h 8542484"/>
                    <a:gd name="connsiteX14" fmla="*/ 7995281 w 8140424"/>
                    <a:gd name="connsiteY14" fmla="*/ 4333342 h 8542484"/>
                    <a:gd name="connsiteX15" fmla="*/ 8140424 w 8140424"/>
                    <a:gd name="connsiteY15" fmla="*/ 5538027 h 8542484"/>
                    <a:gd name="connsiteX16" fmla="*/ 5339165 w 8140424"/>
                    <a:gd name="connsiteY16" fmla="*/ 8542484 h 8542484"/>
                    <a:gd name="connsiteX17" fmla="*/ 5063396 w 8140424"/>
                    <a:gd name="connsiteY17" fmla="*/ 8455398 h 8542484"/>
                    <a:gd name="connsiteX18" fmla="*/ 534938 w 8140424"/>
                    <a:gd name="connsiteY18"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7763052 w 8140424"/>
                    <a:gd name="connsiteY13" fmla="*/ 2968999 h 8542484"/>
                    <a:gd name="connsiteX14" fmla="*/ 7995281 w 8140424"/>
                    <a:gd name="connsiteY14" fmla="*/ 4333342 h 8542484"/>
                    <a:gd name="connsiteX15" fmla="*/ 8140424 w 8140424"/>
                    <a:gd name="connsiteY15" fmla="*/ 5538027 h 8542484"/>
                    <a:gd name="connsiteX16" fmla="*/ 5339165 w 8140424"/>
                    <a:gd name="connsiteY16" fmla="*/ 8542484 h 8542484"/>
                    <a:gd name="connsiteX17" fmla="*/ 5063396 w 8140424"/>
                    <a:gd name="connsiteY17" fmla="*/ 8455398 h 8542484"/>
                    <a:gd name="connsiteX18" fmla="*/ 534938 w 8140424"/>
                    <a:gd name="connsiteY18"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7269566 w 8140424"/>
                    <a:gd name="connsiteY13" fmla="*/ 2780315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68921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47130 w 8140424"/>
                    <a:gd name="connsiteY0" fmla="*/ 4043055 h 8542484"/>
                    <a:gd name="connsiteX1" fmla="*/ 1168921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47130 w 8140424"/>
                    <a:gd name="connsiteY19" fmla="*/ 4043055 h 8542484"/>
                    <a:gd name="connsiteX0" fmla="*/ 547130 w 8140424"/>
                    <a:gd name="connsiteY0" fmla="*/ 4043055 h 8542484"/>
                    <a:gd name="connsiteX1" fmla="*/ 1168921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47130 w 8140424"/>
                    <a:gd name="connsiteY19" fmla="*/ 4043055 h 8542484"/>
                    <a:gd name="connsiteX0" fmla="*/ 541518 w 8134812"/>
                    <a:gd name="connsiteY0" fmla="*/ 4043055 h 8542484"/>
                    <a:gd name="connsiteX1" fmla="*/ 1163309 w 8134812"/>
                    <a:gd name="connsiteY1" fmla="*/ 3360886 h 8542484"/>
                    <a:gd name="connsiteX2" fmla="*/ 2967723 w 8134812"/>
                    <a:gd name="connsiteY2" fmla="*/ 5189686 h 8542484"/>
                    <a:gd name="connsiteX3" fmla="*/ 108411 w 8134812"/>
                    <a:gd name="connsiteY3" fmla="*/ 2214256 h 8542484"/>
                    <a:gd name="connsiteX4" fmla="*/ 1008296 w 8134812"/>
                    <a:gd name="connsiteY4" fmla="*/ 1503057 h 8542484"/>
                    <a:gd name="connsiteX5" fmla="*/ 3432182 w 8134812"/>
                    <a:gd name="connsiteY5" fmla="*/ 3941457 h 8542484"/>
                    <a:gd name="connsiteX6" fmla="*/ 718011 w 8134812"/>
                    <a:gd name="connsiteY6" fmla="*/ 1183743 h 8542484"/>
                    <a:gd name="connsiteX7" fmla="*/ 1719497 w 8134812"/>
                    <a:gd name="connsiteY7" fmla="*/ 487058 h 8542484"/>
                    <a:gd name="connsiteX8" fmla="*/ 4085326 w 8134812"/>
                    <a:gd name="connsiteY8" fmla="*/ 2969001 h 8542484"/>
                    <a:gd name="connsiteX9" fmla="*/ 2096868 w 8134812"/>
                    <a:gd name="connsiteY9" fmla="*/ 835401 h 8542484"/>
                    <a:gd name="connsiteX10" fmla="*/ 3170925 w 8134812"/>
                    <a:gd name="connsiteY10" fmla="*/ 269344 h 8542484"/>
                    <a:gd name="connsiteX11" fmla="*/ 6538239 w 8134812"/>
                    <a:gd name="connsiteY11" fmla="*/ 3723742 h 8542484"/>
                    <a:gd name="connsiteX12" fmla="*/ 6102811 w 8134812"/>
                    <a:gd name="connsiteY12" fmla="*/ 2243287 h 8542484"/>
                    <a:gd name="connsiteX13" fmla="*/ 6639839 w 8134812"/>
                    <a:gd name="connsiteY13" fmla="*/ 1024087 h 8542484"/>
                    <a:gd name="connsiteX14" fmla="*/ 7757440 w 8134812"/>
                    <a:gd name="connsiteY14" fmla="*/ 2968999 h 8542484"/>
                    <a:gd name="connsiteX15" fmla="*/ 7989669 w 8134812"/>
                    <a:gd name="connsiteY15" fmla="*/ 4333342 h 8542484"/>
                    <a:gd name="connsiteX16" fmla="*/ 8134812 w 8134812"/>
                    <a:gd name="connsiteY16" fmla="*/ 5538027 h 8542484"/>
                    <a:gd name="connsiteX17" fmla="*/ 5333553 w 8134812"/>
                    <a:gd name="connsiteY17" fmla="*/ 8542484 h 8542484"/>
                    <a:gd name="connsiteX18" fmla="*/ 5057784 w 8134812"/>
                    <a:gd name="connsiteY18" fmla="*/ 8455398 h 8542484"/>
                    <a:gd name="connsiteX19" fmla="*/ 541518 w 8134812"/>
                    <a:gd name="connsiteY19" fmla="*/ 4043055 h 8542484"/>
                    <a:gd name="connsiteX0" fmla="*/ 541518 w 8134812"/>
                    <a:gd name="connsiteY0" fmla="*/ 4043055 h 8542484"/>
                    <a:gd name="connsiteX1" fmla="*/ 1163309 w 8134812"/>
                    <a:gd name="connsiteY1" fmla="*/ 3360886 h 8542484"/>
                    <a:gd name="connsiteX2" fmla="*/ 2967723 w 8134812"/>
                    <a:gd name="connsiteY2" fmla="*/ 5189686 h 8542484"/>
                    <a:gd name="connsiteX3" fmla="*/ 108411 w 8134812"/>
                    <a:gd name="connsiteY3" fmla="*/ 2214256 h 8542484"/>
                    <a:gd name="connsiteX4" fmla="*/ 1008296 w 8134812"/>
                    <a:gd name="connsiteY4" fmla="*/ 1503057 h 8542484"/>
                    <a:gd name="connsiteX5" fmla="*/ 3432182 w 8134812"/>
                    <a:gd name="connsiteY5" fmla="*/ 3941457 h 8542484"/>
                    <a:gd name="connsiteX6" fmla="*/ 718011 w 8134812"/>
                    <a:gd name="connsiteY6" fmla="*/ 1183743 h 8542484"/>
                    <a:gd name="connsiteX7" fmla="*/ 1719497 w 8134812"/>
                    <a:gd name="connsiteY7" fmla="*/ 487058 h 8542484"/>
                    <a:gd name="connsiteX8" fmla="*/ 4085326 w 8134812"/>
                    <a:gd name="connsiteY8" fmla="*/ 2969001 h 8542484"/>
                    <a:gd name="connsiteX9" fmla="*/ 2096868 w 8134812"/>
                    <a:gd name="connsiteY9" fmla="*/ 835401 h 8542484"/>
                    <a:gd name="connsiteX10" fmla="*/ 3170925 w 8134812"/>
                    <a:gd name="connsiteY10" fmla="*/ 269344 h 8542484"/>
                    <a:gd name="connsiteX11" fmla="*/ 6538239 w 8134812"/>
                    <a:gd name="connsiteY11" fmla="*/ 3723742 h 8542484"/>
                    <a:gd name="connsiteX12" fmla="*/ 6090619 w 8134812"/>
                    <a:gd name="connsiteY12" fmla="*/ 2231095 h 8542484"/>
                    <a:gd name="connsiteX13" fmla="*/ 6639839 w 8134812"/>
                    <a:gd name="connsiteY13" fmla="*/ 1024087 h 8542484"/>
                    <a:gd name="connsiteX14" fmla="*/ 7757440 w 8134812"/>
                    <a:gd name="connsiteY14" fmla="*/ 2968999 h 8542484"/>
                    <a:gd name="connsiteX15" fmla="*/ 7989669 w 8134812"/>
                    <a:gd name="connsiteY15" fmla="*/ 4333342 h 8542484"/>
                    <a:gd name="connsiteX16" fmla="*/ 8134812 w 8134812"/>
                    <a:gd name="connsiteY16" fmla="*/ 5538027 h 8542484"/>
                    <a:gd name="connsiteX17" fmla="*/ 5333553 w 8134812"/>
                    <a:gd name="connsiteY17" fmla="*/ 8542484 h 8542484"/>
                    <a:gd name="connsiteX18" fmla="*/ 5057784 w 8134812"/>
                    <a:gd name="connsiteY18" fmla="*/ 8455398 h 8542484"/>
                    <a:gd name="connsiteX19" fmla="*/ 541518 w 8134812"/>
                    <a:gd name="connsiteY19" fmla="*/ 4043055 h 8542484"/>
                    <a:gd name="connsiteX0" fmla="*/ 541518 w 8134812"/>
                    <a:gd name="connsiteY0" fmla="*/ 4043055 h 8542484"/>
                    <a:gd name="connsiteX1" fmla="*/ 1163309 w 8134812"/>
                    <a:gd name="connsiteY1" fmla="*/ 3360886 h 8542484"/>
                    <a:gd name="connsiteX2" fmla="*/ 2967723 w 8134812"/>
                    <a:gd name="connsiteY2" fmla="*/ 5189686 h 8542484"/>
                    <a:gd name="connsiteX3" fmla="*/ 108411 w 8134812"/>
                    <a:gd name="connsiteY3" fmla="*/ 2214256 h 8542484"/>
                    <a:gd name="connsiteX4" fmla="*/ 1008296 w 8134812"/>
                    <a:gd name="connsiteY4" fmla="*/ 1503057 h 8542484"/>
                    <a:gd name="connsiteX5" fmla="*/ 3432182 w 8134812"/>
                    <a:gd name="connsiteY5" fmla="*/ 3941457 h 8542484"/>
                    <a:gd name="connsiteX6" fmla="*/ 718011 w 8134812"/>
                    <a:gd name="connsiteY6" fmla="*/ 1183743 h 8542484"/>
                    <a:gd name="connsiteX7" fmla="*/ 1719497 w 8134812"/>
                    <a:gd name="connsiteY7" fmla="*/ 487058 h 8542484"/>
                    <a:gd name="connsiteX8" fmla="*/ 4085326 w 8134812"/>
                    <a:gd name="connsiteY8" fmla="*/ 2969001 h 8542484"/>
                    <a:gd name="connsiteX9" fmla="*/ 2096868 w 8134812"/>
                    <a:gd name="connsiteY9" fmla="*/ 835401 h 8542484"/>
                    <a:gd name="connsiteX10" fmla="*/ 3170925 w 8134812"/>
                    <a:gd name="connsiteY10" fmla="*/ 269344 h 8542484"/>
                    <a:gd name="connsiteX11" fmla="*/ 6538239 w 8134812"/>
                    <a:gd name="connsiteY11" fmla="*/ 3723742 h 8542484"/>
                    <a:gd name="connsiteX12" fmla="*/ 6090619 w 8134812"/>
                    <a:gd name="connsiteY12" fmla="*/ 2231095 h 8542484"/>
                    <a:gd name="connsiteX13" fmla="*/ 6639839 w 8134812"/>
                    <a:gd name="connsiteY13" fmla="*/ 1024087 h 8542484"/>
                    <a:gd name="connsiteX14" fmla="*/ 7757440 w 8134812"/>
                    <a:gd name="connsiteY14" fmla="*/ 2968999 h 8542484"/>
                    <a:gd name="connsiteX15" fmla="*/ 7989669 w 8134812"/>
                    <a:gd name="connsiteY15" fmla="*/ 4333342 h 8542484"/>
                    <a:gd name="connsiteX16" fmla="*/ 8134812 w 8134812"/>
                    <a:gd name="connsiteY16" fmla="*/ 5538027 h 8542484"/>
                    <a:gd name="connsiteX17" fmla="*/ 5333553 w 8134812"/>
                    <a:gd name="connsiteY17" fmla="*/ 8542484 h 8542484"/>
                    <a:gd name="connsiteX18" fmla="*/ 5057784 w 8134812"/>
                    <a:gd name="connsiteY18" fmla="*/ 8455398 h 8542484"/>
                    <a:gd name="connsiteX19" fmla="*/ 541518 w 8134812"/>
                    <a:gd name="connsiteY19" fmla="*/ 4043055 h 8542484"/>
                    <a:gd name="connsiteX0" fmla="*/ 541518 w 8134812"/>
                    <a:gd name="connsiteY0" fmla="*/ 4043055 h 8542484"/>
                    <a:gd name="connsiteX1" fmla="*/ 1163309 w 8134812"/>
                    <a:gd name="connsiteY1" fmla="*/ 3360886 h 8542484"/>
                    <a:gd name="connsiteX2" fmla="*/ 2967723 w 8134812"/>
                    <a:gd name="connsiteY2" fmla="*/ 5189686 h 8542484"/>
                    <a:gd name="connsiteX3" fmla="*/ 108411 w 8134812"/>
                    <a:gd name="connsiteY3" fmla="*/ 2214256 h 8542484"/>
                    <a:gd name="connsiteX4" fmla="*/ 1008296 w 8134812"/>
                    <a:gd name="connsiteY4" fmla="*/ 1503057 h 8542484"/>
                    <a:gd name="connsiteX5" fmla="*/ 3432182 w 8134812"/>
                    <a:gd name="connsiteY5" fmla="*/ 3941457 h 8542484"/>
                    <a:gd name="connsiteX6" fmla="*/ 718011 w 8134812"/>
                    <a:gd name="connsiteY6" fmla="*/ 1183743 h 8542484"/>
                    <a:gd name="connsiteX7" fmla="*/ 1719497 w 8134812"/>
                    <a:gd name="connsiteY7" fmla="*/ 487058 h 8542484"/>
                    <a:gd name="connsiteX8" fmla="*/ 4085326 w 8134812"/>
                    <a:gd name="connsiteY8" fmla="*/ 2969001 h 8542484"/>
                    <a:gd name="connsiteX9" fmla="*/ 2096868 w 8134812"/>
                    <a:gd name="connsiteY9" fmla="*/ 835401 h 8542484"/>
                    <a:gd name="connsiteX10" fmla="*/ 3170925 w 8134812"/>
                    <a:gd name="connsiteY10" fmla="*/ 269344 h 8542484"/>
                    <a:gd name="connsiteX11" fmla="*/ 6538239 w 8134812"/>
                    <a:gd name="connsiteY11" fmla="*/ 3723742 h 8542484"/>
                    <a:gd name="connsiteX12" fmla="*/ 6090619 w 8134812"/>
                    <a:gd name="connsiteY12" fmla="*/ 2231095 h 8542484"/>
                    <a:gd name="connsiteX13" fmla="*/ 6639839 w 8134812"/>
                    <a:gd name="connsiteY13" fmla="*/ 1024087 h 8542484"/>
                    <a:gd name="connsiteX14" fmla="*/ 7757440 w 8134812"/>
                    <a:gd name="connsiteY14" fmla="*/ 2968999 h 8542484"/>
                    <a:gd name="connsiteX15" fmla="*/ 7989669 w 8134812"/>
                    <a:gd name="connsiteY15" fmla="*/ 4333342 h 8542484"/>
                    <a:gd name="connsiteX16" fmla="*/ 8134812 w 8134812"/>
                    <a:gd name="connsiteY16" fmla="*/ 5538027 h 8542484"/>
                    <a:gd name="connsiteX17" fmla="*/ 5333553 w 8134812"/>
                    <a:gd name="connsiteY17" fmla="*/ 8542484 h 8542484"/>
                    <a:gd name="connsiteX18" fmla="*/ 5057784 w 8134812"/>
                    <a:gd name="connsiteY18" fmla="*/ 8455398 h 8542484"/>
                    <a:gd name="connsiteX19" fmla="*/ 541518 w 8134812"/>
                    <a:gd name="connsiteY19" fmla="*/ 4043055 h 8542484"/>
                    <a:gd name="connsiteX0" fmla="*/ 541518 w 8134812"/>
                    <a:gd name="connsiteY0" fmla="*/ 4043055 h 8542484"/>
                    <a:gd name="connsiteX1" fmla="*/ 1163309 w 8134812"/>
                    <a:gd name="connsiteY1" fmla="*/ 3360886 h 8542484"/>
                    <a:gd name="connsiteX2" fmla="*/ 2967723 w 8134812"/>
                    <a:gd name="connsiteY2" fmla="*/ 5189686 h 8542484"/>
                    <a:gd name="connsiteX3" fmla="*/ 108411 w 8134812"/>
                    <a:gd name="connsiteY3" fmla="*/ 2214256 h 8542484"/>
                    <a:gd name="connsiteX4" fmla="*/ 1008296 w 8134812"/>
                    <a:gd name="connsiteY4" fmla="*/ 1503057 h 8542484"/>
                    <a:gd name="connsiteX5" fmla="*/ 3432182 w 8134812"/>
                    <a:gd name="connsiteY5" fmla="*/ 3941457 h 8542484"/>
                    <a:gd name="connsiteX6" fmla="*/ 718011 w 8134812"/>
                    <a:gd name="connsiteY6" fmla="*/ 1183743 h 8542484"/>
                    <a:gd name="connsiteX7" fmla="*/ 1719497 w 8134812"/>
                    <a:gd name="connsiteY7" fmla="*/ 487058 h 8542484"/>
                    <a:gd name="connsiteX8" fmla="*/ 4085326 w 8134812"/>
                    <a:gd name="connsiteY8" fmla="*/ 2969001 h 8542484"/>
                    <a:gd name="connsiteX9" fmla="*/ 2096868 w 8134812"/>
                    <a:gd name="connsiteY9" fmla="*/ 835401 h 8542484"/>
                    <a:gd name="connsiteX10" fmla="*/ 3170925 w 8134812"/>
                    <a:gd name="connsiteY10" fmla="*/ 269344 h 8542484"/>
                    <a:gd name="connsiteX11" fmla="*/ 6538239 w 8134812"/>
                    <a:gd name="connsiteY11" fmla="*/ 3723742 h 8542484"/>
                    <a:gd name="connsiteX12" fmla="*/ 6090619 w 8134812"/>
                    <a:gd name="connsiteY12" fmla="*/ 2231095 h 8542484"/>
                    <a:gd name="connsiteX13" fmla="*/ 6639839 w 8134812"/>
                    <a:gd name="connsiteY13" fmla="*/ 1024087 h 8542484"/>
                    <a:gd name="connsiteX14" fmla="*/ 7757440 w 8134812"/>
                    <a:gd name="connsiteY14" fmla="*/ 2968999 h 8542484"/>
                    <a:gd name="connsiteX15" fmla="*/ 7989669 w 8134812"/>
                    <a:gd name="connsiteY15" fmla="*/ 4333342 h 8542484"/>
                    <a:gd name="connsiteX16" fmla="*/ 8134812 w 8134812"/>
                    <a:gd name="connsiteY16" fmla="*/ 5538027 h 8542484"/>
                    <a:gd name="connsiteX17" fmla="*/ 5333553 w 8134812"/>
                    <a:gd name="connsiteY17" fmla="*/ 8542484 h 8542484"/>
                    <a:gd name="connsiteX18" fmla="*/ 5057784 w 8134812"/>
                    <a:gd name="connsiteY18" fmla="*/ 8455398 h 8542484"/>
                    <a:gd name="connsiteX19" fmla="*/ 541518 w 8134812"/>
                    <a:gd name="connsiteY19" fmla="*/ 4043055 h 8542484"/>
                    <a:gd name="connsiteX0" fmla="*/ 541518 w 8134812"/>
                    <a:gd name="connsiteY0" fmla="*/ 4036746 h 8536175"/>
                    <a:gd name="connsiteX1" fmla="*/ 1163309 w 8134812"/>
                    <a:gd name="connsiteY1" fmla="*/ 3354577 h 8536175"/>
                    <a:gd name="connsiteX2" fmla="*/ 2967723 w 8134812"/>
                    <a:gd name="connsiteY2" fmla="*/ 5183377 h 8536175"/>
                    <a:gd name="connsiteX3" fmla="*/ 108411 w 8134812"/>
                    <a:gd name="connsiteY3" fmla="*/ 2207947 h 8536175"/>
                    <a:gd name="connsiteX4" fmla="*/ 1008296 w 8134812"/>
                    <a:gd name="connsiteY4" fmla="*/ 1496748 h 8536175"/>
                    <a:gd name="connsiteX5" fmla="*/ 3432182 w 8134812"/>
                    <a:gd name="connsiteY5" fmla="*/ 3935148 h 8536175"/>
                    <a:gd name="connsiteX6" fmla="*/ 718011 w 8134812"/>
                    <a:gd name="connsiteY6" fmla="*/ 1177434 h 8536175"/>
                    <a:gd name="connsiteX7" fmla="*/ 1719497 w 8134812"/>
                    <a:gd name="connsiteY7" fmla="*/ 480749 h 8536175"/>
                    <a:gd name="connsiteX8" fmla="*/ 4085326 w 8134812"/>
                    <a:gd name="connsiteY8" fmla="*/ 2962692 h 8536175"/>
                    <a:gd name="connsiteX9" fmla="*/ 2133444 w 8134812"/>
                    <a:gd name="connsiteY9" fmla="*/ 853476 h 8536175"/>
                    <a:gd name="connsiteX10" fmla="*/ 3170925 w 8134812"/>
                    <a:gd name="connsiteY10" fmla="*/ 263035 h 8536175"/>
                    <a:gd name="connsiteX11" fmla="*/ 6538239 w 8134812"/>
                    <a:gd name="connsiteY11" fmla="*/ 3717433 h 8536175"/>
                    <a:gd name="connsiteX12" fmla="*/ 6090619 w 8134812"/>
                    <a:gd name="connsiteY12" fmla="*/ 2224786 h 8536175"/>
                    <a:gd name="connsiteX13" fmla="*/ 6639839 w 8134812"/>
                    <a:gd name="connsiteY13" fmla="*/ 1017778 h 8536175"/>
                    <a:gd name="connsiteX14" fmla="*/ 7757440 w 8134812"/>
                    <a:gd name="connsiteY14" fmla="*/ 2962690 h 8536175"/>
                    <a:gd name="connsiteX15" fmla="*/ 7989669 w 8134812"/>
                    <a:gd name="connsiteY15" fmla="*/ 4327033 h 8536175"/>
                    <a:gd name="connsiteX16" fmla="*/ 8134812 w 8134812"/>
                    <a:gd name="connsiteY16" fmla="*/ 5531718 h 8536175"/>
                    <a:gd name="connsiteX17" fmla="*/ 5333553 w 8134812"/>
                    <a:gd name="connsiteY17" fmla="*/ 8536175 h 8536175"/>
                    <a:gd name="connsiteX18" fmla="*/ 5057784 w 8134812"/>
                    <a:gd name="connsiteY18" fmla="*/ 8449089 h 8536175"/>
                    <a:gd name="connsiteX19" fmla="*/ 541518 w 8134812"/>
                    <a:gd name="connsiteY19" fmla="*/ 4036746 h 8536175"/>
                    <a:gd name="connsiteX0" fmla="*/ 541518 w 8134812"/>
                    <a:gd name="connsiteY0" fmla="*/ 4036746 h 8536175"/>
                    <a:gd name="connsiteX1" fmla="*/ 1163309 w 8134812"/>
                    <a:gd name="connsiteY1" fmla="*/ 3354577 h 8536175"/>
                    <a:gd name="connsiteX2" fmla="*/ 2967723 w 8134812"/>
                    <a:gd name="connsiteY2" fmla="*/ 5183377 h 8536175"/>
                    <a:gd name="connsiteX3" fmla="*/ 108411 w 8134812"/>
                    <a:gd name="connsiteY3" fmla="*/ 2207947 h 8536175"/>
                    <a:gd name="connsiteX4" fmla="*/ 1008296 w 8134812"/>
                    <a:gd name="connsiteY4" fmla="*/ 1496748 h 8536175"/>
                    <a:gd name="connsiteX5" fmla="*/ 3432182 w 8134812"/>
                    <a:gd name="connsiteY5" fmla="*/ 3935148 h 8536175"/>
                    <a:gd name="connsiteX6" fmla="*/ 718011 w 8134812"/>
                    <a:gd name="connsiteY6" fmla="*/ 1177434 h 8536175"/>
                    <a:gd name="connsiteX7" fmla="*/ 1719497 w 8134812"/>
                    <a:gd name="connsiteY7" fmla="*/ 480749 h 8536175"/>
                    <a:gd name="connsiteX8" fmla="*/ 4085326 w 8134812"/>
                    <a:gd name="connsiteY8" fmla="*/ 2962692 h 8536175"/>
                    <a:gd name="connsiteX9" fmla="*/ 2133444 w 8134812"/>
                    <a:gd name="connsiteY9" fmla="*/ 853476 h 8536175"/>
                    <a:gd name="connsiteX10" fmla="*/ 3170925 w 8134812"/>
                    <a:gd name="connsiteY10" fmla="*/ 263035 h 8536175"/>
                    <a:gd name="connsiteX11" fmla="*/ 6538239 w 8134812"/>
                    <a:gd name="connsiteY11" fmla="*/ 3717433 h 8536175"/>
                    <a:gd name="connsiteX12" fmla="*/ 6090619 w 8134812"/>
                    <a:gd name="connsiteY12" fmla="*/ 2224786 h 8536175"/>
                    <a:gd name="connsiteX13" fmla="*/ 6639839 w 8134812"/>
                    <a:gd name="connsiteY13" fmla="*/ 1017778 h 8536175"/>
                    <a:gd name="connsiteX14" fmla="*/ 7757440 w 8134812"/>
                    <a:gd name="connsiteY14" fmla="*/ 2962690 h 8536175"/>
                    <a:gd name="connsiteX15" fmla="*/ 7989669 w 8134812"/>
                    <a:gd name="connsiteY15" fmla="*/ 4327033 h 8536175"/>
                    <a:gd name="connsiteX16" fmla="*/ 8134812 w 8134812"/>
                    <a:gd name="connsiteY16" fmla="*/ 5531718 h 8536175"/>
                    <a:gd name="connsiteX17" fmla="*/ 5333553 w 8134812"/>
                    <a:gd name="connsiteY17" fmla="*/ 8536175 h 8536175"/>
                    <a:gd name="connsiteX18" fmla="*/ 5057784 w 8134812"/>
                    <a:gd name="connsiteY18" fmla="*/ 8449089 h 8536175"/>
                    <a:gd name="connsiteX19" fmla="*/ 541518 w 8134812"/>
                    <a:gd name="connsiteY19" fmla="*/ 4036746 h 8536175"/>
                    <a:gd name="connsiteX0" fmla="*/ 541518 w 8134812"/>
                    <a:gd name="connsiteY0" fmla="*/ 4036746 h 8536175"/>
                    <a:gd name="connsiteX1" fmla="*/ 1163309 w 8134812"/>
                    <a:gd name="connsiteY1" fmla="*/ 3354577 h 8536175"/>
                    <a:gd name="connsiteX2" fmla="*/ 2967723 w 8134812"/>
                    <a:gd name="connsiteY2" fmla="*/ 5183377 h 8536175"/>
                    <a:gd name="connsiteX3" fmla="*/ 108411 w 8134812"/>
                    <a:gd name="connsiteY3" fmla="*/ 2207947 h 8536175"/>
                    <a:gd name="connsiteX4" fmla="*/ 1008296 w 8134812"/>
                    <a:gd name="connsiteY4" fmla="*/ 1496748 h 8536175"/>
                    <a:gd name="connsiteX5" fmla="*/ 3432182 w 8134812"/>
                    <a:gd name="connsiteY5" fmla="*/ 3935148 h 8536175"/>
                    <a:gd name="connsiteX6" fmla="*/ 718011 w 8134812"/>
                    <a:gd name="connsiteY6" fmla="*/ 1177434 h 8536175"/>
                    <a:gd name="connsiteX7" fmla="*/ 1719497 w 8134812"/>
                    <a:gd name="connsiteY7" fmla="*/ 480749 h 8536175"/>
                    <a:gd name="connsiteX8" fmla="*/ 4085326 w 8134812"/>
                    <a:gd name="connsiteY8" fmla="*/ 2962692 h 8536175"/>
                    <a:gd name="connsiteX9" fmla="*/ 2133444 w 8134812"/>
                    <a:gd name="connsiteY9" fmla="*/ 853476 h 8536175"/>
                    <a:gd name="connsiteX10" fmla="*/ 3170925 w 8134812"/>
                    <a:gd name="connsiteY10" fmla="*/ 263035 h 8536175"/>
                    <a:gd name="connsiteX11" fmla="*/ 6538239 w 8134812"/>
                    <a:gd name="connsiteY11" fmla="*/ 3717433 h 8536175"/>
                    <a:gd name="connsiteX12" fmla="*/ 6090619 w 8134812"/>
                    <a:gd name="connsiteY12" fmla="*/ 2224786 h 8536175"/>
                    <a:gd name="connsiteX13" fmla="*/ 6639839 w 8134812"/>
                    <a:gd name="connsiteY13" fmla="*/ 1017778 h 8536175"/>
                    <a:gd name="connsiteX14" fmla="*/ 7757440 w 8134812"/>
                    <a:gd name="connsiteY14" fmla="*/ 2962690 h 8536175"/>
                    <a:gd name="connsiteX15" fmla="*/ 7989669 w 8134812"/>
                    <a:gd name="connsiteY15" fmla="*/ 4327033 h 8536175"/>
                    <a:gd name="connsiteX16" fmla="*/ 8134812 w 8134812"/>
                    <a:gd name="connsiteY16" fmla="*/ 5531718 h 8536175"/>
                    <a:gd name="connsiteX17" fmla="*/ 5333553 w 8134812"/>
                    <a:gd name="connsiteY17" fmla="*/ 8536175 h 8536175"/>
                    <a:gd name="connsiteX18" fmla="*/ 5057784 w 8134812"/>
                    <a:gd name="connsiteY18" fmla="*/ 8449089 h 8536175"/>
                    <a:gd name="connsiteX19" fmla="*/ 541518 w 8134812"/>
                    <a:gd name="connsiteY19" fmla="*/ 4036746 h 8536175"/>
                    <a:gd name="connsiteX0" fmla="*/ 541518 w 8134812"/>
                    <a:gd name="connsiteY0" fmla="*/ 4053000 h 8552429"/>
                    <a:gd name="connsiteX1" fmla="*/ 1163309 w 8134812"/>
                    <a:gd name="connsiteY1" fmla="*/ 3370831 h 8552429"/>
                    <a:gd name="connsiteX2" fmla="*/ 2967723 w 8134812"/>
                    <a:gd name="connsiteY2" fmla="*/ 5199631 h 8552429"/>
                    <a:gd name="connsiteX3" fmla="*/ 108411 w 8134812"/>
                    <a:gd name="connsiteY3" fmla="*/ 2224201 h 8552429"/>
                    <a:gd name="connsiteX4" fmla="*/ 1008296 w 8134812"/>
                    <a:gd name="connsiteY4" fmla="*/ 1513002 h 8552429"/>
                    <a:gd name="connsiteX5" fmla="*/ 3432182 w 8134812"/>
                    <a:gd name="connsiteY5" fmla="*/ 3951402 h 8552429"/>
                    <a:gd name="connsiteX6" fmla="*/ 718011 w 8134812"/>
                    <a:gd name="connsiteY6" fmla="*/ 1193688 h 8552429"/>
                    <a:gd name="connsiteX7" fmla="*/ 1719497 w 8134812"/>
                    <a:gd name="connsiteY7" fmla="*/ 497003 h 8552429"/>
                    <a:gd name="connsiteX8" fmla="*/ 4085326 w 8134812"/>
                    <a:gd name="connsiteY8" fmla="*/ 2978946 h 8552429"/>
                    <a:gd name="connsiteX9" fmla="*/ 2133444 w 8134812"/>
                    <a:gd name="connsiteY9" fmla="*/ 869730 h 8552429"/>
                    <a:gd name="connsiteX10" fmla="*/ 3170925 w 8134812"/>
                    <a:gd name="connsiteY10" fmla="*/ 279289 h 8552429"/>
                    <a:gd name="connsiteX11" fmla="*/ 6538239 w 8134812"/>
                    <a:gd name="connsiteY11" fmla="*/ 3733687 h 8552429"/>
                    <a:gd name="connsiteX12" fmla="*/ 6090619 w 8134812"/>
                    <a:gd name="connsiteY12" fmla="*/ 2241040 h 8552429"/>
                    <a:gd name="connsiteX13" fmla="*/ 6639839 w 8134812"/>
                    <a:gd name="connsiteY13" fmla="*/ 1034032 h 8552429"/>
                    <a:gd name="connsiteX14" fmla="*/ 7757440 w 8134812"/>
                    <a:gd name="connsiteY14" fmla="*/ 2978944 h 8552429"/>
                    <a:gd name="connsiteX15" fmla="*/ 7989669 w 8134812"/>
                    <a:gd name="connsiteY15" fmla="*/ 4343287 h 8552429"/>
                    <a:gd name="connsiteX16" fmla="*/ 8134812 w 8134812"/>
                    <a:gd name="connsiteY16" fmla="*/ 5547972 h 8552429"/>
                    <a:gd name="connsiteX17" fmla="*/ 5333553 w 8134812"/>
                    <a:gd name="connsiteY17" fmla="*/ 8552429 h 8552429"/>
                    <a:gd name="connsiteX18" fmla="*/ 5057784 w 8134812"/>
                    <a:gd name="connsiteY18" fmla="*/ 8465343 h 8552429"/>
                    <a:gd name="connsiteX19" fmla="*/ 541518 w 8134812"/>
                    <a:gd name="connsiteY19" fmla="*/ 4053000 h 8552429"/>
                    <a:gd name="connsiteX0" fmla="*/ 541518 w 8134812"/>
                    <a:gd name="connsiteY0" fmla="*/ 4050353 h 8549782"/>
                    <a:gd name="connsiteX1" fmla="*/ 1163309 w 8134812"/>
                    <a:gd name="connsiteY1" fmla="*/ 3368184 h 8549782"/>
                    <a:gd name="connsiteX2" fmla="*/ 2967723 w 8134812"/>
                    <a:gd name="connsiteY2" fmla="*/ 5196984 h 8549782"/>
                    <a:gd name="connsiteX3" fmla="*/ 108411 w 8134812"/>
                    <a:gd name="connsiteY3" fmla="*/ 2221554 h 8549782"/>
                    <a:gd name="connsiteX4" fmla="*/ 1008296 w 8134812"/>
                    <a:gd name="connsiteY4" fmla="*/ 1510355 h 8549782"/>
                    <a:gd name="connsiteX5" fmla="*/ 3432182 w 8134812"/>
                    <a:gd name="connsiteY5" fmla="*/ 3948755 h 8549782"/>
                    <a:gd name="connsiteX6" fmla="*/ 718011 w 8134812"/>
                    <a:gd name="connsiteY6" fmla="*/ 1191041 h 8549782"/>
                    <a:gd name="connsiteX7" fmla="*/ 1719497 w 8134812"/>
                    <a:gd name="connsiteY7" fmla="*/ 494356 h 8549782"/>
                    <a:gd name="connsiteX8" fmla="*/ 4085326 w 8134812"/>
                    <a:gd name="connsiteY8" fmla="*/ 2976299 h 8549782"/>
                    <a:gd name="connsiteX9" fmla="*/ 2133444 w 8134812"/>
                    <a:gd name="connsiteY9" fmla="*/ 867083 h 8549782"/>
                    <a:gd name="connsiteX10" fmla="*/ 3170925 w 8134812"/>
                    <a:gd name="connsiteY10" fmla="*/ 276642 h 8549782"/>
                    <a:gd name="connsiteX11" fmla="*/ 6538239 w 8134812"/>
                    <a:gd name="connsiteY11" fmla="*/ 3731040 h 8549782"/>
                    <a:gd name="connsiteX12" fmla="*/ 6090619 w 8134812"/>
                    <a:gd name="connsiteY12" fmla="*/ 2238393 h 8549782"/>
                    <a:gd name="connsiteX13" fmla="*/ 6639839 w 8134812"/>
                    <a:gd name="connsiteY13" fmla="*/ 1031385 h 8549782"/>
                    <a:gd name="connsiteX14" fmla="*/ 7757440 w 8134812"/>
                    <a:gd name="connsiteY14" fmla="*/ 2976297 h 8549782"/>
                    <a:gd name="connsiteX15" fmla="*/ 7989669 w 8134812"/>
                    <a:gd name="connsiteY15" fmla="*/ 4340640 h 8549782"/>
                    <a:gd name="connsiteX16" fmla="*/ 8134812 w 8134812"/>
                    <a:gd name="connsiteY16" fmla="*/ 5545325 h 8549782"/>
                    <a:gd name="connsiteX17" fmla="*/ 5333553 w 8134812"/>
                    <a:gd name="connsiteY17" fmla="*/ 8549782 h 8549782"/>
                    <a:gd name="connsiteX18" fmla="*/ 5057784 w 8134812"/>
                    <a:gd name="connsiteY18" fmla="*/ 8462696 h 8549782"/>
                    <a:gd name="connsiteX19" fmla="*/ 541518 w 8134812"/>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9315726"/>
                    <a:gd name="connsiteX1" fmla="*/ 1163309 w 8389877"/>
                    <a:gd name="connsiteY1" fmla="*/ 3368184 h 9315726"/>
                    <a:gd name="connsiteX2" fmla="*/ 2967723 w 8389877"/>
                    <a:gd name="connsiteY2" fmla="*/ 5196984 h 9315726"/>
                    <a:gd name="connsiteX3" fmla="*/ 108411 w 8389877"/>
                    <a:gd name="connsiteY3" fmla="*/ 2221554 h 9315726"/>
                    <a:gd name="connsiteX4" fmla="*/ 1008296 w 8389877"/>
                    <a:gd name="connsiteY4" fmla="*/ 1510355 h 9315726"/>
                    <a:gd name="connsiteX5" fmla="*/ 3432182 w 8389877"/>
                    <a:gd name="connsiteY5" fmla="*/ 3948755 h 9315726"/>
                    <a:gd name="connsiteX6" fmla="*/ 718011 w 8389877"/>
                    <a:gd name="connsiteY6" fmla="*/ 1191041 h 9315726"/>
                    <a:gd name="connsiteX7" fmla="*/ 1719497 w 8389877"/>
                    <a:gd name="connsiteY7" fmla="*/ 494356 h 9315726"/>
                    <a:gd name="connsiteX8" fmla="*/ 4085326 w 8389877"/>
                    <a:gd name="connsiteY8" fmla="*/ 2976299 h 9315726"/>
                    <a:gd name="connsiteX9" fmla="*/ 2133444 w 8389877"/>
                    <a:gd name="connsiteY9" fmla="*/ 867083 h 9315726"/>
                    <a:gd name="connsiteX10" fmla="*/ 3170925 w 8389877"/>
                    <a:gd name="connsiteY10" fmla="*/ 276642 h 9315726"/>
                    <a:gd name="connsiteX11" fmla="*/ 6538239 w 8389877"/>
                    <a:gd name="connsiteY11" fmla="*/ 3731040 h 9315726"/>
                    <a:gd name="connsiteX12" fmla="*/ 6090619 w 8389877"/>
                    <a:gd name="connsiteY12" fmla="*/ 2238393 h 9315726"/>
                    <a:gd name="connsiteX13" fmla="*/ 6639839 w 8389877"/>
                    <a:gd name="connsiteY13" fmla="*/ 1031385 h 9315726"/>
                    <a:gd name="connsiteX14" fmla="*/ 7757440 w 8389877"/>
                    <a:gd name="connsiteY14" fmla="*/ 2976297 h 9315726"/>
                    <a:gd name="connsiteX15" fmla="*/ 7989669 w 8389877"/>
                    <a:gd name="connsiteY15" fmla="*/ 4340640 h 9315726"/>
                    <a:gd name="connsiteX16" fmla="*/ 8389877 w 8389877"/>
                    <a:gd name="connsiteY16" fmla="*/ 5777404 h 9315726"/>
                    <a:gd name="connsiteX17" fmla="*/ 6336452 w 8389877"/>
                    <a:gd name="connsiteY17" fmla="*/ 9315727 h 9315726"/>
                    <a:gd name="connsiteX18" fmla="*/ 5057784 w 8389877"/>
                    <a:gd name="connsiteY18" fmla="*/ 8462696 h 9315726"/>
                    <a:gd name="connsiteX19" fmla="*/ 541518 w 8389877"/>
                    <a:gd name="connsiteY19" fmla="*/ 4050353 h 9315726"/>
                    <a:gd name="connsiteX0" fmla="*/ 541518 w 8389877"/>
                    <a:gd name="connsiteY0" fmla="*/ 4050353 h 9224165"/>
                    <a:gd name="connsiteX1" fmla="*/ 1163309 w 8389877"/>
                    <a:gd name="connsiteY1" fmla="*/ 3368184 h 9224165"/>
                    <a:gd name="connsiteX2" fmla="*/ 2967723 w 8389877"/>
                    <a:gd name="connsiteY2" fmla="*/ 5196984 h 9224165"/>
                    <a:gd name="connsiteX3" fmla="*/ 108411 w 8389877"/>
                    <a:gd name="connsiteY3" fmla="*/ 2221554 h 9224165"/>
                    <a:gd name="connsiteX4" fmla="*/ 1008296 w 8389877"/>
                    <a:gd name="connsiteY4" fmla="*/ 1510355 h 9224165"/>
                    <a:gd name="connsiteX5" fmla="*/ 3432182 w 8389877"/>
                    <a:gd name="connsiteY5" fmla="*/ 3948755 h 9224165"/>
                    <a:gd name="connsiteX6" fmla="*/ 718011 w 8389877"/>
                    <a:gd name="connsiteY6" fmla="*/ 1191041 h 9224165"/>
                    <a:gd name="connsiteX7" fmla="*/ 1719497 w 8389877"/>
                    <a:gd name="connsiteY7" fmla="*/ 494356 h 9224165"/>
                    <a:gd name="connsiteX8" fmla="*/ 4085326 w 8389877"/>
                    <a:gd name="connsiteY8" fmla="*/ 2976299 h 9224165"/>
                    <a:gd name="connsiteX9" fmla="*/ 2133444 w 8389877"/>
                    <a:gd name="connsiteY9" fmla="*/ 867083 h 9224165"/>
                    <a:gd name="connsiteX10" fmla="*/ 3170925 w 8389877"/>
                    <a:gd name="connsiteY10" fmla="*/ 276642 h 9224165"/>
                    <a:gd name="connsiteX11" fmla="*/ 6538239 w 8389877"/>
                    <a:gd name="connsiteY11" fmla="*/ 3731040 h 9224165"/>
                    <a:gd name="connsiteX12" fmla="*/ 6090619 w 8389877"/>
                    <a:gd name="connsiteY12" fmla="*/ 2238393 h 9224165"/>
                    <a:gd name="connsiteX13" fmla="*/ 6639839 w 8389877"/>
                    <a:gd name="connsiteY13" fmla="*/ 1031385 h 9224165"/>
                    <a:gd name="connsiteX14" fmla="*/ 7757440 w 8389877"/>
                    <a:gd name="connsiteY14" fmla="*/ 2976297 h 9224165"/>
                    <a:gd name="connsiteX15" fmla="*/ 7989669 w 8389877"/>
                    <a:gd name="connsiteY15" fmla="*/ 4340640 h 9224165"/>
                    <a:gd name="connsiteX16" fmla="*/ 8389877 w 8389877"/>
                    <a:gd name="connsiteY16" fmla="*/ 5777404 h 9224165"/>
                    <a:gd name="connsiteX17" fmla="*/ 6266896 w 8389877"/>
                    <a:gd name="connsiteY17" fmla="*/ 9224162 h 9224165"/>
                    <a:gd name="connsiteX18" fmla="*/ 5057784 w 8389877"/>
                    <a:gd name="connsiteY18" fmla="*/ 8462696 h 9224165"/>
                    <a:gd name="connsiteX19" fmla="*/ 541518 w 8389877"/>
                    <a:gd name="connsiteY19" fmla="*/ 4050353 h 9224165"/>
                    <a:gd name="connsiteX0" fmla="*/ 541518 w 8389877"/>
                    <a:gd name="connsiteY0" fmla="*/ 4050353 h 9224165"/>
                    <a:gd name="connsiteX1" fmla="*/ 1163309 w 8389877"/>
                    <a:gd name="connsiteY1" fmla="*/ 3368184 h 9224165"/>
                    <a:gd name="connsiteX2" fmla="*/ 2967723 w 8389877"/>
                    <a:gd name="connsiteY2" fmla="*/ 5196984 h 9224165"/>
                    <a:gd name="connsiteX3" fmla="*/ 108411 w 8389877"/>
                    <a:gd name="connsiteY3" fmla="*/ 2221554 h 9224165"/>
                    <a:gd name="connsiteX4" fmla="*/ 1008296 w 8389877"/>
                    <a:gd name="connsiteY4" fmla="*/ 1510355 h 9224165"/>
                    <a:gd name="connsiteX5" fmla="*/ 3432182 w 8389877"/>
                    <a:gd name="connsiteY5" fmla="*/ 3948755 h 9224165"/>
                    <a:gd name="connsiteX6" fmla="*/ 718011 w 8389877"/>
                    <a:gd name="connsiteY6" fmla="*/ 1191041 h 9224165"/>
                    <a:gd name="connsiteX7" fmla="*/ 1719497 w 8389877"/>
                    <a:gd name="connsiteY7" fmla="*/ 494356 h 9224165"/>
                    <a:gd name="connsiteX8" fmla="*/ 4085326 w 8389877"/>
                    <a:gd name="connsiteY8" fmla="*/ 2976299 h 9224165"/>
                    <a:gd name="connsiteX9" fmla="*/ 2133444 w 8389877"/>
                    <a:gd name="connsiteY9" fmla="*/ 867083 h 9224165"/>
                    <a:gd name="connsiteX10" fmla="*/ 3170925 w 8389877"/>
                    <a:gd name="connsiteY10" fmla="*/ 276642 h 9224165"/>
                    <a:gd name="connsiteX11" fmla="*/ 6538239 w 8389877"/>
                    <a:gd name="connsiteY11" fmla="*/ 3731040 h 9224165"/>
                    <a:gd name="connsiteX12" fmla="*/ 6090619 w 8389877"/>
                    <a:gd name="connsiteY12" fmla="*/ 2238393 h 9224165"/>
                    <a:gd name="connsiteX13" fmla="*/ 6639839 w 8389877"/>
                    <a:gd name="connsiteY13" fmla="*/ 1031385 h 9224165"/>
                    <a:gd name="connsiteX14" fmla="*/ 7757440 w 8389877"/>
                    <a:gd name="connsiteY14" fmla="*/ 2976297 h 9224165"/>
                    <a:gd name="connsiteX15" fmla="*/ 7989669 w 8389877"/>
                    <a:gd name="connsiteY15" fmla="*/ 4340640 h 9224165"/>
                    <a:gd name="connsiteX16" fmla="*/ 8389877 w 8389877"/>
                    <a:gd name="connsiteY16" fmla="*/ 5777404 h 9224165"/>
                    <a:gd name="connsiteX17" fmla="*/ 6266896 w 8389877"/>
                    <a:gd name="connsiteY17" fmla="*/ 9224162 h 9224165"/>
                    <a:gd name="connsiteX18" fmla="*/ 5057784 w 8389877"/>
                    <a:gd name="connsiteY18" fmla="*/ 8462696 h 9224165"/>
                    <a:gd name="connsiteX19" fmla="*/ 541518 w 8389877"/>
                    <a:gd name="connsiteY19" fmla="*/ 4050353 h 9224165"/>
                    <a:gd name="connsiteX0" fmla="*/ 541518 w 8389877"/>
                    <a:gd name="connsiteY0" fmla="*/ 4050353 h 9224165"/>
                    <a:gd name="connsiteX1" fmla="*/ 1163309 w 8389877"/>
                    <a:gd name="connsiteY1" fmla="*/ 3368184 h 9224165"/>
                    <a:gd name="connsiteX2" fmla="*/ 2967723 w 8389877"/>
                    <a:gd name="connsiteY2" fmla="*/ 5196984 h 9224165"/>
                    <a:gd name="connsiteX3" fmla="*/ 108411 w 8389877"/>
                    <a:gd name="connsiteY3" fmla="*/ 2221554 h 9224165"/>
                    <a:gd name="connsiteX4" fmla="*/ 1008296 w 8389877"/>
                    <a:gd name="connsiteY4" fmla="*/ 1510355 h 9224165"/>
                    <a:gd name="connsiteX5" fmla="*/ 3432182 w 8389877"/>
                    <a:gd name="connsiteY5" fmla="*/ 3948755 h 9224165"/>
                    <a:gd name="connsiteX6" fmla="*/ 718011 w 8389877"/>
                    <a:gd name="connsiteY6" fmla="*/ 1191041 h 9224165"/>
                    <a:gd name="connsiteX7" fmla="*/ 1719497 w 8389877"/>
                    <a:gd name="connsiteY7" fmla="*/ 494356 h 9224165"/>
                    <a:gd name="connsiteX8" fmla="*/ 4085326 w 8389877"/>
                    <a:gd name="connsiteY8" fmla="*/ 2976299 h 9224165"/>
                    <a:gd name="connsiteX9" fmla="*/ 2133444 w 8389877"/>
                    <a:gd name="connsiteY9" fmla="*/ 867083 h 9224165"/>
                    <a:gd name="connsiteX10" fmla="*/ 3170925 w 8389877"/>
                    <a:gd name="connsiteY10" fmla="*/ 276642 h 9224165"/>
                    <a:gd name="connsiteX11" fmla="*/ 6538239 w 8389877"/>
                    <a:gd name="connsiteY11" fmla="*/ 3731040 h 9224165"/>
                    <a:gd name="connsiteX12" fmla="*/ 6090619 w 8389877"/>
                    <a:gd name="connsiteY12" fmla="*/ 2238393 h 9224165"/>
                    <a:gd name="connsiteX13" fmla="*/ 6639839 w 8389877"/>
                    <a:gd name="connsiteY13" fmla="*/ 1031385 h 9224165"/>
                    <a:gd name="connsiteX14" fmla="*/ 7757440 w 8389877"/>
                    <a:gd name="connsiteY14" fmla="*/ 2976297 h 9224165"/>
                    <a:gd name="connsiteX15" fmla="*/ 7989669 w 8389877"/>
                    <a:gd name="connsiteY15" fmla="*/ 4340640 h 9224165"/>
                    <a:gd name="connsiteX16" fmla="*/ 8389877 w 8389877"/>
                    <a:gd name="connsiteY16" fmla="*/ 5777404 h 9224165"/>
                    <a:gd name="connsiteX17" fmla="*/ 6266896 w 8389877"/>
                    <a:gd name="connsiteY17" fmla="*/ 9224162 h 9224165"/>
                    <a:gd name="connsiteX18" fmla="*/ 5057784 w 8389877"/>
                    <a:gd name="connsiteY18" fmla="*/ 8462696 h 9224165"/>
                    <a:gd name="connsiteX19" fmla="*/ 541518 w 8389877"/>
                    <a:gd name="connsiteY19" fmla="*/ 4050353 h 9224165"/>
                    <a:gd name="connsiteX0" fmla="*/ 541518 w 8359910"/>
                    <a:gd name="connsiteY0" fmla="*/ 4050353 h 9224165"/>
                    <a:gd name="connsiteX1" fmla="*/ 1163309 w 8359910"/>
                    <a:gd name="connsiteY1" fmla="*/ 3368184 h 9224165"/>
                    <a:gd name="connsiteX2" fmla="*/ 2967723 w 8359910"/>
                    <a:gd name="connsiteY2" fmla="*/ 5196984 h 9224165"/>
                    <a:gd name="connsiteX3" fmla="*/ 108411 w 8359910"/>
                    <a:gd name="connsiteY3" fmla="*/ 2221554 h 9224165"/>
                    <a:gd name="connsiteX4" fmla="*/ 1008296 w 8359910"/>
                    <a:gd name="connsiteY4" fmla="*/ 1510355 h 9224165"/>
                    <a:gd name="connsiteX5" fmla="*/ 3432182 w 8359910"/>
                    <a:gd name="connsiteY5" fmla="*/ 3948755 h 9224165"/>
                    <a:gd name="connsiteX6" fmla="*/ 718011 w 8359910"/>
                    <a:gd name="connsiteY6" fmla="*/ 1191041 h 9224165"/>
                    <a:gd name="connsiteX7" fmla="*/ 1719497 w 8359910"/>
                    <a:gd name="connsiteY7" fmla="*/ 494356 h 9224165"/>
                    <a:gd name="connsiteX8" fmla="*/ 4085326 w 8359910"/>
                    <a:gd name="connsiteY8" fmla="*/ 2976299 h 9224165"/>
                    <a:gd name="connsiteX9" fmla="*/ 2133444 w 8359910"/>
                    <a:gd name="connsiteY9" fmla="*/ 867083 h 9224165"/>
                    <a:gd name="connsiteX10" fmla="*/ 3170925 w 8359910"/>
                    <a:gd name="connsiteY10" fmla="*/ 276642 h 9224165"/>
                    <a:gd name="connsiteX11" fmla="*/ 6538239 w 8359910"/>
                    <a:gd name="connsiteY11" fmla="*/ 3731040 h 9224165"/>
                    <a:gd name="connsiteX12" fmla="*/ 6090619 w 8359910"/>
                    <a:gd name="connsiteY12" fmla="*/ 2238393 h 9224165"/>
                    <a:gd name="connsiteX13" fmla="*/ 6639839 w 8359910"/>
                    <a:gd name="connsiteY13" fmla="*/ 1031385 h 9224165"/>
                    <a:gd name="connsiteX14" fmla="*/ 7757440 w 8359910"/>
                    <a:gd name="connsiteY14" fmla="*/ 2976297 h 9224165"/>
                    <a:gd name="connsiteX15" fmla="*/ 7989669 w 8359910"/>
                    <a:gd name="connsiteY15" fmla="*/ 4340640 h 9224165"/>
                    <a:gd name="connsiteX16" fmla="*/ 8359907 w 8359910"/>
                    <a:gd name="connsiteY16" fmla="*/ 5645609 h 9224165"/>
                    <a:gd name="connsiteX17" fmla="*/ 6266896 w 8359910"/>
                    <a:gd name="connsiteY17" fmla="*/ 9224162 h 9224165"/>
                    <a:gd name="connsiteX18" fmla="*/ 5057784 w 8359910"/>
                    <a:gd name="connsiteY18" fmla="*/ 8462696 h 9224165"/>
                    <a:gd name="connsiteX19" fmla="*/ 541518 w 8359910"/>
                    <a:gd name="connsiteY19" fmla="*/ 4050353 h 9224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359910" h="9224165">
                      <a:moveTo>
                        <a:pt x="541518" y="4050353"/>
                      </a:moveTo>
                      <a:cubicBezTo>
                        <a:pt x="125441" y="3629439"/>
                        <a:pt x="694015" y="2947268"/>
                        <a:pt x="1163309" y="3368184"/>
                      </a:cubicBezTo>
                      <a:lnTo>
                        <a:pt x="2967723" y="5196984"/>
                      </a:lnTo>
                      <a:lnTo>
                        <a:pt x="108411" y="2221554"/>
                      </a:lnTo>
                      <a:cubicBezTo>
                        <a:pt x="-288312" y="1549060"/>
                        <a:pt x="493523" y="1038543"/>
                        <a:pt x="1008296" y="1510355"/>
                      </a:cubicBezTo>
                      <a:lnTo>
                        <a:pt x="3432182" y="3948755"/>
                      </a:lnTo>
                      <a:lnTo>
                        <a:pt x="718011" y="1191041"/>
                      </a:lnTo>
                      <a:cubicBezTo>
                        <a:pt x="330963" y="465328"/>
                        <a:pt x="1235688" y="29898"/>
                        <a:pt x="1719497" y="494356"/>
                      </a:cubicBezTo>
                      <a:lnTo>
                        <a:pt x="4085326" y="2976299"/>
                      </a:lnTo>
                      <a:lnTo>
                        <a:pt x="2133444" y="867083"/>
                      </a:lnTo>
                      <a:cubicBezTo>
                        <a:pt x="1689694" y="110019"/>
                        <a:pt x="2618995" y="-311477"/>
                        <a:pt x="3170925" y="276642"/>
                      </a:cubicBezTo>
                      <a:lnTo>
                        <a:pt x="6538239" y="3731040"/>
                      </a:lnTo>
                      <a:cubicBezTo>
                        <a:pt x="6567268" y="3498812"/>
                        <a:pt x="6433736" y="2847992"/>
                        <a:pt x="6090619" y="2238393"/>
                      </a:cubicBezTo>
                      <a:cubicBezTo>
                        <a:pt x="5902707" y="1832574"/>
                        <a:pt x="6141515" y="1249099"/>
                        <a:pt x="6639839" y="1031385"/>
                      </a:cubicBezTo>
                      <a:cubicBezTo>
                        <a:pt x="7026887" y="1679688"/>
                        <a:pt x="7384906" y="2327993"/>
                        <a:pt x="7757440" y="2976297"/>
                      </a:cubicBezTo>
                      <a:lnTo>
                        <a:pt x="7989669" y="4340640"/>
                      </a:lnTo>
                      <a:cubicBezTo>
                        <a:pt x="8085131" y="4794167"/>
                        <a:pt x="8202090" y="5502563"/>
                        <a:pt x="8359907" y="5645609"/>
                      </a:cubicBezTo>
                      <a:cubicBezTo>
                        <a:pt x="7584628" y="6890205"/>
                        <a:pt x="7007393" y="7933774"/>
                        <a:pt x="6266896" y="9224162"/>
                      </a:cubicBezTo>
                      <a:cubicBezTo>
                        <a:pt x="6129010" y="9197551"/>
                        <a:pt x="5181156" y="8530430"/>
                        <a:pt x="5057784" y="8462696"/>
                      </a:cubicBezTo>
                      <a:cubicBezTo>
                        <a:pt x="4397384" y="8046620"/>
                        <a:pt x="768618" y="4236716"/>
                        <a:pt x="541518" y="4050353"/>
                      </a:cubicBezTo>
                      <a:close/>
                    </a:path>
                  </a:pathLst>
                </a:custGeom>
                <a:solidFill>
                  <a:srgbClr val="F4B18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sp>
              <p:nvSpPr>
                <p:cNvPr id="199" name="Rectangle 2"/>
                <p:cNvSpPr/>
                <p:nvPr/>
              </p:nvSpPr>
              <p:spPr>
                <a:xfrm rot="8567535" flipH="1" flipV="1">
                  <a:off x="2589859" y="1873394"/>
                  <a:ext cx="243858" cy="232762"/>
                </a:xfrm>
                <a:custGeom>
                  <a:avLst/>
                  <a:gdLst>
                    <a:gd name="connsiteX0" fmla="*/ 0 w 4659086"/>
                    <a:gd name="connsiteY0" fmla="*/ 0 h 2017485"/>
                    <a:gd name="connsiteX1" fmla="*/ 4659086 w 4659086"/>
                    <a:gd name="connsiteY1" fmla="*/ 0 h 2017485"/>
                    <a:gd name="connsiteX2" fmla="*/ 4659086 w 4659086"/>
                    <a:gd name="connsiteY2" fmla="*/ 2017485 h 2017485"/>
                    <a:gd name="connsiteX3" fmla="*/ 0 w 4659086"/>
                    <a:gd name="connsiteY3" fmla="*/ 2017485 h 2017485"/>
                    <a:gd name="connsiteX4" fmla="*/ 0 w 4659086"/>
                    <a:gd name="connsiteY4" fmla="*/ 0 h 2017485"/>
                    <a:gd name="connsiteX0" fmla="*/ 0 w 4804229"/>
                    <a:gd name="connsiteY0" fmla="*/ 0 h 2017485"/>
                    <a:gd name="connsiteX1" fmla="*/ 4659086 w 4804229"/>
                    <a:gd name="connsiteY1" fmla="*/ 0 h 2017485"/>
                    <a:gd name="connsiteX2" fmla="*/ 4804229 w 4804229"/>
                    <a:gd name="connsiteY2" fmla="*/ 1204685 h 2017485"/>
                    <a:gd name="connsiteX3" fmla="*/ 0 w 4804229"/>
                    <a:gd name="connsiteY3" fmla="*/ 2017485 h 2017485"/>
                    <a:gd name="connsiteX4" fmla="*/ 0 w 4804229"/>
                    <a:gd name="connsiteY4" fmla="*/ 0 h 2017485"/>
                    <a:gd name="connsiteX0" fmla="*/ 0 w 4804229"/>
                    <a:gd name="connsiteY0" fmla="*/ 0 h 4223656"/>
                    <a:gd name="connsiteX1" fmla="*/ 4659086 w 4804229"/>
                    <a:gd name="connsiteY1" fmla="*/ 0 h 4223656"/>
                    <a:gd name="connsiteX2" fmla="*/ 4804229 w 4804229"/>
                    <a:gd name="connsiteY2" fmla="*/ 1204685 h 4223656"/>
                    <a:gd name="connsiteX3" fmla="*/ 2002971 w 4804229"/>
                    <a:gd name="connsiteY3" fmla="*/ 4223656 h 4223656"/>
                    <a:gd name="connsiteX4" fmla="*/ 0 w 4804229"/>
                    <a:gd name="connsiteY4" fmla="*/ 0 h 4223656"/>
                    <a:gd name="connsiteX0" fmla="*/ 0 w 7634515"/>
                    <a:gd name="connsiteY0" fmla="*/ 0 h 4499428"/>
                    <a:gd name="connsiteX1" fmla="*/ 7489372 w 7634515"/>
                    <a:gd name="connsiteY1" fmla="*/ 275772 h 4499428"/>
                    <a:gd name="connsiteX2" fmla="*/ 7634515 w 7634515"/>
                    <a:gd name="connsiteY2" fmla="*/ 1480457 h 4499428"/>
                    <a:gd name="connsiteX3" fmla="*/ 4833257 w 7634515"/>
                    <a:gd name="connsiteY3" fmla="*/ 4499428 h 4499428"/>
                    <a:gd name="connsiteX4" fmla="*/ 0 w 7634515"/>
                    <a:gd name="connsiteY4" fmla="*/ 0 h 4499428"/>
                    <a:gd name="connsiteX0" fmla="*/ 0 w 7634515"/>
                    <a:gd name="connsiteY0" fmla="*/ 0 h 4499428"/>
                    <a:gd name="connsiteX1" fmla="*/ 7489372 w 7634515"/>
                    <a:gd name="connsiteY1" fmla="*/ 275772 h 4499428"/>
                    <a:gd name="connsiteX2" fmla="*/ 7634515 w 7634515"/>
                    <a:gd name="connsiteY2" fmla="*/ 1480457 h 4499428"/>
                    <a:gd name="connsiteX3" fmla="*/ 4833257 w 7634515"/>
                    <a:gd name="connsiteY3" fmla="*/ 4499428 h 4499428"/>
                    <a:gd name="connsiteX4" fmla="*/ 0 w 7634515"/>
                    <a:gd name="connsiteY4" fmla="*/ 0 h 4499428"/>
                    <a:gd name="connsiteX0" fmla="*/ 39552 w 7674067"/>
                    <a:gd name="connsiteY0" fmla="*/ 0 h 4895853"/>
                    <a:gd name="connsiteX1" fmla="*/ 7528924 w 7674067"/>
                    <a:gd name="connsiteY1" fmla="*/ 275772 h 4895853"/>
                    <a:gd name="connsiteX2" fmla="*/ 7674067 w 7674067"/>
                    <a:gd name="connsiteY2" fmla="*/ 1480457 h 4895853"/>
                    <a:gd name="connsiteX3" fmla="*/ 4872809 w 7674067"/>
                    <a:gd name="connsiteY3" fmla="*/ 4499428 h 4895853"/>
                    <a:gd name="connsiteX4" fmla="*/ 4582524 w 7674067"/>
                    <a:gd name="connsiteY4" fmla="*/ 4368799 h 4895853"/>
                    <a:gd name="connsiteX5" fmla="*/ 39552 w 7674067"/>
                    <a:gd name="connsiteY5" fmla="*/ 0 h 4895853"/>
                    <a:gd name="connsiteX0" fmla="*/ 38817 w 7673332"/>
                    <a:gd name="connsiteY0" fmla="*/ 0 h 4715686"/>
                    <a:gd name="connsiteX1" fmla="*/ 7528189 w 7673332"/>
                    <a:gd name="connsiteY1" fmla="*/ 275772 h 4715686"/>
                    <a:gd name="connsiteX2" fmla="*/ 7673332 w 7673332"/>
                    <a:gd name="connsiteY2" fmla="*/ 1480457 h 4715686"/>
                    <a:gd name="connsiteX3" fmla="*/ 4872074 w 7673332"/>
                    <a:gd name="connsiteY3" fmla="*/ 4499428 h 4715686"/>
                    <a:gd name="connsiteX4" fmla="*/ 4668875 w 7673332"/>
                    <a:gd name="connsiteY4" fmla="*/ 3860799 h 4715686"/>
                    <a:gd name="connsiteX5" fmla="*/ 38817 w 7673332"/>
                    <a:gd name="connsiteY5" fmla="*/ 0 h 4715686"/>
                    <a:gd name="connsiteX0" fmla="*/ 38817 w 7673332"/>
                    <a:gd name="connsiteY0" fmla="*/ 0 h 4614939"/>
                    <a:gd name="connsiteX1" fmla="*/ 7528189 w 7673332"/>
                    <a:gd name="connsiteY1" fmla="*/ 275772 h 4614939"/>
                    <a:gd name="connsiteX2" fmla="*/ 7673332 w 7673332"/>
                    <a:gd name="connsiteY2" fmla="*/ 1480457 h 4614939"/>
                    <a:gd name="connsiteX3" fmla="*/ 4872074 w 7673332"/>
                    <a:gd name="connsiteY3" fmla="*/ 4499428 h 4614939"/>
                    <a:gd name="connsiteX4" fmla="*/ 4668875 w 7673332"/>
                    <a:gd name="connsiteY4" fmla="*/ 3860799 h 4614939"/>
                    <a:gd name="connsiteX5" fmla="*/ 38817 w 7673332"/>
                    <a:gd name="connsiteY5" fmla="*/ 0 h 4614939"/>
                    <a:gd name="connsiteX0" fmla="*/ 38817 w 7673332"/>
                    <a:gd name="connsiteY0" fmla="*/ 0 h 4499428"/>
                    <a:gd name="connsiteX1" fmla="*/ 7528189 w 7673332"/>
                    <a:gd name="connsiteY1" fmla="*/ 275772 h 4499428"/>
                    <a:gd name="connsiteX2" fmla="*/ 7673332 w 7673332"/>
                    <a:gd name="connsiteY2" fmla="*/ 1480457 h 4499428"/>
                    <a:gd name="connsiteX3" fmla="*/ 4872074 w 7673332"/>
                    <a:gd name="connsiteY3" fmla="*/ 4499428 h 4499428"/>
                    <a:gd name="connsiteX4" fmla="*/ 4668875 w 7673332"/>
                    <a:gd name="connsiteY4" fmla="*/ 3860799 h 4499428"/>
                    <a:gd name="connsiteX5" fmla="*/ 38817 w 7673332"/>
                    <a:gd name="connsiteY5" fmla="*/ 0 h 4499428"/>
                    <a:gd name="connsiteX0" fmla="*/ 39428 w 7673943"/>
                    <a:gd name="connsiteY0" fmla="*/ 0 h 4499428"/>
                    <a:gd name="connsiteX1" fmla="*/ 7528800 w 7673943"/>
                    <a:gd name="connsiteY1" fmla="*/ 275772 h 4499428"/>
                    <a:gd name="connsiteX2" fmla="*/ 7673943 w 7673943"/>
                    <a:gd name="connsiteY2" fmla="*/ 1480457 h 4499428"/>
                    <a:gd name="connsiteX3" fmla="*/ 4872685 w 7673943"/>
                    <a:gd name="connsiteY3" fmla="*/ 4499428 h 4499428"/>
                    <a:gd name="connsiteX4" fmla="*/ 4596915 w 7673943"/>
                    <a:gd name="connsiteY4" fmla="*/ 4397828 h 4499428"/>
                    <a:gd name="connsiteX5" fmla="*/ 39428 w 7673943"/>
                    <a:gd name="connsiteY5" fmla="*/ 0 h 4499428"/>
                    <a:gd name="connsiteX0" fmla="*/ 39428 w 7673943"/>
                    <a:gd name="connsiteY0" fmla="*/ 0 h 4499428"/>
                    <a:gd name="connsiteX1" fmla="*/ 7528800 w 7673943"/>
                    <a:gd name="connsiteY1" fmla="*/ 275772 h 4499428"/>
                    <a:gd name="connsiteX2" fmla="*/ 7673943 w 7673943"/>
                    <a:gd name="connsiteY2" fmla="*/ 1480457 h 4499428"/>
                    <a:gd name="connsiteX3" fmla="*/ 4872685 w 7673943"/>
                    <a:gd name="connsiteY3" fmla="*/ 4499428 h 4499428"/>
                    <a:gd name="connsiteX4" fmla="*/ 4596915 w 7673943"/>
                    <a:gd name="connsiteY4" fmla="*/ 4397828 h 4499428"/>
                    <a:gd name="connsiteX5" fmla="*/ 39428 w 7673943"/>
                    <a:gd name="connsiteY5" fmla="*/ 0 h 4499428"/>
                    <a:gd name="connsiteX0" fmla="*/ 39428 w 7673943"/>
                    <a:gd name="connsiteY0" fmla="*/ 0 h 4499428"/>
                    <a:gd name="connsiteX1" fmla="*/ 7528800 w 7673943"/>
                    <a:gd name="connsiteY1" fmla="*/ 275772 h 4499428"/>
                    <a:gd name="connsiteX2" fmla="*/ 7673943 w 7673943"/>
                    <a:gd name="connsiteY2" fmla="*/ 1480457 h 4499428"/>
                    <a:gd name="connsiteX3" fmla="*/ 4872685 w 7673943"/>
                    <a:gd name="connsiteY3" fmla="*/ 4499428 h 4499428"/>
                    <a:gd name="connsiteX4" fmla="*/ 4596915 w 7673943"/>
                    <a:gd name="connsiteY4" fmla="*/ 4397828 h 4499428"/>
                    <a:gd name="connsiteX5" fmla="*/ 39428 w 7673943"/>
                    <a:gd name="connsiteY5" fmla="*/ 0 h 4499428"/>
                    <a:gd name="connsiteX0" fmla="*/ 39428 w 7673943"/>
                    <a:gd name="connsiteY0" fmla="*/ 0 h 4499428"/>
                    <a:gd name="connsiteX1" fmla="*/ 7528800 w 7673943"/>
                    <a:gd name="connsiteY1" fmla="*/ 275772 h 4499428"/>
                    <a:gd name="connsiteX2" fmla="*/ 7673943 w 7673943"/>
                    <a:gd name="connsiteY2" fmla="*/ 1480457 h 4499428"/>
                    <a:gd name="connsiteX3" fmla="*/ 4872685 w 7673943"/>
                    <a:gd name="connsiteY3" fmla="*/ 4499428 h 4499428"/>
                    <a:gd name="connsiteX4" fmla="*/ 4596915 w 7673943"/>
                    <a:gd name="connsiteY4" fmla="*/ 4397828 h 4499428"/>
                    <a:gd name="connsiteX5" fmla="*/ 39428 w 7673943"/>
                    <a:gd name="connsiteY5" fmla="*/ 0 h 4499428"/>
                    <a:gd name="connsiteX0" fmla="*/ 38245 w 7672760"/>
                    <a:gd name="connsiteY0" fmla="*/ 0 h 4499428"/>
                    <a:gd name="connsiteX1" fmla="*/ 7527617 w 7672760"/>
                    <a:gd name="connsiteY1" fmla="*/ 275772 h 4499428"/>
                    <a:gd name="connsiteX2" fmla="*/ 7672760 w 7672760"/>
                    <a:gd name="connsiteY2" fmla="*/ 1480457 h 4499428"/>
                    <a:gd name="connsiteX3" fmla="*/ 4871502 w 7672760"/>
                    <a:gd name="connsiteY3" fmla="*/ 4499428 h 4499428"/>
                    <a:gd name="connsiteX4" fmla="*/ 4595732 w 7672760"/>
                    <a:gd name="connsiteY4" fmla="*/ 4397828 h 4499428"/>
                    <a:gd name="connsiteX5" fmla="*/ 38245 w 7672760"/>
                    <a:gd name="connsiteY5" fmla="*/ 0 h 4499428"/>
                    <a:gd name="connsiteX0" fmla="*/ 0 w 7634515"/>
                    <a:gd name="connsiteY0" fmla="*/ 0 h 4499428"/>
                    <a:gd name="connsiteX1" fmla="*/ 7489372 w 7634515"/>
                    <a:gd name="connsiteY1" fmla="*/ 275772 h 4499428"/>
                    <a:gd name="connsiteX2" fmla="*/ 7634515 w 7634515"/>
                    <a:gd name="connsiteY2" fmla="*/ 1480457 h 4499428"/>
                    <a:gd name="connsiteX3" fmla="*/ 4833257 w 7634515"/>
                    <a:gd name="connsiteY3" fmla="*/ 4499428 h 4499428"/>
                    <a:gd name="connsiteX4" fmla="*/ 4557487 w 7634515"/>
                    <a:gd name="connsiteY4" fmla="*/ 4397828 h 4499428"/>
                    <a:gd name="connsiteX5" fmla="*/ 0 w 7634515"/>
                    <a:gd name="connsiteY5" fmla="*/ 0 h 4499428"/>
                    <a:gd name="connsiteX0" fmla="*/ 0 w 7634515"/>
                    <a:gd name="connsiteY0" fmla="*/ 0 h 4455885"/>
                    <a:gd name="connsiteX1" fmla="*/ 7489372 w 7634515"/>
                    <a:gd name="connsiteY1" fmla="*/ 275772 h 4455885"/>
                    <a:gd name="connsiteX2" fmla="*/ 7634515 w 7634515"/>
                    <a:gd name="connsiteY2" fmla="*/ 1480457 h 4455885"/>
                    <a:gd name="connsiteX3" fmla="*/ 4862285 w 7634515"/>
                    <a:gd name="connsiteY3" fmla="*/ 4455885 h 4455885"/>
                    <a:gd name="connsiteX4" fmla="*/ 4557487 w 7634515"/>
                    <a:gd name="connsiteY4" fmla="*/ 4397828 h 4455885"/>
                    <a:gd name="connsiteX5" fmla="*/ 0 w 7634515"/>
                    <a:gd name="connsiteY5" fmla="*/ 0 h 4455885"/>
                    <a:gd name="connsiteX0" fmla="*/ 0 w 7634515"/>
                    <a:gd name="connsiteY0" fmla="*/ 0 h 4484914"/>
                    <a:gd name="connsiteX1" fmla="*/ 7489372 w 7634515"/>
                    <a:gd name="connsiteY1" fmla="*/ 275772 h 4484914"/>
                    <a:gd name="connsiteX2" fmla="*/ 7634515 w 7634515"/>
                    <a:gd name="connsiteY2" fmla="*/ 1480457 h 4484914"/>
                    <a:gd name="connsiteX3" fmla="*/ 4833256 w 7634515"/>
                    <a:gd name="connsiteY3" fmla="*/ 4484914 h 4484914"/>
                    <a:gd name="connsiteX4" fmla="*/ 4557487 w 7634515"/>
                    <a:gd name="connsiteY4" fmla="*/ 4397828 h 4484914"/>
                    <a:gd name="connsiteX5" fmla="*/ 0 w 7634515"/>
                    <a:gd name="connsiteY5" fmla="*/ 0 h 4484914"/>
                    <a:gd name="connsiteX0" fmla="*/ 0 w 7634515"/>
                    <a:gd name="connsiteY0" fmla="*/ 0 h 4484914"/>
                    <a:gd name="connsiteX1" fmla="*/ 7489372 w 7634515"/>
                    <a:gd name="connsiteY1" fmla="*/ 275772 h 4484914"/>
                    <a:gd name="connsiteX2" fmla="*/ 7634515 w 7634515"/>
                    <a:gd name="connsiteY2" fmla="*/ 1480457 h 4484914"/>
                    <a:gd name="connsiteX3" fmla="*/ 4833256 w 7634515"/>
                    <a:gd name="connsiteY3" fmla="*/ 4484914 h 4484914"/>
                    <a:gd name="connsiteX4" fmla="*/ 4557487 w 7634515"/>
                    <a:gd name="connsiteY4" fmla="*/ 4397828 h 4484914"/>
                    <a:gd name="connsiteX5" fmla="*/ 0 w 7634515"/>
                    <a:gd name="connsiteY5" fmla="*/ 0 h 4484914"/>
                    <a:gd name="connsiteX0" fmla="*/ 0 w 7634515"/>
                    <a:gd name="connsiteY0" fmla="*/ 0 h 4484914"/>
                    <a:gd name="connsiteX1" fmla="*/ 5573485 w 7634515"/>
                    <a:gd name="connsiteY1" fmla="*/ 203200 h 4484914"/>
                    <a:gd name="connsiteX2" fmla="*/ 7489372 w 7634515"/>
                    <a:gd name="connsiteY2" fmla="*/ 275772 h 4484914"/>
                    <a:gd name="connsiteX3" fmla="*/ 7634515 w 7634515"/>
                    <a:gd name="connsiteY3" fmla="*/ 1480457 h 4484914"/>
                    <a:gd name="connsiteX4" fmla="*/ 4833256 w 7634515"/>
                    <a:gd name="connsiteY4" fmla="*/ 4484914 h 4484914"/>
                    <a:gd name="connsiteX5" fmla="*/ 4557487 w 7634515"/>
                    <a:gd name="connsiteY5" fmla="*/ 4397828 h 4484914"/>
                    <a:gd name="connsiteX6" fmla="*/ 0 w 7634515"/>
                    <a:gd name="connsiteY6" fmla="*/ 0 h 4484914"/>
                    <a:gd name="connsiteX0" fmla="*/ 0 w 7634515"/>
                    <a:gd name="connsiteY0" fmla="*/ 798285 h 5283199"/>
                    <a:gd name="connsiteX1" fmla="*/ 7082971 w 7634515"/>
                    <a:gd name="connsiteY1" fmla="*/ 0 h 5283199"/>
                    <a:gd name="connsiteX2" fmla="*/ 7489372 w 7634515"/>
                    <a:gd name="connsiteY2" fmla="*/ 1074057 h 5283199"/>
                    <a:gd name="connsiteX3" fmla="*/ 7634515 w 7634515"/>
                    <a:gd name="connsiteY3" fmla="*/ 2278742 h 5283199"/>
                    <a:gd name="connsiteX4" fmla="*/ 4833256 w 7634515"/>
                    <a:gd name="connsiteY4" fmla="*/ 5283199 h 5283199"/>
                    <a:gd name="connsiteX5" fmla="*/ 4557487 w 7634515"/>
                    <a:gd name="connsiteY5" fmla="*/ 5196113 h 5283199"/>
                    <a:gd name="connsiteX6" fmla="*/ 0 w 7634515"/>
                    <a:gd name="connsiteY6" fmla="*/ 798285 h 5283199"/>
                    <a:gd name="connsiteX0" fmla="*/ 0 w 7634515"/>
                    <a:gd name="connsiteY0" fmla="*/ 1088571 h 5573485"/>
                    <a:gd name="connsiteX1" fmla="*/ 7257143 w 7634515"/>
                    <a:gd name="connsiteY1" fmla="*/ 0 h 5573485"/>
                    <a:gd name="connsiteX2" fmla="*/ 7489372 w 7634515"/>
                    <a:gd name="connsiteY2" fmla="*/ 1364343 h 5573485"/>
                    <a:gd name="connsiteX3" fmla="*/ 7634515 w 7634515"/>
                    <a:gd name="connsiteY3" fmla="*/ 2569028 h 5573485"/>
                    <a:gd name="connsiteX4" fmla="*/ 4833256 w 7634515"/>
                    <a:gd name="connsiteY4" fmla="*/ 5573485 h 5573485"/>
                    <a:gd name="connsiteX5" fmla="*/ 4557487 w 7634515"/>
                    <a:gd name="connsiteY5" fmla="*/ 5486399 h 5573485"/>
                    <a:gd name="connsiteX6" fmla="*/ 0 w 7634515"/>
                    <a:gd name="connsiteY6" fmla="*/ 1088571 h 5573485"/>
                    <a:gd name="connsiteX0" fmla="*/ 0 w 7634515"/>
                    <a:gd name="connsiteY0" fmla="*/ 1088571 h 5573485"/>
                    <a:gd name="connsiteX1" fmla="*/ 5660571 w 7634515"/>
                    <a:gd name="connsiteY1" fmla="*/ 217715 h 5573485"/>
                    <a:gd name="connsiteX2" fmla="*/ 7257143 w 7634515"/>
                    <a:gd name="connsiteY2" fmla="*/ 0 h 5573485"/>
                    <a:gd name="connsiteX3" fmla="*/ 7489372 w 7634515"/>
                    <a:gd name="connsiteY3" fmla="*/ 1364343 h 5573485"/>
                    <a:gd name="connsiteX4" fmla="*/ 7634515 w 7634515"/>
                    <a:gd name="connsiteY4" fmla="*/ 2569028 h 5573485"/>
                    <a:gd name="connsiteX5" fmla="*/ 4833256 w 7634515"/>
                    <a:gd name="connsiteY5" fmla="*/ 5573485 h 5573485"/>
                    <a:gd name="connsiteX6" fmla="*/ 4557487 w 7634515"/>
                    <a:gd name="connsiteY6" fmla="*/ 5486399 h 5573485"/>
                    <a:gd name="connsiteX7" fmla="*/ 0 w 7634515"/>
                    <a:gd name="connsiteY7" fmla="*/ 1088571 h 5573485"/>
                    <a:gd name="connsiteX0" fmla="*/ 0 w 7634515"/>
                    <a:gd name="connsiteY0" fmla="*/ 1088571 h 5573485"/>
                    <a:gd name="connsiteX1" fmla="*/ 6110514 w 7634515"/>
                    <a:gd name="connsiteY1" fmla="*/ 740229 h 5573485"/>
                    <a:gd name="connsiteX2" fmla="*/ 7257143 w 7634515"/>
                    <a:gd name="connsiteY2" fmla="*/ 0 h 5573485"/>
                    <a:gd name="connsiteX3" fmla="*/ 7489372 w 7634515"/>
                    <a:gd name="connsiteY3" fmla="*/ 1364343 h 5573485"/>
                    <a:gd name="connsiteX4" fmla="*/ 7634515 w 7634515"/>
                    <a:gd name="connsiteY4" fmla="*/ 2569028 h 5573485"/>
                    <a:gd name="connsiteX5" fmla="*/ 4833256 w 7634515"/>
                    <a:gd name="connsiteY5" fmla="*/ 5573485 h 5573485"/>
                    <a:gd name="connsiteX6" fmla="*/ 4557487 w 7634515"/>
                    <a:gd name="connsiteY6" fmla="*/ 5486399 h 5573485"/>
                    <a:gd name="connsiteX7" fmla="*/ 0 w 7634515"/>
                    <a:gd name="connsiteY7" fmla="*/ 1088571 h 5573485"/>
                    <a:gd name="connsiteX0" fmla="*/ 0 w 7634515"/>
                    <a:gd name="connsiteY0" fmla="*/ 1088571 h 5573485"/>
                    <a:gd name="connsiteX1" fmla="*/ 6037942 w 7634515"/>
                    <a:gd name="connsiteY1" fmla="*/ 754743 h 5573485"/>
                    <a:gd name="connsiteX2" fmla="*/ 7257143 w 7634515"/>
                    <a:gd name="connsiteY2" fmla="*/ 0 h 5573485"/>
                    <a:gd name="connsiteX3" fmla="*/ 7489372 w 7634515"/>
                    <a:gd name="connsiteY3" fmla="*/ 1364343 h 5573485"/>
                    <a:gd name="connsiteX4" fmla="*/ 7634515 w 7634515"/>
                    <a:gd name="connsiteY4" fmla="*/ 2569028 h 5573485"/>
                    <a:gd name="connsiteX5" fmla="*/ 4833256 w 7634515"/>
                    <a:gd name="connsiteY5" fmla="*/ 5573485 h 5573485"/>
                    <a:gd name="connsiteX6" fmla="*/ 4557487 w 7634515"/>
                    <a:gd name="connsiteY6" fmla="*/ 5486399 h 5573485"/>
                    <a:gd name="connsiteX7" fmla="*/ 0 w 7634515"/>
                    <a:gd name="connsiteY7" fmla="*/ 1088571 h 5573485"/>
                    <a:gd name="connsiteX0" fmla="*/ 0 w 7634515"/>
                    <a:gd name="connsiteY0" fmla="*/ 1088571 h 5573485"/>
                    <a:gd name="connsiteX1" fmla="*/ 3164114 w 7634515"/>
                    <a:gd name="connsiteY1" fmla="*/ 914401 h 5573485"/>
                    <a:gd name="connsiteX2" fmla="*/ 6037942 w 7634515"/>
                    <a:gd name="connsiteY2" fmla="*/ 754743 h 5573485"/>
                    <a:gd name="connsiteX3" fmla="*/ 7257143 w 7634515"/>
                    <a:gd name="connsiteY3" fmla="*/ 0 h 5573485"/>
                    <a:gd name="connsiteX4" fmla="*/ 7489372 w 7634515"/>
                    <a:gd name="connsiteY4" fmla="*/ 1364343 h 5573485"/>
                    <a:gd name="connsiteX5" fmla="*/ 7634515 w 7634515"/>
                    <a:gd name="connsiteY5" fmla="*/ 2569028 h 5573485"/>
                    <a:gd name="connsiteX6" fmla="*/ 4833256 w 7634515"/>
                    <a:gd name="connsiteY6" fmla="*/ 5573485 h 5573485"/>
                    <a:gd name="connsiteX7" fmla="*/ 4557487 w 7634515"/>
                    <a:gd name="connsiteY7" fmla="*/ 5486399 h 5573485"/>
                    <a:gd name="connsiteX8" fmla="*/ 0 w 7634515"/>
                    <a:gd name="connsiteY8" fmla="*/ 1088571 h 5573485"/>
                    <a:gd name="connsiteX0" fmla="*/ 0 w 7634515"/>
                    <a:gd name="connsiteY0" fmla="*/ 1088571 h 5573485"/>
                    <a:gd name="connsiteX1" fmla="*/ 711199 w 7634515"/>
                    <a:gd name="connsiteY1" fmla="*/ 435430 h 5573485"/>
                    <a:gd name="connsiteX2" fmla="*/ 6037942 w 7634515"/>
                    <a:gd name="connsiteY2" fmla="*/ 754743 h 5573485"/>
                    <a:gd name="connsiteX3" fmla="*/ 7257143 w 7634515"/>
                    <a:gd name="connsiteY3" fmla="*/ 0 h 5573485"/>
                    <a:gd name="connsiteX4" fmla="*/ 7489372 w 7634515"/>
                    <a:gd name="connsiteY4" fmla="*/ 1364343 h 5573485"/>
                    <a:gd name="connsiteX5" fmla="*/ 7634515 w 7634515"/>
                    <a:gd name="connsiteY5" fmla="*/ 2569028 h 5573485"/>
                    <a:gd name="connsiteX6" fmla="*/ 4833256 w 7634515"/>
                    <a:gd name="connsiteY6" fmla="*/ 5573485 h 5573485"/>
                    <a:gd name="connsiteX7" fmla="*/ 4557487 w 7634515"/>
                    <a:gd name="connsiteY7" fmla="*/ 5486399 h 5573485"/>
                    <a:gd name="connsiteX8" fmla="*/ 0 w 7634515"/>
                    <a:gd name="connsiteY8" fmla="*/ 1088571 h 5573485"/>
                    <a:gd name="connsiteX0" fmla="*/ 0 w 7634515"/>
                    <a:gd name="connsiteY0" fmla="*/ 1088571 h 5573485"/>
                    <a:gd name="connsiteX1" fmla="*/ 711199 w 7634515"/>
                    <a:gd name="connsiteY1" fmla="*/ 435430 h 5573485"/>
                    <a:gd name="connsiteX2" fmla="*/ 6037942 w 7634515"/>
                    <a:gd name="connsiteY2" fmla="*/ 754743 h 5573485"/>
                    <a:gd name="connsiteX3" fmla="*/ 7257143 w 7634515"/>
                    <a:gd name="connsiteY3" fmla="*/ 0 h 5573485"/>
                    <a:gd name="connsiteX4" fmla="*/ 7489372 w 7634515"/>
                    <a:gd name="connsiteY4" fmla="*/ 1364343 h 5573485"/>
                    <a:gd name="connsiteX5" fmla="*/ 7634515 w 7634515"/>
                    <a:gd name="connsiteY5" fmla="*/ 2569028 h 5573485"/>
                    <a:gd name="connsiteX6" fmla="*/ 4833256 w 7634515"/>
                    <a:gd name="connsiteY6" fmla="*/ 5573485 h 5573485"/>
                    <a:gd name="connsiteX7" fmla="*/ 4557487 w 7634515"/>
                    <a:gd name="connsiteY7" fmla="*/ 5486399 h 5573485"/>
                    <a:gd name="connsiteX8" fmla="*/ 0 w 7634515"/>
                    <a:gd name="connsiteY8" fmla="*/ 1088571 h 5573485"/>
                    <a:gd name="connsiteX0" fmla="*/ 0 w 7605486"/>
                    <a:gd name="connsiteY0" fmla="*/ 1074056 h 5573485"/>
                    <a:gd name="connsiteX1" fmla="*/ 682170 w 7605486"/>
                    <a:gd name="connsiteY1" fmla="*/ 435430 h 5573485"/>
                    <a:gd name="connsiteX2" fmla="*/ 6008913 w 7605486"/>
                    <a:gd name="connsiteY2" fmla="*/ 754743 h 5573485"/>
                    <a:gd name="connsiteX3" fmla="*/ 7228114 w 7605486"/>
                    <a:gd name="connsiteY3" fmla="*/ 0 h 5573485"/>
                    <a:gd name="connsiteX4" fmla="*/ 7460343 w 7605486"/>
                    <a:gd name="connsiteY4" fmla="*/ 1364343 h 5573485"/>
                    <a:gd name="connsiteX5" fmla="*/ 7605486 w 7605486"/>
                    <a:gd name="connsiteY5" fmla="*/ 2569028 h 5573485"/>
                    <a:gd name="connsiteX6" fmla="*/ 4804227 w 7605486"/>
                    <a:gd name="connsiteY6" fmla="*/ 5573485 h 5573485"/>
                    <a:gd name="connsiteX7" fmla="*/ 4528458 w 7605486"/>
                    <a:gd name="connsiteY7" fmla="*/ 5486399 h 5573485"/>
                    <a:gd name="connsiteX8" fmla="*/ 0 w 7605486"/>
                    <a:gd name="connsiteY8" fmla="*/ 1074056 h 5573485"/>
                    <a:gd name="connsiteX0" fmla="*/ 145217 w 7750703"/>
                    <a:gd name="connsiteY0" fmla="*/ 1074056 h 5573485"/>
                    <a:gd name="connsiteX1" fmla="*/ 827387 w 7750703"/>
                    <a:gd name="connsiteY1" fmla="*/ 435430 h 5573485"/>
                    <a:gd name="connsiteX2" fmla="*/ 6154130 w 7750703"/>
                    <a:gd name="connsiteY2" fmla="*/ 754743 h 5573485"/>
                    <a:gd name="connsiteX3" fmla="*/ 7373331 w 7750703"/>
                    <a:gd name="connsiteY3" fmla="*/ 0 h 5573485"/>
                    <a:gd name="connsiteX4" fmla="*/ 7605560 w 7750703"/>
                    <a:gd name="connsiteY4" fmla="*/ 1364343 h 5573485"/>
                    <a:gd name="connsiteX5" fmla="*/ 7750703 w 7750703"/>
                    <a:gd name="connsiteY5" fmla="*/ 2569028 h 5573485"/>
                    <a:gd name="connsiteX6" fmla="*/ 4949444 w 7750703"/>
                    <a:gd name="connsiteY6" fmla="*/ 5573485 h 5573485"/>
                    <a:gd name="connsiteX7" fmla="*/ 4673675 w 7750703"/>
                    <a:gd name="connsiteY7" fmla="*/ 5486399 h 5573485"/>
                    <a:gd name="connsiteX8" fmla="*/ 145217 w 7750703"/>
                    <a:gd name="connsiteY8" fmla="*/ 1074056 h 5573485"/>
                    <a:gd name="connsiteX0" fmla="*/ 143276 w 7748762"/>
                    <a:gd name="connsiteY0" fmla="*/ 1074056 h 5573485"/>
                    <a:gd name="connsiteX1" fmla="*/ 825446 w 7748762"/>
                    <a:gd name="connsiteY1" fmla="*/ 435430 h 5573485"/>
                    <a:gd name="connsiteX2" fmla="*/ 6152189 w 7748762"/>
                    <a:gd name="connsiteY2" fmla="*/ 754743 h 5573485"/>
                    <a:gd name="connsiteX3" fmla="*/ 7371390 w 7748762"/>
                    <a:gd name="connsiteY3" fmla="*/ 0 h 5573485"/>
                    <a:gd name="connsiteX4" fmla="*/ 7603619 w 7748762"/>
                    <a:gd name="connsiteY4" fmla="*/ 1364343 h 5573485"/>
                    <a:gd name="connsiteX5" fmla="*/ 7748762 w 7748762"/>
                    <a:gd name="connsiteY5" fmla="*/ 2569028 h 5573485"/>
                    <a:gd name="connsiteX6" fmla="*/ 4947503 w 7748762"/>
                    <a:gd name="connsiteY6" fmla="*/ 5573485 h 5573485"/>
                    <a:gd name="connsiteX7" fmla="*/ 4671734 w 7748762"/>
                    <a:gd name="connsiteY7" fmla="*/ 5486399 h 5573485"/>
                    <a:gd name="connsiteX8" fmla="*/ 143276 w 7748762"/>
                    <a:gd name="connsiteY8" fmla="*/ 1074056 h 5573485"/>
                    <a:gd name="connsiteX0" fmla="*/ 143276 w 7748762"/>
                    <a:gd name="connsiteY0" fmla="*/ 1074056 h 5573485"/>
                    <a:gd name="connsiteX1" fmla="*/ 825446 w 7748762"/>
                    <a:gd name="connsiteY1" fmla="*/ 435430 h 5573485"/>
                    <a:gd name="connsiteX2" fmla="*/ 3365445 w 7748762"/>
                    <a:gd name="connsiteY2" fmla="*/ 566058 h 5573485"/>
                    <a:gd name="connsiteX3" fmla="*/ 6152189 w 7748762"/>
                    <a:gd name="connsiteY3" fmla="*/ 754743 h 5573485"/>
                    <a:gd name="connsiteX4" fmla="*/ 7371390 w 7748762"/>
                    <a:gd name="connsiteY4" fmla="*/ 0 h 5573485"/>
                    <a:gd name="connsiteX5" fmla="*/ 7603619 w 7748762"/>
                    <a:gd name="connsiteY5" fmla="*/ 1364343 h 5573485"/>
                    <a:gd name="connsiteX6" fmla="*/ 7748762 w 7748762"/>
                    <a:gd name="connsiteY6" fmla="*/ 2569028 h 5573485"/>
                    <a:gd name="connsiteX7" fmla="*/ 4947503 w 7748762"/>
                    <a:gd name="connsiteY7" fmla="*/ 5573485 h 5573485"/>
                    <a:gd name="connsiteX8" fmla="*/ 4671734 w 7748762"/>
                    <a:gd name="connsiteY8" fmla="*/ 5486399 h 5573485"/>
                    <a:gd name="connsiteX9" fmla="*/ 143276 w 7748762"/>
                    <a:gd name="connsiteY9" fmla="*/ 1074056 h 5573485"/>
                    <a:gd name="connsiteX0" fmla="*/ 143276 w 7748762"/>
                    <a:gd name="connsiteY0" fmla="*/ 1074056 h 5573485"/>
                    <a:gd name="connsiteX1" fmla="*/ 825446 w 7748762"/>
                    <a:gd name="connsiteY1" fmla="*/ 435430 h 5573485"/>
                    <a:gd name="connsiteX2" fmla="*/ 2494588 w 7748762"/>
                    <a:gd name="connsiteY2" fmla="*/ 2249715 h 5573485"/>
                    <a:gd name="connsiteX3" fmla="*/ 6152189 w 7748762"/>
                    <a:gd name="connsiteY3" fmla="*/ 754743 h 5573485"/>
                    <a:gd name="connsiteX4" fmla="*/ 7371390 w 7748762"/>
                    <a:gd name="connsiteY4" fmla="*/ 0 h 5573485"/>
                    <a:gd name="connsiteX5" fmla="*/ 7603619 w 7748762"/>
                    <a:gd name="connsiteY5" fmla="*/ 1364343 h 5573485"/>
                    <a:gd name="connsiteX6" fmla="*/ 7748762 w 7748762"/>
                    <a:gd name="connsiteY6" fmla="*/ 2569028 h 5573485"/>
                    <a:gd name="connsiteX7" fmla="*/ 4947503 w 7748762"/>
                    <a:gd name="connsiteY7" fmla="*/ 5573485 h 5573485"/>
                    <a:gd name="connsiteX8" fmla="*/ 4671734 w 7748762"/>
                    <a:gd name="connsiteY8" fmla="*/ 5486399 h 5573485"/>
                    <a:gd name="connsiteX9" fmla="*/ 143276 w 7748762"/>
                    <a:gd name="connsiteY9" fmla="*/ 1074056 h 5573485"/>
                    <a:gd name="connsiteX0" fmla="*/ 225462 w 7830948"/>
                    <a:gd name="connsiteY0" fmla="*/ 1074056 h 5573485"/>
                    <a:gd name="connsiteX1" fmla="*/ 530261 w 7830948"/>
                    <a:gd name="connsiteY1" fmla="*/ 595087 h 5573485"/>
                    <a:gd name="connsiteX2" fmla="*/ 2576774 w 7830948"/>
                    <a:gd name="connsiteY2" fmla="*/ 2249715 h 5573485"/>
                    <a:gd name="connsiteX3" fmla="*/ 6234375 w 7830948"/>
                    <a:gd name="connsiteY3" fmla="*/ 754743 h 5573485"/>
                    <a:gd name="connsiteX4" fmla="*/ 7453576 w 7830948"/>
                    <a:gd name="connsiteY4" fmla="*/ 0 h 5573485"/>
                    <a:gd name="connsiteX5" fmla="*/ 7685805 w 7830948"/>
                    <a:gd name="connsiteY5" fmla="*/ 1364343 h 5573485"/>
                    <a:gd name="connsiteX6" fmla="*/ 7830948 w 7830948"/>
                    <a:gd name="connsiteY6" fmla="*/ 2569028 h 5573485"/>
                    <a:gd name="connsiteX7" fmla="*/ 5029689 w 7830948"/>
                    <a:gd name="connsiteY7" fmla="*/ 5573485 h 5573485"/>
                    <a:gd name="connsiteX8" fmla="*/ 4753920 w 7830948"/>
                    <a:gd name="connsiteY8" fmla="*/ 5486399 h 5573485"/>
                    <a:gd name="connsiteX9" fmla="*/ 225462 w 7830948"/>
                    <a:gd name="connsiteY9" fmla="*/ 1074056 h 5573485"/>
                    <a:gd name="connsiteX0" fmla="*/ 154662 w 7760148"/>
                    <a:gd name="connsiteY0" fmla="*/ 1074056 h 5573485"/>
                    <a:gd name="connsiteX1" fmla="*/ 764261 w 7760148"/>
                    <a:gd name="connsiteY1" fmla="*/ 391887 h 5573485"/>
                    <a:gd name="connsiteX2" fmla="*/ 2505974 w 7760148"/>
                    <a:gd name="connsiteY2" fmla="*/ 2249715 h 5573485"/>
                    <a:gd name="connsiteX3" fmla="*/ 6163575 w 7760148"/>
                    <a:gd name="connsiteY3" fmla="*/ 754743 h 5573485"/>
                    <a:gd name="connsiteX4" fmla="*/ 7382776 w 7760148"/>
                    <a:gd name="connsiteY4" fmla="*/ 0 h 5573485"/>
                    <a:gd name="connsiteX5" fmla="*/ 7615005 w 7760148"/>
                    <a:gd name="connsiteY5" fmla="*/ 1364343 h 5573485"/>
                    <a:gd name="connsiteX6" fmla="*/ 7760148 w 7760148"/>
                    <a:gd name="connsiteY6" fmla="*/ 2569028 h 5573485"/>
                    <a:gd name="connsiteX7" fmla="*/ 4958889 w 7760148"/>
                    <a:gd name="connsiteY7" fmla="*/ 5573485 h 5573485"/>
                    <a:gd name="connsiteX8" fmla="*/ 4683120 w 7760148"/>
                    <a:gd name="connsiteY8" fmla="*/ 5486399 h 5573485"/>
                    <a:gd name="connsiteX9" fmla="*/ 154662 w 7760148"/>
                    <a:gd name="connsiteY9" fmla="*/ 1074056 h 5573485"/>
                    <a:gd name="connsiteX0" fmla="*/ 146294 w 7751780"/>
                    <a:gd name="connsiteY0" fmla="*/ 1074056 h 5573485"/>
                    <a:gd name="connsiteX1" fmla="*/ 755893 w 7751780"/>
                    <a:gd name="connsiteY1" fmla="*/ 391887 h 5573485"/>
                    <a:gd name="connsiteX2" fmla="*/ 2497606 w 7751780"/>
                    <a:gd name="connsiteY2" fmla="*/ 2249715 h 5573485"/>
                    <a:gd name="connsiteX3" fmla="*/ 6155207 w 7751780"/>
                    <a:gd name="connsiteY3" fmla="*/ 754743 h 5573485"/>
                    <a:gd name="connsiteX4" fmla="*/ 7374408 w 7751780"/>
                    <a:gd name="connsiteY4" fmla="*/ 0 h 5573485"/>
                    <a:gd name="connsiteX5" fmla="*/ 7606637 w 7751780"/>
                    <a:gd name="connsiteY5" fmla="*/ 1364343 h 5573485"/>
                    <a:gd name="connsiteX6" fmla="*/ 7751780 w 7751780"/>
                    <a:gd name="connsiteY6" fmla="*/ 2569028 h 5573485"/>
                    <a:gd name="connsiteX7" fmla="*/ 4950521 w 7751780"/>
                    <a:gd name="connsiteY7" fmla="*/ 5573485 h 5573485"/>
                    <a:gd name="connsiteX8" fmla="*/ 4674752 w 7751780"/>
                    <a:gd name="connsiteY8" fmla="*/ 5486399 h 5573485"/>
                    <a:gd name="connsiteX9" fmla="*/ 146294 w 7751780"/>
                    <a:gd name="connsiteY9" fmla="*/ 1074056 h 5573485"/>
                    <a:gd name="connsiteX0" fmla="*/ 146294 w 7751780"/>
                    <a:gd name="connsiteY0" fmla="*/ 1074056 h 5573485"/>
                    <a:gd name="connsiteX1" fmla="*/ 755893 w 7751780"/>
                    <a:gd name="connsiteY1" fmla="*/ 391887 h 5573485"/>
                    <a:gd name="connsiteX2" fmla="*/ 2584691 w 7751780"/>
                    <a:gd name="connsiteY2" fmla="*/ 2220687 h 5573485"/>
                    <a:gd name="connsiteX3" fmla="*/ 6155207 w 7751780"/>
                    <a:gd name="connsiteY3" fmla="*/ 754743 h 5573485"/>
                    <a:gd name="connsiteX4" fmla="*/ 7374408 w 7751780"/>
                    <a:gd name="connsiteY4" fmla="*/ 0 h 5573485"/>
                    <a:gd name="connsiteX5" fmla="*/ 7606637 w 7751780"/>
                    <a:gd name="connsiteY5" fmla="*/ 1364343 h 5573485"/>
                    <a:gd name="connsiteX6" fmla="*/ 7751780 w 7751780"/>
                    <a:gd name="connsiteY6" fmla="*/ 2569028 h 5573485"/>
                    <a:gd name="connsiteX7" fmla="*/ 4950521 w 7751780"/>
                    <a:gd name="connsiteY7" fmla="*/ 5573485 h 5573485"/>
                    <a:gd name="connsiteX8" fmla="*/ 4674752 w 7751780"/>
                    <a:gd name="connsiteY8" fmla="*/ 5486399 h 5573485"/>
                    <a:gd name="connsiteX9" fmla="*/ 146294 w 7751780"/>
                    <a:gd name="connsiteY9" fmla="*/ 1074056 h 5573485"/>
                    <a:gd name="connsiteX0" fmla="*/ 146294 w 7751780"/>
                    <a:gd name="connsiteY0" fmla="*/ 1074056 h 5573485"/>
                    <a:gd name="connsiteX1" fmla="*/ 755893 w 7751780"/>
                    <a:gd name="connsiteY1" fmla="*/ 391887 h 5573485"/>
                    <a:gd name="connsiteX2" fmla="*/ 2584691 w 7751780"/>
                    <a:gd name="connsiteY2" fmla="*/ 2220687 h 5573485"/>
                    <a:gd name="connsiteX3" fmla="*/ 4094178 w 7751780"/>
                    <a:gd name="connsiteY3" fmla="*/ 1611086 h 5573485"/>
                    <a:gd name="connsiteX4" fmla="*/ 6155207 w 7751780"/>
                    <a:gd name="connsiteY4" fmla="*/ 754743 h 5573485"/>
                    <a:gd name="connsiteX5" fmla="*/ 7374408 w 7751780"/>
                    <a:gd name="connsiteY5" fmla="*/ 0 h 5573485"/>
                    <a:gd name="connsiteX6" fmla="*/ 7606637 w 7751780"/>
                    <a:gd name="connsiteY6" fmla="*/ 1364343 h 5573485"/>
                    <a:gd name="connsiteX7" fmla="*/ 7751780 w 7751780"/>
                    <a:gd name="connsiteY7" fmla="*/ 2569028 h 5573485"/>
                    <a:gd name="connsiteX8" fmla="*/ 4950521 w 7751780"/>
                    <a:gd name="connsiteY8" fmla="*/ 5573485 h 5573485"/>
                    <a:gd name="connsiteX9" fmla="*/ 4674752 w 7751780"/>
                    <a:gd name="connsiteY9" fmla="*/ 5486399 h 5573485"/>
                    <a:gd name="connsiteX10" fmla="*/ 146294 w 7751780"/>
                    <a:gd name="connsiteY10" fmla="*/ 1074056 h 5573485"/>
                    <a:gd name="connsiteX0" fmla="*/ 362859 w 7968345"/>
                    <a:gd name="connsiteY0" fmla="*/ 1944913 h 6444342"/>
                    <a:gd name="connsiteX1" fmla="*/ 972458 w 7968345"/>
                    <a:gd name="connsiteY1" fmla="*/ 1262744 h 6444342"/>
                    <a:gd name="connsiteX2" fmla="*/ 2801256 w 7968345"/>
                    <a:gd name="connsiteY2" fmla="*/ 3091544 h 6444342"/>
                    <a:gd name="connsiteX3" fmla="*/ 0 w 7968345"/>
                    <a:gd name="connsiteY3" fmla="*/ 0 h 6444342"/>
                    <a:gd name="connsiteX4" fmla="*/ 6371772 w 7968345"/>
                    <a:gd name="connsiteY4" fmla="*/ 1625600 h 6444342"/>
                    <a:gd name="connsiteX5" fmla="*/ 7590973 w 7968345"/>
                    <a:gd name="connsiteY5" fmla="*/ 870857 h 6444342"/>
                    <a:gd name="connsiteX6" fmla="*/ 7823202 w 7968345"/>
                    <a:gd name="connsiteY6" fmla="*/ 2235200 h 6444342"/>
                    <a:gd name="connsiteX7" fmla="*/ 7968345 w 7968345"/>
                    <a:gd name="connsiteY7" fmla="*/ 3439885 h 6444342"/>
                    <a:gd name="connsiteX8" fmla="*/ 5167086 w 7968345"/>
                    <a:gd name="connsiteY8" fmla="*/ 6444342 h 6444342"/>
                    <a:gd name="connsiteX9" fmla="*/ 4891317 w 7968345"/>
                    <a:gd name="connsiteY9" fmla="*/ 6357256 h 6444342"/>
                    <a:gd name="connsiteX10" fmla="*/ 362859 w 7968345"/>
                    <a:gd name="connsiteY10" fmla="*/ 1944913 h 6444342"/>
                    <a:gd name="connsiteX0" fmla="*/ 449944 w 8055430"/>
                    <a:gd name="connsiteY0" fmla="*/ 1857827 h 6357256"/>
                    <a:gd name="connsiteX1" fmla="*/ 1059543 w 8055430"/>
                    <a:gd name="connsiteY1" fmla="*/ 1175658 h 6357256"/>
                    <a:gd name="connsiteX2" fmla="*/ 2888341 w 8055430"/>
                    <a:gd name="connsiteY2" fmla="*/ 3004458 h 6357256"/>
                    <a:gd name="connsiteX3" fmla="*/ 0 w 8055430"/>
                    <a:gd name="connsiteY3" fmla="*/ 0 h 6357256"/>
                    <a:gd name="connsiteX4" fmla="*/ 6458857 w 8055430"/>
                    <a:gd name="connsiteY4" fmla="*/ 1538514 h 6357256"/>
                    <a:gd name="connsiteX5" fmla="*/ 7678058 w 8055430"/>
                    <a:gd name="connsiteY5" fmla="*/ 783771 h 6357256"/>
                    <a:gd name="connsiteX6" fmla="*/ 7910287 w 8055430"/>
                    <a:gd name="connsiteY6" fmla="*/ 2148114 h 6357256"/>
                    <a:gd name="connsiteX7" fmla="*/ 8055430 w 8055430"/>
                    <a:gd name="connsiteY7" fmla="*/ 3352799 h 6357256"/>
                    <a:gd name="connsiteX8" fmla="*/ 5254171 w 8055430"/>
                    <a:gd name="connsiteY8" fmla="*/ 6357256 h 6357256"/>
                    <a:gd name="connsiteX9" fmla="*/ 4978402 w 8055430"/>
                    <a:gd name="connsiteY9" fmla="*/ 6270170 h 6357256"/>
                    <a:gd name="connsiteX10" fmla="*/ 449944 w 8055430"/>
                    <a:gd name="connsiteY10" fmla="*/ 1857827 h 6357256"/>
                    <a:gd name="connsiteX0" fmla="*/ 406401 w 8011887"/>
                    <a:gd name="connsiteY0" fmla="*/ 1828799 h 6328228"/>
                    <a:gd name="connsiteX1" fmla="*/ 1016000 w 8011887"/>
                    <a:gd name="connsiteY1" fmla="*/ 1146630 h 6328228"/>
                    <a:gd name="connsiteX2" fmla="*/ 2844798 w 8011887"/>
                    <a:gd name="connsiteY2" fmla="*/ 2975430 h 6328228"/>
                    <a:gd name="connsiteX3" fmla="*/ 0 w 8011887"/>
                    <a:gd name="connsiteY3" fmla="*/ 0 h 6328228"/>
                    <a:gd name="connsiteX4" fmla="*/ 6415314 w 8011887"/>
                    <a:gd name="connsiteY4" fmla="*/ 1509486 h 6328228"/>
                    <a:gd name="connsiteX5" fmla="*/ 7634515 w 8011887"/>
                    <a:gd name="connsiteY5" fmla="*/ 754743 h 6328228"/>
                    <a:gd name="connsiteX6" fmla="*/ 7866744 w 8011887"/>
                    <a:gd name="connsiteY6" fmla="*/ 2119086 h 6328228"/>
                    <a:gd name="connsiteX7" fmla="*/ 8011887 w 8011887"/>
                    <a:gd name="connsiteY7" fmla="*/ 3323771 h 6328228"/>
                    <a:gd name="connsiteX8" fmla="*/ 5210628 w 8011887"/>
                    <a:gd name="connsiteY8" fmla="*/ 6328228 h 6328228"/>
                    <a:gd name="connsiteX9" fmla="*/ 4934859 w 8011887"/>
                    <a:gd name="connsiteY9" fmla="*/ 6241142 h 6328228"/>
                    <a:gd name="connsiteX10" fmla="*/ 406401 w 8011887"/>
                    <a:gd name="connsiteY10" fmla="*/ 1828799 h 6328228"/>
                    <a:gd name="connsiteX0" fmla="*/ 420915 w 8026401"/>
                    <a:gd name="connsiteY0" fmla="*/ 1828799 h 6328228"/>
                    <a:gd name="connsiteX1" fmla="*/ 1030514 w 8026401"/>
                    <a:gd name="connsiteY1" fmla="*/ 1146630 h 6328228"/>
                    <a:gd name="connsiteX2" fmla="*/ 2859312 w 8026401"/>
                    <a:gd name="connsiteY2" fmla="*/ 2975430 h 6328228"/>
                    <a:gd name="connsiteX3" fmla="*/ 0 w 8026401"/>
                    <a:gd name="connsiteY3" fmla="*/ 0 h 6328228"/>
                    <a:gd name="connsiteX4" fmla="*/ 6429828 w 8026401"/>
                    <a:gd name="connsiteY4" fmla="*/ 1509486 h 6328228"/>
                    <a:gd name="connsiteX5" fmla="*/ 7649029 w 8026401"/>
                    <a:gd name="connsiteY5" fmla="*/ 754743 h 6328228"/>
                    <a:gd name="connsiteX6" fmla="*/ 7881258 w 8026401"/>
                    <a:gd name="connsiteY6" fmla="*/ 2119086 h 6328228"/>
                    <a:gd name="connsiteX7" fmla="*/ 8026401 w 8026401"/>
                    <a:gd name="connsiteY7" fmla="*/ 3323771 h 6328228"/>
                    <a:gd name="connsiteX8" fmla="*/ 5225142 w 8026401"/>
                    <a:gd name="connsiteY8" fmla="*/ 6328228 h 6328228"/>
                    <a:gd name="connsiteX9" fmla="*/ 4949373 w 8026401"/>
                    <a:gd name="connsiteY9" fmla="*/ 6241142 h 6328228"/>
                    <a:gd name="connsiteX10" fmla="*/ 420915 w 8026401"/>
                    <a:gd name="connsiteY10" fmla="*/ 1828799 h 6328228"/>
                    <a:gd name="connsiteX0" fmla="*/ 420915 w 8026401"/>
                    <a:gd name="connsiteY0" fmla="*/ 1828799 h 6328228"/>
                    <a:gd name="connsiteX1" fmla="*/ 1030514 w 8026401"/>
                    <a:gd name="connsiteY1" fmla="*/ 1146630 h 6328228"/>
                    <a:gd name="connsiteX2" fmla="*/ 2859312 w 8026401"/>
                    <a:gd name="connsiteY2" fmla="*/ 2975430 h 6328228"/>
                    <a:gd name="connsiteX3" fmla="*/ 0 w 8026401"/>
                    <a:gd name="connsiteY3" fmla="*/ 0 h 6328228"/>
                    <a:gd name="connsiteX4" fmla="*/ 1698171 w 8026401"/>
                    <a:gd name="connsiteY4" fmla="*/ 377372 h 6328228"/>
                    <a:gd name="connsiteX5" fmla="*/ 6429828 w 8026401"/>
                    <a:gd name="connsiteY5" fmla="*/ 1509486 h 6328228"/>
                    <a:gd name="connsiteX6" fmla="*/ 7649029 w 8026401"/>
                    <a:gd name="connsiteY6" fmla="*/ 754743 h 6328228"/>
                    <a:gd name="connsiteX7" fmla="*/ 7881258 w 8026401"/>
                    <a:gd name="connsiteY7" fmla="*/ 2119086 h 6328228"/>
                    <a:gd name="connsiteX8" fmla="*/ 8026401 w 8026401"/>
                    <a:gd name="connsiteY8" fmla="*/ 3323771 h 6328228"/>
                    <a:gd name="connsiteX9" fmla="*/ 5225142 w 8026401"/>
                    <a:gd name="connsiteY9" fmla="*/ 6328228 h 6328228"/>
                    <a:gd name="connsiteX10" fmla="*/ 4949373 w 8026401"/>
                    <a:gd name="connsiteY10" fmla="*/ 6241142 h 6328228"/>
                    <a:gd name="connsiteX11" fmla="*/ 420915 w 8026401"/>
                    <a:gd name="connsiteY11" fmla="*/ 1828799 h 6328228"/>
                    <a:gd name="connsiteX0" fmla="*/ 420915 w 8026401"/>
                    <a:gd name="connsiteY0" fmla="*/ 2539998 h 7039427"/>
                    <a:gd name="connsiteX1" fmla="*/ 1030514 w 8026401"/>
                    <a:gd name="connsiteY1" fmla="*/ 1857829 h 7039427"/>
                    <a:gd name="connsiteX2" fmla="*/ 2859312 w 8026401"/>
                    <a:gd name="connsiteY2" fmla="*/ 3686629 h 7039427"/>
                    <a:gd name="connsiteX3" fmla="*/ 0 w 8026401"/>
                    <a:gd name="connsiteY3" fmla="*/ 711199 h 7039427"/>
                    <a:gd name="connsiteX4" fmla="*/ 899885 w 8026401"/>
                    <a:gd name="connsiteY4" fmla="*/ 0 h 7039427"/>
                    <a:gd name="connsiteX5" fmla="*/ 6429828 w 8026401"/>
                    <a:gd name="connsiteY5" fmla="*/ 2220685 h 7039427"/>
                    <a:gd name="connsiteX6" fmla="*/ 7649029 w 8026401"/>
                    <a:gd name="connsiteY6" fmla="*/ 1465942 h 7039427"/>
                    <a:gd name="connsiteX7" fmla="*/ 7881258 w 8026401"/>
                    <a:gd name="connsiteY7" fmla="*/ 2830285 h 7039427"/>
                    <a:gd name="connsiteX8" fmla="*/ 8026401 w 8026401"/>
                    <a:gd name="connsiteY8" fmla="*/ 4034970 h 7039427"/>
                    <a:gd name="connsiteX9" fmla="*/ 5225142 w 8026401"/>
                    <a:gd name="connsiteY9" fmla="*/ 7039427 h 7039427"/>
                    <a:gd name="connsiteX10" fmla="*/ 4949373 w 8026401"/>
                    <a:gd name="connsiteY10" fmla="*/ 6952341 h 7039427"/>
                    <a:gd name="connsiteX11" fmla="*/ 420915 w 8026401"/>
                    <a:gd name="connsiteY11" fmla="*/ 2539998 h 7039427"/>
                    <a:gd name="connsiteX0" fmla="*/ 420915 w 8026401"/>
                    <a:gd name="connsiteY0" fmla="*/ 2665438 h 7164867"/>
                    <a:gd name="connsiteX1" fmla="*/ 1030514 w 8026401"/>
                    <a:gd name="connsiteY1" fmla="*/ 1983269 h 7164867"/>
                    <a:gd name="connsiteX2" fmla="*/ 2859312 w 8026401"/>
                    <a:gd name="connsiteY2" fmla="*/ 3812069 h 7164867"/>
                    <a:gd name="connsiteX3" fmla="*/ 0 w 8026401"/>
                    <a:gd name="connsiteY3" fmla="*/ 836639 h 7164867"/>
                    <a:gd name="connsiteX4" fmla="*/ 899885 w 8026401"/>
                    <a:gd name="connsiteY4" fmla="*/ 125440 h 7164867"/>
                    <a:gd name="connsiteX5" fmla="*/ 6429828 w 8026401"/>
                    <a:gd name="connsiteY5" fmla="*/ 2346125 h 7164867"/>
                    <a:gd name="connsiteX6" fmla="*/ 7649029 w 8026401"/>
                    <a:gd name="connsiteY6" fmla="*/ 1591382 h 7164867"/>
                    <a:gd name="connsiteX7" fmla="*/ 7881258 w 8026401"/>
                    <a:gd name="connsiteY7" fmla="*/ 2955725 h 7164867"/>
                    <a:gd name="connsiteX8" fmla="*/ 8026401 w 8026401"/>
                    <a:gd name="connsiteY8" fmla="*/ 4160410 h 7164867"/>
                    <a:gd name="connsiteX9" fmla="*/ 5225142 w 8026401"/>
                    <a:gd name="connsiteY9" fmla="*/ 7164867 h 7164867"/>
                    <a:gd name="connsiteX10" fmla="*/ 4949373 w 8026401"/>
                    <a:gd name="connsiteY10" fmla="*/ 7077781 h 7164867"/>
                    <a:gd name="connsiteX11" fmla="*/ 420915 w 8026401"/>
                    <a:gd name="connsiteY11" fmla="*/ 2665438 h 7164867"/>
                    <a:gd name="connsiteX0" fmla="*/ 534938 w 8140424"/>
                    <a:gd name="connsiteY0" fmla="*/ 2718214 h 7217643"/>
                    <a:gd name="connsiteX1" fmla="*/ 1144537 w 8140424"/>
                    <a:gd name="connsiteY1" fmla="*/ 2036045 h 7217643"/>
                    <a:gd name="connsiteX2" fmla="*/ 2973335 w 8140424"/>
                    <a:gd name="connsiteY2" fmla="*/ 3864845 h 7217643"/>
                    <a:gd name="connsiteX3" fmla="*/ 114023 w 8140424"/>
                    <a:gd name="connsiteY3" fmla="*/ 889415 h 7217643"/>
                    <a:gd name="connsiteX4" fmla="*/ 1013908 w 8140424"/>
                    <a:gd name="connsiteY4" fmla="*/ 178216 h 7217643"/>
                    <a:gd name="connsiteX5" fmla="*/ 6543851 w 8140424"/>
                    <a:gd name="connsiteY5" fmla="*/ 2398901 h 7217643"/>
                    <a:gd name="connsiteX6" fmla="*/ 7763052 w 8140424"/>
                    <a:gd name="connsiteY6" fmla="*/ 1644158 h 7217643"/>
                    <a:gd name="connsiteX7" fmla="*/ 7995281 w 8140424"/>
                    <a:gd name="connsiteY7" fmla="*/ 3008501 h 7217643"/>
                    <a:gd name="connsiteX8" fmla="*/ 8140424 w 8140424"/>
                    <a:gd name="connsiteY8" fmla="*/ 4213186 h 7217643"/>
                    <a:gd name="connsiteX9" fmla="*/ 5339165 w 8140424"/>
                    <a:gd name="connsiteY9" fmla="*/ 7217643 h 7217643"/>
                    <a:gd name="connsiteX10" fmla="*/ 5063396 w 8140424"/>
                    <a:gd name="connsiteY10" fmla="*/ 7130557 h 7217643"/>
                    <a:gd name="connsiteX11" fmla="*/ 534938 w 8140424"/>
                    <a:gd name="connsiteY11" fmla="*/ 2718214 h 7217643"/>
                    <a:gd name="connsiteX0" fmla="*/ 534938 w 8140424"/>
                    <a:gd name="connsiteY0" fmla="*/ 2718214 h 7217643"/>
                    <a:gd name="connsiteX1" fmla="*/ 1144537 w 8140424"/>
                    <a:gd name="connsiteY1" fmla="*/ 2036045 h 7217643"/>
                    <a:gd name="connsiteX2" fmla="*/ 2973335 w 8140424"/>
                    <a:gd name="connsiteY2" fmla="*/ 3864845 h 7217643"/>
                    <a:gd name="connsiteX3" fmla="*/ 114023 w 8140424"/>
                    <a:gd name="connsiteY3" fmla="*/ 889415 h 7217643"/>
                    <a:gd name="connsiteX4" fmla="*/ 1013908 w 8140424"/>
                    <a:gd name="connsiteY4" fmla="*/ 178216 h 7217643"/>
                    <a:gd name="connsiteX5" fmla="*/ 3510366 w 8140424"/>
                    <a:gd name="connsiteY5" fmla="*/ 1194217 h 7217643"/>
                    <a:gd name="connsiteX6" fmla="*/ 6543851 w 8140424"/>
                    <a:gd name="connsiteY6" fmla="*/ 2398901 h 7217643"/>
                    <a:gd name="connsiteX7" fmla="*/ 7763052 w 8140424"/>
                    <a:gd name="connsiteY7" fmla="*/ 1644158 h 7217643"/>
                    <a:gd name="connsiteX8" fmla="*/ 7995281 w 8140424"/>
                    <a:gd name="connsiteY8" fmla="*/ 3008501 h 7217643"/>
                    <a:gd name="connsiteX9" fmla="*/ 8140424 w 8140424"/>
                    <a:gd name="connsiteY9" fmla="*/ 4213186 h 7217643"/>
                    <a:gd name="connsiteX10" fmla="*/ 5339165 w 8140424"/>
                    <a:gd name="connsiteY10" fmla="*/ 7217643 h 7217643"/>
                    <a:gd name="connsiteX11" fmla="*/ 5063396 w 8140424"/>
                    <a:gd name="connsiteY11" fmla="*/ 7130557 h 7217643"/>
                    <a:gd name="connsiteX12" fmla="*/ 534938 w 8140424"/>
                    <a:gd name="connsiteY12" fmla="*/ 2718214 h 7217643"/>
                    <a:gd name="connsiteX0" fmla="*/ 534938 w 8140424"/>
                    <a:gd name="connsiteY0" fmla="*/ 2718214 h 7217643"/>
                    <a:gd name="connsiteX1" fmla="*/ 1144537 w 8140424"/>
                    <a:gd name="connsiteY1" fmla="*/ 2036045 h 7217643"/>
                    <a:gd name="connsiteX2" fmla="*/ 2973335 w 8140424"/>
                    <a:gd name="connsiteY2" fmla="*/ 3864845 h 7217643"/>
                    <a:gd name="connsiteX3" fmla="*/ 114023 w 8140424"/>
                    <a:gd name="connsiteY3" fmla="*/ 889415 h 7217643"/>
                    <a:gd name="connsiteX4" fmla="*/ 1013908 w 8140424"/>
                    <a:gd name="connsiteY4" fmla="*/ 178216 h 7217643"/>
                    <a:gd name="connsiteX5" fmla="*/ 3379737 w 8140424"/>
                    <a:gd name="connsiteY5" fmla="*/ 2631131 h 7217643"/>
                    <a:gd name="connsiteX6" fmla="*/ 6543851 w 8140424"/>
                    <a:gd name="connsiteY6" fmla="*/ 2398901 h 7217643"/>
                    <a:gd name="connsiteX7" fmla="*/ 7763052 w 8140424"/>
                    <a:gd name="connsiteY7" fmla="*/ 1644158 h 7217643"/>
                    <a:gd name="connsiteX8" fmla="*/ 7995281 w 8140424"/>
                    <a:gd name="connsiteY8" fmla="*/ 3008501 h 7217643"/>
                    <a:gd name="connsiteX9" fmla="*/ 8140424 w 8140424"/>
                    <a:gd name="connsiteY9" fmla="*/ 4213186 h 7217643"/>
                    <a:gd name="connsiteX10" fmla="*/ 5339165 w 8140424"/>
                    <a:gd name="connsiteY10" fmla="*/ 7217643 h 7217643"/>
                    <a:gd name="connsiteX11" fmla="*/ 5063396 w 8140424"/>
                    <a:gd name="connsiteY11" fmla="*/ 7130557 h 7217643"/>
                    <a:gd name="connsiteX12" fmla="*/ 534938 w 8140424"/>
                    <a:gd name="connsiteY12" fmla="*/ 2718214 h 7217643"/>
                    <a:gd name="connsiteX0" fmla="*/ 534938 w 8140424"/>
                    <a:gd name="connsiteY0" fmla="*/ 2718214 h 7217643"/>
                    <a:gd name="connsiteX1" fmla="*/ 1144537 w 8140424"/>
                    <a:gd name="connsiteY1" fmla="*/ 2036045 h 7217643"/>
                    <a:gd name="connsiteX2" fmla="*/ 2973335 w 8140424"/>
                    <a:gd name="connsiteY2" fmla="*/ 3864845 h 7217643"/>
                    <a:gd name="connsiteX3" fmla="*/ 114023 w 8140424"/>
                    <a:gd name="connsiteY3" fmla="*/ 889415 h 7217643"/>
                    <a:gd name="connsiteX4" fmla="*/ 1013908 w 8140424"/>
                    <a:gd name="connsiteY4" fmla="*/ 178216 h 7217643"/>
                    <a:gd name="connsiteX5" fmla="*/ 3437794 w 8140424"/>
                    <a:gd name="connsiteY5" fmla="*/ 2616616 h 7217643"/>
                    <a:gd name="connsiteX6" fmla="*/ 6543851 w 8140424"/>
                    <a:gd name="connsiteY6" fmla="*/ 2398901 h 7217643"/>
                    <a:gd name="connsiteX7" fmla="*/ 7763052 w 8140424"/>
                    <a:gd name="connsiteY7" fmla="*/ 1644158 h 7217643"/>
                    <a:gd name="connsiteX8" fmla="*/ 7995281 w 8140424"/>
                    <a:gd name="connsiteY8" fmla="*/ 3008501 h 7217643"/>
                    <a:gd name="connsiteX9" fmla="*/ 8140424 w 8140424"/>
                    <a:gd name="connsiteY9" fmla="*/ 4213186 h 7217643"/>
                    <a:gd name="connsiteX10" fmla="*/ 5339165 w 8140424"/>
                    <a:gd name="connsiteY10" fmla="*/ 7217643 h 7217643"/>
                    <a:gd name="connsiteX11" fmla="*/ 5063396 w 8140424"/>
                    <a:gd name="connsiteY11" fmla="*/ 7130557 h 7217643"/>
                    <a:gd name="connsiteX12" fmla="*/ 534938 w 8140424"/>
                    <a:gd name="connsiteY12" fmla="*/ 2718214 h 7217643"/>
                    <a:gd name="connsiteX0" fmla="*/ 534938 w 8140424"/>
                    <a:gd name="connsiteY0" fmla="*/ 2718214 h 7217643"/>
                    <a:gd name="connsiteX1" fmla="*/ 1144537 w 8140424"/>
                    <a:gd name="connsiteY1" fmla="*/ 2036045 h 7217643"/>
                    <a:gd name="connsiteX2" fmla="*/ 2973335 w 8140424"/>
                    <a:gd name="connsiteY2" fmla="*/ 3864845 h 7217643"/>
                    <a:gd name="connsiteX3" fmla="*/ 114023 w 8140424"/>
                    <a:gd name="connsiteY3" fmla="*/ 889415 h 7217643"/>
                    <a:gd name="connsiteX4" fmla="*/ 1013908 w 8140424"/>
                    <a:gd name="connsiteY4" fmla="*/ 178216 h 7217643"/>
                    <a:gd name="connsiteX5" fmla="*/ 3437794 w 8140424"/>
                    <a:gd name="connsiteY5" fmla="*/ 2616616 h 7217643"/>
                    <a:gd name="connsiteX6" fmla="*/ 4932766 w 8140424"/>
                    <a:gd name="connsiteY6" fmla="*/ 2471474 h 7217643"/>
                    <a:gd name="connsiteX7" fmla="*/ 6543851 w 8140424"/>
                    <a:gd name="connsiteY7" fmla="*/ 2398901 h 7217643"/>
                    <a:gd name="connsiteX8" fmla="*/ 7763052 w 8140424"/>
                    <a:gd name="connsiteY8" fmla="*/ 1644158 h 7217643"/>
                    <a:gd name="connsiteX9" fmla="*/ 7995281 w 8140424"/>
                    <a:gd name="connsiteY9" fmla="*/ 3008501 h 7217643"/>
                    <a:gd name="connsiteX10" fmla="*/ 8140424 w 8140424"/>
                    <a:gd name="connsiteY10" fmla="*/ 4213186 h 7217643"/>
                    <a:gd name="connsiteX11" fmla="*/ 5339165 w 8140424"/>
                    <a:gd name="connsiteY11" fmla="*/ 7217643 h 7217643"/>
                    <a:gd name="connsiteX12" fmla="*/ 5063396 w 8140424"/>
                    <a:gd name="connsiteY12" fmla="*/ 7130557 h 7217643"/>
                    <a:gd name="connsiteX13" fmla="*/ 534938 w 8140424"/>
                    <a:gd name="connsiteY13" fmla="*/ 2718214 h 7217643"/>
                    <a:gd name="connsiteX0" fmla="*/ 534938 w 8140424"/>
                    <a:gd name="connsiteY0" fmla="*/ 2859312 h 7358741"/>
                    <a:gd name="connsiteX1" fmla="*/ 1144537 w 8140424"/>
                    <a:gd name="connsiteY1" fmla="*/ 2177143 h 7358741"/>
                    <a:gd name="connsiteX2" fmla="*/ 2973335 w 8140424"/>
                    <a:gd name="connsiteY2" fmla="*/ 4005943 h 7358741"/>
                    <a:gd name="connsiteX3" fmla="*/ 114023 w 8140424"/>
                    <a:gd name="connsiteY3" fmla="*/ 1030513 h 7358741"/>
                    <a:gd name="connsiteX4" fmla="*/ 1013908 w 8140424"/>
                    <a:gd name="connsiteY4" fmla="*/ 319314 h 7358741"/>
                    <a:gd name="connsiteX5" fmla="*/ 3437794 w 8140424"/>
                    <a:gd name="connsiteY5" fmla="*/ 2757714 h 7358741"/>
                    <a:gd name="connsiteX6" fmla="*/ 723623 w 8140424"/>
                    <a:gd name="connsiteY6" fmla="*/ 0 h 7358741"/>
                    <a:gd name="connsiteX7" fmla="*/ 6543851 w 8140424"/>
                    <a:gd name="connsiteY7" fmla="*/ 2539999 h 7358741"/>
                    <a:gd name="connsiteX8" fmla="*/ 7763052 w 8140424"/>
                    <a:gd name="connsiteY8" fmla="*/ 1785256 h 7358741"/>
                    <a:gd name="connsiteX9" fmla="*/ 7995281 w 8140424"/>
                    <a:gd name="connsiteY9" fmla="*/ 3149599 h 7358741"/>
                    <a:gd name="connsiteX10" fmla="*/ 8140424 w 8140424"/>
                    <a:gd name="connsiteY10" fmla="*/ 4354284 h 7358741"/>
                    <a:gd name="connsiteX11" fmla="*/ 5339165 w 8140424"/>
                    <a:gd name="connsiteY11" fmla="*/ 7358741 h 7358741"/>
                    <a:gd name="connsiteX12" fmla="*/ 5063396 w 8140424"/>
                    <a:gd name="connsiteY12" fmla="*/ 7271655 h 7358741"/>
                    <a:gd name="connsiteX13" fmla="*/ 534938 w 8140424"/>
                    <a:gd name="connsiteY13" fmla="*/ 2859312 h 7358741"/>
                    <a:gd name="connsiteX0" fmla="*/ 534938 w 8140424"/>
                    <a:gd name="connsiteY0" fmla="*/ 2859312 h 7358741"/>
                    <a:gd name="connsiteX1" fmla="*/ 1144537 w 8140424"/>
                    <a:gd name="connsiteY1" fmla="*/ 2177143 h 7358741"/>
                    <a:gd name="connsiteX2" fmla="*/ 2973335 w 8140424"/>
                    <a:gd name="connsiteY2" fmla="*/ 4005943 h 7358741"/>
                    <a:gd name="connsiteX3" fmla="*/ 114023 w 8140424"/>
                    <a:gd name="connsiteY3" fmla="*/ 1030513 h 7358741"/>
                    <a:gd name="connsiteX4" fmla="*/ 1013908 w 8140424"/>
                    <a:gd name="connsiteY4" fmla="*/ 319314 h 7358741"/>
                    <a:gd name="connsiteX5" fmla="*/ 3437794 w 8140424"/>
                    <a:gd name="connsiteY5" fmla="*/ 2757714 h 7358741"/>
                    <a:gd name="connsiteX6" fmla="*/ 723623 w 8140424"/>
                    <a:gd name="connsiteY6" fmla="*/ 0 h 7358741"/>
                    <a:gd name="connsiteX7" fmla="*/ 3713566 w 8140424"/>
                    <a:gd name="connsiteY7" fmla="*/ 1291772 h 7358741"/>
                    <a:gd name="connsiteX8" fmla="*/ 6543851 w 8140424"/>
                    <a:gd name="connsiteY8" fmla="*/ 2539999 h 7358741"/>
                    <a:gd name="connsiteX9" fmla="*/ 7763052 w 8140424"/>
                    <a:gd name="connsiteY9" fmla="*/ 1785256 h 7358741"/>
                    <a:gd name="connsiteX10" fmla="*/ 7995281 w 8140424"/>
                    <a:gd name="connsiteY10" fmla="*/ 3149599 h 7358741"/>
                    <a:gd name="connsiteX11" fmla="*/ 8140424 w 8140424"/>
                    <a:gd name="connsiteY11" fmla="*/ 4354284 h 7358741"/>
                    <a:gd name="connsiteX12" fmla="*/ 5339165 w 8140424"/>
                    <a:gd name="connsiteY12" fmla="*/ 7358741 h 7358741"/>
                    <a:gd name="connsiteX13" fmla="*/ 5063396 w 8140424"/>
                    <a:gd name="connsiteY13" fmla="*/ 7271655 h 7358741"/>
                    <a:gd name="connsiteX14" fmla="*/ 534938 w 8140424"/>
                    <a:gd name="connsiteY14" fmla="*/ 2859312 h 7358741"/>
                    <a:gd name="connsiteX0" fmla="*/ 534938 w 8140424"/>
                    <a:gd name="connsiteY0" fmla="*/ 3555997 h 8055426"/>
                    <a:gd name="connsiteX1" fmla="*/ 1144537 w 8140424"/>
                    <a:gd name="connsiteY1" fmla="*/ 2873828 h 8055426"/>
                    <a:gd name="connsiteX2" fmla="*/ 2973335 w 8140424"/>
                    <a:gd name="connsiteY2" fmla="*/ 4702628 h 8055426"/>
                    <a:gd name="connsiteX3" fmla="*/ 114023 w 8140424"/>
                    <a:gd name="connsiteY3" fmla="*/ 1727198 h 8055426"/>
                    <a:gd name="connsiteX4" fmla="*/ 1013908 w 8140424"/>
                    <a:gd name="connsiteY4" fmla="*/ 1015999 h 8055426"/>
                    <a:gd name="connsiteX5" fmla="*/ 3437794 w 8140424"/>
                    <a:gd name="connsiteY5" fmla="*/ 3454399 h 8055426"/>
                    <a:gd name="connsiteX6" fmla="*/ 723623 w 8140424"/>
                    <a:gd name="connsiteY6" fmla="*/ 696685 h 8055426"/>
                    <a:gd name="connsiteX7" fmla="*/ 1696080 w 8140424"/>
                    <a:gd name="connsiteY7" fmla="*/ 0 h 8055426"/>
                    <a:gd name="connsiteX8" fmla="*/ 6543851 w 8140424"/>
                    <a:gd name="connsiteY8" fmla="*/ 3236684 h 8055426"/>
                    <a:gd name="connsiteX9" fmla="*/ 7763052 w 8140424"/>
                    <a:gd name="connsiteY9" fmla="*/ 2481941 h 8055426"/>
                    <a:gd name="connsiteX10" fmla="*/ 7995281 w 8140424"/>
                    <a:gd name="connsiteY10" fmla="*/ 3846284 h 8055426"/>
                    <a:gd name="connsiteX11" fmla="*/ 8140424 w 8140424"/>
                    <a:gd name="connsiteY11" fmla="*/ 5050969 h 8055426"/>
                    <a:gd name="connsiteX12" fmla="*/ 5339165 w 8140424"/>
                    <a:gd name="connsiteY12" fmla="*/ 8055426 h 8055426"/>
                    <a:gd name="connsiteX13" fmla="*/ 5063396 w 8140424"/>
                    <a:gd name="connsiteY13" fmla="*/ 7968340 h 8055426"/>
                    <a:gd name="connsiteX14" fmla="*/ 534938 w 8140424"/>
                    <a:gd name="connsiteY14" fmla="*/ 3555997 h 8055426"/>
                    <a:gd name="connsiteX0" fmla="*/ 534938 w 8140424"/>
                    <a:gd name="connsiteY0" fmla="*/ 3662537 h 8161966"/>
                    <a:gd name="connsiteX1" fmla="*/ 1144537 w 8140424"/>
                    <a:gd name="connsiteY1" fmla="*/ 2980368 h 8161966"/>
                    <a:gd name="connsiteX2" fmla="*/ 2973335 w 8140424"/>
                    <a:gd name="connsiteY2" fmla="*/ 4809168 h 8161966"/>
                    <a:gd name="connsiteX3" fmla="*/ 114023 w 8140424"/>
                    <a:gd name="connsiteY3" fmla="*/ 1833738 h 8161966"/>
                    <a:gd name="connsiteX4" fmla="*/ 1013908 w 8140424"/>
                    <a:gd name="connsiteY4" fmla="*/ 1122539 h 8161966"/>
                    <a:gd name="connsiteX5" fmla="*/ 3437794 w 8140424"/>
                    <a:gd name="connsiteY5" fmla="*/ 3560939 h 8161966"/>
                    <a:gd name="connsiteX6" fmla="*/ 723623 w 8140424"/>
                    <a:gd name="connsiteY6" fmla="*/ 803225 h 8161966"/>
                    <a:gd name="connsiteX7" fmla="*/ 1696080 w 8140424"/>
                    <a:gd name="connsiteY7" fmla="*/ 106540 h 8161966"/>
                    <a:gd name="connsiteX8" fmla="*/ 6543851 w 8140424"/>
                    <a:gd name="connsiteY8" fmla="*/ 3343224 h 8161966"/>
                    <a:gd name="connsiteX9" fmla="*/ 7763052 w 8140424"/>
                    <a:gd name="connsiteY9" fmla="*/ 2588481 h 8161966"/>
                    <a:gd name="connsiteX10" fmla="*/ 7995281 w 8140424"/>
                    <a:gd name="connsiteY10" fmla="*/ 3952824 h 8161966"/>
                    <a:gd name="connsiteX11" fmla="*/ 8140424 w 8140424"/>
                    <a:gd name="connsiteY11" fmla="*/ 5157509 h 8161966"/>
                    <a:gd name="connsiteX12" fmla="*/ 5339165 w 8140424"/>
                    <a:gd name="connsiteY12" fmla="*/ 8161966 h 8161966"/>
                    <a:gd name="connsiteX13" fmla="*/ 5063396 w 8140424"/>
                    <a:gd name="connsiteY13" fmla="*/ 8074880 h 8161966"/>
                    <a:gd name="connsiteX14" fmla="*/ 534938 w 8140424"/>
                    <a:gd name="connsiteY14" fmla="*/ 3662537 h 8161966"/>
                    <a:gd name="connsiteX0" fmla="*/ 534938 w 8140424"/>
                    <a:gd name="connsiteY0" fmla="*/ 3662537 h 8161966"/>
                    <a:gd name="connsiteX1" fmla="*/ 1144537 w 8140424"/>
                    <a:gd name="connsiteY1" fmla="*/ 2980368 h 8161966"/>
                    <a:gd name="connsiteX2" fmla="*/ 2973335 w 8140424"/>
                    <a:gd name="connsiteY2" fmla="*/ 4809168 h 8161966"/>
                    <a:gd name="connsiteX3" fmla="*/ 114023 w 8140424"/>
                    <a:gd name="connsiteY3" fmla="*/ 1833738 h 8161966"/>
                    <a:gd name="connsiteX4" fmla="*/ 1013908 w 8140424"/>
                    <a:gd name="connsiteY4" fmla="*/ 1122539 h 8161966"/>
                    <a:gd name="connsiteX5" fmla="*/ 3437794 w 8140424"/>
                    <a:gd name="connsiteY5" fmla="*/ 3560939 h 8161966"/>
                    <a:gd name="connsiteX6" fmla="*/ 723623 w 8140424"/>
                    <a:gd name="connsiteY6" fmla="*/ 803225 h 8161966"/>
                    <a:gd name="connsiteX7" fmla="*/ 1725109 w 8140424"/>
                    <a:gd name="connsiteY7" fmla="*/ 106540 h 8161966"/>
                    <a:gd name="connsiteX8" fmla="*/ 6543851 w 8140424"/>
                    <a:gd name="connsiteY8" fmla="*/ 3343224 h 8161966"/>
                    <a:gd name="connsiteX9" fmla="*/ 7763052 w 8140424"/>
                    <a:gd name="connsiteY9" fmla="*/ 2588481 h 8161966"/>
                    <a:gd name="connsiteX10" fmla="*/ 7995281 w 8140424"/>
                    <a:gd name="connsiteY10" fmla="*/ 3952824 h 8161966"/>
                    <a:gd name="connsiteX11" fmla="*/ 8140424 w 8140424"/>
                    <a:gd name="connsiteY11" fmla="*/ 5157509 h 8161966"/>
                    <a:gd name="connsiteX12" fmla="*/ 5339165 w 8140424"/>
                    <a:gd name="connsiteY12" fmla="*/ 8161966 h 8161966"/>
                    <a:gd name="connsiteX13" fmla="*/ 5063396 w 8140424"/>
                    <a:gd name="connsiteY13" fmla="*/ 8074880 h 8161966"/>
                    <a:gd name="connsiteX14" fmla="*/ 534938 w 8140424"/>
                    <a:gd name="connsiteY14" fmla="*/ 3662537 h 8161966"/>
                    <a:gd name="connsiteX0" fmla="*/ 534938 w 8140424"/>
                    <a:gd name="connsiteY0" fmla="*/ 3722591 h 8222020"/>
                    <a:gd name="connsiteX1" fmla="*/ 1144537 w 8140424"/>
                    <a:gd name="connsiteY1" fmla="*/ 3040422 h 8222020"/>
                    <a:gd name="connsiteX2" fmla="*/ 2973335 w 8140424"/>
                    <a:gd name="connsiteY2" fmla="*/ 4869222 h 8222020"/>
                    <a:gd name="connsiteX3" fmla="*/ 114023 w 8140424"/>
                    <a:gd name="connsiteY3" fmla="*/ 1893792 h 8222020"/>
                    <a:gd name="connsiteX4" fmla="*/ 1013908 w 8140424"/>
                    <a:gd name="connsiteY4" fmla="*/ 1182593 h 8222020"/>
                    <a:gd name="connsiteX5" fmla="*/ 3437794 w 8140424"/>
                    <a:gd name="connsiteY5" fmla="*/ 3620993 h 8222020"/>
                    <a:gd name="connsiteX6" fmla="*/ 723623 w 8140424"/>
                    <a:gd name="connsiteY6" fmla="*/ 863279 h 8222020"/>
                    <a:gd name="connsiteX7" fmla="*/ 1725109 w 8140424"/>
                    <a:gd name="connsiteY7" fmla="*/ 166594 h 8222020"/>
                    <a:gd name="connsiteX8" fmla="*/ 6543851 w 8140424"/>
                    <a:gd name="connsiteY8" fmla="*/ 3403278 h 8222020"/>
                    <a:gd name="connsiteX9" fmla="*/ 7763052 w 8140424"/>
                    <a:gd name="connsiteY9" fmla="*/ 2648535 h 8222020"/>
                    <a:gd name="connsiteX10" fmla="*/ 7995281 w 8140424"/>
                    <a:gd name="connsiteY10" fmla="*/ 4012878 h 8222020"/>
                    <a:gd name="connsiteX11" fmla="*/ 8140424 w 8140424"/>
                    <a:gd name="connsiteY11" fmla="*/ 5217563 h 8222020"/>
                    <a:gd name="connsiteX12" fmla="*/ 5339165 w 8140424"/>
                    <a:gd name="connsiteY12" fmla="*/ 8222020 h 8222020"/>
                    <a:gd name="connsiteX13" fmla="*/ 5063396 w 8140424"/>
                    <a:gd name="connsiteY13" fmla="*/ 8134934 h 8222020"/>
                    <a:gd name="connsiteX14" fmla="*/ 534938 w 8140424"/>
                    <a:gd name="connsiteY14" fmla="*/ 3722591 h 822202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6543851 w 8140424"/>
                    <a:gd name="connsiteY8" fmla="*/ 3428628 h 8247370"/>
                    <a:gd name="connsiteX9" fmla="*/ 7763052 w 8140424"/>
                    <a:gd name="connsiteY9" fmla="*/ 2673885 h 8247370"/>
                    <a:gd name="connsiteX10" fmla="*/ 7995281 w 8140424"/>
                    <a:gd name="connsiteY10" fmla="*/ 4038228 h 8247370"/>
                    <a:gd name="connsiteX11" fmla="*/ 8140424 w 8140424"/>
                    <a:gd name="connsiteY11" fmla="*/ 5242913 h 8247370"/>
                    <a:gd name="connsiteX12" fmla="*/ 5339165 w 8140424"/>
                    <a:gd name="connsiteY12" fmla="*/ 8247370 h 8247370"/>
                    <a:gd name="connsiteX13" fmla="*/ 5063396 w 8140424"/>
                    <a:gd name="connsiteY13" fmla="*/ 8160284 h 8247370"/>
                    <a:gd name="connsiteX14" fmla="*/ 534938 w 8140424"/>
                    <a:gd name="connsiteY14" fmla="*/ 3747941 h 824737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3931280 w 8140424"/>
                    <a:gd name="connsiteY8" fmla="*/ 1672401 h 8247370"/>
                    <a:gd name="connsiteX9" fmla="*/ 6543851 w 8140424"/>
                    <a:gd name="connsiteY9" fmla="*/ 3428628 h 8247370"/>
                    <a:gd name="connsiteX10" fmla="*/ 7763052 w 8140424"/>
                    <a:gd name="connsiteY10" fmla="*/ 2673885 h 8247370"/>
                    <a:gd name="connsiteX11" fmla="*/ 7995281 w 8140424"/>
                    <a:gd name="connsiteY11" fmla="*/ 4038228 h 8247370"/>
                    <a:gd name="connsiteX12" fmla="*/ 8140424 w 8140424"/>
                    <a:gd name="connsiteY12" fmla="*/ 5242913 h 8247370"/>
                    <a:gd name="connsiteX13" fmla="*/ 5339165 w 8140424"/>
                    <a:gd name="connsiteY13" fmla="*/ 8247370 h 8247370"/>
                    <a:gd name="connsiteX14" fmla="*/ 5063396 w 8140424"/>
                    <a:gd name="connsiteY14" fmla="*/ 8160284 h 8247370"/>
                    <a:gd name="connsiteX15" fmla="*/ 534938 w 8140424"/>
                    <a:gd name="connsiteY15" fmla="*/ 3747941 h 824737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4090938 w 8140424"/>
                    <a:gd name="connsiteY8" fmla="*/ 2673887 h 8247370"/>
                    <a:gd name="connsiteX9" fmla="*/ 6543851 w 8140424"/>
                    <a:gd name="connsiteY9" fmla="*/ 3428628 h 8247370"/>
                    <a:gd name="connsiteX10" fmla="*/ 7763052 w 8140424"/>
                    <a:gd name="connsiteY10" fmla="*/ 2673885 h 8247370"/>
                    <a:gd name="connsiteX11" fmla="*/ 7995281 w 8140424"/>
                    <a:gd name="connsiteY11" fmla="*/ 4038228 h 8247370"/>
                    <a:gd name="connsiteX12" fmla="*/ 8140424 w 8140424"/>
                    <a:gd name="connsiteY12" fmla="*/ 5242913 h 8247370"/>
                    <a:gd name="connsiteX13" fmla="*/ 5339165 w 8140424"/>
                    <a:gd name="connsiteY13" fmla="*/ 8247370 h 8247370"/>
                    <a:gd name="connsiteX14" fmla="*/ 5063396 w 8140424"/>
                    <a:gd name="connsiteY14" fmla="*/ 8160284 h 8247370"/>
                    <a:gd name="connsiteX15" fmla="*/ 534938 w 8140424"/>
                    <a:gd name="connsiteY15" fmla="*/ 3747941 h 824737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4090938 w 8140424"/>
                    <a:gd name="connsiteY8" fmla="*/ 2673887 h 8247370"/>
                    <a:gd name="connsiteX9" fmla="*/ 5847166 w 8140424"/>
                    <a:gd name="connsiteY9" fmla="*/ 3196401 h 8247370"/>
                    <a:gd name="connsiteX10" fmla="*/ 6543851 w 8140424"/>
                    <a:gd name="connsiteY10" fmla="*/ 3428628 h 8247370"/>
                    <a:gd name="connsiteX11" fmla="*/ 7763052 w 8140424"/>
                    <a:gd name="connsiteY11" fmla="*/ 2673885 h 8247370"/>
                    <a:gd name="connsiteX12" fmla="*/ 7995281 w 8140424"/>
                    <a:gd name="connsiteY12" fmla="*/ 4038228 h 8247370"/>
                    <a:gd name="connsiteX13" fmla="*/ 8140424 w 8140424"/>
                    <a:gd name="connsiteY13" fmla="*/ 5242913 h 8247370"/>
                    <a:gd name="connsiteX14" fmla="*/ 5339165 w 8140424"/>
                    <a:gd name="connsiteY14" fmla="*/ 8247370 h 8247370"/>
                    <a:gd name="connsiteX15" fmla="*/ 5063396 w 8140424"/>
                    <a:gd name="connsiteY15" fmla="*/ 8160284 h 8247370"/>
                    <a:gd name="connsiteX16" fmla="*/ 534938 w 8140424"/>
                    <a:gd name="connsiteY16" fmla="*/ 3747941 h 824737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4090938 w 8140424"/>
                    <a:gd name="connsiteY8" fmla="*/ 2673887 h 8247370"/>
                    <a:gd name="connsiteX9" fmla="*/ 2058937 w 8140424"/>
                    <a:gd name="connsiteY9" fmla="*/ 540287 h 8247370"/>
                    <a:gd name="connsiteX10" fmla="*/ 6543851 w 8140424"/>
                    <a:gd name="connsiteY10" fmla="*/ 3428628 h 8247370"/>
                    <a:gd name="connsiteX11" fmla="*/ 7763052 w 8140424"/>
                    <a:gd name="connsiteY11" fmla="*/ 2673885 h 8247370"/>
                    <a:gd name="connsiteX12" fmla="*/ 7995281 w 8140424"/>
                    <a:gd name="connsiteY12" fmla="*/ 4038228 h 8247370"/>
                    <a:gd name="connsiteX13" fmla="*/ 8140424 w 8140424"/>
                    <a:gd name="connsiteY13" fmla="*/ 5242913 h 8247370"/>
                    <a:gd name="connsiteX14" fmla="*/ 5339165 w 8140424"/>
                    <a:gd name="connsiteY14" fmla="*/ 8247370 h 8247370"/>
                    <a:gd name="connsiteX15" fmla="*/ 5063396 w 8140424"/>
                    <a:gd name="connsiteY15" fmla="*/ 8160284 h 8247370"/>
                    <a:gd name="connsiteX16" fmla="*/ 534938 w 8140424"/>
                    <a:gd name="connsiteY16" fmla="*/ 3747941 h 824737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4090938 w 8140424"/>
                    <a:gd name="connsiteY8" fmla="*/ 2673887 h 8247370"/>
                    <a:gd name="connsiteX9" fmla="*/ 2102480 w 8140424"/>
                    <a:gd name="connsiteY9" fmla="*/ 540287 h 8247370"/>
                    <a:gd name="connsiteX10" fmla="*/ 6543851 w 8140424"/>
                    <a:gd name="connsiteY10" fmla="*/ 3428628 h 8247370"/>
                    <a:gd name="connsiteX11" fmla="*/ 7763052 w 8140424"/>
                    <a:gd name="connsiteY11" fmla="*/ 2673885 h 8247370"/>
                    <a:gd name="connsiteX12" fmla="*/ 7995281 w 8140424"/>
                    <a:gd name="connsiteY12" fmla="*/ 4038228 h 8247370"/>
                    <a:gd name="connsiteX13" fmla="*/ 8140424 w 8140424"/>
                    <a:gd name="connsiteY13" fmla="*/ 5242913 h 8247370"/>
                    <a:gd name="connsiteX14" fmla="*/ 5339165 w 8140424"/>
                    <a:gd name="connsiteY14" fmla="*/ 8247370 h 8247370"/>
                    <a:gd name="connsiteX15" fmla="*/ 5063396 w 8140424"/>
                    <a:gd name="connsiteY15" fmla="*/ 8160284 h 8247370"/>
                    <a:gd name="connsiteX16" fmla="*/ 534938 w 8140424"/>
                    <a:gd name="connsiteY16" fmla="*/ 3747941 h 824737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4090938 w 8140424"/>
                    <a:gd name="connsiteY8" fmla="*/ 2673887 h 8247370"/>
                    <a:gd name="connsiteX9" fmla="*/ 2102480 w 8140424"/>
                    <a:gd name="connsiteY9" fmla="*/ 540287 h 8247370"/>
                    <a:gd name="connsiteX10" fmla="*/ 3887737 w 8140424"/>
                    <a:gd name="connsiteY10" fmla="*/ 1730458 h 8247370"/>
                    <a:gd name="connsiteX11" fmla="*/ 6543851 w 8140424"/>
                    <a:gd name="connsiteY11" fmla="*/ 3428628 h 8247370"/>
                    <a:gd name="connsiteX12" fmla="*/ 7763052 w 8140424"/>
                    <a:gd name="connsiteY12" fmla="*/ 2673885 h 8247370"/>
                    <a:gd name="connsiteX13" fmla="*/ 7995281 w 8140424"/>
                    <a:gd name="connsiteY13" fmla="*/ 4038228 h 8247370"/>
                    <a:gd name="connsiteX14" fmla="*/ 8140424 w 8140424"/>
                    <a:gd name="connsiteY14" fmla="*/ 5242913 h 8247370"/>
                    <a:gd name="connsiteX15" fmla="*/ 5339165 w 8140424"/>
                    <a:gd name="connsiteY15" fmla="*/ 8247370 h 8247370"/>
                    <a:gd name="connsiteX16" fmla="*/ 5063396 w 8140424"/>
                    <a:gd name="connsiteY16" fmla="*/ 8160284 h 8247370"/>
                    <a:gd name="connsiteX17" fmla="*/ 534938 w 8140424"/>
                    <a:gd name="connsiteY17" fmla="*/ 3747941 h 8247370"/>
                    <a:gd name="connsiteX0" fmla="*/ 534938 w 8140424"/>
                    <a:gd name="connsiteY0" fmla="*/ 3773711 h 8273140"/>
                    <a:gd name="connsiteX1" fmla="*/ 1144537 w 8140424"/>
                    <a:gd name="connsiteY1" fmla="*/ 3091542 h 8273140"/>
                    <a:gd name="connsiteX2" fmla="*/ 2973335 w 8140424"/>
                    <a:gd name="connsiteY2" fmla="*/ 4920342 h 8273140"/>
                    <a:gd name="connsiteX3" fmla="*/ 114023 w 8140424"/>
                    <a:gd name="connsiteY3" fmla="*/ 1944912 h 8273140"/>
                    <a:gd name="connsiteX4" fmla="*/ 1013908 w 8140424"/>
                    <a:gd name="connsiteY4" fmla="*/ 1233713 h 8273140"/>
                    <a:gd name="connsiteX5" fmla="*/ 3437794 w 8140424"/>
                    <a:gd name="connsiteY5" fmla="*/ 3672113 h 8273140"/>
                    <a:gd name="connsiteX6" fmla="*/ 723623 w 8140424"/>
                    <a:gd name="connsiteY6" fmla="*/ 914399 h 8273140"/>
                    <a:gd name="connsiteX7" fmla="*/ 1725109 w 8140424"/>
                    <a:gd name="connsiteY7" fmla="*/ 217714 h 8273140"/>
                    <a:gd name="connsiteX8" fmla="*/ 4090938 w 8140424"/>
                    <a:gd name="connsiteY8" fmla="*/ 2699657 h 8273140"/>
                    <a:gd name="connsiteX9" fmla="*/ 2102480 w 8140424"/>
                    <a:gd name="connsiteY9" fmla="*/ 566057 h 8273140"/>
                    <a:gd name="connsiteX10" fmla="*/ 3176537 w 8140424"/>
                    <a:gd name="connsiteY10" fmla="*/ 0 h 8273140"/>
                    <a:gd name="connsiteX11" fmla="*/ 6543851 w 8140424"/>
                    <a:gd name="connsiteY11" fmla="*/ 3454398 h 8273140"/>
                    <a:gd name="connsiteX12" fmla="*/ 7763052 w 8140424"/>
                    <a:gd name="connsiteY12" fmla="*/ 2699655 h 8273140"/>
                    <a:gd name="connsiteX13" fmla="*/ 7995281 w 8140424"/>
                    <a:gd name="connsiteY13" fmla="*/ 4063998 h 8273140"/>
                    <a:gd name="connsiteX14" fmla="*/ 8140424 w 8140424"/>
                    <a:gd name="connsiteY14" fmla="*/ 5268683 h 8273140"/>
                    <a:gd name="connsiteX15" fmla="*/ 5339165 w 8140424"/>
                    <a:gd name="connsiteY15" fmla="*/ 8273140 h 8273140"/>
                    <a:gd name="connsiteX16" fmla="*/ 5063396 w 8140424"/>
                    <a:gd name="connsiteY16" fmla="*/ 8186054 h 8273140"/>
                    <a:gd name="connsiteX17" fmla="*/ 534938 w 8140424"/>
                    <a:gd name="connsiteY17" fmla="*/ 3773711 h 8273140"/>
                    <a:gd name="connsiteX0" fmla="*/ 534938 w 8140424"/>
                    <a:gd name="connsiteY0" fmla="*/ 3773711 h 8273140"/>
                    <a:gd name="connsiteX1" fmla="*/ 1144537 w 8140424"/>
                    <a:gd name="connsiteY1" fmla="*/ 3091542 h 8273140"/>
                    <a:gd name="connsiteX2" fmla="*/ 2973335 w 8140424"/>
                    <a:gd name="connsiteY2" fmla="*/ 4920342 h 8273140"/>
                    <a:gd name="connsiteX3" fmla="*/ 114023 w 8140424"/>
                    <a:gd name="connsiteY3" fmla="*/ 1944912 h 8273140"/>
                    <a:gd name="connsiteX4" fmla="*/ 1013908 w 8140424"/>
                    <a:gd name="connsiteY4" fmla="*/ 1233713 h 8273140"/>
                    <a:gd name="connsiteX5" fmla="*/ 3437794 w 8140424"/>
                    <a:gd name="connsiteY5" fmla="*/ 3672113 h 8273140"/>
                    <a:gd name="connsiteX6" fmla="*/ 723623 w 8140424"/>
                    <a:gd name="connsiteY6" fmla="*/ 914399 h 8273140"/>
                    <a:gd name="connsiteX7" fmla="*/ 1725109 w 8140424"/>
                    <a:gd name="connsiteY7" fmla="*/ 217714 h 8273140"/>
                    <a:gd name="connsiteX8" fmla="*/ 4090938 w 8140424"/>
                    <a:gd name="connsiteY8" fmla="*/ 2699657 h 8273140"/>
                    <a:gd name="connsiteX9" fmla="*/ 2175052 w 8140424"/>
                    <a:gd name="connsiteY9" fmla="*/ 566057 h 8273140"/>
                    <a:gd name="connsiteX10" fmla="*/ 3176537 w 8140424"/>
                    <a:gd name="connsiteY10" fmla="*/ 0 h 8273140"/>
                    <a:gd name="connsiteX11" fmla="*/ 6543851 w 8140424"/>
                    <a:gd name="connsiteY11" fmla="*/ 3454398 h 8273140"/>
                    <a:gd name="connsiteX12" fmla="*/ 7763052 w 8140424"/>
                    <a:gd name="connsiteY12" fmla="*/ 2699655 h 8273140"/>
                    <a:gd name="connsiteX13" fmla="*/ 7995281 w 8140424"/>
                    <a:gd name="connsiteY13" fmla="*/ 4063998 h 8273140"/>
                    <a:gd name="connsiteX14" fmla="*/ 8140424 w 8140424"/>
                    <a:gd name="connsiteY14" fmla="*/ 5268683 h 8273140"/>
                    <a:gd name="connsiteX15" fmla="*/ 5339165 w 8140424"/>
                    <a:gd name="connsiteY15" fmla="*/ 8273140 h 8273140"/>
                    <a:gd name="connsiteX16" fmla="*/ 5063396 w 8140424"/>
                    <a:gd name="connsiteY16" fmla="*/ 8186054 h 8273140"/>
                    <a:gd name="connsiteX17" fmla="*/ 534938 w 8140424"/>
                    <a:gd name="connsiteY17" fmla="*/ 3773711 h 8273140"/>
                    <a:gd name="connsiteX0" fmla="*/ 534938 w 8140424"/>
                    <a:gd name="connsiteY0" fmla="*/ 3773711 h 8273140"/>
                    <a:gd name="connsiteX1" fmla="*/ 1144537 w 8140424"/>
                    <a:gd name="connsiteY1" fmla="*/ 3091542 h 8273140"/>
                    <a:gd name="connsiteX2" fmla="*/ 2973335 w 8140424"/>
                    <a:gd name="connsiteY2" fmla="*/ 4920342 h 8273140"/>
                    <a:gd name="connsiteX3" fmla="*/ 114023 w 8140424"/>
                    <a:gd name="connsiteY3" fmla="*/ 1944912 h 8273140"/>
                    <a:gd name="connsiteX4" fmla="*/ 1013908 w 8140424"/>
                    <a:gd name="connsiteY4" fmla="*/ 1233713 h 8273140"/>
                    <a:gd name="connsiteX5" fmla="*/ 3437794 w 8140424"/>
                    <a:gd name="connsiteY5" fmla="*/ 3672113 h 8273140"/>
                    <a:gd name="connsiteX6" fmla="*/ 723623 w 8140424"/>
                    <a:gd name="connsiteY6" fmla="*/ 914399 h 8273140"/>
                    <a:gd name="connsiteX7" fmla="*/ 1725109 w 8140424"/>
                    <a:gd name="connsiteY7" fmla="*/ 217714 h 8273140"/>
                    <a:gd name="connsiteX8" fmla="*/ 4090938 w 8140424"/>
                    <a:gd name="connsiteY8" fmla="*/ 2699657 h 8273140"/>
                    <a:gd name="connsiteX9" fmla="*/ 2102480 w 8140424"/>
                    <a:gd name="connsiteY9" fmla="*/ 566057 h 8273140"/>
                    <a:gd name="connsiteX10" fmla="*/ 3176537 w 8140424"/>
                    <a:gd name="connsiteY10" fmla="*/ 0 h 8273140"/>
                    <a:gd name="connsiteX11" fmla="*/ 6543851 w 8140424"/>
                    <a:gd name="connsiteY11" fmla="*/ 3454398 h 8273140"/>
                    <a:gd name="connsiteX12" fmla="*/ 7763052 w 8140424"/>
                    <a:gd name="connsiteY12" fmla="*/ 2699655 h 8273140"/>
                    <a:gd name="connsiteX13" fmla="*/ 7995281 w 8140424"/>
                    <a:gd name="connsiteY13" fmla="*/ 4063998 h 8273140"/>
                    <a:gd name="connsiteX14" fmla="*/ 8140424 w 8140424"/>
                    <a:gd name="connsiteY14" fmla="*/ 5268683 h 8273140"/>
                    <a:gd name="connsiteX15" fmla="*/ 5339165 w 8140424"/>
                    <a:gd name="connsiteY15" fmla="*/ 8273140 h 8273140"/>
                    <a:gd name="connsiteX16" fmla="*/ 5063396 w 8140424"/>
                    <a:gd name="connsiteY16" fmla="*/ 8186054 h 8273140"/>
                    <a:gd name="connsiteX17" fmla="*/ 534938 w 8140424"/>
                    <a:gd name="connsiteY17" fmla="*/ 3773711 h 8273140"/>
                    <a:gd name="connsiteX0" fmla="*/ 534938 w 8140424"/>
                    <a:gd name="connsiteY0" fmla="*/ 3773711 h 8273140"/>
                    <a:gd name="connsiteX1" fmla="*/ 1144537 w 8140424"/>
                    <a:gd name="connsiteY1" fmla="*/ 3091542 h 8273140"/>
                    <a:gd name="connsiteX2" fmla="*/ 2973335 w 8140424"/>
                    <a:gd name="connsiteY2" fmla="*/ 4920342 h 8273140"/>
                    <a:gd name="connsiteX3" fmla="*/ 114023 w 8140424"/>
                    <a:gd name="connsiteY3" fmla="*/ 1944912 h 8273140"/>
                    <a:gd name="connsiteX4" fmla="*/ 1013908 w 8140424"/>
                    <a:gd name="connsiteY4" fmla="*/ 1233713 h 8273140"/>
                    <a:gd name="connsiteX5" fmla="*/ 3437794 w 8140424"/>
                    <a:gd name="connsiteY5" fmla="*/ 3672113 h 8273140"/>
                    <a:gd name="connsiteX6" fmla="*/ 723623 w 8140424"/>
                    <a:gd name="connsiteY6" fmla="*/ 914399 h 8273140"/>
                    <a:gd name="connsiteX7" fmla="*/ 1725109 w 8140424"/>
                    <a:gd name="connsiteY7" fmla="*/ 217714 h 8273140"/>
                    <a:gd name="connsiteX8" fmla="*/ 4090938 w 8140424"/>
                    <a:gd name="connsiteY8" fmla="*/ 2699657 h 8273140"/>
                    <a:gd name="connsiteX9" fmla="*/ 2102480 w 8140424"/>
                    <a:gd name="connsiteY9" fmla="*/ 566057 h 8273140"/>
                    <a:gd name="connsiteX10" fmla="*/ 3176537 w 8140424"/>
                    <a:gd name="connsiteY10" fmla="*/ 0 h 8273140"/>
                    <a:gd name="connsiteX11" fmla="*/ 6543851 w 8140424"/>
                    <a:gd name="connsiteY11" fmla="*/ 3454398 h 8273140"/>
                    <a:gd name="connsiteX12" fmla="*/ 7763052 w 8140424"/>
                    <a:gd name="connsiteY12" fmla="*/ 2699655 h 8273140"/>
                    <a:gd name="connsiteX13" fmla="*/ 7995281 w 8140424"/>
                    <a:gd name="connsiteY13" fmla="*/ 4063998 h 8273140"/>
                    <a:gd name="connsiteX14" fmla="*/ 8140424 w 8140424"/>
                    <a:gd name="connsiteY14" fmla="*/ 5268683 h 8273140"/>
                    <a:gd name="connsiteX15" fmla="*/ 5339165 w 8140424"/>
                    <a:gd name="connsiteY15" fmla="*/ 8273140 h 8273140"/>
                    <a:gd name="connsiteX16" fmla="*/ 5063396 w 8140424"/>
                    <a:gd name="connsiteY16" fmla="*/ 8186054 h 8273140"/>
                    <a:gd name="connsiteX17" fmla="*/ 534938 w 8140424"/>
                    <a:gd name="connsiteY17" fmla="*/ 3773711 h 8273140"/>
                    <a:gd name="connsiteX0" fmla="*/ 534938 w 8140424"/>
                    <a:gd name="connsiteY0" fmla="*/ 4045114 h 8544543"/>
                    <a:gd name="connsiteX1" fmla="*/ 1144537 w 8140424"/>
                    <a:gd name="connsiteY1" fmla="*/ 3362945 h 8544543"/>
                    <a:gd name="connsiteX2" fmla="*/ 2973335 w 8140424"/>
                    <a:gd name="connsiteY2" fmla="*/ 5191745 h 8544543"/>
                    <a:gd name="connsiteX3" fmla="*/ 114023 w 8140424"/>
                    <a:gd name="connsiteY3" fmla="*/ 2216315 h 8544543"/>
                    <a:gd name="connsiteX4" fmla="*/ 1013908 w 8140424"/>
                    <a:gd name="connsiteY4" fmla="*/ 1505116 h 8544543"/>
                    <a:gd name="connsiteX5" fmla="*/ 3437794 w 8140424"/>
                    <a:gd name="connsiteY5" fmla="*/ 3943516 h 8544543"/>
                    <a:gd name="connsiteX6" fmla="*/ 723623 w 8140424"/>
                    <a:gd name="connsiteY6" fmla="*/ 1185802 h 8544543"/>
                    <a:gd name="connsiteX7" fmla="*/ 1725109 w 8140424"/>
                    <a:gd name="connsiteY7" fmla="*/ 489117 h 8544543"/>
                    <a:gd name="connsiteX8" fmla="*/ 4090938 w 8140424"/>
                    <a:gd name="connsiteY8" fmla="*/ 2971060 h 8544543"/>
                    <a:gd name="connsiteX9" fmla="*/ 2102480 w 8140424"/>
                    <a:gd name="connsiteY9" fmla="*/ 837460 h 8544543"/>
                    <a:gd name="connsiteX10" fmla="*/ 3176537 w 8140424"/>
                    <a:gd name="connsiteY10" fmla="*/ 271403 h 8544543"/>
                    <a:gd name="connsiteX11" fmla="*/ 6543851 w 8140424"/>
                    <a:gd name="connsiteY11" fmla="*/ 3725801 h 8544543"/>
                    <a:gd name="connsiteX12" fmla="*/ 7763052 w 8140424"/>
                    <a:gd name="connsiteY12" fmla="*/ 2971058 h 8544543"/>
                    <a:gd name="connsiteX13" fmla="*/ 7995281 w 8140424"/>
                    <a:gd name="connsiteY13" fmla="*/ 4335401 h 8544543"/>
                    <a:gd name="connsiteX14" fmla="*/ 8140424 w 8140424"/>
                    <a:gd name="connsiteY14" fmla="*/ 5540086 h 8544543"/>
                    <a:gd name="connsiteX15" fmla="*/ 5339165 w 8140424"/>
                    <a:gd name="connsiteY15" fmla="*/ 8544543 h 8544543"/>
                    <a:gd name="connsiteX16" fmla="*/ 5063396 w 8140424"/>
                    <a:gd name="connsiteY16" fmla="*/ 8457457 h 8544543"/>
                    <a:gd name="connsiteX17" fmla="*/ 534938 w 8140424"/>
                    <a:gd name="connsiteY17" fmla="*/ 4045114 h 8544543"/>
                    <a:gd name="connsiteX0" fmla="*/ 534938 w 8140424"/>
                    <a:gd name="connsiteY0" fmla="*/ 4041454 h 8540883"/>
                    <a:gd name="connsiteX1" fmla="*/ 1144537 w 8140424"/>
                    <a:gd name="connsiteY1" fmla="*/ 3359285 h 8540883"/>
                    <a:gd name="connsiteX2" fmla="*/ 2973335 w 8140424"/>
                    <a:gd name="connsiteY2" fmla="*/ 5188085 h 8540883"/>
                    <a:gd name="connsiteX3" fmla="*/ 114023 w 8140424"/>
                    <a:gd name="connsiteY3" fmla="*/ 2212655 h 8540883"/>
                    <a:gd name="connsiteX4" fmla="*/ 1013908 w 8140424"/>
                    <a:gd name="connsiteY4" fmla="*/ 1501456 h 8540883"/>
                    <a:gd name="connsiteX5" fmla="*/ 3437794 w 8140424"/>
                    <a:gd name="connsiteY5" fmla="*/ 3939856 h 8540883"/>
                    <a:gd name="connsiteX6" fmla="*/ 723623 w 8140424"/>
                    <a:gd name="connsiteY6" fmla="*/ 1182142 h 8540883"/>
                    <a:gd name="connsiteX7" fmla="*/ 1725109 w 8140424"/>
                    <a:gd name="connsiteY7" fmla="*/ 485457 h 8540883"/>
                    <a:gd name="connsiteX8" fmla="*/ 4090938 w 8140424"/>
                    <a:gd name="connsiteY8" fmla="*/ 2967400 h 8540883"/>
                    <a:gd name="connsiteX9" fmla="*/ 2102480 w 8140424"/>
                    <a:gd name="connsiteY9" fmla="*/ 833800 h 8540883"/>
                    <a:gd name="connsiteX10" fmla="*/ 3176537 w 8140424"/>
                    <a:gd name="connsiteY10" fmla="*/ 267743 h 8540883"/>
                    <a:gd name="connsiteX11" fmla="*/ 6543851 w 8140424"/>
                    <a:gd name="connsiteY11" fmla="*/ 3722141 h 8540883"/>
                    <a:gd name="connsiteX12" fmla="*/ 7763052 w 8140424"/>
                    <a:gd name="connsiteY12" fmla="*/ 2967398 h 8540883"/>
                    <a:gd name="connsiteX13" fmla="*/ 7995281 w 8140424"/>
                    <a:gd name="connsiteY13" fmla="*/ 4331741 h 8540883"/>
                    <a:gd name="connsiteX14" fmla="*/ 8140424 w 8140424"/>
                    <a:gd name="connsiteY14" fmla="*/ 5536426 h 8540883"/>
                    <a:gd name="connsiteX15" fmla="*/ 5339165 w 8140424"/>
                    <a:gd name="connsiteY15" fmla="*/ 8540883 h 8540883"/>
                    <a:gd name="connsiteX16" fmla="*/ 5063396 w 8140424"/>
                    <a:gd name="connsiteY16" fmla="*/ 8453797 h 8540883"/>
                    <a:gd name="connsiteX17" fmla="*/ 534938 w 8140424"/>
                    <a:gd name="connsiteY17" fmla="*/ 4041454 h 8540883"/>
                    <a:gd name="connsiteX0" fmla="*/ 534938 w 8140424"/>
                    <a:gd name="connsiteY0" fmla="*/ 4047870 h 8547299"/>
                    <a:gd name="connsiteX1" fmla="*/ 1144537 w 8140424"/>
                    <a:gd name="connsiteY1" fmla="*/ 3365701 h 8547299"/>
                    <a:gd name="connsiteX2" fmla="*/ 2973335 w 8140424"/>
                    <a:gd name="connsiteY2" fmla="*/ 5194501 h 8547299"/>
                    <a:gd name="connsiteX3" fmla="*/ 114023 w 8140424"/>
                    <a:gd name="connsiteY3" fmla="*/ 2219071 h 8547299"/>
                    <a:gd name="connsiteX4" fmla="*/ 1013908 w 8140424"/>
                    <a:gd name="connsiteY4" fmla="*/ 1507872 h 8547299"/>
                    <a:gd name="connsiteX5" fmla="*/ 3437794 w 8140424"/>
                    <a:gd name="connsiteY5" fmla="*/ 3946272 h 8547299"/>
                    <a:gd name="connsiteX6" fmla="*/ 723623 w 8140424"/>
                    <a:gd name="connsiteY6" fmla="*/ 1188558 h 8547299"/>
                    <a:gd name="connsiteX7" fmla="*/ 1725109 w 8140424"/>
                    <a:gd name="connsiteY7" fmla="*/ 491873 h 8547299"/>
                    <a:gd name="connsiteX8" fmla="*/ 4090938 w 8140424"/>
                    <a:gd name="connsiteY8" fmla="*/ 2973816 h 8547299"/>
                    <a:gd name="connsiteX9" fmla="*/ 2102480 w 8140424"/>
                    <a:gd name="connsiteY9" fmla="*/ 840216 h 8547299"/>
                    <a:gd name="connsiteX10" fmla="*/ 3176537 w 8140424"/>
                    <a:gd name="connsiteY10" fmla="*/ 274159 h 8547299"/>
                    <a:gd name="connsiteX11" fmla="*/ 6543851 w 8140424"/>
                    <a:gd name="connsiteY11" fmla="*/ 3728557 h 8547299"/>
                    <a:gd name="connsiteX12" fmla="*/ 7763052 w 8140424"/>
                    <a:gd name="connsiteY12" fmla="*/ 2973814 h 8547299"/>
                    <a:gd name="connsiteX13" fmla="*/ 7995281 w 8140424"/>
                    <a:gd name="connsiteY13" fmla="*/ 4338157 h 8547299"/>
                    <a:gd name="connsiteX14" fmla="*/ 8140424 w 8140424"/>
                    <a:gd name="connsiteY14" fmla="*/ 5542842 h 8547299"/>
                    <a:gd name="connsiteX15" fmla="*/ 5339165 w 8140424"/>
                    <a:gd name="connsiteY15" fmla="*/ 8547299 h 8547299"/>
                    <a:gd name="connsiteX16" fmla="*/ 5063396 w 8140424"/>
                    <a:gd name="connsiteY16" fmla="*/ 8460213 h 8547299"/>
                    <a:gd name="connsiteX17" fmla="*/ 534938 w 8140424"/>
                    <a:gd name="connsiteY17" fmla="*/ 4047870 h 8547299"/>
                    <a:gd name="connsiteX0" fmla="*/ 534938 w 8140424"/>
                    <a:gd name="connsiteY0" fmla="*/ 4023705 h 8523134"/>
                    <a:gd name="connsiteX1" fmla="*/ 1144537 w 8140424"/>
                    <a:gd name="connsiteY1" fmla="*/ 3341536 h 8523134"/>
                    <a:gd name="connsiteX2" fmla="*/ 2973335 w 8140424"/>
                    <a:gd name="connsiteY2" fmla="*/ 5170336 h 8523134"/>
                    <a:gd name="connsiteX3" fmla="*/ 114023 w 8140424"/>
                    <a:gd name="connsiteY3" fmla="*/ 2194906 h 8523134"/>
                    <a:gd name="connsiteX4" fmla="*/ 1013908 w 8140424"/>
                    <a:gd name="connsiteY4" fmla="*/ 1483707 h 8523134"/>
                    <a:gd name="connsiteX5" fmla="*/ 3437794 w 8140424"/>
                    <a:gd name="connsiteY5" fmla="*/ 3922107 h 8523134"/>
                    <a:gd name="connsiteX6" fmla="*/ 723623 w 8140424"/>
                    <a:gd name="connsiteY6" fmla="*/ 1164393 h 8523134"/>
                    <a:gd name="connsiteX7" fmla="*/ 1725109 w 8140424"/>
                    <a:gd name="connsiteY7" fmla="*/ 467708 h 8523134"/>
                    <a:gd name="connsiteX8" fmla="*/ 4090938 w 8140424"/>
                    <a:gd name="connsiteY8" fmla="*/ 2949651 h 8523134"/>
                    <a:gd name="connsiteX9" fmla="*/ 2102480 w 8140424"/>
                    <a:gd name="connsiteY9" fmla="*/ 816051 h 8523134"/>
                    <a:gd name="connsiteX10" fmla="*/ 3176537 w 8140424"/>
                    <a:gd name="connsiteY10" fmla="*/ 249994 h 8523134"/>
                    <a:gd name="connsiteX11" fmla="*/ 6543851 w 8140424"/>
                    <a:gd name="connsiteY11" fmla="*/ 3704392 h 8523134"/>
                    <a:gd name="connsiteX12" fmla="*/ 7763052 w 8140424"/>
                    <a:gd name="connsiteY12" fmla="*/ 2949649 h 8523134"/>
                    <a:gd name="connsiteX13" fmla="*/ 7995281 w 8140424"/>
                    <a:gd name="connsiteY13" fmla="*/ 4313992 h 8523134"/>
                    <a:gd name="connsiteX14" fmla="*/ 8140424 w 8140424"/>
                    <a:gd name="connsiteY14" fmla="*/ 5518677 h 8523134"/>
                    <a:gd name="connsiteX15" fmla="*/ 5339165 w 8140424"/>
                    <a:gd name="connsiteY15" fmla="*/ 8523134 h 8523134"/>
                    <a:gd name="connsiteX16" fmla="*/ 5063396 w 8140424"/>
                    <a:gd name="connsiteY16" fmla="*/ 8436048 h 8523134"/>
                    <a:gd name="connsiteX17" fmla="*/ 534938 w 8140424"/>
                    <a:gd name="connsiteY17" fmla="*/ 4023705 h 852313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7763052 w 8140424"/>
                    <a:gd name="connsiteY12" fmla="*/ 2968999 h 8542484"/>
                    <a:gd name="connsiteX13" fmla="*/ 7995281 w 8140424"/>
                    <a:gd name="connsiteY13" fmla="*/ 4333342 h 8542484"/>
                    <a:gd name="connsiteX14" fmla="*/ 8140424 w 8140424"/>
                    <a:gd name="connsiteY14" fmla="*/ 5538027 h 8542484"/>
                    <a:gd name="connsiteX15" fmla="*/ 5339165 w 8140424"/>
                    <a:gd name="connsiteY15" fmla="*/ 8542484 h 8542484"/>
                    <a:gd name="connsiteX16" fmla="*/ 5063396 w 8140424"/>
                    <a:gd name="connsiteY16" fmla="*/ 8455398 h 8542484"/>
                    <a:gd name="connsiteX17" fmla="*/ 534938 w 8140424"/>
                    <a:gd name="connsiteY17"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7037337 w 8140424"/>
                    <a:gd name="connsiteY12" fmla="*/ 3389915 h 8542484"/>
                    <a:gd name="connsiteX13" fmla="*/ 7763052 w 8140424"/>
                    <a:gd name="connsiteY13" fmla="*/ 2968999 h 8542484"/>
                    <a:gd name="connsiteX14" fmla="*/ 7995281 w 8140424"/>
                    <a:gd name="connsiteY14" fmla="*/ 4333342 h 8542484"/>
                    <a:gd name="connsiteX15" fmla="*/ 8140424 w 8140424"/>
                    <a:gd name="connsiteY15" fmla="*/ 5538027 h 8542484"/>
                    <a:gd name="connsiteX16" fmla="*/ 5339165 w 8140424"/>
                    <a:gd name="connsiteY16" fmla="*/ 8542484 h 8542484"/>
                    <a:gd name="connsiteX17" fmla="*/ 5063396 w 8140424"/>
                    <a:gd name="connsiteY17" fmla="*/ 8455398 h 8542484"/>
                    <a:gd name="connsiteX18" fmla="*/ 534938 w 8140424"/>
                    <a:gd name="connsiteY18"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51966 w 8140424"/>
                    <a:gd name="connsiteY12" fmla="*/ 2243287 h 8542484"/>
                    <a:gd name="connsiteX13" fmla="*/ 7763052 w 8140424"/>
                    <a:gd name="connsiteY13" fmla="*/ 2968999 h 8542484"/>
                    <a:gd name="connsiteX14" fmla="*/ 7995281 w 8140424"/>
                    <a:gd name="connsiteY14" fmla="*/ 4333342 h 8542484"/>
                    <a:gd name="connsiteX15" fmla="*/ 8140424 w 8140424"/>
                    <a:gd name="connsiteY15" fmla="*/ 5538027 h 8542484"/>
                    <a:gd name="connsiteX16" fmla="*/ 5339165 w 8140424"/>
                    <a:gd name="connsiteY16" fmla="*/ 8542484 h 8542484"/>
                    <a:gd name="connsiteX17" fmla="*/ 5063396 w 8140424"/>
                    <a:gd name="connsiteY17" fmla="*/ 8455398 h 8542484"/>
                    <a:gd name="connsiteX18" fmla="*/ 534938 w 8140424"/>
                    <a:gd name="connsiteY18"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51966 w 8140424"/>
                    <a:gd name="connsiteY12" fmla="*/ 2243287 h 8542484"/>
                    <a:gd name="connsiteX13" fmla="*/ 7763052 w 8140424"/>
                    <a:gd name="connsiteY13" fmla="*/ 2968999 h 8542484"/>
                    <a:gd name="connsiteX14" fmla="*/ 7995281 w 8140424"/>
                    <a:gd name="connsiteY14" fmla="*/ 4333342 h 8542484"/>
                    <a:gd name="connsiteX15" fmla="*/ 8140424 w 8140424"/>
                    <a:gd name="connsiteY15" fmla="*/ 5538027 h 8542484"/>
                    <a:gd name="connsiteX16" fmla="*/ 5339165 w 8140424"/>
                    <a:gd name="connsiteY16" fmla="*/ 8542484 h 8542484"/>
                    <a:gd name="connsiteX17" fmla="*/ 5063396 w 8140424"/>
                    <a:gd name="connsiteY17" fmla="*/ 8455398 h 8542484"/>
                    <a:gd name="connsiteX18" fmla="*/ 534938 w 8140424"/>
                    <a:gd name="connsiteY18"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51966 w 8140424"/>
                    <a:gd name="connsiteY12" fmla="*/ 2243287 h 8542484"/>
                    <a:gd name="connsiteX13" fmla="*/ 7763052 w 8140424"/>
                    <a:gd name="connsiteY13" fmla="*/ 2968999 h 8542484"/>
                    <a:gd name="connsiteX14" fmla="*/ 7995281 w 8140424"/>
                    <a:gd name="connsiteY14" fmla="*/ 4333342 h 8542484"/>
                    <a:gd name="connsiteX15" fmla="*/ 8140424 w 8140424"/>
                    <a:gd name="connsiteY15" fmla="*/ 5538027 h 8542484"/>
                    <a:gd name="connsiteX16" fmla="*/ 5339165 w 8140424"/>
                    <a:gd name="connsiteY16" fmla="*/ 8542484 h 8542484"/>
                    <a:gd name="connsiteX17" fmla="*/ 5063396 w 8140424"/>
                    <a:gd name="connsiteY17" fmla="*/ 8455398 h 8542484"/>
                    <a:gd name="connsiteX18" fmla="*/ 534938 w 8140424"/>
                    <a:gd name="connsiteY18"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7763052 w 8140424"/>
                    <a:gd name="connsiteY13" fmla="*/ 2968999 h 8542484"/>
                    <a:gd name="connsiteX14" fmla="*/ 7995281 w 8140424"/>
                    <a:gd name="connsiteY14" fmla="*/ 4333342 h 8542484"/>
                    <a:gd name="connsiteX15" fmla="*/ 8140424 w 8140424"/>
                    <a:gd name="connsiteY15" fmla="*/ 5538027 h 8542484"/>
                    <a:gd name="connsiteX16" fmla="*/ 5339165 w 8140424"/>
                    <a:gd name="connsiteY16" fmla="*/ 8542484 h 8542484"/>
                    <a:gd name="connsiteX17" fmla="*/ 5063396 w 8140424"/>
                    <a:gd name="connsiteY17" fmla="*/ 8455398 h 8542484"/>
                    <a:gd name="connsiteX18" fmla="*/ 534938 w 8140424"/>
                    <a:gd name="connsiteY18"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7269566 w 8140424"/>
                    <a:gd name="connsiteY13" fmla="*/ 2780315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68921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47130 w 8140424"/>
                    <a:gd name="connsiteY0" fmla="*/ 4043055 h 8542484"/>
                    <a:gd name="connsiteX1" fmla="*/ 1168921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47130 w 8140424"/>
                    <a:gd name="connsiteY19" fmla="*/ 4043055 h 8542484"/>
                    <a:gd name="connsiteX0" fmla="*/ 547130 w 8140424"/>
                    <a:gd name="connsiteY0" fmla="*/ 4043055 h 8542484"/>
                    <a:gd name="connsiteX1" fmla="*/ 1168921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47130 w 8140424"/>
                    <a:gd name="connsiteY19" fmla="*/ 4043055 h 8542484"/>
                    <a:gd name="connsiteX0" fmla="*/ 541518 w 8134812"/>
                    <a:gd name="connsiteY0" fmla="*/ 4043055 h 8542484"/>
                    <a:gd name="connsiteX1" fmla="*/ 1163309 w 8134812"/>
                    <a:gd name="connsiteY1" fmla="*/ 3360886 h 8542484"/>
                    <a:gd name="connsiteX2" fmla="*/ 2967723 w 8134812"/>
                    <a:gd name="connsiteY2" fmla="*/ 5189686 h 8542484"/>
                    <a:gd name="connsiteX3" fmla="*/ 108411 w 8134812"/>
                    <a:gd name="connsiteY3" fmla="*/ 2214256 h 8542484"/>
                    <a:gd name="connsiteX4" fmla="*/ 1008296 w 8134812"/>
                    <a:gd name="connsiteY4" fmla="*/ 1503057 h 8542484"/>
                    <a:gd name="connsiteX5" fmla="*/ 3432182 w 8134812"/>
                    <a:gd name="connsiteY5" fmla="*/ 3941457 h 8542484"/>
                    <a:gd name="connsiteX6" fmla="*/ 718011 w 8134812"/>
                    <a:gd name="connsiteY6" fmla="*/ 1183743 h 8542484"/>
                    <a:gd name="connsiteX7" fmla="*/ 1719497 w 8134812"/>
                    <a:gd name="connsiteY7" fmla="*/ 487058 h 8542484"/>
                    <a:gd name="connsiteX8" fmla="*/ 4085326 w 8134812"/>
                    <a:gd name="connsiteY8" fmla="*/ 2969001 h 8542484"/>
                    <a:gd name="connsiteX9" fmla="*/ 2096868 w 8134812"/>
                    <a:gd name="connsiteY9" fmla="*/ 835401 h 8542484"/>
                    <a:gd name="connsiteX10" fmla="*/ 3170925 w 8134812"/>
                    <a:gd name="connsiteY10" fmla="*/ 269344 h 8542484"/>
                    <a:gd name="connsiteX11" fmla="*/ 6538239 w 8134812"/>
                    <a:gd name="connsiteY11" fmla="*/ 3723742 h 8542484"/>
                    <a:gd name="connsiteX12" fmla="*/ 6102811 w 8134812"/>
                    <a:gd name="connsiteY12" fmla="*/ 2243287 h 8542484"/>
                    <a:gd name="connsiteX13" fmla="*/ 6639839 w 8134812"/>
                    <a:gd name="connsiteY13" fmla="*/ 1024087 h 8542484"/>
                    <a:gd name="connsiteX14" fmla="*/ 7757440 w 8134812"/>
                    <a:gd name="connsiteY14" fmla="*/ 2968999 h 8542484"/>
                    <a:gd name="connsiteX15" fmla="*/ 7989669 w 8134812"/>
                    <a:gd name="connsiteY15" fmla="*/ 4333342 h 8542484"/>
                    <a:gd name="connsiteX16" fmla="*/ 8134812 w 8134812"/>
                    <a:gd name="connsiteY16" fmla="*/ 5538027 h 8542484"/>
                    <a:gd name="connsiteX17" fmla="*/ 5333553 w 8134812"/>
                    <a:gd name="connsiteY17" fmla="*/ 8542484 h 8542484"/>
                    <a:gd name="connsiteX18" fmla="*/ 5057784 w 8134812"/>
                    <a:gd name="connsiteY18" fmla="*/ 8455398 h 8542484"/>
                    <a:gd name="connsiteX19" fmla="*/ 541518 w 8134812"/>
                    <a:gd name="connsiteY19" fmla="*/ 4043055 h 8542484"/>
                    <a:gd name="connsiteX0" fmla="*/ 541518 w 8134812"/>
                    <a:gd name="connsiteY0" fmla="*/ 4043055 h 8542484"/>
                    <a:gd name="connsiteX1" fmla="*/ 1163309 w 8134812"/>
                    <a:gd name="connsiteY1" fmla="*/ 3360886 h 8542484"/>
                    <a:gd name="connsiteX2" fmla="*/ 2967723 w 8134812"/>
                    <a:gd name="connsiteY2" fmla="*/ 5189686 h 8542484"/>
                    <a:gd name="connsiteX3" fmla="*/ 108411 w 8134812"/>
                    <a:gd name="connsiteY3" fmla="*/ 2214256 h 8542484"/>
                    <a:gd name="connsiteX4" fmla="*/ 1008296 w 8134812"/>
                    <a:gd name="connsiteY4" fmla="*/ 1503057 h 8542484"/>
                    <a:gd name="connsiteX5" fmla="*/ 3432182 w 8134812"/>
                    <a:gd name="connsiteY5" fmla="*/ 3941457 h 8542484"/>
                    <a:gd name="connsiteX6" fmla="*/ 718011 w 8134812"/>
                    <a:gd name="connsiteY6" fmla="*/ 1183743 h 8542484"/>
                    <a:gd name="connsiteX7" fmla="*/ 1719497 w 8134812"/>
                    <a:gd name="connsiteY7" fmla="*/ 487058 h 8542484"/>
                    <a:gd name="connsiteX8" fmla="*/ 4085326 w 8134812"/>
                    <a:gd name="connsiteY8" fmla="*/ 2969001 h 8542484"/>
                    <a:gd name="connsiteX9" fmla="*/ 2096868 w 8134812"/>
                    <a:gd name="connsiteY9" fmla="*/ 835401 h 8542484"/>
                    <a:gd name="connsiteX10" fmla="*/ 3170925 w 8134812"/>
                    <a:gd name="connsiteY10" fmla="*/ 269344 h 8542484"/>
                    <a:gd name="connsiteX11" fmla="*/ 6538239 w 8134812"/>
                    <a:gd name="connsiteY11" fmla="*/ 3723742 h 8542484"/>
                    <a:gd name="connsiteX12" fmla="*/ 6090619 w 8134812"/>
                    <a:gd name="connsiteY12" fmla="*/ 2231095 h 8542484"/>
                    <a:gd name="connsiteX13" fmla="*/ 6639839 w 8134812"/>
                    <a:gd name="connsiteY13" fmla="*/ 1024087 h 8542484"/>
                    <a:gd name="connsiteX14" fmla="*/ 7757440 w 8134812"/>
                    <a:gd name="connsiteY14" fmla="*/ 2968999 h 8542484"/>
                    <a:gd name="connsiteX15" fmla="*/ 7989669 w 8134812"/>
                    <a:gd name="connsiteY15" fmla="*/ 4333342 h 8542484"/>
                    <a:gd name="connsiteX16" fmla="*/ 8134812 w 8134812"/>
                    <a:gd name="connsiteY16" fmla="*/ 5538027 h 8542484"/>
                    <a:gd name="connsiteX17" fmla="*/ 5333553 w 8134812"/>
                    <a:gd name="connsiteY17" fmla="*/ 8542484 h 8542484"/>
                    <a:gd name="connsiteX18" fmla="*/ 5057784 w 8134812"/>
                    <a:gd name="connsiteY18" fmla="*/ 8455398 h 8542484"/>
                    <a:gd name="connsiteX19" fmla="*/ 541518 w 8134812"/>
                    <a:gd name="connsiteY19" fmla="*/ 4043055 h 8542484"/>
                    <a:gd name="connsiteX0" fmla="*/ 541518 w 8134812"/>
                    <a:gd name="connsiteY0" fmla="*/ 4043055 h 8542484"/>
                    <a:gd name="connsiteX1" fmla="*/ 1163309 w 8134812"/>
                    <a:gd name="connsiteY1" fmla="*/ 3360886 h 8542484"/>
                    <a:gd name="connsiteX2" fmla="*/ 2967723 w 8134812"/>
                    <a:gd name="connsiteY2" fmla="*/ 5189686 h 8542484"/>
                    <a:gd name="connsiteX3" fmla="*/ 108411 w 8134812"/>
                    <a:gd name="connsiteY3" fmla="*/ 2214256 h 8542484"/>
                    <a:gd name="connsiteX4" fmla="*/ 1008296 w 8134812"/>
                    <a:gd name="connsiteY4" fmla="*/ 1503057 h 8542484"/>
                    <a:gd name="connsiteX5" fmla="*/ 3432182 w 8134812"/>
                    <a:gd name="connsiteY5" fmla="*/ 3941457 h 8542484"/>
                    <a:gd name="connsiteX6" fmla="*/ 718011 w 8134812"/>
                    <a:gd name="connsiteY6" fmla="*/ 1183743 h 8542484"/>
                    <a:gd name="connsiteX7" fmla="*/ 1719497 w 8134812"/>
                    <a:gd name="connsiteY7" fmla="*/ 487058 h 8542484"/>
                    <a:gd name="connsiteX8" fmla="*/ 4085326 w 8134812"/>
                    <a:gd name="connsiteY8" fmla="*/ 2969001 h 8542484"/>
                    <a:gd name="connsiteX9" fmla="*/ 2096868 w 8134812"/>
                    <a:gd name="connsiteY9" fmla="*/ 835401 h 8542484"/>
                    <a:gd name="connsiteX10" fmla="*/ 3170925 w 8134812"/>
                    <a:gd name="connsiteY10" fmla="*/ 269344 h 8542484"/>
                    <a:gd name="connsiteX11" fmla="*/ 6538239 w 8134812"/>
                    <a:gd name="connsiteY11" fmla="*/ 3723742 h 8542484"/>
                    <a:gd name="connsiteX12" fmla="*/ 6090619 w 8134812"/>
                    <a:gd name="connsiteY12" fmla="*/ 2231095 h 8542484"/>
                    <a:gd name="connsiteX13" fmla="*/ 6639839 w 8134812"/>
                    <a:gd name="connsiteY13" fmla="*/ 1024087 h 8542484"/>
                    <a:gd name="connsiteX14" fmla="*/ 7757440 w 8134812"/>
                    <a:gd name="connsiteY14" fmla="*/ 2968999 h 8542484"/>
                    <a:gd name="connsiteX15" fmla="*/ 7989669 w 8134812"/>
                    <a:gd name="connsiteY15" fmla="*/ 4333342 h 8542484"/>
                    <a:gd name="connsiteX16" fmla="*/ 8134812 w 8134812"/>
                    <a:gd name="connsiteY16" fmla="*/ 5538027 h 8542484"/>
                    <a:gd name="connsiteX17" fmla="*/ 5333553 w 8134812"/>
                    <a:gd name="connsiteY17" fmla="*/ 8542484 h 8542484"/>
                    <a:gd name="connsiteX18" fmla="*/ 5057784 w 8134812"/>
                    <a:gd name="connsiteY18" fmla="*/ 8455398 h 8542484"/>
                    <a:gd name="connsiteX19" fmla="*/ 541518 w 8134812"/>
                    <a:gd name="connsiteY19" fmla="*/ 4043055 h 8542484"/>
                    <a:gd name="connsiteX0" fmla="*/ 541518 w 8134812"/>
                    <a:gd name="connsiteY0" fmla="*/ 4043055 h 8542484"/>
                    <a:gd name="connsiteX1" fmla="*/ 1163309 w 8134812"/>
                    <a:gd name="connsiteY1" fmla="*/ 3360886 h 8542484"/>
                    <a:gd name="connsiteX2" fmla="*/ 2967723 w 8134812"/>
                    <a:gd name="connsiteY2" fmla="*/ 5189686 h 8542484"/>
                    <a:gd name="connsiteX3" fmla="*/ 108411 w 8134812"/>
                    <a:gd name="connsiteY3" fmla="*/ 2214256 h 8542484"/>
                    <a:gd name="connsiteX4" fmla="*/ 1008296 w 8134812"/>
                    <a:gd name="connsiteY4" fmla="*/ 1503057 h 8542484"/>
                    <a:gd name="connsiteX5" fmla="*/ 3432182 w 8134812"/>
                    <a:gd name="connsiteY5" fmla="*/ 3941457 h 8542484"/>
                    <a:gd name="connsiteX6" fmla="*/ 718011 w 8134812"/>
                    <a:gd name="connsiteY6" fmla="*/ 1183743 h 8542484"/>
                    <a:gd name="connsiteX7" fmla="*/ 1719497 w 8134812"/>
                    <a:gd name="connsiteY7" fmla="*/ 487058 h 8542484"/>
                    <a:gd name="connsiteX8" fmla="*/ 4085326 w 8134812"/>
                    <a:gd name="connsiteY8" fmla="*/ 2969001 h 8542484"/>
                    <a:gd name="connsiteX9" fmla="*/ 2096868 w 8134812"/>
                    <a:gd name="connsiteY9" fmla="*/ 835401 h 8542484"/>
                    <a:gd name="connsiteX10" fmla="*/ 3170925 w 8134812"/>
                    <a:gd name="connsiteY10" fmla="*/ 269344 h 8542484"/>
                    <a:gd name="connsiteX11" fmla="*/ 6538239 w 8134812"/>
                    <a:gd name="connsiteY11" fmla="*/ 3723742 h 8542484"/>
                    <a:gd name="connsiteX12" fmla="*/ 6090619 w 8134812"/>
                    <a:gd name="connsiteY12" fmla="*/ 2231095 h 8542484"/>
                    <a:gd name="connsiteX13" fmla="*/ 6639839 w 8134812"/>
                    <a:gd name="connsiteY13" fmla="*/ 1024087 h 8542484"/>
                    <a:gd name="connsiteX14" fmla="*/ 7757440 w 8134812"/>
                    <a:gd name="connsiteY14" fmla="*/ 2968999 h 8542484"/>
                    <a:gd name="connsiteX15" fmla="*/ 7989669 w 8134812"/>
                    <a:gd name="connsiteY15" fmla="*/ 4333342 h 8542484"/>
                    <a:gd name="connsiteX16" fmla="*/ 8134812 w 8134812"/>
                    <a:gd name="connsiteY16" fmla="*/ 5538027 h 8542484"/>
                    <a:gd name="connsiteX17" fmla="*/ 5333553 w 8134812"/>
                    <a:gd name="connsiteY17" fmla="*/ 8542484 h 8542484"/>
                    <a:gd name="connsiteX18" fmla="*/ 5057784 w 8134812"/>
                    <a:gd name="connsiteY18" fmla="*/ 8455398 h 8542484"/>
                    <a:gd name="connsiteX19" fmla="*/ 541518 w 8134812"/>
                    <a:gd name="connsiteY19" fmla="*/ 4043055 h 8542484"/>
                    <a:gd name="connsiteX0" fmla="*/ 541518 w 8134812"/>
                    <a:gd name="connsiteY0" fmla="*/ 4043055 h 8542484"/>
                    <a:gd name="connsiteX1" fmla="*/ 1163309 w 8134812"/>
                    <a:gd name="connsiteY1" fmla="*/ 3360886 h 8542484"/>
                    <a:gd name="connsiteX2" fmla="*/ 2967723 w 8134812"/>
                    <a:gd name="connsiteY2" fmla="*/ 5189686 h 8542484"/>
                    <a:gd name="connsiteX3" fmla="*/ 108411 w 8134812"/>
                    <a:gd name="connsiteY3" fmla="*/ 2214256 h 8542484"/>
                    <a:gd name="connsiteX4" fmla="*/ 1008296 w 8134812"/>
                    <a:gd name="connsiteY4" fmla="*/ 1503057 h 8542484"/>
                    <a:gd name="connsiteX5" fmla="*/ 3432182 w 8134812"/>
                    <a:gd name="connsiteY5" fmla="*/ 3941457 h 8542484"/>
                    <a:gd name="connsiteX6" fmla="*/ 718011 w 8134812"/>
                    <a:gd name="connsiteY6" fmla="*/ 1183743 h 8542484"/>
                    <a:gd name="connsiteX7" fmla="*/ 1719497 w 8134812"/>
                    <a:gd name="connsiteY7" fmla="*/ 487058 h 8542484"/>
                    <a:gd name="connsiteX8" fmla="*/ 4085326 w 8134812"/>
                    <a:gd name="connsiteY8" fmla="*/ 2969001 h 8542484"/>
                    <a:gd name="connsiteX9" fmla="*/ 2096868 w 8134812"/>
                    <a:gd name="connsiteY9" fmla="*/ 835401 h 8542484"/>
                    <a:gd name="connsiteX10" fmla="*/ 3170925 w 8134812"/>
                    <a:gd name="connsiteY10" fmla="*/ 269344 h 8542484"/>
                    <a:gd name="connsiteX11" fmla="*/ 6538239 w 8134812"/>
                    <a:gd name="connsiteY11" fmla="*/ 3723742 h 8542484"/>
                    <a:gd name="connsiteX12" fmla="*/ 6090619 w 8134812"/>
                    <a:gd name="connsiteY12" fmla="*/ 2231095 h 8542484"/>
                    <a:gd name="connsiteX13" fmla="*/ 6639839 w 8134812"/>
                    <a:gd name="connsiteY13" fmla="*/ 1024087 h 8542484"/>
                    <a:gd name="connsiteX14" fmla="*/ 7757440 w 8134812"/>
                    <a:gd name="connsiteY14" fmla="*/ 2968999 h 8542484"/>
                    <a:gd name="connsiteX15" fmla="*/ 7989669 w 8134812"/>
                    <a:gd name="connsiteY15" fmla="*/ 4333342 h 8542484"/>
                    <a:gd name="connsiteX16" fmla="*/ 8134812 w 8134812"/>
                    <a:gd name="connsiteY16" fmla="*/ 5538027 h 8542484"/>
                    <a:gd name="connsiteX17" fmla="*/ 5333553 w 8134812"/>
                    <a:gd name="connsiteY17" fmla="*/ 8542484 h 8542484"/>
                    <a:gd name="connsiteX18" fmla="*/ 5057784 w 8134812"/>
                    <a:gd name="connsiteY18" fmla="*/ 8455398 h 8542484"/>
                    <a:gd name="connsiteX19" fmla="*/ 541518 w 8134812"/>
                    <a:gd name="connsiteY19" fmla="*/ 4043055 h 8542484"/>
                    <a:gd name="connsiteX0" fmla="*/ 541518 w 8134812"/>
                    <a:gd name="connsiteY0" fmla="*/ 4036746 h 8536175"/>
                    <a:gd name="connsiteX1" fmla="*/ 1163309 w 8134812"/>
                    <a:gd name="connsiteY1" fmla="*/ 3354577 h 8536175"/>
                    <a:gd name="connsiteX2" fmla="*/ 2967723 w 8134812"/>
                    <a:gd name="connsiteY2" fmla="*/ 5183377 h 8536175"/>
                    <a:gd name="connsiteX3" fmla="*/ 108411 w 8134812"/>
                    <a:gd name="connsiteY3" fmla="*/ 2207947 h 8536175"/>
                    <a:gd name="connsiteX4" fmla="*/ 1008296 w 8134812"/>
                    <a:gd name="connsiteY4" fmla="*/ 1496748 h 8536175"/>
                    <a:gd name="connsiteX5" fmla="*/ 3432182 w 8134812"/>
                    <a:gd name="connsiteY5" fmla="*/ 3935148 h 8536175"/>
                    <a:gd name="connsiteX6" fmla="*/ 718011 w 8134812"/>
                    <a:gd name="connsiteY6" fmla="*/ 1177434 h 8536175"/>
                    <a:gd name="connsiteX7" fmla="*/ 1719497 w 8134812"/>
                    <a:gd name="connsiteY7" fmla="*/ 480749 h 8536175"/>
                    <a:gd name="connsiteX8" fmla="*/ 4085326 w 8134812"/>
                    <a:gd name="connsiteY8" fmla="*/ 2962692 h 8536175"/>
                    <a:gd name="connsiteX9" fmla="*/ 2133444 w 8134812"/>
                    <a:gd name="connsiteY9" fmla="*/ 853476 h 8536175"/>
                    <a:gd name="connsiteX10" fmla="*/ 3170925 w 8134812"/>
                    <a:gd name="connsiteY10" fmla="*/ 263035 h 8536175"/>
                    <a:gd name="connsiteX11" fmla="*/ 6538239 w 8134812"/>
                    <a:gd name="connsiteY11" fmla="*/ 3717433 h 8536175"/>
                    <a:gd name="connsiteX12" fmla="*/ 6090619 w 8134812"/>
                    <a:gd name="connsiteY12" fmla="*/ 2224786 h 8536175"/>
                    <a:gd name="connsiteX13" fmla="*/ 6639839 w 8134812"/>
                    <a:gd name="connsiteY13" fmla="*/ 1017778 h 8536175"/>
                    <a:gd name="connsiteX14" fmla="*/ 7757440 w 8134812"/>
                    <a:gd name="connsiteY14" fmla="*/ 2962690 h 8536175"/>
                    <a:gd name="connsiteX15" fmla="*/ 7989669 w 8134812"/>
                    <a:gd name="connsiteY15" fmla="*/ 4327033 h 8536175"/>
                    <a:gd name="connsiteX16" fmla="*/ 8134812 w 8134812"/>
                    <a:gd name="connsiteY16" fmla="*/ 5531718 h 8536175"/>
                    <a:gd name="connsiteX17" fmla="*/ 5333553 w 8134812"/>
                    <a:gd name="connsiteY17" fmla="*/ 8536175 h 8536175"/>
                    <a:gd name="connsiteX18" fmla="*/ 5057784 w 8134812"/>
                    <a:gd name="connsiteY18" fmla="*/ 8449089 h 8536175"/>
                    <a:gd name="connsiteX19" fmla="*/ 541518 w 8134812"/>
                    <a:gd name="connsiteY19" fmla="*/ 4036746 h 8536175"/>
                    <a:gd name="connsiteX0" fmla="*/ 541518 w 8134812"/>
                    <a:gd name="connsiteY0" fmla="*/ 4036746 h 8536175"/>
                    <a:gd name="connsiteX1" fmla="*/ 1163309 w 8134812"/>
                    <a:gd name="connsiteY1" fmla="*/ 3354577 h 8536175"/>
                    <a:gd name="connsiteX2" fmla="*/ 2967723 w 8134812"/>
                    <a:gd name="connsiteY2" fmla="*/ 5183377 h 8536175"/>
                    <a:gd name="connsiteX3" fmla="*/ 108411 w 8134812"/>
                    <a:gd name="connsiteY3" fmla="*/ 2207947 h 8536175"/>
                    <a:gd name="connsiteX4" fmla="*/ 1008296 w 8134812"/>
                    <a:gd name="connsiteY4" fmla="*/ 1496748 h 8536175"/>
                    <a:gd name="connsiteX5" fmla="*/ 3432182 w 8134812"/>
                    <a:gd name="connsiteY5" fmla="*/ 3935148 h 8536175"/>
                    <a:gd name="connsiteX6" fmla="*/ 718011 w 8134812"/>
                    <a:gd name="connsiteY6" fmla="*/ 1177434 h 8536175"/>
                    <a:gd name="connsiteX7" fmla="*/ 1719497 w 8134812"/>
                    <a:gd name="connsiteY7" fmla="*/ 480749 h 8536175"/>
                    <a:gd name="connsiteX8" fmla="*/ 4085326 w 8134812"/>
                    <a:gd name="connsiteY8" fmla="*/ 2962692 h 8536175"/>
                    <a:gd name="connsiteX9" fmla="*/ 2133444 w 8134812"/>
                    <a:gd name="connsiteY9" fmla="*/ 853476 h 8536175"/>
                    <a:gd name="connsiteX10" fmla="*/ 3170925 w 8134812"/>
                    <a:gd name="connsiteY10" fmla="*/ 263035 h 8536175"/>
                    <a:gd name="connsiteX11" fmla="*/ 6538239 w 8134812"/>
                    <a:gd name="connsiteY11" fmla="*/ 3717433 h 8536175"/>
                    <a:gd name="connsiteX12" fmla="*/ 6090619 w 8134812"/>
                    <a:gd name="connsiteY12" fmla="*/ 2224786 h 8536175"/>
                    <a:gd name="connsiteX13" fmla="*/ 6639839 w 8134812"/>
                    <a:gd name="connsiteY13" fmla="*/ 1017778 h 8536175"/>
                    <a:gd name="connsiteX14" fmla="*/ 7757440 w 8134812"/>
                    <a:gd name="connsiteY14" fmla="*/ 2962690 h 8536175"/>
                    <a:gd name="connsiteX15" fmla="*/ 7989669 w 8134812"/>
                    <a:gd name="connsiteY15" fmla="*/ 4327033 h 8536175"/>
                    <a:gd name="connsiteX16" fmla="*/ 8134812 w 8134812"/>
                    <a:gd name="connsiteY16" fmla="*/ 5531718 h 8536175"/>
                    <a:gd name="connsiteX17" fmla="*/ 5333553 w 8134812"/>
                    <a:gd name="connsiteY17" fmla="*/ 8536175 h 8536175"/>
                    <a:gd name="connsiteX18" fmla="*/ 5057784 w 8134812"/>
                    <a:gd name="connsiteY18" fmla="*/ 8449089 h 8536175"/>
                    <a:gd name="connsiteX19" fmla="*/ 541518 w 8134812"/>
                    <a:gd name="connsiteY19" fmla="*/ 4036746 h 8536175"/>
                    <a:gd name="connsiteX0" fmla="*/ 541518 w 8134812"/>
                    <a:gd name="connsiteY0" fmla="*/ 4036746 h 8536175"/>
                    <a:gd name="connsiteX1" fmla="*/ 1163309 w 8134812"/>
                    <a:gd name="connsiteY1" fmla="*/ 3354577 h 8536175"/>
                    <a:gd name="connsiteX2" fmla="*/ 2967723 w 8134812"/>
                    <a:gd name="connsiteY2" fmla="*/ 5183377 h 8536175"/>
                    <a:gd name="connsiteX3" fmla="*/ 108411 w 8134812"/>
                    <a:gd name="connsiteY3" fmla="*/ 2207947 h 8536175"/>
                    <a:gd name="connsiteX4" fmla="*/ 1008296 w 8134812"/>
                    <a:gd name="connsiteY4" fmla="*/ 1496748 h 8536175"/>
                    <a:gd name="connsiteX5" fmla="*/ 3432182 w 8134812"/>
                    <a:gd name="connsiteY5" fmla="*/ 3935148 h 8536175"/>
                    <a:gd name="connsiteX6" fmla="*/ 718011 w 8134812"/>
                    <a:gd name="connsiteY6" fmla="*/ 1177434 h 8536175"/>
                    <a:gd name="connsiteX7" fmla="*/ 1719497 w 8134812"/>
                    <a:gd name="connsiteY7" fmla="*/ 480749 h 8536175"/>
                    <a:gd name="connsiteX8" fmla="*/ 4085326 w 8134812"/>
                    <a:gd name="connsiteY8" fmla="*/ 2962692 h 8536175"/>
                    <a:gd name="connsiteX9" fmla="*/ 2133444 w 8134812"/>
                    <a:gd name="connsiteY9" fmla="*/ 853476 h 8536175"/>
                    <a:gd name="connsiteX10" fmla="*/ 3170925 w 8134812"/>
                    <a:gd name="connsiteY10" fmla="*/ 263035 h 8536175"/>
                    <a:gd name="connsiteX11" fmla="*/ 6538239 w 8134812"/>
                    <a:gd name="connsiteY11" fmla="*/ 3717433 h 8536175"/>
                    <a:gd name="connsiteX12" fmla="*/ 6090619 w 8134812"/>
                    <a:gd name="connsiteY12" fmla="*/ 2224786 h 8536175"/>
                    <a:gd name="connsiteX13" fmla="*/ 6639839 w 8134812"/>
                    <a:gd name="connsiteY13" fmla="*/ 1017778 h 8536175"/>
                    <a:gd name="connsiteX14" fmla="*/ 7757440 w 8134812"/>
                    <a:gd name="connsiteY14" fmla="*/ 2962690 h 8536175"/>
                    <a:gd name="connsiteX15" fmla="*/ 7989669 w 8134812"/>
                    <a:gd name="connsiteY15" fmla="*/ 4327033 h 8536175"/>
                    <a:gd name="connsiteX16" fmla="*/ 8134812 w 8134812"/>
                    <a:gd name="connsiteY16" fmla="*/ 5531718 h 8536175"/>
                    <a:gd name="connsiteX17" fmla="*/ 5333553 w 8134812"/>
                    <a:gd name="connsiteY17" fmla="*/ 8536175 h 8536175"/>
                    <a:gd name="connsiteX18" fmla="*/ 5057784 w 8134812"/>
                    <a:gd name="connsiteY18" fmla="*/ 8449089 h 8536175"/>
                    <a:gd name="connsiteX19" fmla="*/ 541518 w 8134812"/>
                    <a:gd name="connsiteY19" fmla="*/ 4036746 h 8536175"/>
                    <a:gd name="connsiteX0" fmla="*/ 541518 w 8134812"/>
                    <a:gd name="connsiteY0" fmla="*/ 4053000 h 8552429"/>
                    <a:gd name="connsiteX1" fmla="*/ 1163309 w 8134812"/>
                    <a:gd name="connsiteY1" fmla="*/ 3370831 h 8552429"/>
                    <a:gd name="connsiteX2" fmla="*/ 2967723 w 8134812"/>
                    <a:gd name="connsiteY2" fmla="*/ 5199631 h 8552429"/>
                    <a:gd name="connsiteX3" fmla="*/ 108411 w 8134812"/>
                    <a:gd name="connsiteY3" fmla="*/ 2224201 h 8552429"/>
                    <a:gd name="connsiteX4" fmla="*/ 1008296 w 8134812"/>
                    <a:gd name="connsiteY4" fmla="*/ 1513002 h 8552429"/>
                    <a:gd name="connsiteX5" fmla="*/ 3432182 w 8134812"/>
                    <a:gd name="connsiteY5" fmla="*/ 3951402 h 8552429"/>
                    <a:gd name="connsiteX6" fmla="*/ 718011 w 8134812"/>
                    <a:gd name="connsiteY6" fmla="*/ 1193688 h 8552429"/>
                    <a:gd name="connsiteX7" fmla="*/ 1719497 w 8134812"/>
                    <a:gd name="connsiteY7" fmla="*/ 497003 h 8552429"/>
                    <a:gd name="connsiteX8" fmla="*/ 4085326 w 8134812"/>
                    <a:gd name="connsiteY8" fmla="*/ 2978946 h 8552429"/>
                    <a:gd name="connsiteX9" fmla="*/ 2133444 w 8134812"/>
                    <a:gd name="connsiteY9" fmla="*/ 869730 h 8552429"/>
                    <a:gd name="connsiteX10" fmla="*/ 3170925 w 8134812"/>
                    <a:gd name="connsiteY10" fmla="*/ 279289 h 8552429"/>
                    <a:gd name="connsiteX11" fmla="*/ 6538239 w 8134812"/>
                    <a:gd name="connsiteY11" fmla="*/ 3733687 h 8552429"/>
                    <a:gd name="connsiteX12" fmla="*/ 6090619 w 8134812"/>
                    <a:gd name="connsiteY12" fmla="*/ 2241040 h 8552429"/>
                    <a:gd name="connsiteX13" fmla="*/ 6639839 w 8134812"/>
                    <a:gd name="connsiteY13" fmla="*/ 1034032 h 8552429"/>
                    <a:gd name="connsiteX14" fmla="*/ 7757440 w 8134812"/>
                    <a:gd name="connsiteY14" fmla="*/ 2978944 h 8552429"/>
                    <a:gd name="connsiteX15" fmla="*/ 7989669 w 8134812"/>
                    <a:gd name="connsiteY15" fmla="*/ 4343287 h 8552429"/>
                    <a:gd name="connsiteX16" fmla="*/ 8134812 w 8134812"/>
                    <a:gd name="connsiteY16" fmla="*/ 5547972 h 8552429"/>
                    <a:gd name="connsiteX17" fmla="*/ 5333553 w 8134812"/>
                    <a:gd name="connsiteY17" fmla="*/ 8552429 h 8552429"/>
                    <a:gd name="connsiteX18" fmla="*/ 5057784 w 8134812"/>
                    <a:gd name="connsiteY18" fmla="*/ 8465343 h 8552429"/>
                    <a:gd name="connsiteX19" fmla="*/ 541518 w 8134812"/>
                    <a:gd name="connsiteY19" fmla="*/ 4053000 h 8552429"/>
                    <a:gd name="connsiteX0" fmla="*/ 541518 w 8134812"/>
                    <a:gd name="connsiteY0" fmla="*/ 4050353 h 8549782"/>
                    <a:gd name="connsiteX1" fmla="*/ 1163309 w 8134812"/>
                    <a:gd name="connsiteY1" fmla="*/ 3368184 h 8549782"/>
                    <a:gd name="connsiteX2" fmla="*/ 2967723 w 8134812"/>
                    <a:gd name="connsiteY2" fmla="*/ 5196984 h 8549782"/>
                    <a:gd name="connsiteX3" fmla="*/ 108411 w 8134812"/>
                    <a:gd name="connsiteY3" fmla="*/ 2221554 h 8549782"/>
                    <a:gd name="connsiteX4" fmla="*/ 1008296 w 8134812"/>
                    <a:gd name="connsiteY4" fmla="*/ 1510355 h 8549782"/>
                    <a:gd name="connsiteX5" fmla="*/ 3432182 w 8134812"/>
                    <a:gd name="connsiteY5" fmla="*/ 3948755 h 8549782"/>
                    <a:gd name="connsiteX6" fmla="*/ 718011 w 8134812"/>
                    <a:gd name="connsiteY6" fmla="*/ 1191041 h 8549782"/>
                    <a:gd name="connsiteX7" fmla="*/ 1719497 w 8134812"/>
                    <a:gd name="connsiteY7" fmla="*/ 494356 h 8549782"/>
                    <a:gd name="connsiteX8" fmla="*/ 4085326 w 8134812"/>
                    <a:gd name="connsiteY8" fmla="*/ 2976299 h 8549782"/>
                    <a:gd name="connsiteX9" fmla="*/ 2133444 w 8134812"/>
                    <a:gd name="connsiteY9" fmla="*/ 867083 h 8549782"/>
                    <a:gd name="connsiteX10" fmla="*/ 3170925 w 8134812"/>
                    <a:gd name="connsiteY10" fmla="*/ 276642 h 8549782"/>
                    <a:gd name="connsiteX11" fmla="*/ 6538239 w 8134812"/>
                    <a:gd name="connsiteY11" fmla="*/ 3731040 h 8549782"/>
                    <a:gd name="connsiteX12" fmla="*/ 6090619 w 8134812"/>
                    <a:gd name="connsiteY12" fmla="*/ 2238393 h 8549782"/>
                    <a:gd name="connsiteX13" fmla="*/ 6639839 w 8134812"/>
                    <a:gd name="connsiteY13" fmla="*/ 1031385 h 8549782"/>
                    <a:gd name="connsiteX14" fmla="*/ 7757440 w 8134812"/>
                    <a:gd name="connsiteY14" fmla="*/ 2976297 h 8549782"/>
                    <a:gd name="connsiteX15" fmla="*/ 7989669 w 8134812"/>
                    <a:gd name="connsiteY15" fmla="*/ 4340640 h 8549782"/>
                    <a:gd name="connsiteX16" fmla="*/ 8134812 w 8134812"/>
                    <a:gd name="connsiteY16" fmla="*/ 5545325 h 8549782"/>
                    <a:gd name="connsiteX17" fmla="*/ 5333553 w 8134812"/>
                    <a:gd name="connsiteY17" fmla="*/ 8549782 h 8549782"/>
                    <a:gd name="connsiteX18" fmla="*/ 5057784 w 8134812"/>
                    <a:gd name="connsiteY18" fmla="*/ 8462696 h 8549782"/>
                    <a:gd name="connsiteX19" fmla="*/ 541518 w 8134812"/>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9315726"/>
                    <a:gd name="connsiteX1" fmla="*/ 1163309 w 8389877"/>
                    <a:gd name="connsiteY1" fmla="*/ 3368184 h 9315726"/>
                    <a:gd name="connsiteX2" fmla="*/ 2967723 w 8389877"/>
                    <a:gd name="connsiteY2" fmla="*/ 5196984 h 9315726"/>
                    <a:gd name="connsiteX3" fmla="*/ 108411 w 8389877"/>
                    <a:gd name="connsiteY3" fmla="*/ 2221554 h 9315726"/>
                    <a:gd name="connsiteX4" fmla="*/ 1008296 w 8389877"/>
                    <a:gd name="connsiteY4" fmla="*/ 1510355 h 9315726"/>
                    <a:gd name="connsiteX5" fmla="*/ 3432182 w 8389877"/>
                    <a:gd name="connsiteY5" fmla="*/ 3948755 h 9315726"/>
                    <a:gd name="connsiteX6" fmla="*/ 718011 w 8389877"/>
                    <a:gd name="connsiteY6" fmla="*/ 1191041 h 9315726"/>
                    <a:gd name="connsiteX7" fmla="*/ 1719497 w 8389877"/>
                    <a:gd name="connsiteY7" fmla="*/ 494356 h 9315726"/>
                    <a:gd name="connsiteX8" fmla="*/ 4085326 w 8389877"/>
                    <a:gd name="connsiteY8" fmla="*/ 2976299 h 9315726"/>
                    <a:gd name="connsiteX9" fmla="*/ 2133444 w 8389877"/>
                    <a:gd name="connsiteY9" fmla="*/ 867083 h 9315726"/>
                    <a:gd name="connsiteX10" fmla="*/ 3170925 w 8389877"/>
                    <a:gd name="connsiteY10" fmla="*/ 276642 h 9315726"/>
                    <a:gd name="connsiteX11" fmla="*/ 6538239 w 8389877"/>
                    <a:gd name="connsiteY11" fmla="*/ 3731040 h 9315726"/>
                    <a:gd name="connsiteX12" fmla="*/ 6090619 w 8389877"/>
                    <a:gd name="connsiteY12" fmla="*/ 2238393 h 9315726"/>
                    <a:gd name="connsiteX13" fmla="*/ 6639839 w 8389877"/>
                    <a:gd name="connsiteY13" fmla="*/ 1031385 h 9315726"/>
                    <a:gd name="connsiteX14" fmla="*/ 7757440 w 8389877"/>
                    <a:gd name="connsiteY14" fmla="*/ 2976297 h 9315726"/>
                    <a:gd name="connsiteX15" fmla="*/ 7989669 w 8389877"/>
                    <a:gd name="connsiteY15" fmla="*/ 4340640 h 9315726"/>
                    <a:gd name="connsiteX16" fmla="*/ 8389877 w 8389877"/>
                    <a:gd name="connsiteY16" fmla="*/ 5777404 h 9315726"/>
                    <a:gd name="connsiteX17" fmla="*/ 6336452 w 8389877"/>
                    <a:gd name="connsiteY17" fmla="*/ 9315727 h 9315726"/>
                    <a:gd name="connsiteX18" fmla="*/ 5057784 w 8389877"/>
                    <a:gd name="connsiteY18" fmla="*/ 8462696 h 9315726"/>
                    <a:gd name="connsiteX19" fmla="*/ 541518 w 8389877"/>
                    <a:gd name="connsiteY19" fmla="*/ 4050353 h 9315726"/>
                    <a:gd name="connsiteX0" fmla="*/ 541518 w 8389877"/>
                    <a:gd name="connsiteY0" fmla="*/ 4050353 h 9224165"/>
                    <a:gd name="connsiteX1" fmla="*/ 1163309 w 8389877"/>
                    <a:gd name="connsiteY1" fmla="*/ 3368184 h 9224165"/>
                    <a:gd name="connsiteX2" fmla="*/ 2967723 w 8389877"/>
                    <a:gd name="connsiteY2" fmla="*/ 5196984 h 9224165"/>
                    <a:gd name="connsiteX3" fmla="*/ 108411 w 8389877"/>
                    <a:gd name="connsiteY3" fmla="*/ 2221554 h 9224165"/>
                    <a:gd name="connsiteX4" fmla="*/ 1008296 w 8389877"/>
                    <a:gd name="connsiteY4" fmla="*/ 1510355 h 9224165"/>
                    <a:gd name="connsiteX5" fmla="*/ 3432182 w 8389877"/>
                    <a:gd name="connsiteY5" fmla="*/ 3948755 h 9224165"/>
                    <a:gd name="connsiteX6" fmla="*/ 718011 w 8389877"/>
                    <a:gd name="connsiteY6" fmla="*/ 1191041 h 9224165"/>
                    <a:gd name="connsiteX7" fmla="*/ 1719497 w 8389877"/>
                    <a:gd name="connsiteY7" fmla="*/ 494356 h 9224165"/>
                    <a:gd name="connsiteX8" fmla="*/ 4085326 w 8389877"/>
                    <a:gd name="connsiteY8" fmla="*/ 2976299 h 9224165"/>
                    <a:gd name="connsiteX9" fmla="*/ 2133444 w 8389877"/>
                    <a:gd name="connsiteY9" fmla="*/ 867083 h 9224165"/>
                    <a:gd name="connsiteX10" fmla="*/ 3170925 w 8389877"/>
                    <a:gd name="connsiteY10" fmla="*/ 276642 h 9224165"/>
                    <a:gd name="connsiteX11" fmla="*/ 6538239 w 8389877"/>
                    <a:gd name="connsiteY11" fmla="*/ 3731040 h 9224165"/>
                    <a:gd name="connsiteX12" fmla="*/ 6090619 w 8389877"/>
                    <a:gd name="connsiteY12" fmla="*/ 2238393 h 9224165"/>
                    <a:gd name="connsiteX13" fmla="*/ 6639839 w 8389877"/>
                    <a:gd name="connsiteY13" fmla="*/ 1031385 h 9224165"/>
                    <a:gd name="connsiteX14" fmla="*/ 7757440 w 8389877"/>
                    <a:gd name="connsiteY14" fmla="*/ 2976297 h 9224165"/>
                    <a:gd name="connsiteX15" fmla="*/ 7989669 w 8389877"/>
                    <a:gd name="connsiteY15" fmla="*/ 4340640 h 9224165"/>
                    <a:gd name="connsiteX16" fmla="*/ 8389877 w 8389877"/>
                    <a:gd name="connsiteY16" fmla="*/ 5777404 h 9224165"/>
                    <a:gd name="connsiteX17" fmla="*/ 6266896 w 8389877"/>
                    <a:gd name="connsiteY17" fmla="*/ 9224162 h 9224165"/>
                    <a:gd name="connsiteX18" fmla="*/ 5057784 w 8389877"/>
                    <a:gd name="connsiteY18" fmla="*/ 8462696 h 9224165"/>
                    <a:gd name="connsiteX19" fmla="*/ 541518 w 8389877"/>
                    <a:gd name="connsiteY19" fmla="*/ 4050353 h 9224165"/>
                    <a:gd name="connsiteX0" fmla="*/ 541518 w 8389877"/>
                    <a:gd name="connsiteY0" fmla="*/ 4050353 h 9224165"/>
                    <a:gd name="connsiteX1" fmla="*/ 1163309 w 8389877"/>
                    <a:gd name="connsiteY1" fmla="*/ 3368184 h 9224165"/>
                    <a:gd name="connsiteX2" fmla="*/ 2967723 w 8389877"/>
                    <a:gd name="connsiteY2" fmla="*/ 5196984 h 9224165"/>
                    <a:gd name="connsiteX3" fmla="*/ 108411 w 8389877"/>
                    <a:gd name="connsiteY3" fmla="*/ 2221554 h 9224165"/>
                    <a:gd name="connsiteX4" fmla="*/ 1008296 w 8389877"/>
                    <a:gd name="connsiteY4" fmla="*/ 1510355 h 9224165"/>
                    <a:gd name="connsiteX5" fmla="*/ 3432182 w 8389877"/>
                    <a:gd name="connsiteY5" fmla="*/ 3948755 h 9224165"/>
                    <a:gd name="connsiteX6" fmla="*/ 718011 w 8389877"/>
                    <a:gd name="connsiteY6" fmla="*/ 1191041 h 9224165"/>
                    <a:gd name="connsiteX7" fmla="*/ 1719497 w 8389877"/>
                    <a:gd name="connsiteY7" fmla="*/ 494356 h 9224165"/>
                    <a:gd name="connsiteX8" fmla="*/ 4085326 w 8389877"/>
                    <a:gd name="connsiteY8" fmla="*/ 2976299 h 9224165"/>
                    <a:gd name="connsiteX9" fmla="*/ 2133444 w 8389877"/>
                    <a:gd name="connsiteY9" fmla="*/ 867083 h 9224165"/>
                    <a:gd name="connsiteX10" fmla="*/ 3170925 w 8389877"/>
                    <a:gd name="connsiteY10" fmla="*/ 276642 h 9224165"/>
                    <a:gd name="connsiteX11" fmla="*/ 6538239 w 8389877"/>
                    <a:gd name="connsiteY11" fmla="*/ 3731040 h 9224165"/>
                    <a:gd name="connsiteX12" fmla="*/ 6090619 w 8389877"/>
                    <a:gd name="connsiteY12" fmla="*/ 2238393 h 9224165"/>
                    <a:gd name="connsiteX13" fmla="*/ 6639839 w 8389877"/>
                    <a:gd name="connsiteY13" fmla="*/ 1031385 h 9224165"/>
                    <a:gd name="connsiteX14" fmla="*/ 7757440 w 8389877"/>
                    <a:gd name="connsiteY14" fmla="*/ 2976297 h 9224165"/>
                    <a:gd name="connsiteX15" fmla="*/ 7989669 w 8389877"/>
                    <a:gd name="connsiteY15" fmla="*/ 4340640 h 9224165"/>
                    <a:gd name="connsiteX16" fmla="*/ 8389877 w 8389877"/>
                    <a:gd name="connsiteY16" fmla="*/ 5777404 h 9224165"/>
                    <a:gd name="connsiteX17" fmla="*/ 6266896 w 8389877"/>
                    <a:gd name="connsiteY17" fmla="*/ 9224162 h 9224165"/>
                    <a:gd name="connsiteX18" fmla="*/ 5057784 w 8389877"/>
                    <a:gd name="connsiteY18" fmla="*/ 8462696 h 9224165"/>
                    <a:gd name="connsiteX19" fmla="*/ 541518 w 8389877"/>
                    <a:gd name="connsiteY19" fmla="*/ 4050353 h 9224165"/>
                    <a:gd name="connsiteX0" fmla="*/ 541518 w 8389877"/>
                    <a:gd name="connsiteY0" fmla="*/ 4050353 h 9224165"/>
                    <a:gd name="connsiteX1" fmla="*/ 1163309 w 8389877"/>
                    <a:gd name="connsiteY1" fmla="*/ 3368184 h 9224165"/>
                    <a:gd name="connsiteX2" fmla="*/ 2967723 w 8389877"/>
                    <a:gd name="connsiteY2" fmla="*/ 5196984 h 9224165"/>
                    <a:gd name="connsiteX3" fmla="*/ 108411 w 8389877"/>
                    <a:gd name="connsiteY3" fmla="*/ 2221554 h 9224165"/>
                    <a:gd name="connsiteX4" fmla="*/ 1008296 w 8389877"/>
                    <a:gd name="connsiteY4" fmla="*/ 1510355 h 9224165"/>
                    <a:gd name="connsiteX5" fmla="*/ 3432182 w 8389877"/>
                    <a:gd name="connsiteY5" fmla="*/ 3948755 h 9224165"/>
                    <a:gd name="connsiteX6" fmla="*/ 718011 w 8389877"/>
                    <a:gd name="connsiteY6" fmla="*/ 1191041 h 9224165"/>
                    <a:gd name="connsiteX7" fmla="*/ 1719497 w 8389877"/>
                    <a:gd name="connsiteY7" fmla="*/ 494356 h 9224165"/>
                    <a:gd name="connsiteX8" fmla="*/ 4085326 w 8389877"/>
                    <a:gd name="connsiteY8" fmla="*/ 2976299 h 9224165"/>
                    <a:gd name="connsiteX9" fmla="*/ 2133444 w 8389877"/>
                    <a:gd name="connsiteY9" fmla="*/ 867083 h 9224165"/>
                    <a:gd name="connsiteX10" fmla="*/ 3170925 w 8389877"/>
                    <a:gd name="connsiteY10" fmla="*/ 276642 h 9224165"/>
                    <a:gd name="connsiteX11" fmla="*/ 6538239 w 8389877"/>
                    <a:gd name="connsiteY11" fmla="*/ 3731040 h 9224165"/>
                    <a:gd name="connsiteX12" fmla="*/ 6090619 w 8389877"/>
                    <a:gd name="connsiteY12" fmla="*/ 2238393 h 9224165"/>
                    <a:gd name="connsiteX13" fmla="*/ 6639839 w 8389877"/>
                    <a:gd name="connsiteY13" fmla="*/ 1031385 h 9224165"/>
                    <a:gd name="connsiteX14" fmla="*/ 7757440 w 8389877"/>
                    <a:gd name="connsiteY14" fmla="*/ 2976297 h 9224165"/>
                    <a:gd name="connsiteX15" fmla="*/ 7989669 w 8389877"/>
                    <a:gd name="connsiteY15" fmla="*/ 4340640 h 9224165"/>
                    <a:gd name="connsiteX16" fmla="*/ 8389877 w 8389877"/>
                    <a:gd name="connsiteY16" fmla="*/ 5777404 h 9224165"/>
                    <a:gd name="connsiteX17" fmla="*/ 6266896 w 8389877"/>
                    <a:gd name="connsiteY17" fmla="*/ 9224162 h 9224165"/>
                    <a:gd name="connsiteX18" fmla="*/ 5057784 w 8389877"/>
                    <a:gd name="connsiteY18" fmla="*/ 8462696 h 9224165"/>
                    <a:gd name="connsiteX19" fmla="*/ 541518 w 8389877"/>
                    <a:gd name="connsiteY19" fmla="*/ 4050353 h 9224165"/>
                    <a:gd name="connsiteX0" fmla="*/ 541518 w 8359910"/>
                    <a:gd name="connsiteY0" fmla="*/ 4050353 h 9224165"/>
                    <a:gd name="connsiteX1" fmla="*/ 1163309 w 8359910"/>
                    <a:gd name="connsiteY1" fmla="*/ 3368184 h 9224165"/>
                    <a:gd name="connsiteX2" fmla="*/ 2967723 w 8359910"/>
                    <a:gd name="connsiteY2" fmla="*/ 5196984 h 9224165"/>
                    <a:gd name="connsiteX3" fmla="*/ 108411 w 8359910"/>
                    <a:gd name="connsiteY3" fmla="*/ 2221554 h 9224165"/>
                    <a:gd name="connsiteX4" fmla="*/ 1008296 w 8359910"/>
                    <a:gd name="connsiteY4" fmla="*/ 1510355 h 9224165"/>
                    <a:gd name="connsiteX5" fmla="*/ 3432182 w 8359910"/>
                    <a:gd name="connsiteY5" fmla="*/ 3948755 h 9224165"/>
                    <a:gd name="connsiteX6" fmla="*/ 718011 w 8359910"/>
                    <a:gd name="connsiteY6" fmla="*/ 1191041 h 9224165"/>
                    <a:gd name="connsiteX7" fmla="*/ 1719497 w 8359910"/>
                    <a:gd name="connsiteY7" fmla="*/ 494356 h 9224165"/>
                    <a:gd name="connsiteX8" fmla="*/ 4085326 w 8359910"/>
                    <a:gd name="connsiteY8" fmla="*/ 2976299 h 9224165"/>
                    <a:gd name="connsiteX9" fmla="*/ 2133444 w 8359910"/>
                    <a:gd name="connsiteY9" fmla="*/ 867083 h 9224165"/>
                    <a:gd name="connsiteX10" fmla="*/ 3170925 w 8359910"/>
                    <a:gd name="connsiteY10" fmla="*/ 276642 h 9224165"/>
                    <a:gd name="connsiteX11" fmla="*/ 6538239 w 8359910"/>
                    <a:gd name="connsiteY11" fmla="*/ 3731040 h 9224165"/>
                    <a:gd name="connsiteX12" fmla="*/ 6090619 w 8359910"/>
                    <a:gd name="connsiteY12" fmla="*/ 2238393 h 9224165"/>
                    <a:gd name="connsiteX13" fmla="*/ 6639839 w 8359910"/>
                    <a:gd name="connsiteY13" fmla="*/ 1031385 h 9224165"/>
                    <a:gd name="connsiteX14" fmla="*/ 7757440 w 8359910"/>
                    <a:gd name="connsiteY14" fmla="*/ 2976297 h 9224165"/>
                    <a:gd name="connsiteX15" fmla="*/ 7989669 w 8359910"/>
                    <a:gd name="connsiteY15" fmla="*/ 4340640 h 9224165"/>
                    <a:gd name="connsiteX16" fmla="*/ 8359907 w 8359910"/>
                    <a:gd name="connsiteY16" fmla="*/ 5645609 h 9224165"/>
                    <a:gd name="connsiteX17" fmla="*/ 6266896 w 8359910"/>
                    <a:gd name="connsiteY17" fmla="*/ 9224162 h 9224165"/>
                    <a:gd name="connsiteX18" fmla="*/ 5057784 w 8359910"/>
                    <a:gd name="connsiteY18" fmla="*/ 8462696 h 9224165"/>
                    <a:gd name="connsiteX19" fmla="*/ 541518 w 8359910"/>
                    <a:gd name="connsiteY19" fmla="*/ 4050353 h 9224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359910" h="9224165">
                      <a:moveTo>
                        <a:pt x="541518" y="4050353"/>
                      </a:moveTo>
                      <a:cubicBezTo>
                        <a:pt x="125441" y="3629439"/>
                        <a:pt x="694015" y="2947268"/>
                        <a:pt x="1163309" y="3368184"/>
                      </a:cubicBezTo>
                      <a:lnTo>
                        <a:pt x="2967723" y="5196984"/>
                      </a:lnTo>
                      <a:lnTo>
                        <a:pt x="108411" y="2221554"/>
                      </a:lnTo>
                      <a:cubicBezTo>
                        <a:pt x="-288312" y="1549060"/>
                        <a:pt x="493523" y="1038543"/>
                        <a:pt x="1008296" y="1510355"/>
                      </a:cubicBezTo>
                      <a:lnTo>
                        <a:pt x="3432182" y="3948755"/>
                      </a:lnTo>
                      <a:lnTo>
                        <a:pt x="718011" y="1191041"/>
                      </a:lnTo>
                      <a:cubicBezTo>
                        <a:pt x="330963" y="465328"/>
                        <a:pt x="1235688" y="29898"/>
                        <a:pt x="1719497" y="494356"/>
                      </a:cubicBezTo>
                      <a:lnTo>
                        <a:pt x="4085326" y="2976299"/>
                      </a:lnTo>
                      <a:lnTo>
                        <a:pt x="2133444" y="867083"/>
                      </a:lnTo>
                      <a:cubicBezTo>
                        <a:pt x="1689694" y="110019"/>
                        <a:pt x="2618995" y="-311477"/>
                        <a:pt x="3170925" y="276642"/>
                      </a:cubicBezTo>
                      <a:lnTo>
                        <a:pt x="6538239" y="3731040"/>
                      </a:lnTo>
                      <a:cubicBezTo>
                        <a:pt x="6567268" y="3498812"/>
                        <a:pt x="6433736" y="2847992"/>
                        <a:pt x="6090619" y="2238393"/>
                      </a:cubicBezTo>
                      <a:cubicBezTo>
                        <a:pt x="5902707" y="1832574"/>
                        <a:pt x="6141515" y="1249099"/>
                        <a:pt x="6639839" y="1031385"/>
                      </a:cubicBezTo>
                      <a:cubicBezTo>
                        <a:pt x="7026887" y="1679688"/>
                        <a:pt x="7384906" y="2327993"/>
                        <a:pt x="7757440" y="2976297"/>
                      </a:cubicBezTo>
                      <a:lnTo>
                        <a:pt x="7989669" y="4340640"/>
                      </a:lnTo>
                      <a:cubicBezTo>
                        <a:pt x="8085131" y="4794167"/>
                        <a:pt x="8202090" y="5502563"/>
                        <a:pt x="8359907" y="5645609"/>
                      </a:cubicBezTo>
                      <a:cubicBezTo>
                        <a:pt x="7584628" y="6890205"/>
                        <a:pt x="7007393" y="7933774"/>
                        <a:pt x="6266896" y="9224162"/>
                      </a:cubicBezTo>
                      <a:cubicBezTo>
                        <a:pt x="6129010" y="9197551"/>
                        <a:pt x="5181156" y="8530430"/>
                        <a:pt x="5057784" y="8462696"/>
                      </a:cubicBezTo>
                      <a:cubicBezTo>
                        <a:pt x="4397384" y="8046620"/>
                        <a:pt x="768618" y="4236716"/>
                        <a:pt x="541518" y="4050353"/>
                      </a:cubicBezTo>
                      <a:close/>
                    </a:path>
                  </a:pathLst>
                </a:custGeom>
                <a:solidFill>
                  <a:srgbClr val="F4B18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sp>
              <p:nvSpPr>
                <p:cNvPr id="200" name="Rectangle 199"/>
                <p:cNvSpPr/>
                <p:nvPr/>
              </p:nvSpPr>
              <p:spPr>
                <a:xfrm rot="931662">
                  <a:off x="2398743" y="1342819"/>
                  <a:ext cx="150701" cy="28072"/>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sp>
              <p:nvSpPr>
                <p:cNvPr id="201" name="Rectangle 200"/>
                <p:cNvSpPr/>
                <p:nvPr/>
              </p:nvSpPr>
              <p:spPr>
                <a:xfrm rot="15788985">
                  <a:off x="2764794" y="1971126"/>
                  <a:ext cx="150702" cy="28072"/>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sp>
              <p:nvSpPr>
                <p:cNvPr id="202" name="Rectangle 8"/>
                <p:cNvSpPr/>
                <p:nvPr/>
              </p:nvSpPr>
              <p:spPr>
                <a:xfrm>
                  <a:off x="2397737" y="839172"/>
                  <a:ext cx="1258727" cy="1228999"/>
                </a:xfrm>
                <a:custGeom>
                  <a:avLst/>
                  <a:gdLst>
                    <a:gd name="connsiteX0" fmla="*/ 0 w 1243013"/>
                    <a:gd name="connsiteY0" fmla="*/ 0 h 1193006"/>
                    <a:gd name="connsiteX1" fmla="*/ 1243013 w 1243013"/>
                    <a:gd name="connsiteY1" fmla="*/ 0 h 1193006"/>
                    <a:gd name="connsiteX2" fmla="*/ 1243013 w 1243013"/>
                    <a:gd name="connsiteY2" fmla="*/ 1193006 h 1193006"/>
                    <a:gd name="connsiteX3" fmla="*/ 0 w 1243013"/>
                    <a:gd name="connsiteY3" fmla="*/ 1193006 h 1193006"/>
                    <a:gd name="connsiteX4" fmla="*/ 0 w 1243013"/>
                    <a:gd name="connsiteY4" fmla="*/ 0 h 1193006"/>
                    <a:gd name="connsiteX0" fmla="*/ 26194 w 1243013"/>
                    <a:gd name="connsiteY0" fmla="*/ 42862 h 1193006"/>
                    <a:gd name="connsiteX1" fmla="*/ 1243013 w 1243013"/>
                    <a:gd name="connsiteY1" fmla="*/ 0 h 1193006"/>
                    <a:gd name="connsiteX2" fmla="*/ 1243013 w 1243013"/>
                    <a:gd name="connsiteY2" fmla="*/ 1193006 h 1193006"/>
                    <a:gd name="connsiteX3" fmla="*/ 0 w 1243013"/>
                    <a:gd name="connsiteY3" fmla="*/ 1193006 h 1193006"/>
                    <a:gd name="connsiteX4" fmla="*/ 26194 w 1243013"/>
                    <a:gd name="connsiteY4" fmla="*/ 42862 h 1193006"/>
                    <a:gd name="connsiteX0" fmla="*/ 26194 w 1243013"/>
                    <a:gd name="connsiteY0" fmla="*/ 123825 h 1273969"/>
                    <a:gd name="connsiteX1" fmla="*/ 581025 w 1243013"/>
                    <a:gd name="connsiteY1" fmla="*/ 0 h 1273969"/>
                    <a:gd name="connsiteX2" fmla="*/ 1243013 w 1243013"/>
                    <a:gd name="connsiteY2" fmla="*/ 1273969 h 1273969"/>
                    <a:gd name="connsiteX3" fmla="*/ 0 w 1243013"/>
                    <a:gd name="connsiteY3" fmla="*/ 1273969 h 1273969"/>
                    <a:gd name="connsiteX4" fmla="*/ 26194 w 1243013"/>
                    <a:gd name="connsiteY4" fmla="*/ 123825 h 1273969"/>
                    <a:gd name="connsiteX0" fmla="*/ 26194 w 1243013"/>
                    <a:gd name="connsiteY0" fmla="*/ 138750 h 1288894"/>
                    <a:gd name="connsiteX1" fmla="*/ 581025 w 1243013"/>
                    <a:gd name="connsiteY1" fmla="*/ 14925 h 1288894"/>
                    <a:gd name="connsiteX2" fmla="*/ 1243013 w 1243013"/>
                    <a:gd name="connsiteY2" fmla="*/ 1288894 h 1288894"/>
                    <a:gd name="connsiteX3" fmla="*/ 0 w 1243013"/>
                    <a:gd name="connsiteY3" fmla="*/ 1288894 h 1288894"/>
                    <a:gd name="connsiteX4" fmla="*/ 26194 w 1243013"/>
                    <a:gd name="connsiteY4" fmla="*/ 138750 h 1288894"/>
                    <a:gd name="connsiteX0" fmla="*/ 26194 w 1243013"/>
                    <a:gd name="connsiteY0" fmla="*/ 139595 h 1289739"/>
                    <a:gd name="connsiteX1" fmla="*/ 581025 w 1243013"/>
                    <a:gd name="connsiteY1" fmla="*/ 15770 h 1289739"/>
                    <a:gd name="connsiteX2" fmla="*/ 1243013 w 1243013"/>
                    <a:gd name="connsiteY2" fmla="*/ 1289739 h 1289739"/>
                    <a:gd name="connsiteX3" fmla="*/ 0 w 1243013"/>
                    <a:gd name="connsiteY3" fmla="*/ 1289739 h 1289739"/>
                    <a:gd name="connsiteX4" fmla="*/ 26194 w 1243013"/>
                    <a:gd name="connsiteY4" fmla="*/ 139595 h 1289739"/>
                    <a:gd name="connsiteX0" fmla="*/ 35719 w 1243013"/>
                    <a:gd name="connsiteY0" fmla="*/ 128708 h 1290758"/>
                    <a:gd name="connsiteX1" fmla="*/ 581025 w 1243013"/>
                    <a:gd name="connsiteY1" fmla="*/ 16789 h 1290758"/>
                    <a:gd name="connsiteX2" fmla="*/ 1243013 w 1243013"/>
                    <a:gd name="connsiteY2" fmla="*/ 1290758 h 1290758"/>
                    <a:gd name="connsiteX3" fmla="*/ 0 w 1243013"/>
                    <a:gd name="connsiteY3" fmla="*/ 1290758 h 1290758"/>
                    <a:gd name="connsiteX4" fmla="*/ 35719 w 1243013"/>
                    <a:gd name="connsiteY4" fmla="*/ 128708 h 1290758"/>
                    <a:gd name="connsiteX0" fmla="*/ 35719 w 1243013"/>
                    <a:gd name="connsiteY0" fmla="*/ 128124 h 1290174"/>
                    <a:gd name="connsiteX1" fmla="*/ 581025 w 1243013"/>
                    <a:gd name="connsiteY1" fmla="*/ 16205 h 1290174"/>
                    <a:gd name="connsiteX2" fmla="*/ 1243013 w 1243013"/>
                    <a:gd name="connsiteY2" fmla="*/ 1290174 h 1290174"/>
                    <a:gd name="connsiteX3" fmla="*/ 0 w 1243013"/>
                    <a:gd name="connsiteY3" fmla="*/ 1290174 h 1290174"/>
                    <a:gd name="connsiteX4" fmla="*/ 35719 w 1243013"/>
                    <a:gd name="connsiteY4" fmla="*/ 128124 h 1290174"/>
                    <a:gd name="connsiteX0" fmla="*/ 35719 w 1243013"/>
                    <a:gd name="connsiteY0" fmla="*/ 128124 h 1290174"/>
                    <a:gd name="connsiteX1" fmla="*/ 581025 w 1243013"/>
                    <a:gd name="connsiteY1" fmla="*/ 16205 h 1290174"/>
                    <a:gd name="connsiteX2" fmla="*/ 1243013 w 1243013"/>
                    <a:gd name="connsiteY2" fmla="*/ 1290174 h 1290174"/>
                    <a:gd name="connsiteX3" fmla="*/ 0 w 1243013"/>
                    <a:gd name="connsiteY3" fmla="*/ 1290174 h 1290174"/>
                    <a:gd name="connsiteX4" fmla="*/ 14288 w 1243013"/>
                    <a:gd name="connsiteY4" fmla="*/ 573420 h 1290174"/>
                    <a:gd name="connsiteX5" fmla="*/ 35719 w 1243013"/>
                    <a:gd name="connsiteY5" fmla="*/ 128124 h 1290174"/>
                    <a:gd name="connsiteX0" fmla="*/ 50006 w 1257300"/>
                    <a:gd name="connsiteY0" fmla="*/ 128124 h 1290174"/>
                    <a:gd name="connsiteX1" fmla="*/ 595312 w 1257300"/>
                    <a:gd name="connsiteY1" fmla="*/ 16205 h 1290174"/>
                    <a:gd name="connsiteX2" fmla="*/ 1257300 w 1257300"/>
                    <a:gd name="connsiteY2" fmla="*/ 1290174 h 1290174"/>
                    <a:gd name="connsiteX3" fmla="*/ 14287 w 1257300"/>
                    <a:gd name="connsiteY3" fmla="*/ 1290174 h 1290174"/>
                    <a:gd name="connsiteX4" fmla="*/ 0 w 1257300"/>
                    <a:gd name="connsiteY4" fmla="*/ 213851 h 1290174"/>
                    <a:gd name="connsiteX5" fmla="*/ 50006 w 1257300"/>
                    <a:gd name="connsiteY5" fmla="*/ 128124 h 1290174"/>
                    <a:gd name="connsiteX0" fmla="*/ 50119 w 1257413"/>
                    <a:gd name="connsiteY0" fmla="*/ 128124 h 1290174"/>
                    <a:gd name="connsiteX1" fmla="*/ 595425 w 1257413"/>
                    <a:gd name="connsiteY1" fmla="*/ 16205 h 1290174"/>
                    <a:gd name="connsiteX2" fmla="*/ 1257413 w 1257413"/>
                    <a:gd name="connsiteY2" fmla="*/ 1290174 h 1290174"/>
                    <a:gd name="connsiteX3" fmla="*/ 14400 w 1257413"/>
                    <a:gd name="connsiteY3" fmla="*/ 1290174 h 1290174"/>
                    <a:gd name="connsiteX4" fmla="*/ 113 w 1257413"/>
                    <a:gd name="connsiteY4" fmla="*/ 213851 h 1290174"/>
                    <a:gd name="connsiteX5" fmla="*/ 50119 w 1257413"/>
                    <a:gd name="connsiteY5" fmla="*/ 128124 h 1290174"/>
                    <a:gd name="connsiteX0" fmla="*/ 50611 w 1257905"/>
                    <a:gd name="connsiteY0" fmla="*/ 128124 h 1290174"/>
                    <a:gd name="connsiteX1" fmla="*/ 595917 w 1257905"/>
                    <a:gd name="connsiteY1" fmla="*/ 16205 h 1290174"/>
                    <a:gd name="connsiteX2" fmla="*/ 1257905 w 1257905"/>
                    <a:gd name="connsiteY2" fmla="*/ 1290174 h 1290174"/>
                    <a:gd name="connsiteX3" fmla="*/ 14892 w 1257905"/>
                    <a:gd name="connsiteY3" fmla="*/ 1290174 h 1290174"/>
                    <a:gd name="connsiteX4" fmla="*/ 605 w 1257905"/>
                    <a:gd name="connsiteY4" fmla="*/ 213851 h 1290174"/>
                    <a:gd name="connsiteX5" fmla="*/ 50611 w 1257905"/>
                    <a:gd name="connsiteY5" fmla="*/ 128124 h 1290174"/>
                    <a:gd name="connsiteX0" fmla="*/ 53298 w 1260592"/>
                    <a:gd name="connsiteY0" fmla="*/ 128124 h 1290174"/>
                    <a:gd name="connsiteX1" fmla="*/ 598604 w 1260592"/>
                    <a:gd name="connsiteY1" fmla="*/ 16205 h 1290174"/>
                    <a:gd name="connsiteX2" fmla="*/ 1260592 w 1260592"/>
                    <a:gd name="connsiteY2" fmla="*/ 1290174 h 1290174"/>
                    <a:gd name="connsiteX3" fmla="*/ 17579 w 1260592"/>
                    <a:gd name="connsiteY3" fmla="*/ 1290174 h 1290174"/>
                    <a:gd name="connsiteX4" fmla="*/ 3292 w 1260592"/>
                    <a:gd name="connsiteY4" fmla="*/ 213851 h 1290174"/>
                    <a:gd name="connsiteX5" fmla="*/ 53298 w 1260592"/>
                    <a:gd name="connsiteY5" fmla="*/ 128124 h 1290174"/>
                    <a:gd name="connsiteX0" fmla="*/ 53298 w 1260592"/>
                    <a:gd name="connsiteY0" fmla="*/ 128124 h 1290174"/>
                    <a:gd name="connsiteX1" fmla="*/ 598604 w 1260592"/>
                    <a:gd name="connsiteY1" fmla="*/ 16205 h 1290174"/>
                    <a:gd name="connsiteX2" fmla="*/ 1260592 w 1260592"/>
                    <a:gd name="connsiteY2" fmla="*/ 1290174 h 1290174"/>
                    <a:gd name="connsiteX3" fmla="*/ 17579 w 1260592"/>
                    <a:gd name="connsiteY3" fmla="*/ 1290174 h 1290174"/>
                    <a:gd name="connsiteX4" fmla="*/ 3293 w 1260592"/>
                    <a:gd name="connsiteY4" fmla="*/ 654382 h 1290174"/>
                    <a:gd name="connsiteX5" fmla="*/ 3292 w 1260592"/>
                    <a:gd name="connsiteY5" fmla="*/ 213851 h 1290174"/>
                    <a:gd name="connsiteX6" fmla="*/ 53298 w 1260592"/>
                    <a:gd name="connsiteY6" fmla="*/ 128124 h 1290174"/>
                    <a:gd name="connsiteX0" fmla="*/ 142874 w 1350168"/>
                    <a:gd name="connsiteY0" fmla="*/ 128124 h 1290174"/>
                    <a:gd name="connsiteX1" fmla="*/ 688180 w 1350168"/>
                    <a:gd name="connsiteY1" fmla="*/ 16205 h 1290174"/>
                    <a:gd name="connsiteX2" fmla="*/ 1350168 w 1350168"/>
                    <a:gd name="connsiteY2" fmla="*/ 1290174 h 1290174"/>
                    <a:gd name="connsiteX3" fmla="*/ 107155 w 1350168"/>
                    <a:gd name="connsiteY3" fmla="*/ 1290174 h 1290174"/>
                    <a:gd name="connsiteX4" fmla="*/ 0 w 1350168"/>
                    <a:gd name="connsiteY4" fmla="*/ 528175 h 1290174"/>
                    <a:gd name="connsiteX5" fmla="*/ 92868 w 1350168"/>
                    <a:gd name="connsiteY5" fmla="*/ 213851 h 1290174"/>
                    <a:gd name="connsiteX6" fmla="*/ 142874 w 1350168"/>
                    <a:gd name="connsiteY6" fmla="*/ 128124 h 1290174"/>
                    <a:gd name="connsiteX0" fmla="*/ 154780 w 1362074"/>
                    <a:gd name="connsiteY0" fmla="*/ 128124 h 1290174"/>
                    <a:gd name="connsiteX1" fmla="*/ 700086 w 1362074"/>
                    <a:gd name="connsiteY1" fmla="*/ 16205 h 1290174"/>
                    <a:gd name="connsiteX2" fmla="*/ 1362074 w 1362074"/>
                    <a:gd name="connsiteY2" fmla="*/ 1290174 h 1290174"/>
                    <a:gd name="connsiteX3" fmla="*/ 119061 w 1362074"/>
                    <a:gd name="connsiteY3" fmla="*/ 1290174 h 1290174"/>
                    <a:gd name="connsiteX4" fmla="*/ 0 w 1362074"/>
                    <a:gd name="connsiteY4" fmla="*/ 523412 h 1290174"/>
                    <a:gd name="connsiteX5" fmla="*/ 104774 w 1362074"/>
                    <a:gd name="connsiteY5" fmla="*/ 213851 h 1290174"/>
                    <a:gd name="connsiteX6" fmla="*/ 154780 w 1362074"/>
                    <a:gd name="connsiteY6" fmla="*/ 128124 h 1290174"/>
                    <a:gd name="connsiteX0" fmla="*/ 154780 w 1362074"/>
                    <a:gd name="connsiteY0" fmla="*/ 128124 h 1290174"/>
                    <a:gd name="connsiteX1" fmla="*/ 700086 w 1362074"/>
                    <a:gd name="connsiteY1" fmla="*/ 16205 h 1290174"/>
                    <a:gd name="connsiteX2" fmla="*/ 1362074 w 1362074"/>
                    <a:gd name="connsiteY2" fmla="*/ 1290174 h 1290174"/>
                    <a:gd name="connsiteX3" fmla="*/ 119061 w 1362074"/>
                    <a:gd name="connsiteY3" fmla="*/ 1290174 h 1290174"/>
                    <a:gd name="connsiteX4" fmla="*/ 0 w 1362074"/>
                    <a:gd name="connsiteY4" fmla="*/ 523412 h 1290174"/>
                    <a:gd name="connsiteX5" fmla="*/ 104774 w 1362074"/>
                    <a:gd name="connsiteY5" fmla="*/ 213851 h 1290174"/>
                    <a:gd name="connsiteX6" fmla="*/ 154780 w 1362074"/>
                    <a:gd name="connsiteY6" fmla="*/ 128124 h 1290174"/>
                    <a:gd name="connsiteX0" fmla="*/ 159542 w 1366836"/>
                    <a:gd name="connsiteY0" fmla="*/ 128124 h 1290174"/>
                    <a:gd name="connsiteX1" fmla="*/ 704848 w 1366836"/>
                    <a:gd name="connsiteY1" fmla="*/ 16205 h 1290174"/>
                    <a:gd name="connsiteX2" fmla="*/ 1366836 w 1366836"/>
                    <a:gd name="connsiteY2" fmla="*/ 1290174 h 1290174"/>
                    <a:gd name="connsiteX3" fmla="*/ 123823 w 1366836"/>
                    <a:gd name="connsiteY3" fmla="*/ 1290174 h 1290174"/>
                    <a:gd name="connsiteX4" fmla="*/ 0 w 1366836"/>
                    <a:gd name="connsiteY4" fmla="*/ 530556 h 1290174"/>
                    <a:gd name="connsiteX5" fmla="*/ 109536 w 1366836"/>
                    <a:gd name="connsiteY5" fmla="*/ 213851 h 1290174"/>
                    <a:gd name="connsiteX6" fmla="*/ 159542 w 1366836"/>
                    <a:gd name="connsiteY6" fmla="*/ 128124 h 1290174"/>
                    <a:gd name="connsiteX0" fmla="*/ 159542 w 1366836"/>
                    <a:gd name="connsiteY0" fmla="*/ 128124 h 1290174"/>
                    <a:gd name="connsiteX1" fmla="*/ 704848 w 1366836"/>
                    <a:gd name="connsiteY1" fmla="*/ 16205 h 1290174"/>
                    <a:gd name="connsiteX2" fmla="*/ 1366836 w 1366836"/>
                    <a:gd name="connsiteY2" fmla="*/ 1290174 h 1290174"/>
                    <a:gd name="connsiteX3" fmla="*/ 123823 w 1366836"/>
                    <a:gd name="connsiteY3" fmla="*/ 1290174 h 1290174"/>
                    <a:gd name="connsiteX4" fmla="*/ 0 w 1366836"/>
                    <a:gd name="connsiteY4" fmla="*/ 530556 h 1290174"/>
                    <a:gd name="connsiteX5" fmla="*/ 109536 w 1366836"/>
                    <a:gd name="connsiteY5" fmla="*/ 213851 h 1290174"/>
                    <a:gd name="connsiteX6" fmla="*/ 159542 w 1366836"/>
                    <a:gd name="connsiteY6" fmla="*/ 128124 h 1290174"/>
                    <a:gd name="connsiteX0" fmla="*/ 159542 w 1366836"/>
                    <a:gd name="connsiteY0" fmla="*/ 128124 h 1290174"/>
                    <a:gd name="connsiteX1" fmla="*/ 704848 w 1366836"/>
                    <a:gd name="connsiteY1" fmla="*/ 16205 h 1290174"/>
                    <a:gd name="connsiteX2" fmla="*/ 1366836 w 1366836"/>
                    <a:gd name="connsiteY2" fmla="*/ 1290174 h 1290174"/>
                    <a:gd name="connsiteX3" fmla="*/ 123823 w 1366836"/>
                    <a:gd name="connsiteY3" fmla="*/ 1290174 h 1290174"/>
                    <a:gd name="connsiteX4" fmla="*/ 0 w 1366836"/>
                    <a:gd name="connsiteY4" fmla="*/ 530556 h 1290174"/>
                    <a:gd name="connsiteX5" fmla="*/ 109536 w 1366836"/>
                    <a:gd name="connsiteY5" fmla="*/ 213851 h 1290174"/>
                    <a:gd name="connsiteX6" fmla="*/ 159542 w 1366836"/>
                    <a:gd name="connsiteY6" fmla="*/ 128124 h 1290174"/>
                    <a:gd name="connsiteX0" fmla="*/ 159542 w 1366836"/>
                    <a:gd name="connsiteY0" fmla="*/ 128124 h 1290174"/>
                    <a:gd name="connsiteX1" fmla="*/ 704848 w 1366836"/>
                    <a:gd name="connsiteY1" fmla="*/ 16205 h 1290174"/>
                    <a:gd name="connsiteX2" fmla="*/ 1366836 w 1366836"/>
                    <a:gd name="connsiteY2" fmla="*/ 1290174 h 1290174"/>
                    <a:gd name="connsiteX3" fmla="*/ 123823 w 1366836"/>
                    <a:gd name="connsiteY3" fmla="*/ 1290174 h 1290174"/>
                    <a:gd name="connsiteX4" fmla="*/ 0 w 1366836"/>
                    <a:gd name="connsiteY4" fmla="*/ 530556 h 1290174"/>
                    <a:gd name="connsiteX5" fmla="*/ 109536 w 1366836"/>
                    <a:gd name="connsiteY5" fmla="*/ 213851 h 1290174"/>
                    <a:gd name="connsiteX6" fmla="*/ 159542 w 1366836"/>
                    <a:gd name="connsiteY6" fmla="*/ 128124 h 1290174"/>
                    <a:gd name="connsiteX0" fmla="*/ 159542 w 1366836"/>
                    <a:gd name="connsiteY0" fmla="*/ 128124 h 1290174"/>
                    <a:gd name="connsiteX1" fmla="*/ 704848 w 1366836"/>
                    <a:gd name="connsiteY1" fmla="*/ 16205 h 1290174"/>
                    <a:gd name="connsiteX2" fmla="*/ 1366836 w 1366836"/>
                    <a:gd name="connsiteY2" fmla="*/ 1290174 h 1290174"/>
                    <a:gd name="connsiteX3" fmla="*/ 123823 w 1366836"/>
                    <a:gd name="connsiteY3" fmla="*/ 1290174 h 1290174"/>
                    <a:gd name="connsiteX4" fmla="*/ 0 w 1366836"/>
                    <a:gd name="connsiteY4" fmla="*/ 530556 h 1290174"/>
                    <a:gd name="connsiteX5" fmla="*/ 109536 w 1366836"/>
                    <a:gd name="connsiteY5" fmla="*/ 213851 h 1290174"/>
                    <a:gd name="connsiteX6" fmla="*/ 159542 w 1366836"/>
                    <a:gd name="connsiteY6" fmla="*/ 128124 h 1290174"/>
                    <a:gd name="connsiteX0" fmla="*/ 159542 w 1366836"/>
                    <a:gd name="connsiteY0" fmla="*/ 128124 h 1290174"/>
                    <a:gd name="connsiteX1" fmla="*/ 704848 w 1366836"/>
                    <a:gd name="connsiteY1" fmla="*/ 16205 h 1290174"/>
                    <a:gd name="connsiteX2" fmla="*/ 1366836 w 1366836"/>
                    <a:gd name="connsiteY2" fmla="*/ 1290174 h 1290174"/>
                    <a:gd name="connsiteX3" fmla="*/ 123823 w 1366836"/>
                    <a:gd name="connsiteY3" fmla="*/ 1290174 h 1290174"/>
                    <a:gd name="connsiteX4" fmla="*/ 0 w 1366836"/>
                    <a:gd name="connsiteY4" fmla="*/ 530556 h 1290174"/>
                    <a:gd name="connsiteX5" fmla="*/ 104773 w 1366836"/>
                    <a:gd name="connsiteY5" fmla="*/ 213851 h 1290174"/>
                    <a:gd name="connsiteX6" fmla="*/ 159542 w 1366836"/>
                    <a:gd name="connsiteY6" fmla="*/ 128124 h 1290174"/>
                    <a:gd name="connsiteX0" fmla="*/ 159542 w 1366836"/>
                    <a:gd name="connsiteY0" fmla="*/ 128124 h 1290174"/>
                    <a:gd name="connsiteX1" fmla="*/ 704848 w 1366836"/>
                    <a:gd name="connsiteY1" fmla="*/ 16205 h 1290174"/>
                    <a:gd name="connsiteX2" fmla="*/ 1366836 w 1366836"/>
                    <a:gd name="connsiteY2" fmla="*/ 1290174 h 1290174"/>
                    <a:gd name="connsiteX3" fmla="*/ 123823 w 1366836"/>
                    <a:gd name="connsiteY3" fmla="*/ 1290174 h 1290174"/>
                    <a:gd name="connsiteX4" fmla="*/ 52387 w 1366836"/>
                    <a:gd name="connsiteY4" fmla="*/ 871076 h 1290174"/>
                    <a:gd name="connsiteX5" fmla="*/ 0 w 1366836"/>
                    <a:gd name="connsiteY5" fmla="*/ 530556 h 1290174"/>
                    <a:gd name="connsiteX6" fmla="*/ 104773 w 1366836"/>
                    <a:gd name="connsiteY6" fmla="*/ 213851 h 1290174"/>
                    <a:gd name="connsiteX7" fmla="*/ 159542 w 1366836"/>
                    <a:gd name="connsiteY7" fmla="*/ 128124 h 1290174"/>
                    <a:gd name="connsiteX0" fmla="*/ 159542 w 1366836"/>
                    <a:gd name="connsiteY0" fmla="*/ 128124 h 1290174"/>
                    <a:gd name="connsiteX1" fmla="*/ 704848 w 1366836"/>
                    <a:gd name="connsiteY1" fmla="*/ 16205 h 1290174"/>
                    <a:gd name="connsiteX2" fmla="*/ 1366836 w 1366836"/>
                    <a:gd name="connsiteY2" fmla="*/ 1290174 h 1290174"/>
                    <a:gd name="connsiteX3" fmla="*/ 123823 w 1366836"/>
                    <a:gd name="connsiteY3" fmla="*/ 1290174 h 1290174"/>
                    <a:gd name="connsiteX4" fmla="*/ 169069 w 1366836"/>
                    <a:gd name="connsiteY4" fmla="*/ 578182 h 1290174"/>
                    <a:gd name="connsiteX5" fmla="*/ 0 w 1366836"/>
                    <a:gd name="connsiteY5" fmla="*/ 530556 h 1290174"/>
                    <a:gd name="connsiteX6" fmla="*/ 104773 w 1366836"/>
                    <a:gd name="connsiteY6" fmla="*/ 213851 h 1290174"/>
                    <a:gd name="connsiteX7" fmla="*/ 159542 w 1366836"/>
                    <a:gd name="connsiteY7" fmla="*/ 128124 h 1290174"/>
                    <a:gd name="connsiteX0" fmla="*/ 159542 w 1366836"/>
                    <a:gd name="connsiteY0" fmla="*/ 128124 h 1290174"/>
                    <a:gd name="connsiteX1" fmla="*/ 704848 w 1366836"/>
                    <a:gd name="connsiteY1" fmla="*/ 16205 h 1290174"/>
                    <a:gd name="connsiteX2" fmla="*/ 1366836 w 1366836"/>
                    <a:gd name="connsiteY2" fmla="*/ 1290174 h 1290174"/>
                    <a:gd name="connsiteX3" fmla="*/ 123823 w 1366836"/>
                    <a:gd name="connsiteY3" fmla="*/ 1290174 h 1290174"/>
                    <a:gd name="connsiteX4" fmla="*/ 169069 w 1366836"/>
                    <a:gd name="connsiteY4" fmla="*/ 578182 h 1290174"/>
                    <a:gd name="connsiteX5" fmla="*/ 0 w 1366836"/>
                    <a:gd name="connsiteY5" fmla="*/ 537700 h 1290174"/>
                    <a:gd name="connsiteX6" fmla="*/ 104773 w 1366836"/>
                    <a:gd name="connsiteY6" fmla="*/ 213851 h 1290174"/>
                    <a:gd name="connsiteX7" fmla="*/ 159542 w 1366836"/>
                    <a:gd name="connsiteY7" fmla="*/ 128124 h 1290174"/>
                    <a:gd name="connsiteX0" fmla="*/ 159542 w 1366836"/>
                    <a:gd name="connsiteY0" fmla="*/ 128124 h 1290174"/>
                    <a:gd name="connsiteX1" fmla="*/ 704848 w 1366836"/>
                    <a:gd name="connsiteY1" fmla="*/ 16205 h 1290174"/>
                    <a:gd name="connsiteX2" fmla="*/ 1366836 w 1366836"/>
                    <a:gd name="connsiteY2" fmla="*/ 1290174 h 1290174"/>
                    <a:gd name="connsiteX3" fmla="*/ 123823 w 1366836"/>
                    <a:gd name="connsiteY3" fmla="*/ 1290174 h 1290174"/>
                    <a:gd name="connsiteX4" fmla="*/ 152399 w 1366836"/>
                    <a:gd name="connsiteY4" fmla="*/ 871076 h 1290174"/>
                    <a:gd name="connsiteX5" fmla="*/ 169069 w 1366836"/>
                    <a:gd name="connsiteY5" fmla="*/ 578182 h 1290174"/>
                    <a:gd name="connsiteX6" fmla="*/ 0 w 1366836"/>
                    <a:gd name="connsiteY6" fmla="*/ 537700 h 1290174"/>
                    <a:gd name="connsiteX7" fmla="*/ 104773 w 1366836"/>
                    <a:gd name="connsiteY7" fmla="*/ 213851 h 1290174"/>
                    <a:gd name="connsiteX8" fmla="*/ 159542 w 1366836"/>
                    <a:gd name="connsiteY8" fmla="*/ 128124 h 1290174"/>
                    <a:gd name="connsiteX0" fmla="*/ 159542 w 1366836"/>
                    <a:gd name="connsiteY0" fmla="*/ 128124 h 1290174"/>
                    <a:gd name="connsiteX1" fmla="*/ 704848 w 1366836"/>
                    <a:gd name="connsiteY1" fmla="*/ 16205 h 1290174"/>
                    <a:gd name="connsiteX2" fmla="*/ 1366836 w 1366836"/>
                    <a:gd name="connsiteY2" fmla="*/ 1290174 h 1290174"/>
                    <a:gd name="connsiteX3" fmla="*/ 123823 w 1366836"/>
                    <a:gd name="connsiteY3" fmla="*/ 1290174 h 1290174"/>
                    <a:gd name="connsiteX4" fmla="*/ 278605 w 1366836"/>
                    <a:gd name="connsiteY4" fmla="*/ 282908 h 1290174"/>
                    <a:gd name="connsiteX5" fmla="*/ 169069 w 1366836"/>
                    <a:gd name="connsiteY5" fmla="*/ 578182 h 1290174"/>
                    <a:gd name="connsiteX6" fmla="*/ 0 w 1366836"/>
                    <a:gd name="connsiteY6" fmla="*/ 537700 h 1290174"/>
                    <a:gd name="connsiteX7" fmla="*/ 104773 w 1366836"/>
                    <a:gd name="connsiteY7" fmla="*/ 213851 h 1290174"/>
                    <a:gd name="connsiteX8" fmla="*/ 159542 w 1366836"/>
                    <a:gd name="connsiteY8" fmla="*/ 128124 h 1290174"/>
                    <a:gd name="connsiteX0" fmla="*/ 159542 w 1366836"/>
                    <a:gd name="connsiteY0" fmla="*/ 128124 h 1290174"/>
                    <a:gd name="connsiteX1" fmla="*/ 704848 w 1366836"/>
                    <a:gd name="connsiteY1" fmla="*/ 16205 h 1290174"/>
                    <a:gd name="connsiteX2" fmla="*/ 1366836 w 1366836"/>
                    <a:gd name="connsiteY2" fmla="*/ 1290174 h 1290174"/>
                    <a:gd name="connsiteX3" fmla="*/ 123823 w 1366836"/>
                    <a:gd name="connsiteY3" fmla="*/ 1290174 h 1290174"/>
                    <a:gd name="connsiteX4" fmla="*/ 278605 w 1366836"/>
                    <a:gd name="connsiteY4" fmla="*/ 282908 h 1290174"/>
                    <a:gd name="connsiteX5" fmla="*/ 180975 w 1366836"/>
                    <a:gd name="connsiteY5" fmla="*/ 590088 h 1290174"/>
                    <a:gd name="connsiteX6" fmla="*/ 0 w 1366836"/>
                    <a:gd name="connsiteY6" fmla="*/ 537700 h 1290174"/>
                    <a:gd name="connsiteX7" fmla="*/ 104773 w 1366836"/>
                    <a:gd name="connsiteY7" fmla="*/ 213851 h 1290174"/>
                    <a:gd name="connsiteX8" fmla="*/ 159542 w 1366836"/>
                    <a:gd name="connsiteY8" fmla="*/ 128124 h 1290174"/>
                    <a:gd name="connsiteX0" fmla="*/ 159542 w 1366836"/>
                    <a:gd name="connsiteY0" fmla="*/ 128124 h 1290174"/>
                    <a:gd name="connsiteX1" fmla="*/ 704848 w 1366836"/>
                    <a:gd name="connsiteY1" fmla="*/ 16205 h 1290174"/>
                    <a:gd name="connsiteX2" fmla="*/ 1366836 w 1366836"/>
                    <a:gd name="connsiteY2" fmla="*/ 1290174 h 1290174"/>
                    <a:gd name="connsiteX3" fmla="*/ 123823 w 1366836"/>
                    <a:gd name="connsiteY3" fmla="*/ 1290174 h 1290174"/>
                    <a:gd name="connsiteX4" fmla="*/ 207168 w 1366836"/>
                    <a:gd name="connsiteY4" fmla="*/ 778207 h 1290174"/>
                    <a:gd name="connsiteX5" fmla="*/ 278605 w 1366836"/>
                    <a:gd name="connsiteY5" fmla="*/ 282908 h 1290174"/>
                    <a:gd name="connsiteX6" fmla="*/ 180975 w 1366836"/>
                    <a:gd name="connsiteY6" fmla="*/ 590088 h 1290174"/>
                    <a:gd name="connsiteX7" fmla="*/ 0 w 1366836"/>
                    <a:gd name="connsiteY7" fmla="*/ 537700 h 1290174"/>
                    <a:gd name="connsiteX8" fmla="*/ 104773 w 1366836"/>
                    <a:gd name="connsiteY8" fmla="*/ 213851 h 1290174"/>
                    <a:gd name="connsiteX9" fmla="*/ 159542 w 1366836"/>
                    <a:gd name="connsiteY9" fmla="*/ 128124 h 1290174"/>
                    <a:gd name="connsiteX0" fmla="*/ 159542 w 1366836"/>
                    <a:gd name="connsiteY0" fmla="*/ 128124 h 1290174"/>
                    <a:gd name="connsiteX1" fmla="*/ 704848 w 1366836"/>
                    <a:gd name="connsiteY1" fmla="*/ 16205 h 1290174"/>
                    <a:gd name="connsiteX2" fmla="*/ 1366836 w 1366836"/>
                    <a:gd name="connsiteY2" fmla="*/ 1290174 h 1290174"/>
                    <a:gd name="connsiteX3" fmla="*/ 123823 w 1366836"/>
                    <a:gd name="connsiteY3" fmla="*/ 1290174 h 1290174"/>
                    <a:gd name="connsiteX4" fmla="*/ 583405 w 1366836"/>
                    <a:gd name="connsiteY4" fmla="*/ 256713 h 1290174"/>
                    <a:gd name="connsiteX5" fmla="*/ 278605 w 1366836"/>
                    <a:gd name="connsiteY5" fmla="*/ 282908 h 1290174"/>
                    <a:gd name="connsiteX6" fmla="*/ 180975 w 1366836"/>
                    <a:gd name="connsiteY6" fmla="*/ 590088 h 1290174"/>
                    <a:gd name="connsiteX7" fmla="*/ 0 w 1366836"/>
                    <a:gd name="connsiteY7" fmla="*/ 537700 h 1290174"/>
                    <a:gd name="connsiteX8" fmla="*/ 104773 w 1366836"/>
                    <a:gd name="connsiteY8" fmla="*/ 213851 h 1290174"/>
                    <a:gd name="connsiteX9" fmla="*/ 159542 w 1366836"/>
                    <a:gd name="connsiteY9" fmla="*/ 128124 h 1290174"/>
                    <a:gd name="connsiteX0" fmla="*/ 159542 w 1366836"/>
                    <a:gd name="connsiteY0" fmla="*/ 128124 h 1290174"/>
                    <a:gd name="connsiteX1" fmla="*/ 704848 w 1366836"/>
                    <a:gd name="connsiteY1" fmla="*/ 16205 h 1290174"/>
                    <a:gd name="connsiteX2" fmla="*/ 1366836 w 1366836"/>
                    <a:gd name="connsiteY2" fmla="*/ 1290174 h 1290174"/>
                    <a:gd name="connsiteX3" fmla="*/ 123823 w 1366836"/>
                    <a:gd name="connsiteY3" fmla="*/ 1290174 h 1290174"/>
                    <a:gd name="connsiteX4" fmla="*/ 583405 w 1366836"/>
                    <a:gd name="connsiteY4" fmla="*/ 256713 h 1290174"/>
                    <a:gd name="connsiteX5" fmla="*/ 276223 w 1366836"/>
                    <a:gd name="connsiteY5" fmla="*/ 301958 h 1290174"/>
                    <a:gd name="connsiteX6" fmla="*/ 180975 w 1366836"/>
                    <a:gd name="connsiteY6" fmla="*/ 590088 h 1290174"/>
                    <a:gd name="connsiteX7" fmla="*/ 0 w 1366836"/>
                    <a:gd name="connsiteY7" fmla="*/ 537700 h 1290174"/>
                    <a:gd name="connsiteX8" fmla="*/ 104773 w 1366836"/>
                    <a:gd name="connsiteY8" fmla="*/ 213851 h 1290174"/>
                    <a:gd name="connsiteX9" fmla="*/ 159542 w 1366836"/>
                    <a:gd name="connsiteY9" fmla="*/ 128124 h 1290174"/>
                    <a:gd name="connsiteX0" fmla="*/ 159542 w 1366836"/>
                    <a:gd name="connsiteY0" fmla="*/ 128124 h 1290174"/>
                    <a:gd name="connsiteX1" fmla="*/ 704848 w 1366836"/>
                    <a:gd name="connsiteY1" fmla="*/ 16205 h 1290174"/>
                    <a:gd name="connsiteX2" fmla="*/ 1366836 w 1366836"/>
                    <a:gd name="connsiteY2" fmla="*/ 1290174 h 1290174"/>
                    <a:gd name="connsiteX3" fmla="*/ 123823 w 1366836"/>
                    <a:gd name="connsiteY3" fmla="*/ 1290174 h 1290174"/>
                    <a:gd name="connsiteX4" fmla="*/ 571499 w 1366836"/>
                    <a:gd name="connsiteY4" fmla="*/ 266238 h 1290174"/>
                    <a:gd name="connsiteX5" fmla="*/ 276223 w 1366836"/>
                    <a:gd name="connsiteY5" fmla="*/ 301958 h 1290174"/>
                    <a:gd name="connsiteX6" fmla="*/ 180975 w 1366836"/>
                    <a:gd name="connsiteY6" fmla="*/ 590088 h 1290174"/>
                    <a:gd name="connsiteX7" fmla="*/ 0 w 1366836"/>
                    <a:gd name="connsiteY7" fmla="*/ 537700 h 1290174"/>
                    <a:gd name="connsiteX8" fmla="*/ 104773 w 1366836"/>
                    <a:gd name="connsiteY8" fmla="*/ 213851 h 1290174"/>
                    <a:gd name="connsiteX9" fmla="*/ 159542 w 1366836"/>
                    <a:gd name="connsiteY9" fmla="*/ 128124 h 1290174"/>
                    <a:gd name="connsiteX0" fmla="*/ 159542 w 1366836"/>
                    <a:gd name="connsiteY0" fmla="*/ 128124 h 1290174"/>
                    <a:gd name="connsiteX1" fmla="*/ 704848 w 1366836"/>
                    <a:gd name="connsiteY1" fmla="*/ 16205 h 1290174"/>
                    <a:gd name="connsiteX2" fmla="*/ 1366836 w 1366836"/>
                    <a:gd name="connsiteY2" fmla="*/ 1290174 h 1290174"/>
                    <a:gd name="connsiteX3" fmla="*/ 123823 w 1366836"/>
                    <a:gd name="connsiteY3" fmla="*/ 1290174 h 1290174"/>
                    <a:gd name="connsiteX4" fmla="*/ 583405 w 1366836"/>
                    <a:gd name="connsiteY4" fmla="*/ 261476 h 1290174"/>
                    <a:gd name="connsiteX5" fmla="*/ 276223 w 1366836"/>
                    <a:gd name="connsiteY5" fmla="*/ 301958 h 1290174"/>
                    <a:gd name="connsiteX6" fmla="*/ 180975 w 1366836"/>
                    <a:gd name="connsiteY6" fmla="*/ 590088 h 1290174"/>
                    <a:gd name="connsiteX7" fmla="*/ 0 w 1366836"/>
                    <a:gd name="connsiteY7" fmla="*/ 537700 h 1290174"/>
                    <a:gd name="connsiteX8" fmla="*/ 104773 w 1366836"/>
                    <a:gd name="connsiteY8" fmla="*/ 213851 h 1290174"/>
                    <a:gd name="connsiteX9" fmla="*/ 159542 w 1366836"/>
                    <a:gd name="connsiteY9" fmla="*/ 128124 h 1290174"/>
                    <a:gd name="connsiteX0" fmla="*/ 159542 w 1366836"/>
                    <a:gd name="connsiteY0" fmla="*/ 128124 h 1290174"/>
                    <a:gd name="connsiteX1" fmla="*/ 704848 w 1366836"/>
                    <a:gd name="connsiteY1" fmla="*/ 16205 h 1290174"/>
                    <a:gd name="connsiteX2" fmla="*/ 1366836 w 1366836"/>
                    <a:gd name="connsiteY2" fmla="*/ 1290174 h 1290174"/>
                    <a:gd name="connsiteX3" fmla="*/ 123823 w 1366836"/>
                    <a:gd name="connsiteY3" fmla="*/ 1290174 h 1290174"/>
                    <a:gd name="connsiteX4" fmla="*/ 402430 w 1366836"/>
                    <a:gd name="connsiteY4" fmla="*/ 659145 h 1290174"/>
                    <a:gd name="connsiteX5" fmla="*/ 583405 w 1366836"/>
                    <a:gd name="connsiteY5" fmla="*/ 261476 h 1290174"/>
                    <a:gd name="connsiteX6" fmla="*/ 276223 w 1366836"/>
                    <a:gd name="connsiteY6" fmla="*/ 301958 h 1290174"/>
                    <a:gd name="connsiteX7" fmla="*/ 180975 w 1366836"/>
                    <a:gd name="connsiteY7" fmla="*/ 590088 h 1290174"/>
                    <a:gd name="connsiteX8" fmla="*/ 0 w 1366836"/>
                    <a:gd name="connsiteY8" fmla="*/ 537700 h 1290174"/>
                    <a:gd name="connsiteX9" fmla="*/ 104773 w 1366836"/>
                    <a:gd name="connsiteY9" fmla="*/ 213851 h 1290174"/>
                    <a:gd name="connsiteX10" fmla="*/ 159542 w 1366836"/>
                    <a:gd name="connsiteY10" fmla="*/ 128124 h 1290174"/>
                    <a:gd name="connsiteX0" fmla="*/ 159542 w 1366836"/>
                    <a:gd name="connsiteY0" fmla="*/ 128124 h 1290174"/>
                    <a:gd name="connsiteX1" fmla="*/ 704848 w 1366836"/>
                    <a:gd name="connsiteY1" fmla="*/ 16205 h 1290174"/>
                    <a:gd name="connsiteX2" fmla="*/ 1366836 w 1366836"/>
                    <a:gd name="connsiteY2" fmla="*/ 1290174 h 1290174"/>
                    <a:gd name="connsiteX3" fmla="*/ 123823 w 1366836"/>
                    <a:gd name="connsiteY3" fmla="*/ 1290174 h 1290174"/>
                    <a:gd name="connsiteX4" fmla="*/ 659605 w 1366836"/>
                    <a:gd name="connsiteY4" fmla="*/ 404351 h 1290174"/>
                    <a:gd name="connsiteX5" fmla="*/ 583405 w 1366836"/>
                    <a:gd name="connsiteY5" fmla="*/ 261476 h 1290174"/>
                    <a:gd name="connsiteX6" fmla="*/ 276223 w 1366836"/>
                    <a:gd name="connsiteY6" fmla="*/ 301958 h 1290174"/>
                    <a:gd name="connsiteX7" fmla="*/ 180975 w 1366836"/>
                    <a:gd name="connsiteY7" fmla="*/ 590088 h 1290174"/>
                    <a:gd name="connsiteX8" fmla="*/ 0 w 1366836"/>
                    <a:gd name="connsiteY8" fmla="*/ 537700 h 1290174"/>
                    <a:gd name="connsiteX9" fmla="*/ 104773 w 1366836"/>
                    <a:gd name="connsiteY9" fmla="*/ 213851 h 1290174"/>
                    <a:gd name="connsiteX10" fmla="*/ 159542 w 1366836"/>
                    <a:gd name="connsiteY10" fmla="*/ 128124 h 1290174"/>
                    <a:gd name="connsiteX0" fmla="*/ 159542 w 1366836"/>
                    <a:gd name="connsiteY0" fmla="*/ 128124 h 1290174"/>
                    <a:gd name="connsiteX1" fmla="*/ 704848 w 1366836"/>
                    <a:gd name="connsiteY1" fmla="*/ 16205 h 1290174"/>
                    <a:gd name="connsiteX2" fmla="*/ 1366836 w 1366836"/>
                    <a:gd name="connsiteY2" fmla="*/ 1290174 h 1290174"/>
                    <a:gd name="connsiteX3" fmla="*/ 123823 w 1366836"/>
                    <a:gd name="connsiteY3" fmla="*/ 1290174 h 1290174"/>
                    <a:gd name="connsiteX4" fmla="*/ 659605 w 1366836"/>
                    <a:gd name="connsiteY4" fmla="*/ 404351 h 1290174"/>
                    <a:gd name="connsiteX5" fmla="*/ 573880 w 1366836"/>
                    <a:gd name="connsiteY5" fmla="*/ 263857 h 1290174"/>
                    <a:gd name="connsiteX6" fmla="*/ 276223 w 1366836"/>
                    <a:gd name="connsiteY6" fmla="*/ 301958 h 1290174"/>
                    <a:gd name="connsiteX7" fmla="*/ 180975 w 1366836"/>
                    <a:gd name="connsiteY7" fmla="*/ 590088 h 1290174"/>
                    <a:gd name="connsiteX8" fmla="*/ 0 w 1366836"/>
                    <a:gd name="connsiteY8" fmla="*/ 537700 h 1290174"/>
                    <a:gd name="connsiteX9" fmla="*/ 104773 w 1366836"/>
                    <a:gd name="connsiteY9" fmla="*/ 213851 h 1290174"/>
                    <a:gd name="connsiteX10" fmla="*/ 159542 w 1366836"/>
                    <a:gd name="connsiteY10" fmla="*/ 128124 h 1290174"/>
                    <a:gd name="connsiteX0" fmla="*/ 159542 w 1366836"/>
                    <a:gd name="connsiteY0" fmla="*/ 128124 h 1290174"/>
                    <a:gd name="connsiteX1" fmla="*/ 704848 w 1366836"/>
                    <a:gd name="connsiteY1" fmla="*/ 16205 h 1290174"/>
                    <a:gd name="connsiteX2" fmla="*/ 1366836 w 1366836"/>
                    <a:gd name="connsiteY2" fmla="*/ 1290174 h 1290174"/>
                    <a:gd name="connsiteX3" fmla="*/ 123823 w 1366836"/>
                    <a:gd name="connsiteY3" fmla="*/ 1290174 h 1290174"/>
                    <a:gd name="connsiteX4" fmla="*/ 659605 w 1366836"/>
                    <a:gd name="connsiteY4" fmla="*/ 404351 h 1290174"/>
                    <a:gd name="connsiteX5" fmla="*/ 573880 w 1366836"/>
                    <a:gd name="connsiteY5" fmla="*/ 263857 h 1290174"/>
                    <a:gd name="connsiteX6" fmla="*/ 276223 w 1366836"/>
                    <a:gd name="connsiteY6" fmla="*/ 301958 h 1290174"/>
                    <a:gd name="connsiteX7" fmla="*/ 180975 w 1366836"/>
                    <a:gd name="connsiteY7" fmla="*/ 590088 h 1290174"/>
                    <a:gd name="connsiteX8" fmla="*/ 0 w 1366836"/>
                    <a:gd name="connsiteY8" fmla="*/ 537700 h 1290174"/>
                    <a:gd name="connsiteX9" fmla="*/ 104773 w 1366836"/>
                    <a:gd name="connsiteY9" fmla="*/ 213851 h 1290174"/>
                    <a:gd name="connsiteX10" fmla="*/ 159542 w 1366836"/>
                    <a:gd name="connsiteY10" fmla="*/ 128124 h 1290174"/>
                    <a:gd name="connsiteX0" fmla="*/ 159542 w 1366836"/>
                    <a:gd name="connsiteY0" fmla="*/ 128124 h 1290174"/>
                    <a:gd name="connsiteX1" fmla="*/ 704848 w 1366836"/>
                    <a:gd name="connsiteY1" fmla="*/ 16205 h 1290174"/>
                    <a:gd name="connsiteX2" fmla="*/ 1366836 w 1366836"/>
                    <a:gd name="connsiteY2" fmla="*/ 1290174 h 1290174"/>
                    <a:gd name="connsiteX3" fmla="*/ 123823 w 1366836"/>
                    <a:gd name="connsiteY3" fmla="*/ 1290174 h 1290174"/>
                    <a:gd name="connsiteX4" fmla="*/ 659605 w 1366836"/>
                    <a:gd name="connsiteY4" fmla="*/ 404351 h 1290174"/>
                    <a:gd name="connsiteX5" fmla="*/ 573880 w 1366836"/>
                    <a:gd name="connsiteY5" fmla="*/ 263857 h 1290174"/>
                    <a:gd name="connsiteX6" fmla="*/ 276223 w 1366836"/>
                    <a:gd name="connsiteY6" fmla="*/ 301958 h 1290174"/>
                    <a:gd name="connsiteX7" fmla="*/ 180975 w 1366836"/>
                    <a:gd name="connsiteY7" fmla="*/ 590088 h 1290174"/>
                    <a:gd name="connsiteX8" fmla="*/ 0 w 1366836"/>
                    <a:gd name="connsiteY8" fmla="*/ 537700 h 1290174"/>
                    <a:gd name="connsiteX9" fmla="*/ 104773 w 1366836"/>
                    <a:gd name="connsiteY9" fmla="*/ 213851 h 1290174"/>
                    <a:gd name="connsiteX10" fmla="*/ 159542 w 1366836"/>
                    <a:gd name="connsiteY10" fmla="*/ 128124 h 1290174"/>
                    <a:gd name="connsiteX0" fmla="*/ 159542 w 1366836"/>
                    <a:gd name="connsiteY0" fmla="*/ 128124 h 1290174"/>
                    <a:gd name="connsiteX1" fmla="*/ 704848 w 1366836"/>
                    <a:gd name="connsiteY1" fmla="*/ 16205 h 1290174"/>
                    <a:gd name="connsiteX2" fmla="*/ 1366836 w 1366836"/>
                    <a:gd name="connsiteY2" fmla="*/ 1290174 h 1290174"/>
                    <a:gd name="connsiteX3" fmla="*/ 123823 w 1366836"/>
                    <a:gd name="connsiteY3" fmla="*/ 1290174 h 1290174"/>
                    <a:gd name="connsiteX4" fmla="*/ 652461 w 1366836"/>
                    <a:gd name="connsiteY4" fmla="*/ 409114 h 1290174"/>
                    <a:gd name="connsiteX5" fmla="*/ 573880 w 1366836"/>
                    <a:gd name="connsiteY5" fmla="*/ 263857 h 1290174"/>
                    <a:gd name="connsiteX6" fmla="*/ 276223 w 1366836"/>
                    <a:gd name="connsiteY6" fmla="*/ 301958 h 1290174"/>
                    <a:gd name="connsiteX7" fmla="*/ 180975 w 1366836"/>
                    <a:gd name="connsiteY7" fmla="*/ 590088 h 1290174"/>
                    <a:gd name="connsiteX8" fmla="*/ 0 w 1366836"/>
                    <a:gd name="connsiteY8" fmla="*/ 537700 h 1290174"/>
                    <a:gd name="connsiteX9" fmla="*/ 104773 w 1366836"/>
                    <a:gd name="connsiteY9" fmla="*/ 213851 h 1290174"/>
                    <a:gd name="connsiteX10" fmla="*/ 159542 w 1366836"/>
                    <a:gd name="connsiteY10" fmla="*/ 128124 h 1290174"/>
                    <a:gd name="connsiteX0" fmla="*/ 159542 w 1366836"/>
                    <a:gd name="connsiteY0" fmla="*/ 128124 h 1290174"/>
                    <a:gd name="connsiteX1" fmla="*/ 704848 w 1366836"/>
                    <a:gd name="connsiteY1" fmla="*/ 16205 h 1290174"/>
                    <a:gd name="connsiteX2" fmla="*/ 957262 w 1366836"/>
                    <a:gd name="connsiteY2" fmla="*/ 492457 h 1290174"/>
                    <a:gd name="connsiteX3" fmla="*/ 1366836 w 1366836"/>
                    <a:gd name="connsiteY3" fmla="*/ 1290174 h 1290174"/>
                    <a:gd name="connsiteX4" fmla="*/ 123823 w 1366836"/>
                    <a:gd name="connsiteY4" fmla="*/ 1290174 h 1290174"/>
                    <a:gd name="connsiteX5" fmla="*/ 652461 w 1366836"/>
                    <a:gd name="connsiteY5" fmla="*/ 409114 h 1290174"/>
                    <a:gd name="connsiteX6" fmla="*/ 573880 w 1366836"/>
                    <a:gd name="connsiteY6" fmla="*/ 263857 h 1290174"/>
                    <a:gd name="connsiteX7" fmla="*/ 276223 w 1366836"/>
                    <a:gd name="connsiteY7" fmla="*/ 301958 h 1290174"/>
                    <a:gd name="connsiteX8" fmla="*/ 180975 w 1366836"/>
                    <a:gd name="connsiteY8" fmla="*/ 590088 h 1290174"/>
                    <a:gd name="connsiteX9" fmla="*/ 0 w 1366836"/>
                    <a:gd name="connsiteY9" fmla="*/ 537700 h 1290174"/>
                    <a:gd name="connsiteX10" fmla="*/ 104773 w 1366836"/>
                    <a:gd name="connsiteY10" fmla="*/ 213851 h 1290174"/>
                    <a:gd name="connsiteX11" fmla="*/ 159542 w 1366836"/>
                    <a:gd name="connsiteY11" fmla="*/ 128124 h 1290174"/>
                    <a:gd name="connsiteX0" fmla="*/ 159542 w 1366836"/>
                    <a:gd name="connsiteY0" fmla="*/ 128124 h 1290174"/>
                    <a:gd name="connsiteX1" fmla="*/ 704848 w 1366836"/>
                    <a:gd name="connsiteY1" fmla="*/ 16205 h 1290174"/>
                    <a:gd name="connsiteX2" fmla="*/ 1131093 w 1366836"/>
                    <a:gd name="connsiteY2" fmla="*/ 278144 h 1290174"/>
                    <a:gd name="connsiteX3" fmla="*/ 1366836 w 1366836"/>
                    <a:gd name="connsiteY3" fmla="*/ 1290174 h 1290174"/>
                    <a:gd name="connsiteX4" fmla="*/ 123823 w 1366836"/>
                    <a:gd name="connsiteY4" fmla="*/ 1290174 h 1290174"/>
                    <a:gd name="connsiteX5" fmla="*/ 652461 w 1366836"/>
                    <a:gd name="connsiteY5" fmla="*/ 409114 h 1290174"/>
                    <a:gd name="connsiteX6" fmla="*/ 573880 w 1366836"/>
                    <a:gd name="connsiteY6" fmla="*/ 263857 h 1290174"/>
                    <a:gd name="connsiteX7" fmla="*/ 276223 w 1366836"/>
                    <a:gd name="connsiteY7" fmla="*/ 301958 h 1290174"/>
                    <a:gd name="connsiteX8" fmla="*/ 180975 w 1366836"/>
                    <a:gd name="connsiteY8" fmla="*/ 590088 h 1290174"/>
                    <a:gd name="connsiteX9" fmla="*/ 0 w 1366836"/>
                    <a:gd name="connsiteY9" fmla="*/ 537700 h 1290174"/>
                    <a:gd name="connsiteX10" fmla="*/ 104773 w 1366836"/>
                    <a:gd name="connsiteY10" fmla="*/ 213851 h 1290174"/>
                    <a:gd name="connsiteX11" fmla="*/ 159542 w 1366836"/>
                    <a:gd name="connsiteY11" fmla="*/ 128124 h 1290174"/>
                    <a:gd name="connsiteX0" fmla="*/ 159542 w 1366836"/>
                    <a:gd name="connsiteY0" fmla="*/ 128124 h 1290174"/>
                    <a:gd name="connsiteX1" fmla="*/ 704848 w 1366836"/>
                    <a:gd name="connsiteY1" fmla="*/ 16205 h 1290174"/>
                    <a:gd name="connsiteX2" fmla="*/ 1152524 w 1366836"/>
                    <a:gd name="connsiteY2" fmla="*/ 275763 h 1290174"/>
                    <a:gd name="connsiteX3" fmla="*/ 1366836 w 1366836"/>
                    <a:gd name="connsiteY3" fmla="*/ 1290174 h 1290174"/>
                    <a:gd name="connsiteX4" fmla="*/ 123823 w 1366836"/>
                    <a:gd name="connsiteY4" fmla="*/ 1290174 h 1290174"/>
                    <a:gd name="connsiteX5" fmla="*/ 652461 w 1366836"/>
                    <a:gd name="connsiteY5" fmla="*/ 409114 h 1290174"/>
                    <a:gd name="connsiteX6" fmla="*/ 573880 w 1366836"/>
                    <a:gd name="connsiteY6" fmla="*/ 263857 h 1290174"/>
                    <a:gd name="connsiteX7" fmla="*/ 276223 w 1366836"/>
                    <a:gd name="connsiteY7" fmla="*/ 301958 h 1290174"/>
                    <a:gd name="connsiteX8" fmla="*/ 180975 w 1366836"/>
                    <a:gd name="connsiteY8" fmla="*/ 590088 h 1290174"/>
                    <a:gd name="connsiteX9" fmla="*/ 0 w 1366836"/>
                    <a:gd name="connsiteY9" fmla="*/ 537700 h 1290174"/>
                    <a:gd name="connsiteX10" fmla="*/ 104773 w 1366836"/>
                    <a:gd name="connsiteY10" fmla="*/ 213851 h 1290174"/>
                    <a:gd name="connsiteX11" fmla="*/ 159542 w 1366836"/>
                    <a:gd name="connsiteY11" fmla="*/ 128124 h 1290174"/>
                    <a:gd name="connsiteX0" fmla="*/ 159542 w 1366836"/>
                    <a:gd name="connsiteY0" fmla="*/ 128124 h 1290174"/>
                    <a:gd name="connsiteX1" fmla="*/ 704848 w 1366836"/>
                    <a:gd name="connsiteY1" fmla="*/ 16205 h 1290174"/>
                    <a:gd name="connsiteX2" fmla="*/ 1152524 w 1366836"/>
                    <a:gd name="connsiteY2" fmla="*/ 275763 h 1290174"/>
                    <a:gd name="connsiteX3" fmla="*/ 1366836 w 1366836"/>
                    <a:gd name="connsiteY3" fmla="*/ 1290174 h 1290174"/>
                    <a:gd name="connsiteX4" fmla="*/ 123823 w 1366836"/>
                    <a:gd name="connsiteY4" fmla="*/ 1290174 h 1290174"/>
                    <a:gd name="connsiteX5" fmla="*/ 652461 w 1366836"/>
                    <a:gd name="connsiteY5" fmla="*/ 409114 h 1290174"/>
                    <a:gd name="connsiteX6" fmla="*/ 573880 w 1366836"/>
                    <a:gd name="connsiteY6" fmla="*/ 263857 h 1290174"/>
                    <a:gd name="connsiteX7" fmla="*/ 276223 w 1366836"/>
                    <a:gd name="connsiteY7" fmla="*/ 301958 h 1290174"/>
                    <a:gd name="connsiteX8" fmla="*/ 180975 w 1366836"/>
                    <a:gd name="connsiteY8" fmla="*/ 590088 h 1290174"/>
                    <a:gd name="connsiteX9" fmla="*/ 0 w 1366836"/>
                    <a:gd name="connsiteY9" fmla="*/ 537700 h 1290174"/>
                    <a:gd name="connsiteX10" fmla="*/ 104773 w 1366836"/>
                    <a:gd name="connsiteY10" fmla="*/ 213851 h 1290174"/>
                    <a:gd name="connsiteX11" fmla="*/ 159542 w 1366836"/>
                    <a:gd name="connsiteY11" fmla="*/ 128124 h 1290174"/>
                    <a:gd name="connsiteX0" fmla="*/ 159542 w 1366836"/>
                    <a:gd name="connsiteY0" fmla="*/ 128124 h 1290174"/>
                    <a:gd name="connsiteX1" fmla="*/ 704848 w 1366836"/>
                    <a:gd name="connsiteY1" fmla="*/ 16205 h 1290174"/>
                    <a:gd name="connsiteX2" fmla="*/ 1152524 w 1366836"/>
                    <a:gd name="connsiteY2" fmla="*/ 275763 h 1290174"/>
                    <a:gd name="connsiteX3" fmla="*/ 1366836 w 1366836"/>
                    <a:gd name="connsiteY3" fmla="*/ 1290174 h 1290174"/>
                    <a:gd name="connsiteX4" fmla="*/ 123823 w 1366836"/>
                    <a:gd name="connsiteY4" fmla="*/ 1290174 h 1290174"/>
                    <a:gd name="connsiteX5" fmla="*/ 652461 w 1366836"/>
                    <a:gd name="connsiteY5" fmla="*/ 409114 h 1290174"/>
                    <a:gd name="connsiteX6" fmla="*/ 573880 w 1366836"/>
                    <a:gd name="connsiteY6" fmla="*/ 263857 h 1290174"/>
                    <a:gd name="connsiteX7" fmla="*/ 276223 w 1366836"/>
                    <a:gd name="connsiteY7" fmla="*/ 301958 h 1290174"/>
                    <a:gd name="connsiteX8" fmla="*/ 180975 w 1366836"/>
                    <a:gd name="connsiteY8" fmla="*/ 590088 h 1290174"/>
                    <a:gd name="connsiteX9" fmla="*/ 0 w 1366836"/>
                    <a:gd name="connsiteY9" fmla="*/ 537700 h 1290174"/>
                    <a:gd name="connsiteX10" fmla="*/ 104773 w 1366836"/>
                    <a:gd name="connsiteY10" fmla="*/ 213851 h 1290174"/>
                    <a:gd name="connsiteX11" fmla="*/ 159542 w 1366836"/>
                    <a:gd name="connsiteY11" fmla="*/ 128124 h 1290174"/>
                    <a:gd name="connsiteX0" fmla="*/ 159542 w 1366836"/>
                    <a:gd name="connsiteY0" fmla="*/ 116525 h 1278575"/>
                    <a:gd name="connsiteX1" fmla="*/ 704848 w 1366836"/>
                    <a:gd name="connsiteY1" fmla="*/ 4606 h 1278575"/>
                    <a:gd name="connsiteX2" fmla="*/ 1152524 w 1366836"/>
                    <a:gd name="connsiteY2" fmla="*/ 264164 h 1278575"/>
                    <a:gd name="connsiteX3" fmla="*/ 1366836 w 1366836"/>
                    <a:gd name="connsiteY3" fmla="*/ 1278575 h 1278575"/>
                    <a:gd name="connsiteX4" fmla="*/ 123823 w 1366836"/>
                    <a:gd name="connsiteY4" fmla="*/ 1278575 h 1278575"/>
                    <a:gd name="connsiteX5" fmla="*/ 652461 w 1366836"/>
                    <a:gd name="connsiteY5" fmla="*/ 397515 h 1278575"/>
                    <a:gd name="connsiteX6" fmla="*/ 573880 w 1366836"/>
                    <a:gd name="connsiteY6" fmla="*/ 252258 h 1278575"/>
                    <a:gd name="connsiteX7" fmla="*/ 276223 w 1366836"/>
                    <a:gd name="connsiteY7" fmla="*/ 290359 h 1278575"/>
                    <a:gd name="connsiteX8" fmla="*/ 180975 w 1366836"/>
                    <a:gd name="connsiteY8" fmla="*/ 578489 h 1278575"/>
                    <a:gd name="connsiteX9" fmla="*/ 0 w 1366836"/>
                    <a:gd name="connsiteY9" fmla="*/ 526101 h 1278575"/>
                    <a:gd name="connsiteX10" fmla="*/ 104773 w 1366836"/>
                    <a:gd name="connsiteY10" fmla="*/ 202252 h 1278575"/>
                    <a:gd name="connsiteX11" fmla="*/ 159542 w 1366836"/>
                    <a:gd name="connsiteY11" fmla="*/ 116525 h 1278575"/>
                    <a:gd name="connsiteX0" fmla="*/ 159542 w 1366836"/>
                    <a:gd name="connsiteY0" fmla="*/ 128036 h 1290086"/>
                    <a:gd name="connsiteX1" fmla="*/ 688179 w 1366836"/>
                    <a:gd name="connsiteY1" fmla="*/ 4211 h 1290086"/>
                    <a:gd name="connsiteX2" fmla="*/ 1152524 w 1366836"/>
                    <a:gd name="connsiteY2" fmla="*/ 275675 h 1290086"/>
                    <a:gd name="connsiteX3" fmla="*/ 1366836 w 1366836"/>
                    <a:gd name="connsiteY3" fmla="*/ 1290086 h 1290086"/>
                    <a:gd name="connsiteX4" fmla="*/ 123823 w 1366836"/>
                    <a:gd name="connsiteY4" fmla="*/ 1290086 h 1290086"/>
                    <a:gd name="connsiteX5" fmla="*/ 652461 w 1366836"/>
                    <a:gd name="connsiteY5" fmla="*/ 409026 h 1290086"/>
                    <a:gd name="connsiteX6" fmla="*/ 573880 w 1366836"/>
                    <a:gd name="connsiteY6" fmla="*/ 263769 h 1290086"/>
                    <a:gd name="connsiteX7" fmla="*/ 276223 w 1366836"/>
                    <a:gd name="connsiteY7" fmla="*/ 301870 h 1290086"/>
                    <a:gd name="connsiteX8" fmla="*/ 180975 w 1366836"/>
                    <a:gd name="connsiteY8" fmla="*/ 590000 h 1290086"/>
                    <a:gd name="connsiteX9" fmla="*/ 0 w 1366836"/>
                    <a:gd name="connsiteY9" fmla="*/ 537612 h 1290086"/>
                    <a:gd name="connsiteX10" fmla="*/ 104773 w 1366836"/>
                    <a:gd name="connsiteY10" fmla="*/ 213763 h 1290086"/>
                    <a:gd name="connsiteX11" fmla="*/ 159542 w 1366836"/>
                    <a:gd name="connsiteY11" fmla="*/ 128036 h 1290086"/>
                    <a:gd name="connsiteX0" fmla="*/ 159542 w 1366836"/>
                    <a:gd name="connsiteY0" fmla="*/ 128036 h 1290086"/>
                    <a:gd name="connsiteX1" fmla="*/ 688179 w 1366836"/>
                    <a:gd name="connsiteY1" fmla="*/ 4211 h 1290086"/>
                    <a:gd name="connsiteX2" fmla="*/ 1152524 w 1366836"/>
                    <a:gd name="connsiteY2" fmla="*/ 275675 h 1290086"/>
                    <a:gd name="connsiteX3" fmla="*/ 1366836 w 1366836"/>
                    <a:gd name="connsiteY3" fmla="*/ 1290086 h 1290086"/>
                    <a:gd name="connsiteX4" fmla="*/ 123823 w 1366836"/>
                    <a:gd name="connsiteY4" fmla="*/ 1290086 h 1290086"/>
                    <a:gd name="connsiteX5" fmla="*/ 652461 w 1366836"/>
                    <a:gd name="connsiteY5" fmla="*/ 409026 h 1290086"/>
                    <a:gd name="connsiteX6" fmla="*/ 573880 w 1366836"/>
                    <a:gd name="connsiteY6" fmla="*/ 263769 h 1290086"/>
                    <a:gd name="connsiteX7" fmla="*/ 276223 w 1366836"/>
                    <a:gd name="connsiteY7" fmla="*/ 301870 h 1290086"/>
                    <a:gd name="connsiteX8" fmla="*/ 180975 w 1366836"/>
                    <a:gd name="connsiteY8" fmla="*/ 590000 h 1290086"/>
                    <a:gd name="connsiteX9" fmla="*/ 0 w 1366836"/>
                    <a:gd name="connsiteY9" fmla="*/ 537612 h 1290086"/>
                    <a:gd name="connsiteX10" fmla="*/ 104773 w 1366836"/>
                    <a:gd name="connsiteY10" fmla="*/ 213763 h 1290086"/>
                    <a:gd name="connsiteX11" fmla="*/ 159542 w 1366836"/>
                    <a:gd name="connsiteY11" fmla="*/ 128036 h 1290086"/>
                    <a:gd name="connsiteX0" fmla="*/ 159542 w 1366836"/>
                    <a:gd name="connsiteY0" fmla="*/ 124676 h 1286726"/>
                    <a:gd name="connsiteX1" fmla="*/ 688179 w 1366836"/>
                    <a:gd name="connsiteY1" fmla="*/ 851 h 1286726"/>
                    <a:gd name="connsiteX2" fmla="*/ 1152524 w 1366836"/>
                    <a:gd name="connsiteY2" fmla="*/ 272315 h 1286726"/>
                    <a:gd name="connsiteX3" fmla="*/ 1366836 w 1366836"/>
                    <a:gd name="connsiteY3" fmla="*/ 1286726 h 1286726"/>
                    <a:gd name="connsiteX4" fmla="*/ 123823 w 1366836"/>
                    <a:gd name="connsiteY4" fmla="*/ 1286726 h 1286726"/>
                    <a:gd name="connsiteX5" fmla="*/ 652461 w 1366836"/>
                    <a:gd name="connsiteY5" fmla="*/ 405666 h 1286726"/>
                    <a:gd name="connsiteX6" fmla="*/ 573880 w 1366836"/>
                    <a:gd name="connsiteY6" fmla="*/ 260409 h 1286726"/>
                    <a:gd name="connsiteX7" fmla="*/ 276223 w 1366836"/>
                    <a:gd name="connsiteY7" fmla="*/ 298510 h 1286726"/>
                    <a:gd name="connsiteX8" fmla="*/ 180975 w 1366836"/>
                    <a:gd name="connsiteY8" fmla="*/ 586640 h 1286726"/>
                    <a:gd name="connsiteX9" fmla="*/ 0 w 1366836"/>
                    <a:gd name="connsiteY9" fmla="*/ 534252 h 1286726"/>
                    <a:gd name="connsiteX10" fmla="*/ 104773 w 1366836"/>
                    <a:gd name="connsiteY10" fmla="*/ 210403 h 1286726"/>
                    <a:gd name="connsiteX11" fmla="*/ 159542 w 1366836"/>
                    <a:gd name="connsiteY11" fmla="*/ 124676 h 1286726"/>
                    <a:gd name="connsiteX0" fmla="*/ 159542 w 1366836"/>
                    <a:gd name="connsiteY0" fmla="*/ 129403 h 1291453"/>
                    <a:gd name="connsiteX1" fmla="*/ 678654 w 1366836"/>
                    <a:gd name="connsiteY1" fmla="*/ 815 h 1291453"/>
                    <a:gd name="connsiteX2" fmla="*/ 1152524 w 1366836"/>
                    <a:gd name="connsiteY2" fmla="*/ 277042 h 1291453"/>
                    <a:gd name="connsiteX3" fmla="*/ 1366836 w 1366836"/>
                    <a:gd name="connsiteY3" fmla="*/ 1291453 h 1291453"/>
                    <a:gd name="connsiteX4" fmla="*/ 123823 w 1366836"/>
                    <a:gd name="connsiteY4" fmla="*/ 1291453 h 1291453"/>
                    <a:gd name="connsiteX5" fmla="*/ 652461 w 1366836"/>
                    <a:gd name="connsiteY5" fmla="*/ 410393 h 1291453"/>
                    <a:gd name="connsiteX6" fmla="*/ 573880 w 1366836"/>
                    <a:gd name="connsiteY6" fmla="*/ 265136 h 1291453"/>
                    <a:gd name="connsiteX7" fmla="*/ 276223 w 1366836"/>
                    <a:gd name="connsiteY7" fmla="*/ 303237 h 1291453"/>
                    <a:gd name="connsiteX8" fmla="*/ 180975 w 1366836"/>
                    <a:gd name="connsiteY8" fmla="*/ 591367 h 1291453"/>
                    <a:gd name="connsiteX9" fmla="*/ 0 w 1366836"/>
                    <a:gd name="connsiteY9" fmla="*/ 538979 h 1291453"/>
                    <a:gd name="connsiteX10" fmla="*/ 104773 w 1366836"/>
                    <a:gd name="connsiteY10" fmla="*/ 215130 h 1291453"/>
                    <a:gd name="connsiteX11" fmla="*/ 159542 w 1366836"/>
                    <a:gd name="connsiteY11" fmla="*/ 129403 h 1291453"/>
                    <a:gd name="connsiteX0" fmla="*/ 159542 w 1366836"/>
                    <a:gd name="connsiteY0" fmla="*/ 129403 h 1291453"/>
                    <a:gd name="connsiteX1" fmla="*/ 678654 w 1366836"/>
                    <a:gd name="connsiteY1" fmla="*/ 815 h 1291453"/>
                    <a:gd name="connsiteX2" fmla="*/ 1152524 w 1366836"/>
                    <a:gd name="connsiteY2" fmla="*/ 277042 h 1291453"/>
                    <a:gd name="connsiteX3" fmla="*/ 1366836 w 1366836"/>
                    <a:gd name="connsiteY3" fmla="*/ 1291453 h 1291453"/>
                    <a:gd name="connsiteX4" fmla="*/ 123823 w 1366836"/>
                    <a:gd name="connsiteY4" fmla="*/ 1291453 h 1291453"/>
                    <a:gd name="connsiteX5" fmla="*/ 652461 w 1366836"/>
                    <a:gd name="connsiteY5" fmla="*/ 410393 h 1291453"/>
                    <a:gd name="connsiteX6" fmla="*/ 573880 w 1366836"/>
                    <a:gd name="connsiteY6" fmla="*/ 265136 h 1291453"/>
                    <a:gd name="connsiteX7" fmla="*/ 276223 w 1366836"/>
                    <a:gd name="connsiteY7" fmla="*/ 303237 h 1291453"/>
                    <a:gd name="connsiteX8" fmla="*/ 180975 w 1366836"/>
                    <a:gd name="connsiteY8" fmla="*/ 591367 h 1291453"/>
                    <a:gd name="connsiteX9" fmla="*/ 0 w 1366836"/>
                    <a:gd name="connsiteY9" fmla="*/ 538979 h 1291453"/>
                    <a:gd name="connsiteX10" fmla="*/ 104773 w 1366836"/>
                    <a:gd name="connsiteY10" fmla="*/ 215130 h 1291453"/>
                    <a:gd name="connsiteX11" fmla="*/ 159542 w 1366836"/>
                    <a:gd name="connsiteY11" fmla="*/ 129403 h 1291453"/>
                    <a:gd name="connsiteX0" fmla="*/ 159542 w 1366836"/>
                    <a:gd name="connsiteY0" fmla="*/ 130574 h 1292624"/>
                    <a:gd name="connsiteX1" fmla="*/ 678654 w 1366836"/>
                    <a:gd name="connsiteY1" fmla="*/ 1986 h 1292624"/>
                    <a:gd name="connsiteX2" fmla="*/ 1152524 w 1366836"/>
                    <a:gd name="connsiteY2" fmla="*/ 278213 h 1292624"/>
                    <a:gd name="connsiteX3" fmla="*/ 1366836 w 1366836"/>
                    <a:gd name="connsiteY3" fmla="*/ 1292624 h 1292624"/>
                    <a:gd name="connsiteX4" fmla="*/ 123823 w 1366836"/>
                    <a:gd name="connsiteY4" fmla="*/ 1292624 h 1292624"/>
                    <a:gd name="connsiteX5" fmla="*/ 652461 w 1366836"/>
                    <a:gd name="connsiteY5" fmla="*/ 411564 h 1292624"/>
                    <a:gd name="connsiteX6" fmla="*/ 573880 w 1366836"/>
                    <a:gd name="connsiteY6" fmla="*/ 266307 h 1292624"/>
                    <a:gd name="connsiteX7" fmla="*/ 276223 w 1366836"/>
                    <a:gd name="connsiteY7" fmla="*/ 304408 h 1292624"/>
                    <a:gd name="connsiteX8" fmla="*/ 180975 w 1366836"/>
                    <a:gd name="connsiteY8" fmla="*/ 592538 h 1292624"/>
                    <a:gd name="connsiteX9" fmla="*/ 0 w 1366836"/>
                    <a:gd name="connsiteY9" fmla="*/ 540150 h 1292624"/>
                    <a:gd name="connsiteX10" fmla="*/ 104773 w 1366836"/>
                    <a:gd name="connsiteY10" fmla="*/ 216301 h 1292624"/>
                    <a:gd name="connsiteX11" fmla="*/ 159542 w 1366836"/>
                    <a:gd name="connsiteY11" fmla="*/ 130574 h 1292624"/>
                    <a:gd name="connsiteX0" fmla="*/ 159542 w 1366836"/>
                    <a:gd name="connsiteY0" fmla="*/ 121211 h 1283261"/>
                    <a:gd name="connsiteX1" fmla="*/ 683417 w 1366836"/>
                    <a:gd name="connsiteY1" fmla="*/ 2148 h 1283261"/>
                    <a:gd name="connsiteX2" fmla="*/ 1152524 w 1366836"/>
                    <a:gd name="connsiteY2" fmla="*/ 268850 h 1283261"/>
                    <a:gd name="connsiteX3" fmla="*/ 1366836 w 1366836"/>
                    <a:gd name="connsiteY3" fmla="*/ 1283261 h 1283261"/>
                    <a:gd name="connsiteX4" fmla="*/ 123823 w 1366836"/>
                    <a:gd name="connsiteY4" fmla="*/ 1283261 h 1283261"/>
                    <a:gd name="connsiteX5" fmla="*/ 652461 w 1366836"/>
                    <a:gd name="connsiteY5" fmla="*/ 402201 h 1283261"/>
                    <a:gd name="connsiteX6" fmla="*/ 573880 w 1366836"/>
                    <a:gd name="connsiteY6" fmla="*/ 256944 h 1283261"/>
                    <a:gd name="connsiteX7" fmla="*/ 276223 w 1366836"/>
                    <a:gd name="connsiteY7" fmla="*/ 295045 h 1283261"/>
                    <a:gd name="connsiteX8" fmla="*/ 180975 w 1366836"/>
                    <a:gd name="connsiteY8" fmla="*/ 583175 h 1283261"/>
                    <a:gd name="connsiteX9" fmla="*/ 0 w 1366836"/>
                    <a:gd name="connsiteY9" fmla="*/ 530787 h 1283261"/>
                    <a:gd name="connsiteX10" fmla="*/ 104773 w 1366836"/>
                    <a:gd name="connsiteY10" fmla="*/ 206938 h 1283261"/>
                    <a:gd name="connsiteX11" fmla="*/ 159542 w 1366836"/>
                    <a:gd name="connsiteY11" fmla="*/ 121211 h 1283261"/>
                    <a:gd name="connsiteX0" fmla="*/ 159542 w 1366836"/>
                    <a:gd name="connsiteY0" fmla="*/ 126780 h 1288830"/>
                    <a:gd name="connsiteX1" fmla="*/ 683417 w 1366836"/>
                    <a:gd name="connsiteY1" fmla="*/ 7717 h 1288830"/>
                    <a:gd name="connsiteX2" fmla="*/ 1152524 w 1366836"/>
                    <a:gd name="connsiteY2" fmla="*/ 274419 h 1288830"/>
                    <a:gd name="connsiteX3" fmla="*/ 1366836 w 1366836"/>
                    <a:gd name="connsiteY3" fmla="*/ 1288830 h 1288830"/>
                    <a:gd name="connsiteX4" fmla="*/ 123823 w 1366836"/>
                    <a:gd name="connsiteY4" fmla="*/ 1288830 h 1288830"/>
                    <a:gd name="connsiteX5" fmla="*/ 652461 w 1366836"/>
                    <a:gd name="connsiteY5" fmla="*/ 407770 h 1288830"/>
                    <a:gd name="connsiteX6" fmla="*/ 573880 w 1366836"/>
                    <a:gd name="connsiteY6" fmla="*/ 262513 h 1288830"/>
                    <a:gd name="connsiteX7" fmla="*/ 276223 w 1366836"/>
                    <a:gd name="connsiteY7" fmla="*/ 300614 h 1288830"/>
                    <a:gd name="connsiteX8" fmla="*/ 180975 w 1366836"/>
                    <a:gd name="connsiteY8" fmla="*/ 588744 h 1288830"/>
                    <a:gd name="connsiteX9" fmla="*/ 0 w 1366836"/>
                    <a:gd name="connsiteY9" fmla="*/ 536356 h 1288830"/>
                    <a:gd name="connsiteX10" fmla="*/ 104773 w 1366836"/>
                    <a:gd name="connsiteY10" fmla="*/ 212507 h 1288830"/>
                    <a:gd name="connsiteX11" fmla="*/ 159542 w 1366836"/>
                    <a:gd name="connsiteY11" fmla="*/ 126780 h 1288830"/>
                    <a:gd name="connsiteX0" fmla="*/ 159542 w 1366836"/>
                    <a:gd name="connsiteY0" fmla="*/ 119379 h 1281429"/>
                    <a:gd name="connsiteX1" fmla="*/ 683417 w 1366836"/>
                    <a:gd name="connsiteY1" fmla="*/ 316 h 1281429"/>
                    <a:gd name="connsiteX2" fmla="*/ 1152524 w 1366836"/>
                    <a:gd name="connsiteY2" fmla="*/ 267018 h 1281429"/>
                    <a:gd name="connsiteX3" fmla="*/ 1366836 w 1366836"/>
                    <a:gd name="connsiteY3" fmla="*/ 1281429 h 1281429"/>
                    <a:gd name="connsiteX4" fmla="*/ 123823 w 1366836"/>
                    <a:gd name="connsiteY4" fmla="*/ 1281429 h 1281429"/>
                    <a:gd name="connsiteX5" fmla="*/ 652461 w 1366836"/>
                    <a:gd name="connsiteY5" fmla="*/ 400369 h 1281429"/>
                    <a:gd name="connsiteX6" fmla="*/ 573880 w 1366836"/>
                    <a:gd name="connsiteY6" fmla="*/ 255112 h 1281429"/>
                    <a:gd name="connsiteX7" fmla="*/ 276223 w 1366836"/>
                    <a:gd name="connsiteY7" fmla="*/ 293213 h 1281429"/>
                    <a:gd name="connsiteX8" fmla="*/ 180975 w 1366836"/>
                    <a:gd name="connsiteY8" fmla="*/ 581343 h 1281429"/>
                    <a:gd name="connsiteX9" fmla="*/ 0 w 1366836"/>
                    <a:gd name="connsiteY9" fmla="*/ 528955 h 1281429"/>
                    <a:gd name="connsiteX10" fmla="*/ 104773 w 1366836"/>
                    <a:gd name="connsiteY10" fmla="*/ 205106 h 1281429"/>
                    <a:gd name="connsiteX11" fmla="*/ 159542 w 1366836"/>
                    <a:gd name="connsiteY11" fmla="*/ 119379 h 1281429"/>
                    <a:gd name="connsiteX0" fmla="*/ 159542 w 1366836"/>
                    <a:gd name="connsiteY0" fmla="*/ 126500 h 1288550"/>
                    <a:gd name="connsiteX1" fmla="*/ 683417 w 1366836"/>
                    <a:gd name="connsiteY1" fmla="*/ 293 h 1288550"/>
                    <a:gd name="connsiteX2" fmla="*/ 1152524 w 1366836"/>
                    <a:gd name="connsiteY2" fmla="*/ 274139 h 1288550"/>
                    <a:gd name="connsiteX3" fmla="*/ 1366836 w 1366836"/>
                    <a:gd name="connsiteY3" fmla="*/ 1288550 h 1288550"/>
                    <a:gd name="connsiteX4" fmla="*/ 123823 w 1366836"/>
                    <a:gd name="connsiteY4" fmla="*/ 1288550 h 1288550"/>
                    <a:gd name="connsiteX5" fmla="*/ 652461 w 1366836"/>
                    <a:gd name="connsiteY5" fmla="*/ 407490 h 1288550"/>
                    <a:gd name="connsiteX6" fmla="*/ 573880 w 1366836"/>
                    <a:gd name="connsiteY6" fmla="*/ 262233 h 1288550"/>
                    <a:gd name="connsiteX7" fmla="*/ 276223 w 1366836"/>
                    <a:gd name="connsiteY7" fmla="*/ 300334 h 1288550"/>
                    <a:gd name="connsiteX8" fmla="*/ 180975 w 1366836"/>
                    <a:gd name="connsiteY8" fmla="*/ 588464 h 1288550"/>
                    <a:gd name="connsiteX9" fmla="*/ 0 w 1366836"/>
                    <a:gd name="connsiteY9" fmla="*/ 536076 h 1288550"/>
                    <a:gd name="connsiteX10" fmla="*/ 104773 w 1366836"/>
                    <a:gd name="connsiteY10" fmla="*/ 212227 h 1288550"/>
                    <a:gd name="connsiteX11" fmla="*/ 159542 w 1366836"/>
                    <a:gd name="connsiteY11" fmla="*/ 126500 h 1288550"/>
                    <a:gd name="connsiteX0" fmla="*/ 159542 w 1366836"/>
                    <a:gd name="connsiteY0" fmla="*/ 126500 h 1288550"/>
                    <a:gd name="connsiteX1" fmla="*/ 683417 w 1366836"/>
                    <a:gd name="connsiteY1" fmla="*/ 293 h 1288550"/>
                    <a:gd name="connsiteX2" fmla="*/ 1152524 w 1366836"/>
                    <a:gd name="connsiteY2" fmla="*/ 274139 h 1288550"/>
                    <a:gd name="connsiteX3" fmla="*/ 1366836 w 1366836"/>
                    <a:gd name="connsiteY3" fmla="*/ 1288550 h 1288550"/>
                    <a:gd name="connsiteX4" fmla="*/ 123823 w 1366836"/>
                    <a:gd name="connsiteY4" fmla="*/ 1288550 h 1288550"/>
                    <a:gd name="connsiteX5" fmla="*/ 652461 w 1366836"/>
                    <a:gd name="connsiteY5" fmla="*/ 407490 h 1288550"/>
                    <a:gd name="connsiteX6" fmla="*/ 573880 w 1366836"/>
                    <a:gd name="connsiteY6" fmla="*/ 262233 h 1288550"/>
                    <a:gd name="connsiteX7" fmla="*/ 276223 w 1366836"/>
                    <a:gd name="connsiteY7" fmla="*/ 300334 h 1288550"/>
                    <a:gd name="connsiteX8" fmla="*/ 180975 w 1366836"/>
                    <a:gd name="connsiteY8" fmla="*/ 588464 h 1288550"/>
                    <a:gd name="connsiteX9" fmla="*/ 0 w 1366836"/>
                    <a:gd name="connsiteY9" fmla="*/ 536076 h 1288550"/>
                    <a:gd name="connsiteX10" fmla="*/ 104773 w 1366836"/>
                    <a:gd name="connsiteY10" fmla="*/ 212227 h 1288550"/>
                    <a:gd name="connsiteX11" fmla="*/ 159542 w 1366836"/>
                    <a:gd name="connsiteY11" fmla="*/ 126500 h 1288550"/>
                    <a:gd name="connsiteX0" fmla="*/ 159542 w 1366836"/>
                    <a:gd name="connsiteY0" fmla="*/ 126500 h 1288550"/>
                    <a:gd name="connsiteX1" fmla="*/ 683417 w 1366836"/>
                    <a:gd name="connsiteY1" fmla="*/ 293 h 1288550"/>
                    <a:gd name="connsiteX2" fmla="*/ 1152524 w 1366836"/>
                    <a:gd name="connsiteY2" fmla="*/ 274139 h 1288550"/>
                    <a:gd name="connsiteX3" fmla="*/ 1366836 w 1366836"/>
                    <a:gd name="connsiteY3" fmla="*/ 1288550 h 1288550"/>
                    <a:gd name="connsiteX4" fmla="*/ 123823 w 1366836"/>
                    <a:gd name="connsiteY4" fmla="*/ 1288550 h 1288550"/>
                    <a:gd name="connsiteX5" fmla="*/ 652461 w 1366836"/>
                    <a:gd name="connsiteY5" fmla="*/ 407490 h 1288550"/>
                    <a:gd name="connsiteX6" fmla="*/ 573880 w 1366836"/>
                    <a:gd name="connsiteY6" fmla="*/ 262233 h 1288550"/>
                    <a:gd name="connsiteX7" fmla="*/ 276223 w 1366836"/>
                    <a:gd name="connsiteY7" fmla="*/ 300334 h 1288550"/>
                    <a:gd name="connsiteX8" fmla="*/ 180975 w 1366836"/>
                    <a:gd name="connsiteY8" fmla="*/ 588464 h 1288550"/>
                    <a:gd name="connsiteX9" fmla="*/ 0 w 1366836"/>
                    <a:gd name="connsiteY9" fmla="*/ 536076 h 1288550"/>
                    <a:gd name="connsiteX10" fmla="*/ 104773 w 1366836"/>
                    <a:gd name="connsiteY10" fmla="*/ 212227 h 1288550"/>
                    <a:gd name="connsiteX11" fmla="*/ 159542 w 1366836"/>
                    <a:gd name="connsiteY11" fmla="*/ 126500 h 1288550"/>
                    <a:gd name="connsiteX0" fmla="*/ 159542 w 1366836"/>
                    <a:gd name="connsiteY0" fmla="*/ 126500 h 1288550"/>
                    <a:gd name="connsiteX1" fmla="*/ 683417 w 1366836"/>
                    <a:gd name="connsiteY1" fmla="*/ 293 h 1288550"/>
                    <a:gd name="connsiteX2" fmla="*/ 1152524 w 1366836"/>
                    <a:gd name="connsiteY2" fmla="*/ 274139 h 1288550"/>
                    <a:gd name="connsiteX3" fmla="*/ 1288255 w 1366836"/>
                    <a:gd name="connsiteY3" fmla="*/ 905172 h 1288550"/>
                    <a:gd name="connsiteX4" fmla="*/ 1366836 w 1366836"/>
                    <a:gd name="connsiteY4" fmla="*/ 1288550 h 1288550"/>
                    <a:gd name="connsiteX5" fmla="*/ 123823 w 1366836"/>
                    <a:gd name="connsiteY5" fmla="*/ 1288550 h 1288550"/>
                    <a:gd name="connsiteX6" fmla="*/ 652461 w 1366836"/>
                    <a:gd name="connsiteY6" fmla="*/ 407490 h 1288550"/>
                    <a:gd name="connsiteX7" fmla="*/ 573880 w 1366836"/>
                    <a:gd name="connsiteY7" fmla="*/ 262233 h 1288550"/>
                    <a:gd name="connsiteX8" fmla="*/ 276223 w 1366836"/>
                    <a:gd name="connsiteY8" fmla="*/ 300334 h 1288550"/>
                    <a:gd name="connsiteX9" fmla="*/ 180975 w 1366836"/>
                    <a:gd name="connsiteY9" fmla="*/ 588464 h 1288550"/>
                    <a:gd name="connsiteX10" fmla="*/ 0 w 1366836"/>
                    <a:gd name="connsiteY10" fmla="*/ 536076 h 1288550"/>
                    <a:gd name="connsiteX11" fmla="*/ 104773 w 1366836"/>
                    <a:gd name="connsiteY11" fmla="*/ 212227 h 1288550"/>
                    <a:gd name="connsiteX12" fmla="*/ 159542 w 1366836"/>
                    <a:gd name="connsiteY12" fmla="*/ 126500 h 1288550"/>
                    <a:gd name="connsiteX0" fmla="*/ 159542 w 1369217"/>
                    <a:gd name="connsiteY0" fmla="*/ 126500 h 1288550"/>
                    <a:gd name="connsiteX1" fmla="*/ 683417 w 1369217"/>
                    <a:gd name="connsiteY1" fmla="*/ 293 h 1288550"/>
                    <a:gd name="connsiteX2" fmla="*/ 1152524 w 1369217"/>
                    <a:gd name="connsiteY2" fmla="*/ 274139 h 1288550"/>
                    <a:gd name="connsiteX3" fmla="*/ 1369217 w 1369217"/>
                    <a:gd name="connsiteY3" fmla="*/ 959941 h 1288550"/>
                    <a:gd name="connsiteX4" fmla="*/ 1366836 w 1369217"/>
                    <a:gd name="connsiteY4" fmla="*/ 1288550 h 1288550"/>
                    <a:gd name="connsiteX5" fmla="*/ 123823 w 1369217"/>
                    <a:gd name="connsiteY5" fmla="*/ 1288550 h 1288550"/>
                    <a:gd name="connsiteX6" fmla="*/ 652461 w 1369217"/>
                    <a:gd name="connsiteY6" fmla="*/ 407490 h 1288550"/>
                    <a:gd name="connsiteX7" fmla="*/ 573880 w 1369217"/>
                    <a:gd name="connsiteY7" fmla="*/ 262233 h 1288550"/>
                    <a:gd name="connsiteX8" fmla="*/ 276223 w 1369217"/>
                    <a:gd name="connsiteY8" fmla="*/ 300334 h 1288550"/>
                    <a:gd name="connsiteX9" fmla="*/ 180975 w 1369217"/>
                    <a:gd name="connsiteY9" fmla="*/ 588464 h 1288550"/>
                    <a:gd name="connsiteX10" fmla="*/ 0 w 1369217"/>
                    <a:gd name="connsiteY10" fmla="*/ 536076 h 1288550"/>
                    <a:gd name="connsiteX11" fmla="*/ 104773 w 1369217"/>
                    <a:gd name="connsiteY11" fmla="*/ 212227 h 1288550"/>
                    <a:gd name="connsiteX12" fmla="*/ 159542 w 1369217"/>
                    <a:gd name="connsiteY12" fmla="*/ 126500 h 1288550"/>
                    <a:gd name="connsiteX0" fmla="*/ 159542 w 1366941"/>
                    <a:gd name="connsiteY0" fmla="*/ 126500 h 1288550"/>
                    <a:gd name="connsiteX1" fmla="*/ 683417 w 1366941"/>
                    <a:gd name="connsiteY1" fmla="*/ 293 h 1288550"/>
                    <a:gd name="connsiteX2" fmla="*/ 1152524 w 1366941"/>
                    <a:gd name="connsiteY2" fmla="*/ 274139 h 1288550"/>
                    <a:gd name="connsiteX3" fmla="*/ 1364454 w 1366941"/>
                    <a:gd name="connsiteY3" fmla="*/ 952797 h 1288550"/>
                    <a:gd name="connsiteX4" fmla="*/ 1366836 w 1366941"/>
                    <a:gd name="connsiteY4" fmla="*/ 1288550 h 1288550"/>
                    <a:gd name="connsiteX5" fmla="*/ 123823 w 1366941"/>
                    <a:gd name="connsiteY5" fmla="*/ 1288550 h 1288550"/>
                    <a:gd name="connsiteX6" fmla="*/ 652461 w 1366941"/>
                    <a:gd name="connsiteY6" fmla="*/ 407490 h 1288550"/>
                    <a:gd name="connsiteX7" fmla="*/ 573880 w 1366941"/>
                    <a:gd name="connsiteY7" fmla="*/ 262233 h 1288550"/>
                    <a:gd name="connsiteX8" fmla="*/ 276223 w 1366941"/>
                    <a:gd name="connsiteY8" fmla="*/ 300334 h 1288550"/>
                    <a:gd name="connsiteX9" fmla="*/ 180975 w 1366941"/>
                    <a:gd name="connsiteY9" fmla="*/ 588464 h 1288550"/>
                    <a:gd name="connsiteX10" fmla="*/ 0 w 1366941"/>
                    <a:gd name="connsiteY10" fmla="*/ 536076 h 1288550"/>
                    <a:gd name="connsiteX11" fmla="*/ 104773 w 1366941"/>
                    <a:gd name="connsiteY11" fmla="*/ 212227 h 1288550"/>
                    <a:gd name="connsiteX12" fmla="*/ 159542 w 1366941"/>
                    <a:gd name="connsiteY12" fmla="*/ 126500 h 1288550"/>
                    <a:gd name="connsiteX0" fmla="*/ 159542 w 1370457"/>
                    <a:gd name="connsiteY0" fmla="*/ 126500 h 1288550"/>
                    <a:gd name="connsiteX1" fmla="*/ 683417 w 1370457"/>
                    <a:gd name="connsiteY1" fmla="*/ 293 h 1288550"/>
                    <a:gd name="connsiteX2" fmla="*/ 1152524 w 1370457"/>
                    <a:gd name="connsiteY2" fmla="*/ 274139 h 1288550"/>
                    <a:gd name="connsiteX3" fmla="*/ 1364454 w 1370457"/>
                    <a:gd name="connsiteY3" fmla="*/ 952797 h 1288550"/>
                    <a:gd name="connsiteX4" fmla="*/ 1366836 w 1370457"/>
                    <a:gd name="connsiteY4" fmla="*/ 1288550 h 1288550"/>
                    <a:gd name="connsiteX5" fmla="*/ 123823 w 1370457"/>
                    <a:gd name="connsiteY5" fmla="*/ 1288550 h 1288550"/>
                    <a:gd name="connsiteX6" fmla="*/ 652461 w 1370457"/>
                    <a:gd name="connsiteY6" fmla="*/ 407490 h 1288550"/>
                    <a:gd name="connsiteX7" fmla="*/ 573880 w 1370457"/>
                    <a:gd name="connsiteY7" fmla="*/ 262233 h 1288550"/>
                    <a:gd name="connsiteX8" fmla="*/ 276223 w 1370457"/>
                    <a:gd name="connsiteY8" fmla="*/ 300334 h 1288550"/>
                    <a:gd name="connsiteX9" fmla="*/ 180975 w 1370457"/>
                    <a:gd name="connsiteY9" fmla="*/ 588464 h 1288550"/>
                    <a:gd name="connsiteX10" fmla="*/ 0 w 1370457"/>
                    <a:gd name="connsiteY10" fmla="*/ 536076 h 1288550"/>
                    <a:gd name="connsiteX11" fmla="*/ 104773 w 1370457"/>
                    <a:gd name="connsiteY11" fmla="*/ 212227 h 1288550"/>
                    <a:gd name="connsiteX12" fmla="*/ 159542 w 1370457"/>
                    <a:gd name="connsiteY12" fmla="*/ 126500 h 1288550"/>
                    <a:gd name="connsiteX0" fmla="*/ 159542 w 1376708"/>
                    <a:gd name="connsiteY0" fmla="*/ 126500 h 1288550"/>
                    <a:gd name="connsiteX1" fmla="*/ 683417 w 1376708"/>
                    <a:gd name="connsiteY1" fmla="*/ 293 h 1288550"/>
                    <a:gd name="connsiteX2" fmla="*/ 1152524 w 1376708"/>
                    <a:gd name="connsiteY2" fmla="*/ 274139 h 1288550"/>
                    <a:gd name="connsiteX3" fmla="*/ 1364454 w 1376708"/>
                    <a:gd name="connsiteY3" fmla="*/ 952797 h 1288550"/>
                    <a:gd name="connsiteX4" fmla="*/ 1366836 w 1376708"/>
                    <a:gd name="connsiteY4" fmla="*/ 1288550 h 1288550"/>
                    <a:gd name="connsiteX5" fmla="*/ 123823 w 1376708"/>
                    <a:gd name="connsiteY5" fmla="*/ 1288550 h 1288550"/>
                    <a:gd name="connsiteX6" fmla="*/ 652461 w 1376708"/>
                    <a:gd name="connsiteY6" fmla="*/ 407490 h 1288550"/>
                    <a:gd name="connsiteX7" fmla="*/ 573880 w 1376708"/>
                    <a:gd name="connsiteY7" fmla="*/ 262233 h 1288550"/>
                    <a:gd name="connsiteX8" fmla="*/ 276223 w 1376708"/>
                    <a:gd name="connsiteY8" fmla="*/ 300334 h 1288550"/>
                    <a:gd name="connsiteX9" fmla="*/ 180975 w 1376708"/>
                    <a:gd name="connsiteY9" fmla="*/ 588464 h 1288550"/>
                    <a:gd name="connsiteX10" fmla="*/ 0 w 1376708"/>
                    <a:gd name="connsiteY10" fmla="*/ 536076 h 1288550"/>
                    <a:gd name="connsiteX11" fmla="*/ 104773 w 1376708"/>
                    <a:gd name="connsiteY11" fmla="*/ 212227 h 1288550"/>
                    <a:gd name="connsiteX12" fmla="*/ 159542 w 1376708"/>
                    <a:gd name="connsiteY12" fmla="*/ 126500 h 1288550"/>
                    <a:gd name="connsiteX0" fmla="*/ 159542 w 1392922"/>
                    <a:gd name="connsiteY0" fmla="*/ 126500 h 1288550"/>
                    <a:gd name="connsiteX1" fmla="*/ 683417 w 1392922"/>
                    <a:gd name="connsiteY1" fmla="*/ 293 h 1288550"/>
                    <a:gd name="connsiteX2" fmla="*/ 1152524 w 1392922"/>
                    <a:gd name="connsiteY2" fmla="*/ 274139 h 1288550"/>
                    <a:gd name="connsiteX3" fmla="*/ 1364454 w 1392922"/>
                    <a:gd name="connsiteY3" fmla="*/ 952797 h 1288550"/>
                    <a:gd name="connsiteX4" fmla="*/ 1366836 w 1392922"/>
                    <a:gd name="connsiteY4" fmla="*/ 1288550 h 1288550"/>
                    <a:gd name="connsiteX5" fmla="*/ 123823 w 1392922"/>
                    <a:gd name="connsiteY5" fmla="*/ 1288550 h 1288550"/>
                    <a:gd name="connsiteX6" fmla="*/ 652461 w 1392922"/>
                    <a:gd name="connsiteY6" fmla="*/ 407490 h 1288550"/>
                    <a:gd name="connsiteX7" fmla="*/ 573880 w 1392922"/>
                    <a:gd name="connsiteY7" fmla="*/ 262233 h 1288550"/>
                    <a:gd name="connsiteX8" fmla="*/ 276223 w 1392922"/>
                    <a:gd name="connsiteY8" fmla="*/ 300334 h 1288550"/>
                    <a:gd name="connsiteX9" fmla="*/ 180975 w 1392922"/>
                    <a:gd name="connsiteY9" fmla="*/ 588464 h 1288550"/>
                    <a:gd name="connsiteX10" fmla="*/ 0 w 1392922"/>
                    <a:gd name="connsiteY10" fmla="*/ 536076 h 1288550"/>
                    <a:gd name="connsiteX11" fmla="*/ 104773 w 1392922"/>
                    <a:gd name="connsiteY11" fmla="*/ 212227 h 1288550"/>
                    <a:gd name="connsiteX12" fmla="*/ 159542 w 1392922"/>
                    <a:gd name="connsiteY12" fmla="*/ 126500 h 1288550"/>
                    <a:gd name="connsiteX0" fmla="*/ 159542 w 1399879"/>
                    <a:gd name="connsiteY0" fmla="*/ 126500 h 1288550"/>
                    <a:gd name="connsiteX1" fmla="*/ 683417 w 1399879"/>
                    <a:gd name="connsiteY1" fmla="*/ 293 h 1288550"/>
                    <a:gd name="connsiteX2" fmla="*/ 1152524 w 1399879"/>
                    <a:gd name="connsiteY2" fmla="*/ 274139 h 1288550"/>
                    <a:gd name="connsiteX3" fmla="*/ 1364454 w 1399879"/>
                    <a:gd name="connsiteY3" fmla="*/ 952797 h 1288550"/>
                    <a:gd name="connsiteX4" fmla="*/ 1366836 w 1399879"/>
                    <a:gd name="connsiteY4" fmla="*/ 1288550 h 1288550"/>
                    <a:gd name="connsiteX5" fmla="*/ 123823 w 1399879"/>
                    <a:gd name="connsiteY5" fmla="*/ 1288550 h 1288550"/>
                    <a:gd name="connsiteX6" fmla="*/ 652461 w 1399879"/>
                    <a:gd name="connsiteY6" fmla="*/ 407490 h 1288550"/>
                    <a:gd name="connsiteX7" fmla="*/ 573880 w 1399879"/>
                    <a:gd name="connsiteY7" fmla="*/ 262233 h 1288550"/>
                    <a:gd name="connsiteX8" fmla="*/ 276223 w 1399879"/>
                    <a:gd name="connsiteY8" fmla="*/ 300334 h 1288550"/>
                    <a:gd name="connsiteX9" fmla="*/ 180975 w 1399879"/>
                    <a:gd name="connsiteY9" fmla="*/ 588464 h 1288550"/>
                    <a:gd name="connsiteX10" fmla="*/ 0 w 1399879"/>
                    <a:gd name="connsiteY10" fmla="*/ 536076 h 1288550"/>
                    <a:gd name="connsiteX11" fmla="*/ 104773 w 1399879"/>
                    <a:gd name="connsiteY11" fmla="*/ 212227 h 1288550"/>
                    <a:gd name="connsiteX12" fmla="*/ 159542 w 1399879"/>
                    <a:gd name="connsiteY12" fmla="*/ 126500 h 1288550"/>
                    <a:gd name="connsiteX0" fmla="*/ 159542 w 1399879"/>
                    <a:gd name="connsiteY0" fmla="*/ 126500 h 1305219"/>
                    <a:gd name="connsiteX1" fmla="*/ 683417 w 1399879"/>
                    <a:gd name="connsiteY1" fmla="*/ 293 h 1305219"/>
                    <a:gd name="connsiteX2" fmla="*/ 1152524 w 1399879"/>
                    <a:gd name="connsiteY2" fmla="*/ 274139 h 1305219"/>
                    <a:gd name="connsiteX3" fmla="*/ 1364454 w 1399879"/>
                    <a:gd name="connsiteY3" fmla="*/ 952797 h 1305219"/>
                    <a:gd name="connsiteX4" fmla="*/ 1092993 w 1399879"/>
                    <a:gd name="connsiteY4" fmla="*/ 1305219 h 1305219"/>
                    <a:gd name="connsiteX5" fmla="*/ 123823 w 1399879"/>
                    <a:gd name="connsiteY5" fmla="*/ 1288550 h 1305219"/>
                    <a:gd name="connsiteX6" fmla="*/ 652461 w 1399879"/>
                    <a:gd name="connsiteY6" fmla="*/ 407490 h 1305219"/>
                    <a:gd name="connsiteX7" fmla="*/ 573880 w 1399879"/>
                    <a:gd name="connsiteY7" fmla="*/ 262233 h 1305219"/>
                    <a:gd name="connsiteX8" fmla="*/ 276223 w 1399879"/>
                    <a:gd name="connsiteY8" fmla="*/ 300334 h 1305219"/>
                    <a:gd name="connsiteX9" fmla="*/ 180975 w 1399879"/>
                    <a:gd name="connsiteY9" fmla="*/ 588464 h 1305219"/>
                    <a:gd name="connsiteX10" fmla="*/ 0 w 1399879"/>
                    <a:gd name="connsiteY10" fmla="*/ 536076 h 1305219"/>
                    <a:gd name="connsiteX11" fmla="*/ 104773 w 1399879"/>
                    <a:gd name="connsiteY11" fmla="*/ 212227 h 1305219"/>
                    <a:gd name="connsiteX12" fmla="*/ 159542 w 1399879"/>
                    <a:gd name="connsiteY12" fmla="*/ 126500 h 1305219"/>
                    <a:gd name="connsiteX0" fmla="*/ 159542 w 1399879"/>
                    <a:gd name="connsiteY0" fmla="*/ 126500 h 1305219"/>
                    <a:gd name="connsiteX1" fmla="*/ 683417 w 1399879"/>
                    <a:gd name="connsiteY1" fmla="*/ 293 h 1305219"/>
                    <a:gd name="connsiteX2" fmla="*/ 1152524 w 1399879"/>
                    <a:gd name="connsiteY2" fmla="*/ 274139 h 1305219"/>
                    <a:gd name="connsiteX3" fmla="*/ 1364454 w 1399879"/>
                    <a:gd name="connsiteY3" fmla="*/ 952797 h 1305219"/>
                    <a:gd name="connsiteX4" fmla="*/ 1092993 w 1399879"/>
                    <a:gd name="connsiteY4" fmla="*/ 1305219 h 1305219"/>
                    <a:gd name="connsiteX5" fmla="*/ 123823 w 1399879"/>
                    <a:gd name="connsiteY5" fmla="*/ 1288550 h 1305219"/>
                    <a:gd name="connsiteX6" fmla="*/ 652461 w 1399879"/>
                    <a:gd name="connsiteY6" fmla="*/ 407490 h 1305219"/>
                    <a:gd name="connsiteX7" fmla="*/ 573880 w 1399879"/>
                    <a:gd name="connsiteY7" fmla="*/ 262233 h 1305219"/>
                    <a:gd name="connsiteX8" fmla="*/ 276223 w 1399879"/>
                    <a:gd name="connsiteY8" fmla="*/ 300334 h 1305219"/>
                    <a:gd name="connsiteX9" fmla="*/ 180975 w 1399879"/>
                    <a:gd name="connsiteY9" fmla="*/ 588464 h 1305219"/>
                    <a:gd name="connsiteX10" fmla="*/ 0 w 1399879"/>
                    <a:gd name="connsiteY10" fmla="*/ 536076 h 1305219"/>
                    <a:gd name="connsiteX11" fmla="*/ 104773 w 1399879"/>
                    <a:gd name="connsiteY11" fmla="*/ 212227 h 1305219"/>
                    <a:gd name="connsiteX12" fmla="*/ 159542 w 1399879"/>
                    <a:gd name="connsiteY12" fmla="*/ 126500 h 1305219"/>
                    <a:gd name="connsiteX0" fmla="*/ 159542 w 1399879"/>
                    <a:gd name="connsiteY0" fmla="*/ 126500 h 1305219"/>
                    <a:gd name="connsiteX1" fmla="*/ 683417 w 1399879"/>
                    <a:gd name="connsiteY1" fmla="*/ 293 h 1305219"/>
                    <a:gd name="connsiteX2" fmla="*/ 1152524 w 1399879"/>
                    <a:gd name="connsiteY2" fmla="*/ 274139 h 1305219"/>
                    <a:gd name="connsiteX3" fmla="*/ 1364454 w 1399879"/>
                    <a:gd name="connsiteY3" fmla="*/ 952797 h 1305219"/>
                    <a:gd name="connsiteX4" fmla="*/ 1092993 w 1399879"/>
                    <a:gd name="connsiteY4" fmla="*/ 1305219 h 1305219"/>
                    <a:gd name="connsiteX5" fmla="*/ 123823 w 1399879"/>
                    <a:gd name="connsiteY5" fmla="*/ 1288550 h 1305219"/>
                    <a:gd name="connsiteX6" fmla="*/ 652461 w 1399879"/>
                    <a:gd name="connsiteY6" fmla="*/ 407490 h 1305219"/>
                    <a:gd name="connsiteX7" fmla="*/ 573880 w 1399879"/>
                    <a:gd name="connsiteY7" fmla="*/ 262233 h 1305219"/>
                    <a:gd name="connsiteX8" fmla="*/ 276223 w 1399879"/>
                    <a:gd name="connsiteY8" fmla="*/ 300334 h 1305219"/>
                    <a:gd name="connsiteX9" fmla="*/ 180975 w 1399879"/>
                    <a:gd name="connsiteY9" fmla="*/ 588464 h 1305219"/>
                    <a:gd name="connsiteX10" fmla="*/ 0 w 1399879"/>
                    <a:gd name="connsiteY10" fmla="*/ 536076 h 1305219"/>
                    <a:gd name="connsiteX11" fmla="*/ 104773 w 1399879"/>
                    <a:gd name="connsiteY11" fmla="*/ 212227 h 1305219"/>
                    <a:gd name="connsiteX12" fmla="*/ 159542 w 1399879"/>
                    <a:gd name="connsiteY12" fmla="*/ 126500 h 1305219"/>
                    <a:gd name="connsiteX0" fmla="*/ 159542 w 1399879"/>
                    <a:gd name="connsiteY0" fmla="*/ 126500 h 1305219"/>
                    <a:gd name="connsiteX1" fmla="*/ 683417 w 1399879"/>
                    <a:gd name="connsiteY1" fmla="*/ 293 h 1305219"/>
                    <a:gd name="connsiteX2" fmla="*/ 1152524 w 1399879"/>
                    <a:gd name="connsiteY2" fmla="*/ 274139 h 1305219"/>
                    <a:gd name="connsiteX3" fmla="*/ 1364454 w 1399879"/>
                    <a:gd name="connsiteY3" fmla="*/ 952797 h 1305219"/>
                    <a:gd name="connsiteX4" fmla="*/ 1092993 w 1399879"/>
                    <a:gd name="connsiteY4" fmla="*/ 1305219 h 1305219"/>
                    <a:gd name="connsiteX5" fmla="*/ 123823 w 1399879"/>
                    <a:gd name="connsiteY5" fmla="*/ 1288550 h 1305219"/>
                    <a:gd name="connsiteX6" fmla="*/ 652461 w 1399879"/>
                    <a:gd name="connsiteY6" fmla="*/ 407490 h 1305219"/>
                    <a:gd name="connsiteX7" fmla="*/ 573880 w 1399879"/>
                    <a:gd name="connsiteY7" fmla="*/ 262233 h 1305219"/>
                    <a:gd name="connsiteX8" fmla="*/ 276223 w 1399879"/>
                    <a:gd name="connsiteY8" fmla="*/ 300334 h 1305219"/>
                    <a:gd name="connsiteX9" fmla="*/ 180975 w 1399879"/>
                    <a:gd name="connsiteY9" fmla="*/ 588464 h 1305219"/>
                    <a:gd name="connsiteX10" fmla="*/ 0 w 1399879"/>
                    <a:gd name="connsiteY10" fmla="*/ 536076 h 1305219"/>
                    <a:gd name="connsiteX11" fmla="*/ 104773 w 1399879"/>
                    <a:gd name="connsiteY11" fmla="*/ 212227 h 1305219"/>
                    <a:gd name="connsiteX12" fmla="*/ 159542 w 1399879"/>
                    <a:gd name="connsiteY12" fmla="*/ 126500 h 1305219"/>
                    <a:gd name="connsiteX0" fmla="*/ 159542 w 1399879"/>
                    <a:gd name="connsiteY0" fmla="*/ 126500 h 1305219"/>
                    <a:gd name="connsiteX1" fmla="*/ 683417 w 1399879"/>
                    <a:gd name="connsiteY1" fmla="*/ 293 h 1305219"/>
                    <a:gd name="connsiteX2" fmla="*/ 1152524 w 1399879"/>
                    <a:gd name="connsiteY2" fmla="*/ 274139 h 1305219"/>
                    <a:gd name="connsiteX3" fmla="*/ 1364454 w 1399879"/>
                    <a:gd name="connsiteY3" fmla="*/ 952797 h 1305219"/>
                    <a:gd name="connsiteX4" fmla="*/ 1092993 w 1399879"/>
                    <a:gd name="connsiteY4" fmla="*/ 1305219 h 1305219"/>
                    <a:gd name="connsiteX5" fmla="*/ 547686 w 1399879"/>
                    <a:gd name="connsiteY5" fmla="*/ 1298078 h 1305219"/>
                    <a:gd name="connsiteX6" fmla="*/ 123823 w 1399879"/>
                    <a:gd name="connsiteY6" fmla="*/ 1288550 h 1305219"/>
                    <a:gd name="connsiteX7" fmla="*/ 652461 w 1399879"/>
                    <a:gd name="connsiteY7" fmla="*/ 407490 h 1305219"/>
                    <a:gd name="connsiteX8" fmla="*/ 573880 w 1399879"/>
                    <a:gd name="connsiteY8" fmla="*/ 262233 h 1305219"/>
                    <a:gd name="connsiteX9" fmla="*/ 276223 w 1399879"/>
                    <a:gd name="connsiteY9" fmla="*/ 300334 h 1305219"/>
                    <a:gd name="connsiteX10" fmla="*/ 180975 w 1399879"/>
                    <a:gd name="connsiteY10" fmla="*/ 588464 h 1305219"/>
                    <a:gd name="connsiteX11" fmla="*/ 0 w 1399879"/>
                    <a:gd name="connsiteY11" fmla="*/ 536076 h 1305219"/>
                    <a:gd name="connsiteX12" fmla="*/ 104773 w 1399879"/>
                    <a:gd name="connsiteY12" fmla="*/ 212227 h 1305219"/>
                    <a:gd name="connsiteX13" fmla="*/ 159542 w 1399879"/>
                    <a:gd name="connsiteY13" fmla="*/ 126500 h 1305219"/>
                    <a:gd name="connsiteX0" fmla="*/ 159542 w 1399879"/>
                    <a:gd name="connsiteY0" fmla="*/ 126500 h 1364753"/>
                    <a:gd name="connsiteX1" fmla="*/ 683417 w 1399879"/>
                    <a:gd name="connsiteY1" fmla="*/ 293 h 1364753"/>
                    <a:gd name="connsiteX2" fmla="*/ 1152524 w 1399879"/>
                    <a:gd name="connsiteY2" fmla="*/ 274139 h 1364753"/>
                    <a:gd name="connsiteX3" fmla="*/ 1364454 w 1399879"/>
                    <a:gd name="connsiteY3" fmla="*/ 952797 h 1364753"/>
                    <a:gd name="connsiteX4" fmla="*/ 1092993 w 1399879"/>
                    <a:gd name="connsiteY4" fmla="*/ 1305219 h 1364753"/>
                    <a:gd name="connsiteX5" fmla="*/ 545305 w 1399879"/>
                    <a:gd name="connsiteY5" fmla="*/ 1364753 h 1364753"/>
                    <a:gd name="connsiteX6" fmla="*/ 123823 w 1399879"/>
                    <a:gd name="connsiteY6" fmla="*/ 1288550 h 1364753"/>
                    <a:gd name="connsiteX7" fmla="*/ 652461 w 1399879"/>
                    <a:gd name="connsiteY7" fmla="*/ 407490 h 1364753"/>
                    <a:gd name="connsiteX8" fmla="*/ 573880 w 1399879"/>
                    <a:gd name="connsiteY8" fmla="*/ 262233 h 1364753"/>
                    <a:gd name="connsiteX9" fmla="*/ 276223 w 1399879"/>
                    <a:gd name="connsiteY9" fmla="*/ 300334 h 1364753"/>
                    <a:gd name="connsiteX10" fmla="*/ 180975 w 1399879"/>
                    <a:gd name="connsiteY10" fmla="*/ 588464 h 1364753"/>
                    <a:gd name="connsiteX11" fmla="*/ 0 w 1399879"/>
                    <a:gd name="connsiteY11" fmla="*/ 536076 h 1364753"/>
                    <a:gd name="connsiteX12" fmla="*/ 104773 w 1399879"/>
                    <a:gd name="connsiteY12" fmla="*/ 212227 h 1364753"/>
                    <a:gd name="connsiteX13" fmla="*/ 159542 w 1399879"/>
                    <a:gd name="connsiteY13" fmla="*/ 126500 h 1364753"/>
                    <a:gd name="connsiteX0" fmla="*/ 159542 w 1399879"/>
                    <a:gd name="connsiteY0" fmla="*/ 126500 h 1364753"/>
                    <a:gd name="connsiteX1" fmla="*/ 683417 w 1399879"/>
                    <a:gd name="connsiteY1" fmla="*/ 293 h 1364753"/>
                    <a:gd name="connsiteX2" fmla="*/ 1152524 w 1399879"/>
                    <a:gd name="connsiteY2" fmla="*/ 274139 h 1364753"/>
                    <a:gd name="connsiteX3" fmla="*/ 1364454 w 1399879"/>
                    <a:gd name="connsiteY3" fmla="*/ 952797 h 1364753"/>
                    <a:gd name="connsiteX4" fmla="*/ 1092993 w 1399879"/>
                    <a:gd name="connsiteY4" fmla="*/ 1305219 h 1364753"/>
                    <a:gd name="connsiteX5" fmla="*/ 545305 w 1399879"/>
                    <a:gd name="connsiteY5" fmla="*/ 1364753 h 1364753"/>
                    <a:gd name="connsiteX6" fmla="*/ 123823 w 1399879"/>
                    <a:gd name="connsiteY6" fmla="*/ 1288550 h 1364753"/>
                    <a:gd name="connsiteX7" fmla="*/ 652461 w 1399879"/>
                    <a:gd name="connsiteY7" fmla="*/ 407490 h 1364753"/>
                    <a:gd name="connsiteX8" fmla="*/ 573880 w 1399879"/>
                    <a:gd name="connsiteY8" fmla="*/ 262233 h 1364753"/>
                    <a:gd name="connsiteX9" fmla="*/ 276223 w 1399879"/>
                    <a:gd name="connsiteY9" fmla="*/ 300334 h 1364753"/>
                    <a:gd name="connsiteX10" fmla="*/ 180975 w 1399879"/>
                    <a:gd name="connsiteY10" fmla="*/ 588464 h 1364753"/>
                    <a:gd name="connsiteX11" fmla="*/ 0 w 1399879"/>
                    <a:gd name="connsiteY11" fmla="*/ 536076 h 1364753"/>
                    <a:gd name="connsiteX12" fmla="*/ 104773 w 1399879"/>
                    <a:gd name="connsiteY12" fmla="*/ 212227 h 1364753"/>
                    <a:gd name="connsiteX13" fmla="*/ 159542 w 1399879"/>
                    <a:gd name="connsiteY13" fmla="*/ 126500 h 1364753"/>
                    <a:gd name="connsiteX0" fmla="*/ 159542 w 1399879"/>
                    <a:gd name="connsiteY0" fmla="*/ 126500 h 1364753"/>
                    <a:gd name="connsiteX1" fmla="*/ 683417 w 1399879"/>
                    <a:gd name="connsiteY1" fmla="*/ 293 h 1364753"/>
                    <a:gd name="connsiteX2" fmla="*/ 1152524 w 1399879"/>
                    <a:gd name="connsiteY2" fmla="*/ 274139 h 1364753"/>
                    <a:gd name="connsiteX3" fmla="*/ 1364454 w 1399879"/>
                    <a:gd name="connsiteY3" fmla="*/ 952797 h 1364753"/>
                    <a:gd name="connsiteX4" fmla="*/ 1090612 w 1399879"/>
                    <a:gd name="connsiteY4" fmla="*/ 1298075 h 1364753"/>
                    <a:gd name="connsiteX5" fmla="*/ 545305 w 1399879"/>
                    <a:gd name="connsiteY5" fmla="*/ 1364753 h 1364753"/>
                    <a:gd name="connsiteX6" fmla="*/ 123823 w 1399879"/>
                    <a:gd name="connsiteY6" fmla="*/ 1288550 h 1364753"/>
                    <a:gd name="connsiteX7" fmla="*/ 652461 w 1399879"/>
                    <a:gd name="connsiteY7" fmla="*/ 407490 h 1364753"/>
                    <a:gd name="connsiteX8" fmla="*/ 573880 w 1399879"/>
                    <a:gd name="connsiteY8" fmla="*/ 262233 h 1364753"/>
                    <a:gd name="connsiteX9" fmla="*/ 276223 w 1399879"/>
                    <a:gd name="connsiteY9" fmla="*/ 300334 h 1364753"/>
                    <a:gd name="connsiteX10" fmla="*/ 180975 w 1399879"/>
                    <a:gd name="connsiteY10" fmla="*/ 588464 h 1364753"/>
                    <a:gd name="connsiteX11" fmla="*/ 0 w 1399879"/>
                    <a:gd name="connsiteY11" fmla="*/ 536076 h 1364753"/>
                    <a:gd name="connsiteX12" fmla="*/ 104773 w 1399879"/>
                    <a:gd name="connsiteY12" fmla="*/ 212227 h 1364753"/>
                    <a:gd name="connsiteX13" fmla="*/ 159542 w 1399879"/>
                    <a:gd name="connsiteY13" fmla="*/ 126500 h 1364753"/>
                    <a:gd name="connsiteX0" fmla="*/ 159542 w 1399879"/>
                    <a:gd name="connsiteY0" fmla="*/ 126500 h 1364753"/>
                    <a:gd name="connsiteX1" fmla="*/ 683417 w 1399879"/>
                    <a:gd name="connsiteY1" fmla="*/ 293 h 1364753"/>
                    <a:gd name="connsiteX2" fmla="*/ 1152524 w 1399879"/>
                    <a:gd name="connsiteY2" fmla="*/ 274139 h 1364753"/>
                    <a:gd name="connsiteX3" fmla="*/ 1364454 w 1399879"/>
                    <a:gd name="connsiteY3" fmla="*/ 952797 h 1364753"/>
                    <a:gd name="connsiteX4" fmla="*/ 1090612 w 1399879"/>
                    <a:gd name="connsiteY4" fmla="*/ 1298075 h 1364753"/>
                    <a:gd name="connsiteX5" fmla="*/ 545305 w 1399879"/>
                    <a:gd name="connsiteY5" fmla="*/ 1364753 h 1364753"/>
                    <a:gd name="connsiteX6" fmla="*/ 123823 w 1399879"/>
                    <a:gd name="connsiteY6" fmla="*/ 1288550 h 1364753"/>
                    <a:gd name="connsiteX7" fmla="*/ 652461 w 1399879"/>
                    <a:gd name="connsiteY7" fmla="*/ 407490 h 1364753"/>
                    <a:gd name="connsiteX8" fmla="*/ 573880 w 1399879"/>
                    <a:gd name="connsiteY8" fmla="*/ 262233 h 1364753"/>
                    <a:gd name="connsiteX9" fmla="*/ 276223 w 1399879"/>
                    <a:gd name="connsiteY9" fmla="*/ 300334 h 1364753"/>
                    <a:gd name="connsiteX10" fmla="*/ 180975 w 1399879"/>
                    <a:gd name="connsiteY10" fmla="*/ 588464 h 1364753"/>
                    <a:gd name="connsiteX11" fmla="*/ 0 w 1399879"/>
                    <a:gd name="connsiteY11" fmla="*/ 536076 h 1364753"/>
                    <a:gd name="connsiteX12" fmla="*/ 104773 w 1399879"/>
                    <a:gd name="connsiteY12" fmla="*/ 212227 h 1364753"/>
                    <a:gd name="connsiteX13" fmla="*/ 159542 w 1399879"/>
                    <a:gd name="connsiteY13" fmla="*/ 126500 h 1364753"/>
                    <a:gd name="connsiteX0" fmla="*/ 159542 w 1399879"/>
                    <a:gd name="connsiteY0" fmla="*/ 126500 h 1364753"/>
                    <a:gd name="connsiteX1" fmla="*/ 683417 w 1399879"/>
                    <a:gd name="connsiteY1" fmla="*/ 293 h 1364753"/>
                    <a:gd name="connsiteX2" fmla="*/ 1152524 w 1399879"/>
                    <a:gd name="connsiteY2" fmla="*/ 274139 h 1364753"/>
                    <a:gd name="connsiteX3" fmla="*/ 1364454 w 1399879"/>
                    <a:gd name="connsiteY3" fmla="*/ 952797 h 1364753"/>
                    <a:gd name="connsiteX4" fmla="*/ 1090612 w 1399879"/>
                    <a:gd name="connsiteY4" fmla="*/ 1298075 h 1364753"/>
                    <a:gd name="connsiteX5" fmla="*/ 545305 w 1399879"/>
                    <a:gd name="connsiteY5" fmla="*/ 1364753 h 1364753"/>
                    <a:gd name="connsiteX6" fmla="*/ 123823 w 1399879"/>
                    <a:gd name="connsiteY6" fmla="*/ 1288550 h 1364753"/>
                    <a:gd name="connsiteX7" fmla="*/ 652461 w 1399879"/>
                    <a:gd name="connsiteY7" fmla="*/ 407490 h 1364753"/>
                    <a:gd name="connsiteX8" fmla="*/ 573880 w 1399879"/>
                    <a:gd name="connsiteY8" fmla="*/ 262233 h 1364753"/>
                    <a:gd name="connsiteX9" fmla="*/ 276223 w 1399879"/>
                    <a:gd name="connsiteY9" fmla="*/ 300334 h 1364753"/>
                    <a:gd name="connsiteX10" fmla="*/ 180975 w 1399879"/>
                    <a:gd name="connsiteY10" fmla="*/ 588464 h 1364753"/>
                    <a:gd name="connsiteX11" fmla="*/ 0 w 1399879"/>
                    <a:gd name="connsiteY11" fmla="*/ 536076 h 1364753"/>
                    <a:gd name="connsiteX12" fmla="*/ 104773 w 1399879"/>
                    <a:gd name="connsiteY12" fmla="*/ 212227 h 1364753"/>
                    <a:gd name="connsiteX13" fmla="*/ 159542 w 1399879"/>
                    <a:gd name="connsiteY13" fmla="*/ 126500 h 1364753"/>
                    <a:gd name="connsiteX0" fmla="*/ 159542 w 1399879"/>
                    <a:gd name="connsiteY0" fmla="*/ 126500 h 1364753"/>
                    <a:gd name="connsiteX1" fmla="*/ 683417 w 1399879"/>
                    <a:gd name="connsiteY1" fmla="*/ 293 h 1364753"/>
                    <a:gd name="connsiteX2" fmla="*/ 1152524 w 1399879"/>
                    <a:gd name="connsiteY2" fmla="*/ 274139 h 1364753"/>
                    <a:gd name="connsiteX3" fmla="*/ 1364454 w 1399879"/>
                    <a:gd name="connsiteY3" fmla="*/ 952797 h 1364753"/>
                    <a:gd name="connsiteX4" fmla="*/ 1090612 w 1399879"/>
                    <a:gd name="connsiteY4" fmla="*/ 1298075 h 1364753"/>
                    <a:gd name="connsiteX5" fmla="*/ 542924 w 1399879"/>
                    <a:gd name="connsiteY5" fmla="*/ 1364753 h 1364753"/>
                    <a:gd name="connsiteX6" fmla="*/ 123823 w 1399879"/>
                    <a:gd name="connsiteY6" fmla="*/ 1288550 h 1364753"/>
                    <a:gd name="connsiteX7" fmla="*/ 652461 w 1399879"/>
                    <a:gd name="connsiteY7" fmla="*/ 407490 h 1364753"/>
                    <a:gd name="connsiteX8" fmla="*/ 573880 w 1399879"/>
                    <a:gd name="connsiteY8" fmla="*/ 262233 h 1364753"/>
                    <a:gd name="connsiteX9" fmla="*/ 276223 w 1399879"/>
                    <a:gd name="connsiteY9" fmla="*/ 300334 h 1364753"/>
                    <a:gd name="connsiteX10" fmla="*/ 180975 w 1399879"/>
                    <a:gd name="connsiteY10" fmla="*/ 588464 h 1364753"/>
                    <a:gd name="connsiteX11" fmla="*/ 0 w 1399879"/>
                    <a:gd name="connsiteY11" fmla="*/ 536076 h 1364753"/>
                    <a:gd name="connsiteX12" fmla="*/ 104773 w 1399879"/>
                    <a:gd name="connsiteY12" fmla="*/ 212227 h 1364753"/>
                    <a:gd name="connsiteX13" fmla="*/ 159542 w 1399879"/>
                    <a:gd name="connsiteY13" fmla="*/ 126500 h 1364753"/>
                    <a:gd name="connsiteX0" fmla="*/ 159542 w 1399879"/>
                    <a:gd name="connsiteY0" fmla="*/ 126500 h 1367135"/>
                    <a:gd name="connsiteX1" fmla="*/ 683417 w 1399879"/>
                    <a:gd name="connsiteY1" fmla="*/ 293 h 1367135"/>
                    <a:gd name="connsiteX2" fmla="*/ 1152524 w 1399879"/>
                    <a:gd name="connsiteY2" fmla="*/ 274139 h 1367135"/>
                    <a:gd name="connsiteX3" fmla="*/ 1364454 w 1399879"/>
                    <a:gd name="connsiteY3" fmla="*/ 952797 h 1367135"/>
                    <a:gd name="connsiteX4" fmla="*/ 1090612 w 1399879"/>
                    <a:gd name="connsiteY4" fmla="*/ 1298075 h 1367135"/>
                    <a:gd name="connsiteX5" fmla="*/ 533399 w 1399879"/>
                    <a:gd name="connsiteY5" fmla="*/ 1367135 h 1367135"/>
                    <a:gd name="connsiteX6" fmla="*/ 123823 w 1399879"/>
                    <a:gd name="connsiteY6" fmla="*/ 1288550 h 1367135"/>
                    <a:gd name="connsiteX7" fmla="*/ 652461 w 1399879"/>
                    <a:gd name="connsiteY7" fmla="*/ 407490 h 1367135"/>
                    <a:gd name="connsiteX8" fmla="*/ 573880 w 1399879"/>
                    <a:gd name="connsiteY8" fmla="*/ 262233 h 1367135"/>
                    <a:gd name="connsiteX9" fmla="*/ 276223 w 1399879"/>
                    <a:gd name="connsiteY9" fmla="*/ 300334 h 1367135"/>
                    <a:gd name="connsiteX10" fmla="*/ 180975 w 1399879"/>
                    <a:gd name="connsiteY10" fmla="*/ 588464 h 1367135"/>
                    <a:gd name="connsiteX11" fmla="*/ 0 w 1399879"/>
                    <a:gd name="connsiteY11" fmla="*/ 536076 h 1367135"/>
                    <a:gd name="connsiteX12" fmla="*/ 104773 w 1399879"/>
                    <a:gd name="connsiteY12" fmla="*/ 212227 h 1367135"/>
                    <a:gd name="connsiteX13" fmla="*/ 159542 w 1399879"/>
                    <a:gd name="connsiteY13" fmla="*/ 126500 h 1367135"/>
                    <a:gd name="connsiteX0" fmla="*/ 159542 w 1399879"/>
                    <a:gd name="connsiteY0" fmla="*/ 126500 h 1367135"/>
                    <a:gd name="connsiteX1" fmla="*/ 683417 w 1399879"/>
                    <a:gd name="connsiteY1" fmla="*/ 293 h 1367135"/>
                    <a:gd name="connsiteX2" fmla="*/ 1152524 w 1399879"/>
                    <a:gd name="connsiteY2" fmla="*/ 274139 h 1367135"/>
                    <a:gd name="connsiteX3" fmla="*/ 1364454 w 1399879"/>
                    <a:gd name="connsiteY3" fmla="*/ 952797 h 1367135"/>
                    <a:gd name="connsiteX4" fmla="*/ 1090612 w 1399879"/>
                    <a:gd name="connsiteY4" fmla="*/ 1298075 h 1367135"/>
                    <a:gd name="connsiteX5" fmla="*/ 533399 w 1399879"/>
                    <a:gd name="connsiteY5" fmla="*/ 1367135 h 1367135"/>
                    <a:gd name="connsiteX6" fmla="*/ 495298 w 1399879"/>
                    <a:gd name="connsiteY6" fmla="*/ 1183775 h 1367135"/>
                    <a:gd name="connsiteX7" fmla="*/ 652461 w 1399879"/>
                    <a:gd name="connsiteY7" fmla="*/ 407490 h 1367135"/>
                    <a:gd name="connsiteX8" fmla="*/ 573880 w 1399879"/>
                    <a:gd name="connsiteY8" fmla="*/ 262233 h 1367135"/>
                    <a:gd name="connsiteX9" fmla="*/ 276223 w 1399879"/>
                    <a:gd name="connsiteY9" fmla="*/ 300334 h 1367135"/>
                    <a:gd name="connsiteX10" fmla="*/ 180975 w 1399879"/>
                    <a:gd name="connsiteY10" fmla="*/ 588464 h 1367135"/>
                    <a:gd name="connsiteX11" fmla="*/ 0 w 1399879"/>
                    <a:gd name="connsiteY11" fmla="*/ 536076 h 1367135"/>
                    <a:gd name="connsiteX12" fmla="*/ 104773 w 1399879"/>
                    <a:gd name="connsiteY12" fmla="*/ 212227 h 1367135"/>
                    <a:gd name="connsiteX13" fmla="*/ 159542 w 1399879"/>
                    <a:gd name="connsiteY13" fmla="*/ 126500 h 1367135"/>
                    <a:gd name="connsiteX0" fmla="*/ 159542 w 1399879"/>
                    <a:gd name="connsiteY0" fmla="*/ 126500 h 1367135"/>
                    <a:gd name="connsiteX1" fmla="*/ 683417 w 1399879"/>
                    <a:gd name="connsiteY1" fmla="*/ 293 h 1367135"/>
                    <a:gd name="connsiteX2" fmla="*/ 1152524 w 1399879"/>
                    <a:gd name="connsiteY2" fmla="*/ 274139 h 1367135"/>
                    <a:gd name="connsiteX3" fmla="*/ 1364454 w 1399879"/>
                    <a:gd name="connsiteY3" fmla="*/ 952797 h 1367135"/>
                    <a:gd name="connsiteX4" fmla="*/ 1090612 w 1399879"/>
                    <a:gd name="connsiteY4" fmla="*/ 1298075 h 1367135"/>
                    <a:gd name="connsiteX5" fmla="*/ 533399 w 1399879"/>
                    <a:gd name="connsiteY5" fmla="*/ 1367135 h 1367135"/>
                    <a:gd name="connsiteX6" fmla="*/ 495298 w 1399879"/>
                    <a:gd name="connsiteY6" fmla="*/ 1183775 h 1367135"/>
                    <a:gd name="connsiteX7" fmla="*/ 581023 w 1399879"/>
                    <a:gd name="connsiteY7" fmla="*/ 781347 h 1367135"/>
                    <a:gd name="connsiteX8" fmla="*/ 652461 w 1399879"/>
                    <a:gd name="connsiteY8" fmla="*/ 407490 h 1367135"/>
                    <a:gd name="connsiteX9" fmla="*/ 573880 w 1399879"/>
                    <a:gd name="connsiteY9" fmla="*/ 262233 h 1367135"/>
                    <a:gd name="connsiteX10" fmla="*/ 276223 w 1399879"/>
                    <a:gd name="connsiteY10" fmla="*/ 300334 h 1367135"/>
                    <a:gd name="connsiteX11" fmla="*/ 180975 w 1399879"/>
                    <a:gd name="connsiteY11" fmla="*/ 588464 h 1367135"/>
                    <a:gd name="connsiteX12" fmla="*/ 0 w 1399879"/>
                    <a:gd name="connsiteY12" fmla="*/ 536076 h 1367135"/>
                    <a:gd name="connsiteX13" fmla="*/ 104773 w 1399879"/>
                    <a:gd name="connsiteY13" fmla="*/ 212227 h 1367135"/>
                    <a:gd name="connsiteX14" fmla="*/ 159542 w 1399879"/>
                    <a:gd name="connsiteY14" fmla="*/ 126500 h 1367135"/>
                    <a:gd name="connsiteX0" fmla="*/ 159542 w 1399879"/>
                    <a:gd name="connsiteY0" fmla="*/ 126500 h 1367135"/>
                    <a:gd name="connsiteX1" fmla="*/ 683417 w 1399879"/>
                    <a:gd name="connsiteY1" fmla="*/ 293 h 1367135"/>
                    <a:gd name="connsiteX2" fmla="*/ 1152524 w 1399879"/>
                    <a:gd name="connsiteY2" fmla="*/ 274139 h 1367135"/>
                    <a:gd name="connsiteX3" fmla="*/ 1364454 w 1399879"/>
                    <a:gd name="connsiteY3" fmla="*/ 952797 h 1367135"/>
                    <a:gd name="connsiteX4" fmla="*/ 1090612 w 1399879"/>
                    <a:gd name="connsiteY4" fmla="*/ 1298075 h 1367135"/>
                    <a:gd name="connsiteX5" fmla="*/ 533399 w 1399879"/>
                    <a:gd name="connsiteY5" fmla="*/ 1367135 h 1367135"/>
                    <a:gd name="connsiteX6" fmla="*/ 495298 w 1399879"/>
                    <a:gd name="connsiteY6" fmla="*/ 1183775 h 1367135"/>
                    <a:gd name="connsiteX7" fmla="*/ 988217 w 1399879"/>
                    <a:gd name="connsiteY7" fmla="*/ 1121866 h 1367135"/>
                    <a:gd name="connsiteX8" fmla="*/ 652461 w 1399879"/>
                    <a:gd name="connsiteY8" fmla="*/ 407490 h 1367135"/>
                    <a:gd name="connsiteX9" fmla="*/ 573880 w 1399879"/>
                    <a:gd name="connsiteY9" fmla="*/ 262233 h 1367135"/>
                    <a:gd name="connsiteX10" fmla="*/ 276223 w 1399879"/>
                    <a:gd name="connsiteY10" fmla="*/ 300334 h 1367135"/>
                    <a:gd name="connsiteX11" fmla="*/ 180975 w 1399879"/>
                    <a:gd name="connsiteY11" fmla="*/ 588464 h 1367135"/>
                    <a:gd name="connsiteX12" fmla="*/ 0 w 1399879"/>
                    <a:gd name="connsiteY12" fmla="*/ 536076 h 1367135"/>
                    <a:gd name="connsiteX13" fmla="*/ 104773 w 1399879"/>
                    <a:gd name="connsiteY13" fmla="*/ 212227 h 1367135"/>
                    <a:gd name="connsiteX14" fmla="*/ 159542 w 1399879"/>
                    <a:gd name="connsiteY14" fmla="*/ 126500 h 1367135"/>
                    <a:gd name="connsiteX0" fmla="*/ 159542 w 1399879"/>
                    <a:gd name="connsiteY0" fmla="*/ 126500 h 1367135"/>
                    <a:gd name="connsiteX1" fmla="*/ 683417 w 1399879"/>
                    <a:gd name="connsiteY1" fmla="*/ 293 h 1367135"/>
                    <a:gd name="connsiteX2" fmla="*/ 1152524 w 1399879"/>
                    <a:gd name="connsiteY2" fmla="*/ 274139 h 1367135"/>
                    <a:gd name="connsiteX3" fmla="*/ 1364454 w 1399879"/>
                    <a:gd name="connsiteY3" fmla="*/ 952797 h 1367135"/>
                    <a:gd name="connsiteX4" fmla="*/ 1090612 w 1399879"/>
                    <a:gd name="connsiteY4" fmla="*/ 1298075 h 1367135"/>
                    <a:gd name="connsiteX5" fmla="*/ 533399 w 1399879"/>
                    <a:gd name="connsiteY5" fmla="*/ 1367135 h 1367135"/>
                    <a:gd name="connsiteX6" fmla="*/ 497679 w 1399879"/>
                    <a:gd name="connsiteY6" fmla="*/ 1169488 h 1367135"/>
                    <a:gd name="connsiteX7" fmla="*/ 988217 w 1399879"/>
                    <a:gd name="connsiteY7" fmla="*/ 1121866 h 1367135"/>
                    <a:gd name="connsiteX8" fmla="*/ 652461 w 1399879"/>
                    <a:gd name="connsiteY8" fmla="*/ 407490 h 1367135"/>
                    <a:gd name="connsiteX9" fmla="*/ 573880 w 1399879"/>
                    <a:gd name="connsiteY9" fmla="*/ 262233 h 1367135"/>
                    <a:gd name="connsiteX10" fmla="*/ 276223 w 1399879"/>
                    <a:gd name="connsiteY10" fmla="*/ 300334 h 1367135"/>
                    <a:gd name="connsiteX11" fmla="*/ 180975 w 1399879"/>
                    <a:gd name="connsiteY11" fmla="*/ 588464 h 1367135"/>
                    <a:gd name="connsiteX12" fmla="*/ 0 w 1399879"/>
                    <a:gd name="connsiteY12" fmla="*/ 536076 h 1367135"/>
                    <a:gd name="connsiteX13" fmla="*/ 104773 w 1399879"/>
                    <a:gd name="connsiteY13" fmla="*/ 212227 h 1367135"/>
                    <a:gd name="connsiteX14" fmla="*/ 159542 w 1399879"/>
                    <a:gd name="connsiteY14" fmla="*/ 126500 h 1367135"/>
                    <a:gd name="connsiteX0" fmla="*/ 159542 w 1399879"/>
                    <a:gd name="connsiteY0" fmla="*/ 126500 h 1367135"/>
                    <a:gd name="connsiteX1" fmla="*/ 683417 w 1399879"/>
                    <a:gd name="connsiteY1" fmla="*/ 293 h 1367135"/>
                    <a:gd name="connsiteX2" fmla="*/ 1152524 w 1399879"/>
                    <a:gd name="connsiteY2" fmla="*/ 274139 h 1367135"/>
                    <a:gd name="connsiteX3" fmla="*/ 1364454 w 1399879"/>
                    <a:gd name="connsiteY3" fmla="*/ 952797 h 1367135"/>
                    <a:gd name="connsiteX4" fmla="*/ 1090612 w 1399879"/>
                    <a:gd name="connsiteY4" fmla="*/ 1298075 h 1367135"/>
                    <a:gd name="connsiteX5" fmla="*/ 521492 w 1399879"/>
                    <a:gd name="connsiteY5" fmla="*/ 1367135 h 1367135"/>
                    <a:gd name="connsiteX6" fmla="*/ 497679 w 1399879"/>
                    <a:gd name="connsiteY6" fmla="*/ 1169488 h 1367135"/>
                    <a:gd name="connsiteX7" fmla="*/ 988217 w 1399879"/>
                    <a:gd name="connsiteY7" fmla="*/ 1121866 h 1367135"/>
                    <a:gd name="connsiteX8" fmla="*/ 652461 w 1399879"/>
                    <a:gd name="connsiteY8" fmla="*/ 407490 h 1367135"/>
                    <a:gd name="connsiteX9" fmla="*/ 573880 w 1399879"/>
                    <a:gd name="connsiteY9" fmla="*/ 262233 h 1367135"/>
                    <a:gd name="connsiteX10" fmla="*/ 276223 w 1399879"/>
                    <a:gd name="connsiteY10" fmla="*/ 300334 h 1367135"/>
                    <a:gd name="connsiteX11" fmla="*/ 180975 w 1399879"/>
                    <a:gd name="connsiteY11" fmla="*/ 588464 h 1367135"/>
                    <a:gd name="connsiteX12" fmla="*/ 0 w 1399879"/>
                    <a:gd name="connsiteY12" fmla="*/ 536076 h 1367135"/>
                    <a:gd name="connsiteX13" fmla="*/ 104773 w 1399879"/>
                    <a:gd name="connsiteY13" fmla="*/ 212227 h 1367135"/>
                    <a:gd name="connsiteX14" fmla="*/ 159542 w 1399879"/>
                    <a:gd name="connsiteY14" fmla="*/ 126500 h 1367135"/>
                    <a:gd name="connsiteX0" fmla="*/ 159542 w 1399879"/>
                    <a:gd name="connsiteY0" fmla="*/ 126500 h 1367135"/>
                    <a:gd name="connsiteX1" fmla="*/ 683417 w 1399879"/>
                    <a:gd name="connsiteY1" fmla="*/ 293 h 1367135"/>
                    <a:gd name="connsiteX2" fmla="*/ 1152524 w 1399879"/>
                    <a:gd name="connsiteY2" fmla="*/ 274139 h 1367135"/>
                    <a:gd name="connsiteX3" fmla="*/ 1364454 w 1399879"/>
                    <a:gd name="connsiteY3" fmla="*/ 952797 h 1367135"/>
                    <a:gd name="connsiteX4" fmla="*/ 1090612 w 1399879"/>
                    <a:gd name="connsiteY4" fmla="*/ 1298075 h 1367135"/>
                    <a:gd name="connsiteX5" fmla="*/ 521492 w 1399879"/>
                    <a:gd name="connsiteY5" fmla="*/ 1367135 h 1367135"/>
                    <a:gd name="connsiteX6" fmla="*/ 509586 w 1399879"/>
                    <a:gd name="connsiteY6" fmla="*/ 1169488 h 1367135"/>
                    <a:gd name="connsiteX7" fmla="*/ 988217 w 1399879"/>
                    <a:gd name="connsiteY7" fmla="*/ 1121866 h 1367135"/>
                    <a:gd name="connsiteX8" fmla="*/ 652461 w 1399879"/>
                    <a:gd name="connsiteY8" fmla="*/ 407490 h 1367135"/>
                    <a:gd name="connsiteX9" fmla="*/ 573880 w 1399879"/>
                    <a:gd name="connsiteY9" fmla="*/ 262233 h 1367135"/>
                    <a:gd name="connsiteX10" fmla="*/ 276223 w 1399879"/>
                    <a:gd name="connsiteY10" fmla="*/ 300334 h 1367135"/>
                    <a:gd name="connsiteX11" fmla="*/ 180975 w 1399879"/>
                    <a:gd name="connsiteY11" fmla="*/ 588464 h 1367135"/>
                    <a:gd name="connsiteX12" fmla="*/ 0 w 1399879"/>
                    <a:gd name="connsiteY12" fmla="*/ 536076 h 1367135"/>
                    <a:gd name="connsiteX13" fmla="*/ 104773 w 1399879"/>
                    <a:gd name="connsiteY13" fmla="*/ 212227 h 1367135"/>
                    <a:gd name="connsiteX14" fmla="*/ 159542 w 1399879"/>
                    <a:gd name="connsiteY14" fmla="*/ 126500 h 1367135"/>
                    <a:gd name="connsiteX0" fmla="*/ 159542 w 1399879"/>
                    <a:gd name="connsiteY0" fmla="*/ 126500 h 1367135"/>
                    <a:gd name="connsiteX1" fmla="*/ 683417 w 1399879"/>
                    <a:gd name="connsiteY1" fmla="*/ 293 h 1367135"/>
                    <a:gd name="connsiteX2" fmla="*/ 1152524 w 1399879"/>
                    <a:gd name="connsiteY2" fmla="*/ 274139 h 1367135"/>
                    <a:gd name="connsiteX3" fmla="*/ 1364454 w 1399879"/>
                    <a:gd name="connsiteY3" fmla="*/ 952797 h 1367135"/>
                    <a:gd name="connsiteX4" fmla="*/ 1090612 w 1399879"/>
                    <a:gd name="connsiteY4" fmla="*/ 1298075 h 1367135"/>
                    <a:gd name="connsiteX5" fmla="*/ 521492 w 1399879"/>
                    <a:gd name="connsiteY5" fmla="*/ 1367135 h 1367135"/>
                    <a:gd name="connsiteX6" fmla="*/ 495298 w 1399879"/>
                    <a:gd name="connsiteY6" fmla="*/ 1171869 h 1367135"/>
                    <a:gd name="connsiteX7" fmla="*/ 988217 w 1399879"/>
                    <a:gd name="connsiteY7" fmla="*/ 1121866 h 1367135"/>
                    <a:gd name="connsiteX8" fmla="*/ 652461 w 1399879"/>
                    <a:gd name="connsiteY8" fmla="*/ 407490 h 1367135"/>
                    <a:gd name="connsiteX9" fmla="*/ 573880 w 1399879"/>
                    <a:gd name="connsiteY9" fmla="*/ 262233 h 1367135"/>
                    <a:gd name="connsiteX10" fmla="*/ 276223 w 1399879"/>
                    <a:gd name="connsiteY10" fmla="*/ 300334 h 1367135"/>
                    <a:gd name="connsiteX11" fmla="*/ 180975 w 1399879"/>
                    <a:gd name="connsiteY11" fmla="*/ 588464 h 1367135"/>
                    <a:gd name="connsiteX12" fmla="*/ 0 w 1399879"/>
                    <a:gd name="connsiteY12" fmla="*/ 536076 h 1367135"/>
                    <a:gd name="connsiteX13" fmla="*/ 104773 w 1399879"/>
                    <a:gd name="connsiteY13" fmla="*/ 212227 h 1367135"/>
                    <a:gd name="connsiteX14" fmla="*/ 159542 w 1399879"/>
                    <a:gd name="connsiteY14" fmla="*/ 126500 h 1367135"/>
                    <a:gd name="connsiteX0" fmla="*/ 159542 w 1399879"/>
                    <a:gd name="connsiteY0" fmla="*/ 126500 h 1367135"/>
                    <a:gd name="connsiteX1" fmla="*/ 683417 w 1399879"/>
                    <a:gd name="connsiteY1" fmla="*/ 293 h 1367135"/>
                    <a:gd name="connsiteX2" fmla="*/ 1152524 w 1399879"/>
                    <a:gd name="connsiteY2" fmla="*/ 274139 h 1367135"/>
                    <a:gd name="connsiteX3" fmla="*/ 1364454 w 1399879"/>
                    <a:gd name="connsiteY3" fmla="*/ 952797 h 1367135"/>
                    <a:gd name="connsiteX4" fmla="*/ 1090612 w 1399879"/>
                    <a:gd name="connsiteY4" fmla="*/ 1298075 h 1367135"/>
                    <a:gd name="connsiteX5" fmla="*/ 521492 w 1399879"/>
                    <a:gd name="connsiteY5" fmla="*/ 1367135 h 1367135"/>
                    <a:gd name="connsiteX6" fmla="*/ 495298 w 1399879"/>
                    <a:gd name="connsiteY6" fmla="*/ 1171869 h 1367135"/>
                    <a:gd name="connsiteX7" fmla="*/ 985835 w 1399879"/>
                    <a:gd name="connsiteY7" fmla="*/ 1112341 h 1367135"/>
                    <a:gd name="connsiteX8" fmla="*/ 652461 w 1399879"/>
                    <a:gd name="connsiteY8" fmla="*/ 407490 h 1367135"/>
                    <a:gd name="connsiteX9" fmla="*/ 573880 w 1399879"/>
                    <a:gd name="connsiteY9" fmla="*/ 262233 h 1367135"/>
                    <a:gd name="connsiteX10" fmla="*/ 276223 w 1399879"/>
                    <a:gd name="connsiteY10" fmla="*/ 300334 h 1367135"/>
                    <a:gd name="connsiteX11" fmla="*/ 180975 w 1399879"/>
                    <a:gd name="connsiteY11" fmla="*/ 588464 h 1367135"/>
                    <a:gd name="connsiteX12" fmla="*/ 0 w 1399879"/>
                    <a:gd name="connsiteY12" fmla="*/ 536076 h 1367135"/>
                    <a:gd name="connsiteX13" fmla="*/ 104773 w 1399879"/>
                    <a:gd name="connsiteY13" fmla="*/ 212227 h 1367135"/>
                    <a:gd name="connsiteX14" fmla="*/ 159542 w 1399879"/>
                    <a:gd name="connsiteY14" fmla="*/ 126500 h 1367135"/>
                    <a:gd name="connsiteX0" fmla="*/ 159542 w 1399879"/>
                    <a:gd name="connsiteY0" fmla="*/ 126500 h 1367135"/>
                    <a:gd name="connsiteX1" fmla="*/ 683417 w 1399879"/>
                    <a:gd name="connsiteY1" fmla="*/ 293 h 1367135"/>
                    <a:gd name="connsiteX2" fmla="*/ 1152524 w 1399879"/>
                    <a:gd name="connsiteY2" fmla="*/ 274139 h 1367135"/>
                    <a:gd name="connsiteX3" fmla="*/ 1364454 w 1399879"/>
                    <a:gd name="connsiteY3" fmla="*/ 952797 h 1367135"/>
                    <a:gd name="connsiteX4" fmla="*/ 1090612 w 1399879"/>
                    <a:gd name="connsiteY4" fmla="*/ 1298075 h 1367135"/>
                    <a:gd name="connsiteX5" fmla="*/ 521492 w 1399879"/>
                    <a:gd name="connsiteY5" fmla="*/ 1367135 h 1367135"/>
                    <a:gd name="connsiteX6" fmla="*/ 495298 w 1399879"/>
                    <a:gd name="connsiteY6" fmla="*/ 1171869 h 1367135"/>
                    <a:gd name="connsiteX7" fmla="*/ 985835 w 1399879"/>
                    <a:gd name="connsiteY7" fmla="*/ 1112341 h 1367135"/>
                    <a:gd name="connsiteX8" fmla="*/ 795336 w 1399879"/>
                    <a:gd name="connsiteY8" fmla="*/ 714672 h 1367135"/>
                    <a:gd name="connsiteX9" fmla="*/ 652461 w 1399879"/>
                    <a:gd name="connsiteY9" fmla="*/ 407490 h 1367135"/>
                    <a:gd name="connsiteX10" fmla="*/ 573880 w 1399879"/>
                    <a:gd name="connsiteY10" fmla="*/ 262233 h 1367135"/>
                    <a:gd name="connsiteX11" fmla="*/ 276223 w 1399879"/>
                    <a:gd name="connsiteY11" fmla="*/ 300334 h 1367135"/>
                    <a:gd name="connsiteX12" fmla="*/ 180975 w 1399879"/>
                    <a:gd name="connsiteY12" fmla="*/ 588464 h 1367135"/>
                    <a:gd name="connsiteX13" fmla="*/ 0 w 1399879"/>
                    <a:gd name="connsiteY13" fmla="*/ 536076 h 1367135"/>
                    <a:gd name="connsiteX14" fmla="*/ 104773 w 1399879"/>
                    <a:gd name="connsiteY14" fmla="*/ 212227 h 1367135"/>
                    <a:gd name="connsiteX15" fmla="*/ 159542 w 1399879"/>
                    <a:gd name="connsiteY15" fmla="*/ 126500 h 1367135"/>
                    <a:gd name="connsiteX0" fmla="*/ 159542 w 1399879"/>
                    <a:gd name="connsiteY0" fmla="*/ 126500 h 1367135"/>
                    <a:gd name="connsiteX1" fmla="*/ 683417 w 1399879"/>
                    <a:gd name="connsiteY1" fmla="*/ 293 h 1367135"/>
                    <a:gd name="connsiteX2" fmla="*/ 1152524 w 1399879"/>
                    <a:gd name="connsiteY2" fmla="*/ 274139 h 1367135"/>
                    <a:gd name="connsiteX3" fmla="*/ 1364454 w 1399879"/>
                    <a:gd name="connsiteY3" fmla="*/ 952797 h 1367135"/>
                    <a:gd name="connsiteX4" fmla="*/ 1090612 w 1399879"/>
                    <a:gd name="connsiteY4" fmla="*/ 1298075 h 1367135"/>
                    <a:gd name="connsiteX5" fmla="*/ 521492 w 1399879"/>
                    <a:gd name="connsiteY5" fmla="*/ 1367135 h 1367135"/>
                    <a:gd name="connsiteX6" fmla="*/ 495298 w 1399879"/>
                    <a:gd name="connsiteY6" fmla="*/ 1171869 h 1367135"/>
                    <a:gd name="connsiteX7" fmla="*/ 985835 w 1399879"/>
                    <a:gd name="connsiteY7" fmla="*/ 1112341 h 1367135"/>
                    <a:gd name="connsiteX8" fmla="*/ 1116805 w 1399879"/>
                    <a:gd name="connsiteY8" fmla="*/ 886122 h 1367135"/>
                    <a:gd name="connsiteX9" fmla="*/ 652461 w 1399879"/>
                    <a:gd name="connsiteY9" fmla="*/ 407490 h 1367135"/>
                    <a:gd name="connsiteX10" fmla="*/ 573880 w 1399879"/>
                    <a:gd name="connsiteY10" fmla="*/ 262233 h 1367135"/>
                    <a:gd name="connsiteX11" fmla="*/ 276223 w 1399879"/>
                    <a:gd name="connsiteY11" fmla="*/ 300334 h 1367135"/>
                    <a:gd name="connsiteX12" fmla="*/ 180975 w 1399879"/>
                    <a:gd name="connsiteY12" fmla="*/ 588464 h 1367135"/>
                    <a:gd name="connsiteX13" fmla="*/ 0 w 1399879"/>
                    <a:gd name="connsiteY13" fmla="*/ 536076 h 1367135"/>
                    <a:gd name="connsiteX14" fmla="*/ 104773 w 1399879"/>
                    <a:gd name="connsiteY14" fmla="*/ 212227 h 1367135"/>
                    <a:gd name="connsiteX15" fmla="*/ 159542 w 1399879"/>
                    <a:gd name="connsiteY15" fmla="*/ 126500 h 1367135"/>
                    <a:gd name="connsiteX0" fmla="*/ 159542 w 1399879"/>
                    <a:gd name="connsiteY0" fmla="*/ 126500 h 1367135"/>
                    <a:gd name="connsiteX1" fmla="*/ 683417 w 1399879"/>
                    <a:gd name="connsiteY1" fmla="*/ 293 h 1367135"/>
                    <a:gd name="connsiteX2" fmla="*/ 1152524 w 1399879"/>
                    <a:gd name="connsiteY2" fmla="*/ 274139 h 1367135"/>
                    <a:gd name="connsiteX3" fmla="*/ 1364454 w 1399879"/>
                    <a:gd name="connsiteY3" fmla="*/ 952797 h 1367135"/>
                    <a:gd name="connsiteX4" fmla="*/ 1090612 w 1399879"/>
                    <a:gd name="connsiteY4" fmla="*/ 1298075 h 1367135"/>
                    <a:gd name="connsiteX5" fmla="*/ 521492 w 1399879"/>
                    <a:gd name="connsiteY5" fmla="*/ 1367135 h 1367135"/>
                    <a:gd name="connsiteX6" fmla="*/ 495298 w 1399879"/>
                    <a:gd name="connsiteY6" fmla="*/ 1171869 h 1367135"/>
                    <a:gd name="connsiteX7" fmla="*/ 985835 w 1399879"/>
                    <a:gd name="connsiteY7" fmla="*/ 1112341 h 1367135"/>
                    <a:gd name="connsiteX8" fmla="*/ 1116805 w 1399879"/>
                    <a:gd name="connsiteY8" fmla="*/ 886122 h 1367135"/>
                    <a:gd name="connsiteX9" fmla="*/ 888204 w 1399879"/>
                    <a:gd name="connsiteY9" fmla="*/ 655141 h 1367135"/>
                    <a:gd name="connsiteX10" fmla="*/ 652461 w 1399879"/>
                    <a:gd name="connsiteY10" fmla="*/ 407490 h 1367135"/>
                    <a:gd name="connsiteX11" fmla="*/ 573880 w 1399879"/>
                    <a:gd name="connsiteY11" fmla="*/ 262233 h 1367135"/>
                    <a:gd name="connsiteX12" fmla="*/ 276223 w 1399879"/>
                    <a:gd name="connsiteY12" fmla="*/ 300334 h 1367135"/>
                    <a:gd name="connsiteX13" fmla="*/ 180975 w 1399879"/>
                    <a:gd name="connsiteY13" fmla="*/ 588464 h 1367135"/>
                    <a:gd name="connsiteX14" fmla="*/ 0 w 1399879"/>
                    <a:gd name="connsiteY14" fmla="*/ 536076 h 1367135"/>
                    <a:gd name="connsiteX15" fmla="*/ 104773 w 1399879"/>
                    <a:gd name="connsiteY15" fmla="*/ 212227 h 1367135"/>
                    <a:gd name="connsiteX16" fmla="*/ 159542 w 1399879"/>
                    <a:gd name="connsiteY16" fmla="*/ 126500 h 1367135"/>
                    <a:gd name="connsiteX0" fmla="*/ 159542 w 1399879"/>
                    <a:gd name="connsiteY0" fmla="*/ 126500 h 1367135"/>
                    <a:gd name="connsiteX1" fmla="*/ 683417 w 1399879"/>
                    <a:gd name="connsiteY1" fmla="*/ 293 h 1367135"/>
                    <a:gd name="connsiteX2" fmla="*/ 1152524 w 1399879"/>
                    <a:gd name="connsiteY2" fmla="*/ 274139 h 1367135"/>
                    <a:gd name="connsiteX3" fmla="*/ 1364454 w 1399879"/>
                    <a:gd name="connsiteY3" fmla="*/ 952797 h 1367135"/>
                    <a:gd name="connsiteX4" fmla="*/ 1090612 w 1399879"/>
                    <a:gd name="connsiteY4" fmla="*/ 1298075 h 1367135"/>
                    <a:gd name="connsiteX5" fmla="*/ 521492 w 1399879"/>
                    <a:gd name="connsiteY5" fmla="*/ 1367135 h 1367135"/>
                    <a:gd name="connsiteX6" fmla="*/ 495298 w 1399879"/>
                    <a:gd name="connsiteY6" fmla="*/ 1171869 h 1367135"/>
                    <a:gd name="connsiteX7" fmla="*/ 985835 w 1399879"/>
                    <a:gd name="connsiteY7" fmla="*/ 1112341 h 1367135"/>
                    <a:gd name="connsiteX8" fmla="*/ 1116805 w 1399879"/>
                    <a:gd name="connsiteY8" fmla="*/ 886122 h 1367135"/>
                    <a:gd name="connsiteX9" fmla="*/ 992979 w 1399879"/>
                    <a:gd name="connsiteY9" fmla="*/ 793253 h 1367135"/>
                    <a:gd name="connsiteX10" fmla="*/ 652461 w 1399879"/>
                    <a:gd name="connsiteY10" fmla="*/ 407490 h 1367135"/>
                    <a:gd name="connsiteX11" fmla="*/ 573880 w 1399879"/>
                    <a:gd name="connsiteY11" fmla="*/ 262233 h 1367135"/>
                    <a:gd name="connsiteX12" fmla="*/ 276223 w 1399879"/>
                    <a:gd name="connsiteY12" fmla="*/ 300334 h 1367135"/>
                    <a:gd name="connsiteX13" fmla="*/ 180975 w 1399879"/>
                    <a:gd name="connsiteY13" fmla="*/ 588464 h 1367135"/>
                    <a:gd name="connsiteX14" fmla="*/ 0 w 1399879"/>
                    <a:gd name="connsiteY14" fmla="*/ 536076 h 1367135"/>
                    <a:gd name="connsiteX15" fmla="*/ 104773 w 1399879"/>
                    <a:gd name="connsiteY15" fmla="*/ 212227 h 1367135"/>
                    <a:gd name="connsiteX16" fmla="*/ 159542 w 1399879"/>
                    <a:gd name="connsiteY16" fmla="*/ 126500 h 1367135"/>
                    <a:gd name="connsiteX0" fmla="*/ 159542 w 1399879"/>
                    <a:gd name="connsiteY0" fmla="*/ 126500 h 1367135"/>
                    <a:gd name="connsiteX1" fmla="*/ 683417 w 1399879"/>
                    <a:gd name="connsiteY1" fmla="*/ 293 h 1367135"/>
                    <a:gd name="connsiteX2" fmla="*/ 1152524 w 1399879"/>
                    <a:gd name="connsiteY2" fmla="*/ 274139 h 1367135"/>
                    <a:gd name="connsiteX3" fmla="*/ 1364454 w 1399879"/>
                    <a:gd name="connsiteY3" fmla="*/ 952797 h 1367135"/>
                    <a:gd name="connsiteX4" fmla="*/ 1090612 w 1399879"/>
                    <a:gd name="connsiteY4" fmla="*/ 1298075 h 1367135"/>
                    <a:gd name="connsiteX5" fmla="*/ 521492 w 1399879"/>
                    <a:gd name="connsiteY5" fmla="*/ 1367135 h 1367135"/>
                    <a:gd name="connsiteX6" fmla="*/ 495298 w 1399879"/>
                    <a:gd name="connsiteY6" fmla="*/ 1171869 h 1367135"/>
                    <a:gd name="connsiteX7" fmla="*/ 985835 w 1399879"/>
                    <a:gd name="connsiteY7" fmla="*/ 1112341 h 1367135"/>
                    <a:gd name="connsiteX8" fmla="*/ 1116805 w 1399879"/>
                    <a:gd name="connsiteY8" fmla="*/ 886122 h 1367135"/>
                    <a:gd name="connsiteX9" fmla="*/ 990598 w 1399879"/>
                    <a:gd name="connsiteY9" fmla="*/ 786110 h 1367135"/>
                    <a:gd name="connsiteX10" fmla="*/ 652461 w 1399879"/>
                    <a:gd name="connsiteY10" fmla="*/ 407490 h 1367135"/>
                    <a:gd name="connsiteX11" fmla="*/ 573880 w 1399879"/>
                    <a:gd name="connsiteY11" fmla="*/ 262233 h 1367135"/>
                    <a:gd name="connsiteX12" fmla="*/ 276223 w 1399879"/>
                    <a:gd name="connsiteY12" fmla="*/ 300334 h 1367135"/>
                    <a:gd name="connsiteX13" fmla="*/ 180975 w 1399879"/>
                    <a:gd name="connsiteY13" fmla="*/ 588464 h 1367135"/>
                    <a:gd name="connsiteX14" fmla="*/ 0 w 1399879"/>
                    <a:gd name="connsiteY14" fmla="*/ 536076 h 1367135"/>
                    <a:gd name="connsiteX15" fmla="*/ 104773 w 1399879"/>
                    <a:gd name="connsiteY15" fmla="*/ 212227 h 1367135"/>
                    <a:gd name="connsiteX16" fmla="*/ 159542 w 1399879"/>
                    <a:gd name="connsiteY16" fmla="*/ 126500 h 1367135"/>
                    <a:gd name="connsiteX0" fmla="*/ 159542 w 1399879"/>
                    <a:gd name="connsiteY0" fmla="*/ 126500 h 1367135"/>
                    <a:gd name="connsiteX1" fmla="*/ 683417 w 1399879"/>
                    <a:gd name="connsiteY1" fmla="*/ 293 h 1367135"/>
                    <a:gd name="connsiteX2" fmla="*/ 1152524 w 1399879"/>
                    <a:gd name="connsiteY2" fmla="*/ 274139 h 1367135"/>
                    <a:gd name="connsiteX3" fmla="*/ 1364454 w 1399879"/>
                    <a:gd name="connsiteY3" fmla="*/ 952797 h 1367135"/>
                    <a:gd name="connsiteX4" fmla="*/ 1090612 w 1399879"/>
                    <a:gd name="connsiteY4" fmla="*/ 1298075 h 1367135"/>
                    <a:gd name="connsiteX5" fmla="*/ 521492 w 1399879"/>
                    <a:gd name="connsiteY5" fmla="*/ 1367135 h 1367135"/>
                    <a:gd name="connsiteX6" fmla="*/ 495298 w 1399879"/>
                    <a:gd name="connsiteY6" fmla="*/ 1171869 h 1367135"/>
                    <a:gd name="connsiteX7" fmla="*/ 985835 w 1399879"/>
                    <a:gd name="connsiteY7" fmla="*/ 1112341 h 1367135"/>
                    <a:gd name="connsiteX8" fmla="*/ 1116805 w 1399879"/>
                    <a:gd name="connsiteY8" fmla="*/ 886122 h 1367135"/>
                    <a:gd name="connsiteX9" fmla="*/ 990598 w 1399879"/>
                    <a:gd name="connsiteY9" fmla="*/ 786110 h 1367135"/>
                    <a:gd name="connsiteX10" fmla="*/ 652461 w 1399879"/>
                    <a:gd name="connsiteY10" fmla="*/ 407490 h 1367135"/>
                    <a:gd name="connsiteX11" fmla="*/ 573880 w 1399879"/>
                    <a:gd name="connsiteY11" fmla="*/ 262233 h 1367135"/>
                    <a:gd name="connsiteX12" fmla="*/ 276223 w 1399879"/>
                    <a:gd name="connsiteY12" fmla="*/ 300334 h 1367135"/>
                    <a:gd name="connsiteX13" fmla="*/ 180975 w 1399879"/>
                    <a:gd name="connsiteY13" fmla="*/ 588464 h 1367135"/>
                    <a:gd name="connsiteX14" fmla="*/ 0 w 1399879"/>
                    <a:gd name="connsiteY14" fmla="*/ 536076 h 1367135"/>
                    <a:gd name="connsiteX15" fmla="*/ 104773 w 1399879"/>
                    <a:gd name="connsiteY15" fmla="*/ 212227 h 1367135"/>
                    <a:gd name="connsiteX16" fmla="*/ 159542 w 1399879"/>
                    <a:gd name="connsiteY16" fmla="*/ 126500 h 1367135"/>
                    <a:gd name="connsiteX0" fmla="*/ 159542 w 1400204"/>
                    <a:gd name="connsiteY0" fmla="*/ 126500 h 1367135"/>
                    <a:gd name="connsiteX1" fmla="*/ 683417 w 1400204"/>
                    <a:gd name="connsiteY1" fmla="*/ 293 h 1367135"/>
                    <a:gd name="connsiteX2" fmla="*/ 1152524 w 1400204"/>
                    <a:gd name="connsiteY2" fmla="*/ 274139 h 1367135"/>
                    <a:gd name="connsiteX3" fmla="*/ 1364454 w 1400204"/>
                    <a:gd name="connsiteY3" fmla="*/ 952797 h 1367135"/>
                    <a:gd name="connsiteX4" fmla="*/ 1090612 w 1400204"/>
                    <a:gd name="connsiteY4" fmla="*/ 1298075 h 1367135"/>
                    <a:gd name="connsiteX5" fmla="*/ 521492 w 1400204"/>
                    <a:gd name="connsiteY5" fmla="*/ 1367135 h 1367135"/>
                    <a:gd name="connsiteX6" fmla="*/ 495298 w 1400204"/>
                    <a:gd name="connsiteY6" fmla="*/ 1171869 h 1367135"/>
                    <a:gd name="connsiteX7" fmla="*/ 985835 w 1400204"/>
                    <a:gd name="connsiteY7" fmla="*/ 1112341 h 1367135"/>
                    <a:gd name="connsiteX8" fmla="*/ 1116805 w 1400204"/>
                    <a:gd name="connsiteY8" fmla="*/ 886122 h 1367135"/>
                    <a:gd name="connsiteX9" fmla="*/ 990598 w 1400204"/>
                    <a:gd name="connsiteY9" fmla="*/ 786110 h 1367135"/>
                    <a:gd name="connsiteX10" fmla="*/ 652461 w 1400204"/>
                    <a:gd name="connsiteY10" fmla="*/ 407490 h 1367135"/>
                    <a:gd name="connsiteX11" fmla="*/ 573880 w 1400204"/>
                    <a:gd name="connsiteY11" fmla="*/ 262233 h 1367135"/>
                    <a:gd name="connsiteX12" fmla="*/ 276223 w 1400204"/>
                    <a:gd name="connsiteY12" fmla="*/ 300334 h 1367135"/>
                    <a:gd name="connsiteX13" fmla="*/ 180975 w 1400204"/>
                    <a:gd name="connsiteY13" fmla="*/ 588464 h 1367135"/>
                    <a:gd name="connsiteX14" fmla="*/ 0 w 1400204"/>
                    <a:gd name="connsiteY14" fmla="*/ 536076 h 1367135"/>
                    <a:gd name="connsiteX15" fmla="*/ 104773 w 1400204"/>
                    <a:gd name="connsiteY15" fmla="*/ 212227 h 1367135"/>
                    <a:gd name="connsiteX16" fmla="*/ 159542 w 1400204"/>
                    <a:gd name="connsiteY16" fmla="*/ 126500 h 1367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00204" h="1367135">
                      <a:moveTo>
                        <a:pt x="159542" y="126500"/>
                      </a:moveTo>
                      <a:cubicBezTo>
                        <a:pt x="354011" y="92369"/>
                        <a:pt x="586580" y="-6057"/>
                        <a:pt x="683417" y="293"/>
                      </a:cubicBezTo>
                      <a:cubicBezTo>
                        <a:pt x="825498" y="17755"/>
                        <a:pt x="992494" y="78591"/>
                        <a:pt x="1152524" y="274139"/>
                      </a:cubicBezTo>
                      <a:cubicBezTo>
                        <a:pt x="1346950" y="492791"/>
                        <a:pt x="1462880" y="717053"/>
                        <a:pt x="1364454" y="952797"/>
                      </a:cubicBezTo>
                      <a:cubicBezTo>
                        <a:pt x="1270791" y="1083764"/>
                        <a:pt x="1141413" y="1264739"/>
                        <a:pt x="1090612" y="1298075"/>
                      </a:cubicBezTo>
                      <a:cubicBezTo>
                        <a:pt x="977106" y="1339352"/>
                        <a:pt x="704055" y="1347290"/>
                        <a:pt x="521492" y="1367135"/>
                      </a:cubicBezTo>
                      <a:lnTo>
                        <a:pt x="495298" y="1171869"/>
                      </a:lnTo>
                      <a:lnTo>
                        <a:pt x="985835" y="1112341"/>
                      </a:lnTo>
                      <a:lnTo>
                        <a:pt x="1116805" y="886122"/>
                      </a:lnTo>
                      <a:lnTo>
                        <a:pt x="990598" y="786110"/>
                      </a:lnTo>
                      <a:lnTo>
                        <a:pt x="652461" y="407490"/>
                      </a:lnTo>
                      <a:lnTo>
                        <a:pt x="573880" y="262233"/>
                      </a:lnTo>
                      <a:cubicBezTo>
                        <a:pt x="469898" y="282077"/>
                        <a:pt x="375442" y="297159"/>
                        <a:pt x="276223" y="300334"/>
                      </a:cubicBezTo>
                      <a:lnTo>
                        <a:pt x="180975" y="588464"/>
                      </a:lnTo>
                      <a:lnTo>
                        <a:pt x="0" y="536076"/>
                      </a:lnTo>
                      <a:cubicBezTo>
                        <a:pt x="45243" y="393994"/>
                        <a:pt x="71435" y="318590"/>
                        <a:pt x="104773" y="212227"/>
                      </a:cubicBezTo>
                      <a:cubicBezTo>
                        <a:pt x="104773" y="166982"/>
                        <a:pt x="123823" y="145551"/>
                        <a:pt x="159542" y="126500"/>
                      </a:cubicBezTo>
                      <a:close/>
                    </a:path>
                  </a:pathLst>
                </a:custGeom>
                <a:solidFill>
                  <a:srgbClr val="005EB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grpSp>
          <p:grpSp>
            <p:nvGrpSpPr>
              <p:cNvPr id="194" name="Group 193"/>
              <p:cNvGrpSpPr/>
              <p:nvPr/>
            </p:nvGrpSpPr>
            <p:grpSpPr>
              <a:xfrm>
                <a:off x="2940548" y="1092084"/>
                <a:ext cx="489066" cy="487738"/>
                <a:chOff x="2940536" y="1092082"/>
                <a:chExt cx="544034" cy="542557"/>
              </a:xfrm>
            </p:grpSpPr>
            <p:sp>
              <p:nvSpPr>
                <p:cNvPr id="195" name="Rectangle 5"/>
                <p:cNvSpPr/>
                <p:nvPr/>
              </p:nvSpPr>
              <p:spPr>
                <a:xfrm>
                  <a:off x="3372568" y="1463506"/>
                  <a:ext cx="96746" cy="120449"/>
                </a:xfrm>
                <a:custGeom>
                  <a:avLst/>
                  <a:gdLst>
                    <a:gd name="connsiteX0" fmla="*/ 0 w 128588"/>
                    <a:gd name="connsiteY0" fmla="*/ 0 h 138112"/>
                    <a:gd name="connsiteX1" fmla="*/ 128588 w 128588"/>
                    <a:gd name="connsiteY1" fmla="*/ 0 h 138112"/>
                    <a:gd name="connsiteX2" fmla="*/ 128588 w 128588"/>
                    <a:gd name="connsiteY2" fmla="*/ 138112 h 138112"/>
                    <a:gd name="connsiteX3" fmla="*/ 0 w 128588"/>
                    <a:gd name="connsiteY3" fmla="*/ 138112 h 138112"/>
                    <a:gd name="connsiteX4" fmla="*/ 0 w 128588"/>
                    <a:gd name="connsiteY4" fmla="*/ 0 h 138112"/>
                    <a:gd name="connsiteX0" fmla="*/ 9525 w 128588"/>
                    <a:gd name="connsiteY0" fmla="*/ 90487 h 138112"/>
                    <a:gd name="connsiteX1" fmla="*/ 128588 w 128588"/>
                    <a:gd name="connsiteY1" fmla="*/ 0 h 138112"/>
                    <a:gd name="connsiteX2" fmla="*/ 128588 w 128588"/>
                    <a:gd name="connsiteY2" fmla="*/ 138112 h 138112"/>
                    <a:gd name="connsiteX3" fmla="*/ 0 w 128588"/>
                    <a:gd name="connsiteY3" fmla="*/ 138112 h 138112"/>
                    <a:gd name="connsiteX4" fmla="*/ 9525 w 128588"/>
                    <a:gd name="connsiteY4" fmla="*/ 90487 h 138112"/>
                    <a:gd name="connsiteX0" fmla="*/ 9525 w 128588"/>
                    <a:gd name="connsiteY0" fmla="*/ 90487 h 138112"/>
                    <a:gd name="connsiteX1" fmla="*/ 78582 w 128588"/>
                    <a:gd name="connsiteY1" fmla="*/ 0 h 138112"/>
                    <a:gd name="connsiteX2" fmla="*/ 128588 w 128588"/>
                    <a:gd name="connsiteY2" fmla="*/ 138112 h 138112"/>
                    <a:gd name="connsiteX3" fmla="*/ 0 w 128588"/>
                    <a:gd name="connsiteY3" fmla="*/ 138112 h 138112"/>
                    <a:gd name="connsiteX4" fmla="*/ 9525 w 128588"/>
                    <a:gd name="connsiteY4" fmla="*/ 90487 h 138112"/>
                    <a:gd name="connsiteX0" fmla="*/ 9525 w 78582"/>
                    <a:gd name="connsiteY0" fmla="*/ 90487 h 138112"/>
                    <a:gd name="connsiteX1" fmla="*/ 78582 w 78582"/>
                    <a:gd name="connsiteY1" fmla="*/ 0 h 138112"/>
                    <a:gd name="connsiteX2" fmla="*/ 0 w 78582"/>
                    <a:gd name="connsiteY2" fmla="*/ 138112 h 138112"/>
                    <a:gd name="connsiteX3" fmla="*/ 9525 w 78582"/>
                    <a:gd name="connsiteY3" fmla="*/ 90487 h 138112"/>
                    <a:gd name="connsiteX0" fmla="*/ 0 w 69057"/>
                    <a:gd name="connsiteY0" fmla="*/ 90487 h 90487"/>
                    <a:gd name="connsiteX1" fmla="*/ 69057 w 69057"/>
                    <a:gd name="connsiteY1" fmla="*/ 0 h 90487"/>
                    <a:gd name="connsiteX2" fmla="*/ 0 w 69057"/>
                    <a:gd name="connsiteY2" fmla="*/ 90487 h 90487"/>
                    <a:gd name="connsiteX0" fmla="*/ 0 w 69057"/>
                    <a:gd name="connsiteY0" fmla="*/ 90487 h 90487"/>
                    <a:gd name="connsiteX1" fmla="*/ 69057 w 69057"/>
                    <a:gd name="connsiteY1" fmla="*/ 0 h 90487"/>
                    <a:gd name="connsiteX2" fmla="*/ 0 w 69057"/>
                    <a:gd name="connsiteY2" fmla="*/ 90487 h 90487"/>
                    <a:gd name="connsiteX0" fmla="*/ 11614 w 80671"/>
                    <a:gd name="connsiteY0" fmla="*/ 101039 h 101039"/>
                    <a:gd name="connsiteX1" fmla="*/ 80671 w 80671"/>
                    <a:gd name="connsiteY1" fmla="*/ 10552 h 101039"/>
                    <a:gd name="connsiteX2" fmla="*/ 11614 w 80671"/>
                    <a:gd name="connsiteY2" fmla="*/ 101039 h 101039"/>
                    <a:gd name="connsiteX0" fmla="*/ 11614 w 95553"/>
                    <a:gd name="connsiteY0" fmla="*/ 101039 h 101039"/>
                    <a:gd name="connsiteX1" fmla="*/ 80671 w 95553"/>
                    <a:gd name="connsiteY1" fmla="*/ 10552 h 101039"/>
                    <a:gd name="connsiteX2" fmla="*/ 11614 w 95553"/>
                    <a:gd name="connsiteY2" fmla="*/ 101039 h 101039"/>
                    <a:gd name="connsiteX0" fmla="*/ 8915 w 96897"/>
                    <a:gd name="connsiteY0" fmla="*/ 101039 h 101039"/>
                    <a:gd name="connsiteX1" fmla="*/ 82734 w 96897"/>
                    <a:gd name="connsiteY1" fmla="*/ 10552 h 101039"/>
                    <a:gd name="connsiteX2" fmla="*/ 8915 w 96897"/>
                    <a:gd name="connsiteY2" fmla="*/ 101039 h 101039"/>
                    <a:gd name="connsiteX0" fmla="*/ 8915 w 94961"/>
                    <a:gd name="connsiteY0" fmla="*/ 101039 h 102320"/>
                    <a:gd name="connsiteX1" fmla="*/ 82734 w 94961"/>
                    <a:gd name="connsiteY1" fmla="*/ 10552 h 102320"/>
                    <a:gd name="connsiteX2" fmla="*/ 8915 w 94961"/>
                    <a:gd name="connsiteY2" fmla="*/ 101039 h 102320"/>
                    <a:gd name="connsiteX0" fmla="*/ 8915 w 94044"/>
                    <a:gd name="connsiteY0" fmla="*/ 101039 h 105488"/>
                    <a:gd name="connsiteX1" fmla="*/ 82734 w 94044"/>
                    <a:gd name="connsiteY1" fmla="*/ 10552 h 105488"/>
                    <a:gd name="connsiteX2" fmla="*/ 8915 w 94044"/>
                    <a:gd name="connsiteY2" fmla="*/ 101039 h 105488"/>
                    <a:gd name="connsiteX0" fmla="*/ 0 w 85129"/>
                    <a:gd name="connsiteY0" fmla="*/ 90487 h 94936"/>
                    <a:gd name="connsiteX1" fmla="*/ 73819 w 85129"/>
                    <a:gd name="connsiteY1" fmla="*/ 0 h 94936"/>
                    <a:gd name="connsiteX2" fmla="*/ 0 w 85129"/>
                    <a:gd name="connsiteY2" fmla="*/ 90487 h 94936"/>
                    <a:gd name="connsiteX0" fmla="*/ 0 w 85129"/>
                    <a:gd name="connsiteY0" fmla="*/ 90487 h 94936"/>
                    <a:gd name="connsiteX1" fmla="*/ 73819 w 85129"/>
                    <a:gd name="connsiteY1" fmla="*/ 0 h 94936"/>
                    <a:gd name="connsiteX2" fmla="*/ 0 w 85129"/>
                    <a:gd name="connsiteY2" fmla="*/ 90487 h 94936"/>
                    <a:gd name="connsiteX0" fmla="*/ 0 w 93797"/>
                    <a:gd name="connsiteY0" fmla="*/ 100012 h 104017"/>
                    <a:gd name="connsiteX1" fmla="*/ 83344 w 93797"/>
                    <a:gd name="connsiteY1" fmla="*/ 0 h 104017"/>
                    <a:gd name="connsiteX2" fmla="*/ 0 w 93797"/>
                    <a:gd name="connsiteY2" fmla="*/ 100012 h 104017"/>
                    <a:gd name="connsiteX0" fmla="*/ 0 w 98177"/>
                    <a:gd name="connsiteY0" fmla="*/ 111918 h 115476"/>
                    <a:gd name="connsiteX1" fmla="*/ 88107 w 98177"/>
                    <a:gd name="connsiteY1" fmla="*/ 0 h 115476"/>
                    <a:gd name="connsiteX2" fmla="*/ 0 w 98177"/>
                    <a:gd name="connsiteY2" fmla="*/ 111918 h 115476"/>
                    <a:gd name="connsiteX0" fmla="*/ 0 w 95984"/>
                    <a:gd name="connsiteY0" fmla="*/ 114299 h 117779"/>
                    <a:gd name="connsiteX1" fmla="*/ 85726 w 95984"/>
                    <a:gd name="connsiteY1" fmla="*/ 0 h 117779"/>
                    <a:gd name="connsiteX2" fmla="*/ 0 w 95984"/>
                    <a:gd name="connsiteY2" fmla="*/ 114299 h 117779"/>
                    <a:gd name="connsiteX0" fmla="*/ 0 w 95984"/>
                    <a:gd name="connsiteY0" fmla="*/ 114299 h 117779"/>
                    <a:gd name="connsiteX1" fmla="*/ 85726 w 95984"/>
                    <a:gd name="connsiteY1" fmla="*/ 0 h 117779"/>
                    <a:gd name="connsiteX2" fmla="*/ 0 w 95984"/>
                    <a:gd name="connsiteY2" fmla="*/ 114299 h 117779"/>
                    <a:gd name="connsiteX0" fmla="*/ 0 w 95984"/>
                    <a:gd name="connsiteY0" fmla="*/ 114299 h 117779"/>
                    <a:gd name="connsiteX1" fmla="*/ 85726 w 95984"/>
                    <a:gd name="connsiteY1" fmla="*/ 0 h 117779"/>
                    <a:gd name="connsiteX2" fmla="*/ 0 w 95984"/>
                    <a:gd name="connsiteY2" fmla="*/ 114299 h 117779"/>
                    <a:gd name="connsiteX0" fmla="*/ 0 w 96746"/>
                    <a:gd name="connsiteY0" fmla="*/ 114299 h 120449"/>
                    <a:gd name="connsiteX1" fmla="*/ 85726 w 96746"/>
                    <a:gd name="connsiteY1" fmla="*/ 0 h 120449"/>
                    <a:gd name="connsiteX2" fmla="*/ 0 w 96746"/>
                    <a:gd name="connsiteY2" fmla="*/ 114299 h 120449"/>
                  </a:gdLst>
                  <a:ahLst/>
                  <a:cxnLst>
                    <a:cxn ang="0">
                      <a:pos x="connsiteX0" y="connsiteY0"/>
                    </a:cxn>
                    <a:cxn ang="0">
                      <a:pos x="connsiteX1" y="connsiteY1"/>
                    </a:cxn>
                    <a:cxn ang="0">
                      <a:pos x="connsiteX2" y="connsiteY2"/>
                    </a:cxn>
                  </a:cxnLst>
                  <a:rect l="l" t="t" r="r" b="b"/>
                  <a:pathLst>
                    <a:path w="96746" h="120449">
                      <a:moveTo>
                        <a:pt x="0" y="114299"/>
                      </a:moveTo>
                      <a:cubicBezTo>
                        <a:pt x="32544" y="81756"/>
                        <a:pt x="46039" y="61118"/>
                        <a:pt x="85726" y="0"/>
                      </a:cubicBezTo>
                      <a:cubicBezTo>
                        <a:pt x="127000" y="46831"/>
                        <a:pt x="42068" y="146051"/>
                        <a:pt x="0" y="114299"/>
                      </a:cubicBezTo>
                      <a:close/>
                    </a:path>
                  </a:pathLst>
                </a:custGeom>
                <a:solidFill>
                  <a:srgbClr val="F8CBAD"/>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sp>
              <p:nvSpPr>
                <p:cNvPr id="196" name="Rectangle 5"/>
                <p:cNvSpPr/>
                <p:nvPr/>
              </p:nvSpPr>
              <p:spPr>
                <a:xfrm rot="11838720">
                  <a:off x="3027289" y="1092082"/>
                  <a:ext cx="96746" cy="120449"/>
                </a:xfrm>
                <a:custGeom>
                  <a:avLst/>
                  <a:gdLst>
                    <a:gd name="connsiteX0" fmla="*/ 0 w 128588"/>
                    <a:gd name="connsiteY0" fmla="*/ 0 h 138112"/>
                    <a:gd name="connsiteX1" fmla="*/ 128588 w 128588"/>
                    <a:gd name="connsiteY1" fmla="*/ 0 h 138112"/>
                    <a:gd name="connsiteX2" fmla="*/ 128588 w 128588"/>
                    <a:gd name="connsiteY2" fmla="*/ 138112 h 138112"/>
                    <a:gd name="connsiteX3" fmla="*/ 0 w 128588"/>
                    <a:gd name="connsiteY3" fmla="*/ 138112 h 138112"/>
                    <a:gd name="connsiteX4" fmla="*/ 0 w 128588"/>
                    <a:gd name="connsiteY4" fmla="*/ 0 h 138112"/>
                    <a:gd name="connsiteX0" fmla="*/ 9525 w 128588"/>
                    <a:gd name="connsiteY0" fmla="*/ 90487 h 138112"/>
                    <a:gd name="connsiteX1" fmla="*/ 128588 w 128588"/>
                    <a:gd name="connsiteY1" fmla="*/ 0 h 138112"/>
                    <a:gd name="connsiteX2" fmla="*/ 128588 w 128588"/>
                    <a:gd name="connsiteY2" fmla="*/ 138112 h 138112"/>
                    <a:gd name="connsiteX3" fmla="*/ 0 w 128588"/>
                    <a:gd name="connsiteY3" fmla="*/ 138112 h 138112"/>
                    <a:gd name="connsiteX4" fmla="*/ 9525 w 128588"/>
                    <a:gd name="connsiteY4" fmla="*/ 90487 h 138112"/>
                    <a:gd name="connsiteX0" fmla="*/ 9525 w 128588"/>
                    <a:gd name="connsiteY0" fmla="*/ 90487 h 138112"/>
                    <a:gd name="connsiteX1" fmla="*/ 78582 w 128588"/>
                    <a:gd name="connsiteY1" fmla="*/ 0 h 138112"/>
                    <a:gd name="connsiteX2" fmla="*/ 128588 w 128588"/>
                    <a:gd name="connsiteY2" fmla="*/ 138112 h 138112"/>
                    <a:gd name="connsiteX3" fmla="*/ 0 w 128588"/>
                    <a:gd name="connsiteY3" fmla="*/ 138112 h 138112"/>
                    <a:gd name="connsiteX4" fmla="*/ 9525 w 128588"/>
                    <a:gd name="connsiteY4" fmla="*/ 90487 h 138112"/>
                    <a:gd name="connsiteX0" fmla="*/ 9525 w 78582"/>
                    <a:gd name="connsiteY0" fmla="*/ 90487 h 138112"/>
                    <a:gd name="connsiteX1" fmla="*/ 78582 w 78582"/>
                    <a:gd name="connsiteY1" fmla="*/ 0 h 138112"/>
                    <a:gd name="connsiteX2" fmla="*/ 0 w 78582"/>
                    <a:gd name="connsiteY2" fmla="*/ 138112 h 138112"/>
                    <a:gd name="connsiteX3" fmla="*/ 9525 w 78582"/>
                    <a:gd name="connsiteY3" fmla="*/ 90487 h 138112"/>
                    <a:gd name="connsiteX0" fmla="*/ 0 w 69057"/>
                    <a:gd name="connsiteY0" fmla="*/ 90487 h 90487"/>
                    <a:gd name="connsiteX1" fmla="*/ 69057 w 69057"/>
                    <a:gd name="connsiteY1" fmla="*/ 0 h 90487"/>
                    <a:gd name="connsiteX2" fmla="*/ 0 w 69057"/>
                    <a:gd name="connsiteY2" fmla="*/ 90487 h 90487"/>
                    <a:gd name="connsiteX0" fmla="*/ 0 w 69057"/>
                    <a:gd name="connsiteY0" fmla="*/ 90487 h 90487"/>
                    <a:gd name="connsiteX1" fmla="*/ 69057 w 69057"/>
                    <a:gd name="connsiteY1" fmla="*/ 0 h 90487"/>
                    <a:gd name="connsiteX2" fmla="*/ 0 w 69057"/>
                    <a:gd name="connsiteY2" fmla="*/ 90487 h 90487"/>
                    <a:gd name="connsiteX0" fmla="*/ 11614 w 80671"/>
                    <a:gd name="connsiteY0" fmla="*/ 101039 h 101039"/>
                    <a:gd name="connsiteX1" fmla="*/ 80671 w 80671"/>
                    <a:gd name="connsiteY1" fmla="*/ 10552 h 101039"/>
                    <a:gd name="connsiteX2" fmla="*/ 11614 w 80671"/>
                    <a:gd name="connsiteY2" fmla="*/ 101039 h 101039"/>
                    <a:gd name="connsiteX0" fmla="*/ 11614 w 95553"/>
                    <a:gd name="connsiteY0" fmla="*/ 101039 h 101039"/>
                    <a:gd name="connsiteX1" fmla="*/ 80671 w 95553"/>
                    <a:gd name="connsiteY1" fmla="*/ 10552 h 101039"/>
                    <a:gd name="connsiteX2" fmla="*/ 11614 w 95553"/>
                    <a:gd name="connsiteY2" fmla="*/ 101039 h 101039"/>
                    <a:gd name="connsiteX0" fmla="*/ 8915 w 96897"/>
                    <a:gd name="connsiteY0" fmla="*/ 101039 h 101039"/>
                    <a:gd name="connsiteX1" fmla="*/ 82734 w 96897"/>
                    <a:gd name="connsiteY1" fmla="*/ 10552 h 101039"/>
                    <a:gd name="connsiteX2" fmla="*/ 8915 w 96897"/>
                    <a:gd name="connsiteY2" fmla="*/ 101039 h 101039"/>
                    <a:gd name="connsiteX0" fmla="*/ 8915 w 94961"/>
                    <a:gd name="connsiteY0" fmla="*/ 101039 h 102320"/>
                    <a:gd name="connsiteX1" fmla="*/ 82734 w 94961"/>
                    <a:gd name="connsiteY1" fmla="*/ 10552 h 102320"/>
                    <a:gd name="connsiteX2" fmla="*/ 8915 w 94961"/>
                    <a:gd name="connsiteY2" fmla="*/ 101039 h 102320"/>
                    <a:gd name="connsiteX0" fmla="*/ 8915 w 94044"/>
                    <a:gd name="connsiteY0" fmla="*/ 101039 h 105488"/>
                    <a:gd name="connsiteX1" fmla="*/ 82734 w 94044"/>
                    <a:gd name="connsiteY1" fmla="*/ 10552 h 105488"/>
                    <a:gd name="connsiteX2" fmla="*/ 8915 w 94044"/>
                    <a:gd name="connsiteY2" fmla="*/ 101039 h 105488"/>
                    <a:gd name="connsiteX0" fmla="*/ 0 w 85129"/>
                    <a:gd name="connsiteY0" fmla="*/ 90487 h 94936"/>
                    <a:gd name="connsiteX1" fmla="*/ 73819 w 85129"/>
                    <a:gd name="connsiteY1" fmla="*/ 0 h 94936"/>
                    <a:gd name="connsiteX2" fmla="*/ 0 w 85129"/>
                    <a:gd name="connsiteY2" fmla="*/ 90487 h 94936"/>
                    <a:gd name="connsiteX0" fmla="*/ 0 w 85129"/>
                    <a:gd name="connsiteY0" fmla="*/ 90487 h 94936"/>
                    <a:gd name="connsiteX1" fmla="*/ 73819 w 85129"/>
                    <a:gd name="connsiteY1" fmla="*/ 0 h 94936"/>
                    <a:gd name="connsiteX2" fmla="*/ 0 w 85129"/>
                    <a:gd name="connsiteY2" fmla="*/ 90487 h 94936"/>
                    <a:gd name="connsiteX0" fmla="*/ 0 w 93797"/>
                    <a:gd name="connsiteY0" fmla="*/ 100012 h 104017"/>
                    <a:gd name="connsiteX1" fmla="*/ 83344 w 93797"/>
                    <a:gd name="connsiteY1" fmla="*/ 0 h 104017"/>
                    <a:gd name="connsiteX2" fmla="*/ 0 w 93797"/>
                    <a:gd name="connsiteY2" fmla="*/ 100012 h 104017"/>
                    <a:gd name="connsiteX0" fmla="*/ 0 w 98177"/>
                    <a:gd name="connsiteY0" fmla="*/ 111918 h 115476"/>
                    <a:gd name="connsiteX1" fmla="*/ 88107 w 98177"/>
                    <a:gd name="connsiteY1" fmla="*/ 0 h 115476"/>
                    <a:gd name="connsiteX2" fmla="*/ 0 w 98177"/>
                    <a:gd name="connsiteY2" fmla="*/ 111918 h 115476"/>
                    <a:gd name="connsiteX0" fmla="*/ 0 w 95984"/>
                    <a:gd name="connsiteY0" fmla="*/ 114299 h 117779"/>
                    <a:gd name="connsiteX1" fmla="*/ 85726 w 95984"/>
                    <a:gd name="connsiteY1" fmla="*/ 0 h 117779"/>
                    <a:gd name="connsiteX2" fmla="*/ 0 w 95984"/>
                    <a:gd name="connsiteY2" fmla="*/ 114299 h 117779"/>
                    <a:gd name="connsiteX0" fmla="*/ 0 w 95984"/>
                    <a:gd name="connsiteY0" fmla="*/ 114299 h 117779"/>
                    <a:gd name="connsiteX1" fmla="*/ 85726 w 95984"/>
                    <a:gd name="connsiteY1" fmla="*/ 0 h 117779"/>
                    <a:gd name="connsiteX2" fmla="*/ 0 w 95984"/>
                    <a:gd name="connsiteY2" fmla="*/ 114299 h 117779"/>
                    <a:gd name="connsiteX0" fmla="*/ 0 w 95984"/>
                    <a:gd name="connsiteY0" fmla="*/ 114299 h 117779"/>
                    <a:gd name="connsiteX1" fmla="*/ 85726 w 95984"/>
                    <a:gd name="connsiteY1" fmla="*/ 0 h 117779"/>
                    <a:gd name="connsiteX2" fmla="*/ 0 w 95984"/>
                    <a:gd name="connsiteY2" fmla="*/ 114299 h 117779"/>
                    <a:gd name="connsiteX0" fmla="*/ 0 w 96746"/>
                    <a:gd name="connsiteY0" fmla="*/ 114299 h 120449"/>
                    <a:gd name="connsiteX1" fmla="*/ 85726 w 96746"/>
                    <a:gd name="connsiteY1" fmla="*/ 0 h 120449"/>
                    <a:gd name="connsiteX2" fmla="*/ 0 w 96746"/>
                    <a:gd name="connsiteY2" fmla="*/ 114299 h 120449"/>
                  </a:gdLst>
                  <a:ahLst/>
                  <a:cxnLst>
                    <a:cxn ang="0">
                      <a:pos x="connsiteX0" y="connsiteY0"/>
                    </a:cxn>
                    <a:cxn ang="0">
                      <a:pos x="connsiteX1" y="connsiteY1"/>
                    </a:cxn>
                    <a:cxn ang="0">
                      <a:pos x="connsiteX2" y="connsiteY2"/>
                    </a:cxn>
                  </a:cxnLst>
                  <a:rect l="l" t="t" r="r" b="b"/>
                  <a:pathLst>
                    <a:path w="96746" h="120449">
                      <a:moveTo>
                        <a:pt x="0" y="114299"/>
                      </a:moveTo>
                      <a:cubicBezTo>
                        <a:pt x="32544" y="81756"/>
                        <a:pt x="46039" y="61118"/>
                        <a:pt x="85726" y="0"/>
                      </a:cubicBezTo>
                      <a:cubicBezTo>
                        <a:pt x="127000" y="46831"/>
                        <a:pt x="42068" y="146051"/>
                        <a:pt x="0" y="114299"/>
                      </a:cubicBezTo>
                      <a:close/>
                    </a:path>
                  </a:pathLst>
                </a:custGeom>
                <a:solidFill>
                  <a:srgbClr val="F8CBAD"/>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sp>
              <p:nvSpPr>
                <p:cNvPr id="197" name="Rectangle 1"/>
                <p:cNvSpPr/>
                <p:nvPr/>
              </p:nvSpPr>
              <p:spPr>
                <a:xfrm>
                  <a:off x="2940536" y="1104485"/>
                  <a:ext cx="544034" cy="530154"/>
                </a:xfrm>
                <a:custGeom>
                  <a:avLst/>
                  <a:gdLst>
                    <a:gd name="connsiteX0" fmla="*/ 0 w 573882"/>
                    <a:gd name="connsiteY0" fmla="*/ 0 h 561975"/>
                    <a:gd name="connsiteX1" fmla="*/ 573882 w 573882"/>
                    <a:gd name="connsiteY1" fmla="*/ 0 h 561975"/>
                    <a:gd name="connsiteX2" fmla="*/ 573882 w 573882"/>
                    <a:gd name="connsiteY2" fmla="*/ 561975 h 561975"/>
                    <a:gd name="connsiteX3" fmla="*/ 0 w 573882"/>
                    <a:gd name="connsiteY3" fmla="*/ 561975 h 561975"/>
                    <a:gd name="connsiteX4" fmla="*/ 0 w 573882"/>
                    <a:gd name="connsiteY4" fmla="*/ 0 h 561975"/>
                    <a:gd name="connsiteX0" fmla="*/ 333375 w 573882"/>
                    <a:gd name="connsiteY0" fmla="*/ 0 h 590550"/>
                    <a:gd name="connsiteX1" fmla="*/ 573882 w 573882"/>
                    <a:gd name="connsiteY1" fmla="*/ 28575 h 590550"/>
                    <a:gd name="connsiteX2" fmla="*/ 573882 w 573882"/>
                    <a:gd name="connsiteY2" fmla="*/ 590550 h 590550"/>
                    <a:gd name="connsiteX3" fmla="*/ 0 w 573882"/>
                    <a:gd name="connsiteY3" fmla="*/ 590550 h 590550"/>
                    <a:gd name="connsiteX4" fmla="*/ 333375 w 573882"/>
                    <a:gd name="connsiteY4" fmla="*/ 0 h 590550"/>
                    <a:gd name="connsiteX0" fmla="*/ 507206 w 573882"/>
                    <a:gd name="connsiteY0" fmla="*/ 16669 h 561975"/>
                    <a:gd name="connsiteX1" fmla="*/ 573882 w 573882"/>
                    <a:gd name="connsiteY1" fmla="*/ 0 h 561975"/>
                    <a:gd name="connsiteX2" fmla="*/ 573882 w 573882"/>
                    <a:gd name="connsiteY2" fmla="*/ 561975 h 561975"/>
                    <a:gd name="connsiteX3" fmla="*/ 0 w 573882"/>
                    <a:gd name="connsiteY3" fmla="*/ 561975 h 561975"/>
                    <a:gd name="connsiteX4" fmla="*/ 507206 w 573882"/>
                    <a:gd name="connsiteY4" fmla="*/ 16669 h 561975"/>
                    <a:gd name="connsiteX0" fmla="*/ 507206 w 573882"/>
                    <a:gd name="connsiteY0" fmla="*/ 16669 h 561975"/>
                    <a:gd name="connsiteX1" fmla="*/ 573882 w 573882"/>
                    <a:gd name="connsiteY1" fmla="*/ 0 h 561975"/>
                    <a:gd name="connsiteX2" fmla="*/ 573882 w 573882"/>
                    <a:gd name="connsiteY2" fmla="*/ 561975 h 561975"/>
                    <a:gd name="connsiteX3" fmla="*/ 0 w 573882"/>
                    <a:gd name="connsiteY3" fmla="*/ 561975 h 561975"/>
                    <a:gd name="connsiteX4" fmla="*/ 261938 w 573882"/>
                    <a:gd name="connsiteY4" fmla="*/ 283369 h 561975"/>
                    <a:gd name="connsiteX5" fmla="*/ 507206 w 573882"/>
                    <a:gd name="connsiteY5" fmla="*/ 16669 h 561975"/>
                    <a:gd name="connsiteX0" fmla="*/ 507206 w 573882"/>
                    <a:gd name="connsiteY0" fmla="*/ 16669 h 561975"/>
                    <a:gd name="connsiteX1" fmla="*/ 573882 w 573882"/>
                    <a:gd name="connsiteY1" fmla="*/ 0 h 561975"/>
                    <a:gd name="connsiteX2" fmla="*/ 573882 w 573882"/>
                    <a:gd name="connsiteY2" fmla="*/ 561975 h 561975"/>
                    <a:gd name="connsiteX3" fmla="*/ 0 w 573882"/>
                    <a:gd name="connsiteY3" fmla="*/ 561975 h 561975"/>
                    <a:gd name="connsiteX4" fmla="*/ 35719 w 573882"/>
                    <a:gd name="connsiteY4" fmla="*/ 333375 h 561975"/>
                    <a:gd name="connsiteX5" fmla="*/ 507206 w 573882"/>
                    <a:gd name="connsiteY5" fmla="*/ 16669 h 561975"/>
                    <a:gd name="connsiteX0" fmla="*/ 507206 w 573882"/>
                    <a:gd name="connsiteY0" fmla="*/ 16669 h 561975"/>
                    <a:gd name="connsiteX1" fmla="*/ 573882 w 573882"/>
                    <a:gd name="connsiteY1" fmla="*/ 0 h 561975"/>
                    <a:gd name="connsiteX2" fmla="*/ 573882 w 573882"/>
                    <a:gd name="connsiteY2" fmla="*/ 561975 h 561975"/>
                    <a:gd name="connsiteX3" fmla="*/ 0 w 573882"/>
                    <a:gd name="connsiteY3" fmla="*/ 561975 h 561975"/>
                    <a:gd name="connsiteX4" fmla="*/ 35719 w 573882"/>
                    <a:gd name="connsiteY4" fmla="*/ 333375 h 561975"/>
                    <a:gd name="connsiteX5" fmla="*/ 507206 w 573882"/>
                    <a:gd name="connsiteY5" fmla="*/ 16669 h 561975"/>
                    <a:gd name="connsiteX0" fmla="*/ 507206 w 573882"/>
                    <a:gd name="connsiteY0" fmla="*/ 21804 h 567110"/>
                    <a:gd name="connsiteX1" fmla="*/ 573882 w 573882"/>
                    <a:gd name="connsiteY1" fmla="*/ 5135 h 567110"/>
                    <a:gd name="connsiteX2" fmla="*/ 573882 w 573882"/>
                    <a:gd name="connsiteY2" fmla="*/ 567110 h 567110"/>
                    <a:gd name="connsiteX3" fmla="*/ 0 w 573882"/>
                    <a:gd name="connsiteY3" fmla="*/ 567110 h 567110"/>
                    <a:gd name="connsiteX4" fmla="*/ 35719 w 573882"/>
                    <a:gd name="connsiteY4" fmla="*/ 338510 h 567110"/>
                    <a:gd name="connsiteX5" fmla="*/ 507206 w 573882"/>
                    <a:gd name="connsiteY5" fmla="*/ 21804 h 567110"/>
                    <a:gd name="connsiteX0" fmla="*/ 507206 w 573882"/>
                    <a:gd name="connsiteY0" fmla="*/ 24438 h 569744"/>
                    <a:gd name="connsiteX1" fmla="*/ 573882 w 573882"/>
                    <a:gd name="connsiteY1" fmla="*/ 7769 h 569744"/>
                    <a:gd name="connsiteX2" fmla="*/ 573882 w 573882"/>
                    <a:gd name="connsiteY2" fmla="*/ 569744 h 569744"/>
                    <a:gd name="connsiteX3" fmla="*/ 0 w 573882"/>
                    <a:gd name="connsiteY3" fmla="*/ 569744 h 569744"/>
                    <a:gd name="connsiteX4" fmla="*/ 35719 w 573882"/>
                    <a:gd name="connsiteY4" fmla="*/ 341144 h 569744"/>
                    <a:gd name="connsiteX5" fmla="*/ 507206 w 573882"/>
                    <a:gd name="connsiteY5" fmla="*/ 24438 h 569744"/>
                    <a:gd name="connsiteX0" fmla="*/ 511401 w 578077"/>
                    <a:gd name="connsiteY0" fmla="*/ 23503 h 568809"/>
                    <a:gd name="connsiteX1" fmla="*/ 578077 w 578077"/>
                    <a:gd name="connsiteY1" fmla="*/ 6834 h 568809"/>
                    <a:gd name="connsiteX2" fmla="*/ 578077 w 578077"/>
                    <a:gd name="connsiteY2" fmla="*/ 568809 h 568809"/>
                    <a:gd name="connsiteX3" fmla="*/ 4195 w 578077"/>
                    <a:gd name="connsiteY3" fmla="*/ 568809 h 568809"/>
                    <a:gd name="connsiteX4" fmla="*/ 39914 w 578077"/>
                    <a:gd name="connsiteY4" fmla="*/ 340209 h 568809"/>
                    <a:gd name="connsiteX5" fmla="*/ 511401 w 578077"/>
                    <a:gd name="connsiteY5" fmla="*/ 23503 h 568809"/>
                    <a:gd name="connsiteX0" fmla="*/ 518016 w 584692"/>
                    <a:gd name="connsiteY0" fmla="*/ 52691 h 597997"/>
                    <a:gd name="connsiteX1" fmla="*/ 584692 w 584692"/>
                    <a:gd name="connsiteY1" fmla="*/ 36022 h 597997"/>
                    <a:gd name="connsiteX2" fmla="*/ 584692 w 584692"/>
                    <a:gd name="connsiteY2" fmla="*/ 597997 h 597997"/>
                    <a:gd name="connsiteX3" fmla="*/ 10810 w 584692"/>
                    <a:gd name="connsiteY3" fmla="*/ 597997 h 597997"/>
                    <a:gd name="connsiteX4" fmla="*/ 46529 w 584692"/>
                    <a:gd name="connsiteY4" fmla="*/ 369397 h 597997"/>
                    <a:gd name="connsiteX5" fmla="*/ 518016 w 584692"/>
                    <a:gd name="connsiteY5" fmla="*/ 52691 h 597997"/>
                    <a:gd name="connsiteX0" fmla="*/ 517322 w 583998"/>
                    <a:gd name="connsiteY0" fmla="*/ 55562 h 600868"/>
                    <a:gd name="connsiteX1" fmla="*/ 583998 w 583998"/>
                    <a:gd name="connsiteY1" fmla="*/ 38893 h 600868"/>
                    <a:gd name="connsiteX2" fmla="*/ 583998 w 583998"/>
                    <a:gd name="connsiteY2" fmla="*/ 600868 h 600868"/>
                    <a:gd name="connsiteX3" fmla="*/ 10116 w 583998"/>
                    <a:gd name="connsiteY3" fmla="*/ 600868 h 600868"/>
                    <a:gd name="connsiteX4" fmla="*/ 45835 w 583998"/>
                    <a:gd name="connsiteY4" fmla="*/ 372268 h 600868"/>
                    <a:gd name="connsiteX5" fmla="*/ 517322 w 583998"/>
                    <a:gd name="connsiteY5" fmla="*/ 55562 h 600868"/>
                    <a:gd name="connsiteX0" fmla="*/ 509196 w 575872"/>
                    <a:gd name="connsiteY0" fmla="*/ 51456 h 596762"/>
                    <a:gd name="connsiteX1" fmla="*/ 575872 w 575872"/>
                    <a:gd name="connsiteY1" fmla="*/ 34787 h 596762"/>
                    <a:gd name="connsiteX2" fmla="*/ 575872 w 575872"/>
                    <a:gd name="connsiteY2" fmla="*/ 596762 h 596762"/>
                    <a:gd name="connsiteX3" fmla="*/ 1990 w 575872"/>
                    <a:gd name="connsiteY3" fmla="*/ 596762 h 596762"/>
                    <a:gd name="connsiteX4" fmla="*/ 37709 w 575872"/>
                    <a:gd name="connsiteY4" fmla="*/ 368162 h 596762"/>
                    <a:gd name="connsiteX5" fmla="*/ 509196 w 575872"/>
                    <a:gd name="connsiteY5" fmla="*/ 51456 h 596762"/>
                    <a:gd name="connsiteX0" fmla="*/ 507206 w 573882"/>
                    <a:gd name="connsiteY0" fmla="*/ 50045 h 595351"/>
                    <a:gd name="connsiteX1" fmla="*/ 573882 w 573882"/>
                    <a:gd name="connsiteY1" fmla="*/ 33376 h 595351"/>
                    <a:gd name="connsiteX2" fmla="*/ 573882 w 573882"/>
                    <a:gd name="connsiteY2" fmla="*/ 595351 h 595351"/>
                    <a:gd name="connsiteX3" fmla="*/ 0 w 573882"/>
                    <a:gd name="connsiteY3" fmla="*/ 595351 h 595351"/>
                    <a:gd name="connsiteX4" fmla="*/ 35719 w 573882"/>
                    <a:gd name="connsiteY4" fmla="*/ 366751 h 595351"/>
                    <a:gd name="connsiteX5" fmla="*/ 507206 w 573882"/>
                    <a:gd name="connsiteY5" fmla="*/ 50045 h 595351"/>
                    <a:gd name="connsiteX0" fmla="*/ 510875 w 577551"/>
                    <a:gd name="connsiteY0" fmla="*/ 49798 h 595104"/>
                    <a:gd name="connsiteX1" fmla="*/ 577551 w 577551"/>
                    <a:gd name="connsiteY1" fmla="*/ 33129 h 595104"/>
                    <a:gd name="connsiteX2" fmla="*/ 577551 w 577551"/>
                    <a:gd name="connsiteY2" fmla="*/ 595104 h 595104"/>
                    <a:gd name="connsiteX3" fmla="*/ 3669 w 577551"/>
                    <a:gd name="connsiteY3" fmla="*/ 595104 h 595104"/>
                    <a:gd name="connsiteX4" fmla="*/ 34625 w 577551"/>
                    <a:gd name="connsiteY4" fmla="*/ 368885 h 595104"/>
                    <a:gd name="connsiteX5" fmla="*/ 510875 w 577551"/>
                    <a:gd name="connsiteY5" fmla="*/ 49798 h 595104"/>
                    <a:gd name="connsiteX0" fmla="*/ 511677 w 578353"/>
                    <a:gd name="connsiteY0" fmla="*/ 50711 h 596017"/>
                    <a:gd name="connsiteX1" fmla="*/ 578353 w 578353"/>
                    <a:gd name="connsiteY1" fmla="*/ 34042 h 596017"/>
                    <a:gd name="connsiteX2" fmla="*/ 578353 w 578353"/>
                    <a:gd name="connsiteY2" fmla="*/ 596017 h 596017"/>
                    <a:gd name="connsiteX3" fmla="*/ 4471 w 578353"/>
                    <a:gd name="connsiteY3" fmla="*/ 596017 h 596017"/>
                    <a:gd name="connsiteX4" fmla="*/ 35427 w 578353"/>
                    <a:gd name="connsiteY4" fmla="*/ 369798 h 596017"/>
                    <a:gd name="connsiteX5" fmla="*/ 511677 w 578353"/>
                    <a:gd name="connsiteY5" fmla="*/ 50711 h 596017"/>
                    <a:gd name="connsiteX0" fmla="*/ 511677 w 578353"/>
                    <a:gd name="connsiteY0" fmla="*/ 50711 h 596017"/>
                    <a:gd name="connsiteX1" fmla="*/ 435478 w 578353"/>
                    <a:gd name="connsiteY1" fmla="*/ 448379 h 596017"/>
                    <a:gd name="connsiteX2" fmla="*/ 578353 w 578353"/>
                    <a:gd name="connsiteY2" fmla="*/ 596017 h 596017"/>
                    <a:gd name="connsiteX3" fmla="*/ 4471 w 578353"/>
                    <a:gd name="connsiteY3" fmla="*/ 596017 h 596017"/>
                    <a:gd name="connsiteX4" fmla="*/ 35427 w 578353"/>
                    <a:gd name="connsiteY4" fmla="*/ 369798 h 596017"/>
                    <a:gd name="connsiteX5" fmla="*/ 511677 w 578353"/>
                    <a:gd name="connsiteY5" fmla="*/ 50711 h 596017"/>
                    <a:gd name="connsiteX0" fmla="*/ 511677 w 578353"/>
                    <a:gd name="connsiteY0" fmla="*/ 50218 h 600287"/>
                    <a:gd name="connsiteX1" fmla="*/ 435478 w 578353"/>
                    <a:gd name="connsiteY1" fmla="*/ 452649 h 600287"/>
                    <a:gd name="connsiteX2" fmla="*/ 578353 w 578353"/>
                    <a:gd name="connsiteY2" fmla="*/ 600287 h 600287"/>
                    <a:gd name="connsiteX3" fmla="*/ 4471 w 578353"/>
                    <a:gd name="connsiteY3" fmla="*/ 600287 h 600287"/>
                    <a:gd name="connsiteX4" fmla="*/ 35427 w 578353"/>
                    <a:gd name="connsiteY4" fmla="*/ 374068 h 600287"/>
                    <a:gd name="connsiteX5" fmla="*/ 511677 w 578353"/>
                    <a:gd name="connsiteY5" fmla="*/ 50218 h 600287"/>
                    <a:gd name="connsiteX0" fmla="*/ 511677 w 578353"/>
                    <a:gd name="connsiteY0" fmla="*/ 50218 h 600287"/>
                    <a:gd name="connsiteX1" fmla="*/ 435478 w 578353"/>
                    <a:gd name="connsiteY1" fmla="*/ 452649 h 600287"/>
                    <a:gd name="connsiteX2" fmla="*/ 578353 w 578353"/>
                    <a:gd name="connsiteY2" fmla="*/ 600287 h 600287"/>
                    <a:gd name="connsiteX3" fmla="*/ 4471 w 578353"/>
                    <a:gd name="connsiteY3" fmla="*/ 600287 h 600287"/>
                    <a:gd name="connsiteX4" fmla="*/ 35427 w 578353"/>
                    <a:gd name="connsiteY4" fmla="*/ 374068 h 600287"/>
                    <a:gd name="connsiteX5" fmla="*/ 511677 w 578353"/>
                    <a:gd name="connsiteY5" fmla="*/ 50218 h 600287"/>
                    <a:gd name="connsiteX0" fmla="*/ 511677 w 578353"/>
                    <a:gd name="connsiteY0" fmla="*/ 50218 h 600287"/>
                    <a:gd name="connsiteX1" fmla="*/ 435478 w 578353"/>
                    <a:gd name="connsiteY1" fmla="*/ 452649 h 600287"/>
                    <a:gd name="connsiteX2" fmla="*/ 578353 w 578353"/>
                    <a:gd name="connsiteY2" fmla="*/ 600287 h 600287"/>
                    <a:gd name="connsiteX3" fmla="*/ 4471 w 578353"/>
                    <a:gd name="connsiteY3" fmla="*/ 600287 h 600287"/>
                    <a:gd name="connsiteX4" fmla="*/ 35427 w 578353"/>
                    <a:gd name="connsiteY4" fmla="*/ 374068 h 600287"/>
                    <a:gd name="connsiteX5" fmla="*/ 511677 w 578353"/>
                    <a:gd name="connsiteY5" fmla="*/ 50218 h 600287"/>
                    <a:gd name="connsiteX0" fmla="*/ 511677 w 578353"/>
                    <a:gd name="connsiteY0" fmla="*/ 49975 h 602426"/>
                    <a:gd name="connsiteX1" fmla="*/ 435478 w 578353"/>
                    <a:gd name="connsiteY1" fmla="*/ 454788 h 602426"/>
                    <a:gd name="connsiteX2" fmla="*/ 578353 w 578353"/>
                    <a:gd name="connsiteY2" fmla="*/ 602426 h 602426"/>
                    <a:gd name="connsiteX3" fmla="*/ 4471 w 578353"/>
                    <a:gd name="connsiteY3" fmla="*/ 602426 h 602426"/>
                    <a:gd name="connsiteX4" fmla="*/ 35427 w 578353"/>
                    <a:gd name="connsiteY4" fmla="*/ 376207 h 602426"/>
                    <a:gd name="connsiteX5" fmla="*/ 511677 w 578353"/>
                    <a:gd name="connsiteY5" fmla="*/ 49975 h 602426"/>
                    <a:gd name="connsiteX0" fmla="*/ 511677 w 578353"/>
                    <a:gd name="connsiteY0" fmla="*/ 49975 h 602426"/>
                    <a:gd name="connsiteX1" fmla="*/ 435478 w 578353"/>
                    <a:gd name="connsiteY1" fmla="*/ 454788 h 602426"/>
                    <a:gd name="connsiteX2" fmla="*/ 578353 w 578353"/>
                    <a:gd name="connsiteY2" fmla="*/ 602426 h 602426"/>
                    <a:gd name="connsiteX3" fmla="*/ 4471 w 578353"/>
                    <a:gd name="connsiteY3" fmla="*/ 602426 h 602426"/>
                    <a:gd name="connsiteX4" fmla="*/ 35427 w 578353"/>
                    <a:gd name="connsiteY4" fmla="*/ 376207 h 602426"/>
                    <a:gd name="connsiteX5" fmla="*/ 511677 w 578353"/>
                    <a:gd name="connsiteY5" fmla="*/ 49975 h 602426"/>
                    <a:gd name="connsiteX0" fmla="*/ 511677 w 578353"/>
                    <a:gd name="connsiteY0" fmla="*/ 49975 h 602426"/>
                    <a:gd name="connsiteX1" fmla="*/ 445003 w 578353"/>
                    <a:gd name="connsiteY1" fmla="*/ 461931 h 602426"/>
                    <a:gd name="connsiteX2" fmla="*/ 578353 w 578353"/>
                    <a:gd name="connsiteY2" fmla="*/ 602426 h 602426"/>
                    <a:gd name="connsiteX3" fmla="*/ 4471 w 578353"/>
                    <a:gd name="connsiteY3" fmla="*/ 602426 h 602426"/>
                    <a:gd name="connsiteX4" fmla="*/ 35427 w 578353"/>
                    <a:gd name="connsiteY4" fmla="*/ 376207 h 602426"/>
                    <a:gd name="connsiteX5" fmla="*/ 511677 w 578353"/>
                    <a:gd name="connsiteY5" fmla="*/ 49975 h 602426"/>
                    <a:gd name="connsiteX0" fmla="*/ 511677 w 578353"/>
                    <a:gd name="connsiteY0" fmla="*/ 49735 h 604567"/>
                    <a:gd name="connsiteX1" fmla="*/ 445003 w 578353"/>
                    <a:gd name="connsiteY1" fmla="*/ 464072 h 604567"/>
                    <a:gd name="connsiteX2" fmla="*/ 578353 w 578353"/>
                    <a:gd name="connsiteY2" fmla="*/ 604567 h 604567"/>
                    <a:gd name="connsiteX3" fmla="*/ 4471 w 578353"/>
                    <a:gd name="connsiteY3" fmla="*/ 604567 h 604567"/>
                    <a:gd name="connsiteX4" fmla="*/ 35427 w 578353"/>
                    <a:gd name="connsiteY4" fmla="*/ 378348 h 604567"/>
                    <a:gd name="connsiteX5" fmla="*/ 511677 w 578353"/>
                    <a:gd name="connsiteY5" fmla="*/ 49735 h 604567"/>
                    <a:gd name="connsiteX0" fmla="*/ 511677 w 578353"/>
                    <a:gd name="connsiteY0" fmla="*/ 49735 h 604567"/>
                    <a:gd name="connsiteX1" fmla="*/ 445003 w 578353"/>
                    <a:gd name="connsiteY1" fmla="*/ 464072 h 604567"/>
                    <a:gd name="connsiteX2" fmla="*/ 578353 w 578353"/>
                    <a:gd name="connsiteY2" fmla="*/ 604567 h 604567"/>
                    <a:gd name="connsiteX3" fmla="*/ 35427 w 578353"/>
                    <a:gd name="connsiteY3" fmla="*/ 378348 h 604567"/>
                    <a:gd name="connsiteX4" fmla="*/ 511677 w 578353"/>
                    <a:gd name="connsiteY4" fmla="*/ 49735 h 604567"/>
                    <a:gd name="connsiteX0" fmla="*/ 511677 w 545930"/>
                    <a:gd name="connsiteY0" fmla="*/ 49735 h 464072"/>
                    <a:gd name="connsiteX1" fmla="*/ 445003 w 545930"/>
                    <a:gd name="connsiteY1" fmla="*/ 464072 h 464072"/>
                    <a:gd name="connsiteX2" fmla="*/ 35427 w 545930"/>
                    <a:gd name="connsiteY2" fmla="*/ 378348 h 464072"/>
                    <a:gd name="connsiteX3" fmla="*/ 511677 w 545930"/>
                    <a:gd name="connsiteY3" fmla="*/ 49735 h 464072"/>
                    <a:gd name="connsiteX0" fmla="*/ 511677 w 545930"/>
                    <a:gd name="connsiteY0" fmla="*/ 49735 h 466789"/>
                    <a:gd name="connsiteX1" fmla="*/ 445003 w 545930"/>
                    <a:gd name="connsiteY1" fmla="*/ 464072 h 466789"/>
                    <a:gd name="connsiteX2" fmla="*/ 35427 w 545930"/>
                    <a:gd name="connsiteY2" fmla="*/ 378348 h 466789"/>
                    <a:gd name="connsiteX3" fmla="*/ 511677 w 545930"/>
                    <a:gd name="connsiteY3" fmla="*/ 49735 h 466789"/>
                    <a:gd name="connsiteX0" fmla="*/ 511677 w 545930"/>
                    <a:gd name="connsiteY0" fmla="*/ 49735 h 533017"/>
                    <a:gd name="connsiteX1" fmla="*/ 445003 w 545930"/>
                    <a:gd name="connsiteY1" fmla="*/ 464072 h 533017"/>
                    <a:gd name="connsiteX2" fmla="*/ 35427 w 545930"/>
                    <a:gd name="connsiteY2" fmla="*/ 378348 h 533017"/>
                    <a:gd name="connsiteX3" fmla="*/ 511677 w 545930"/>
                    <a:gd name="connsiteY3" fmla="*/ 49735 h 533017"/>
                    <a:gd name="connsiteX0" fmla="*/ 494470 w 528723"/>
                    <a:gd name="connsiteY0" fmla="*/ 49261 h 534052"/>
                    <a:gd name="connsiteX1" fmla="*/ 427796 w 528723"/>
                    <a:gd name="connsiteY1" fmla="*/ 463598 h 534052"/>
                    <a:gd name="connsiteX2" fmla="*/ 37270 w 528723"/>
                    <a:gd name="connsiteY2" fmla="*/ 382637 h 534052"/>
                    <a:gd name="connsiteX3" fmla="*/ 494470 w 528723"/>
                    <a:gd name="connsiteY3" fmla="*/ 49261 h 534052"/>
                    <a:gd name="connsiteX0" fmla="*/ 515022 w 549275"/>
                    <a:gd name="connsiteY0" fmla="*/ 45033 h 529824"/>
                    <a:gd name="connsiteX1" fmla="*/ 448348 w 549275"/>
                    <a:gd name="connsiteY1" fmla="*/ 459370 h 529824"/>
                    <a:gd name="connsiteX2" fmla="*/ 57822 w 549275"/>
                    <a:gd name="connsiteY2" fmla="*/ 378409 h 529824"/>
                    <a:gd name="connsiteX3" fmla="*/ 515022 w 549275"/>
                    <a:gd name="connsiteY3" fmla="*/ 45033 h 529824"/>
                    <a:gd name="connsiteX0" fmla="*/ 517528 w 551781"/>
                    <a:gd name="connsiteY0" fmla="*/ 47622 h 532413"/>
                    <a:gd name="connsiteX1" fmla="*/ 450854 w 551781"/>
                    <a:gd name="connsiteY1" fmla="*/ 461959 h 532413"/>
                    <a:gd name="connsiteX2" fmla="*/ 60328 w 551781"/>
                    <a:gd name="connsiteY2" fmla="*/ 380998 h 532413"/>
                    <a:gd name="connsiteX3" fmla="*/ 517528 w 551781"/>
                    <a:gd name="connsiteY3" fmla="*/ 47622 h 532413"/>
                    <a:gd name="connsiteX0" fmla="*/ 517528 w 551781"/>
                    <a:gd name="connsiteY0" fmla="*/ 54646 h 539437"/>
                    <a:gd name="connsiteX1" fmla="*/ 450854 w 551781"/>
                    <a:gd name="connsiteY1" fmla="*/ 468983 h 539437"/>
                    <a:gd name="connsiteX2" fmla="*/ 60328 w 551781"/>
                    <a:gd name="connsiteY2" fmla="*/ 388022 h 539437"/>
                    <a:gd name="connsiteX3" fmla="*/ 517528 w 551781"/>
                    <a:gd name="connsiteY3" fmla="*/ 54646 h 539437"/>
                    <a:gd name="connsiteX0" fmla="*/ 521454 w 555707"/>
                    <a:gd name="connsiteY0" fmla="*/ 45893 h 530684"/>
                    <a:gd name="connsiteX1" fmla="*/ 454780 w 555707"/>
                    <a:gd name="connsiteY1" fmla="*/ 460230 h 530684"/>
                    <a:gd name="connsiteX2" fmla="*/ 64254 w 555707"/>
                    <a:gd name="connsiteY2" fmla="*/ 379269 h 530684"/>
                    <a:gd name="connsiteX3" fmla="*/ 521454 w 555707"/>
                    <a:gd name="connsiteY3" fmla="*/ 45893 h 530684"/>
                    <a:gd name="connsiteX0" fmla="*/ 521454 w 555707"/>
                    <a:gd name="connsiteY0" fmla="*/ 45893 h 530684"/>
                    <a:gd name="connsiteX1" fmla="*/ 454780 w 555707"/>
                    <a:gd name="connsiteY1" fmla="*/ 460230 h 530684"/>
                    <a:gd name="connsiteX2" fmla="*/ 64254 w 555707"/>
                    <a:gd name="connsiteY2" fmla="*/ 379269 h 530684"/>
                    <a:gd name="connsiteX3" fmla="*/ 521454 w 555707"/>
                    <a:gd name="connsiteY3" fmla="*/ 45893 h 530684"/>
                    <a:gd name="connsiteX0" fmla="*/ 507672 w 541925"/>
                    <a:gd name="connsiteY0" fmla="*/ 45152 h 529943"/>
                    <a:gd name="connsiteX1" fmla="*/ 440998 w 541925"/>
                    <a:gd name="connsiteY1" fmla="*/ 459489 h 529943"/>
                    <a:gd name="connsiteX2" fmla="*/ 50472 w 541925"/>
                    <a:gd name="connsiteY2" fmla="*/ 378528 h 529943"/>
                    <a:gd name="connsiteX3" fmla="*/ 507672 w 541925"/>
                    <a:gd name="connsiteY3" fmla="*/ 45152 h 529943"/>
                    <a:gd name="connsiteX0" fmla="*/ 508558 w 542811"/>
                    <a:gd name="connsiteY0" fmla="*/ 49457 h 534248"/>
                    <a:gd name="connsiteX1" fmla="*/ 441884 w 542811"/>
                    <a:gd name="connsiteY1" fmla="*/ 463794 h 534248"/>
                    <a:gd name="connsiteX2" fmla="*/ 51358 w 542811"/>
                    <a:gd name="connsiteY2" fmla="*/ 382833 h 534248"/>
                    <a:gd name="connsiteX3" fmla="*/ 508558 w 542811"/>
                    <a:gd name="connsiteY3" fmla="*/ 49457 h 534248"/>
                    <a:gd name="connsiteX0" fmla="*/ 508558 w 542811"/>
                    <a:gd name="connsiteY0" fmla="*/ 49457 h 525924"/>
                    <a:gd name="connsiteX1" fmla="*/ 441884 w 542811"/>
                    <a:gd name="connsiteY1" fmla="*/ 463794 h 525924"/>
                    <a:gd name="connsiteX2" fmla="*/ 51358 w 542811"/>
                    <a:gd name="connsiteY2" fmla="*/ 382833 h 525924"/>
                    <a:gd name="connsiteX3" fmla="*/ 508558 w 542811"/>
                    <a:gd name="connsiteY3" fmla="*/ 49457 h 525924"/>
                    <a:gd name="connsiteX0" fmla="*/ 508558 w 542811"/>
                    <a:gd name="connsiteY0" fmla="*/ 49457 h 525924"/>
                    <a:gd name="connsiteX1" fmla="*/ 441884 w 542811"/>
                    <a:gd name="connsiteY1" fmla="*/ 463794 h 525924"/>
                    <a:gd name="connsiteX2" fmla="*/ 51358 w 542811"/>
                    <a:gd name="connsiteY2" fmla="*/ 382833 h 525924"/>
                    <a:gd name="connsiteX3" fmla="*/ 508558 w 542811"/>
                    <a:gd name="connsiteY3" fmla="*/ 49457 h 525924"/>
                    <a:gd name="connsiteX0" fmla="*/ 508558 w 542811"/>
                    <a:gd name="connsiteY0" fmla="*/ 49457 h 530154"/>
                    <a:gd name="connsiteX1" fmla="*/ 441884 w 542811"/>
                    <a:gd name="connsiteY1" fmla="*/ 463794 h 530154"/>
                    <a:gd name="connsiteX2" fmla="*/ 51358 w 542811"/>
                    <a:gd name="connsiteY2" fmla="*/ 382833 h 530154"/>
                    <a:gd name="connsiteX3" fmla="*/ 508558 w 542811"/>
                    <a:gd name="connsiteY3" fmla="*/ 49457 h 530154"/>
                    <a:gd name="connsiteX0" fmla="*/ 510612 w 544034"/>
                    <a:gd name="connsiteY0" fmla="*/ 49457 h 530154"/>
                    <a:gd name="connsiteX1" fmla="*/ 441557 w 544034"/>
                    <a:gd name="connsiteY1" fmla="*/ 463794 h 530154"/>
                    <a:gd name="connsiteX2" fmla="*/ 51031 w 544034"/>
                    <a:gd name="connsiteY2" fmla="*/ 382833 h 530154"/>
                    <a:gd name="connsiteX3" fmla="*/ 510612 w 544034"/>
                    <a:gd name="connsiteY3" fmla="*/ 49457 h 530154"/>
                  </a:gdLst>
                  <a:ahLst/>
                  <a:cxnLst>
                    <a:cxn ang="0">
                      <a:pos x="connsiteX0" y="connsiteY0"/>
                    </a:cxn>
                    <a:cxn ang="0">
                      <a:pos x="connsiteX1" y="connsiteY1"/>
                    </a:cxn>
                    <a:cxn ang="0">
                      <a:pos x="connsiteX2" y="connsiteY2"/>
                    </a:cxn>
                    <a:cxn ang="0">
                      <a:pos x="connsiteX3" y="connsiteY3"/>
                    </a:cxn>
                  </a:cxnLst>
                  <a:rect l="l" t="t" r="r" b="b"/>
                  <a:pathLst>
                    <a:path w="544034" h="530154">
                      <a:moveTo>
                        <a:pt x="510612" y="49457"/>
                      </a:moveTo>
                      <a:cubicBezTo>
                        <a:pt x="563794" y="259802"/>
                        <a:pt x="562207" y="336794"/>
                        <a:pt x="441557" y="463794"/>
                      </a:cubicBezTo>
                      <a:cubicBezTo>
                        <a:pt x="257406" y="601906"/>
                        <a:pt x="6581" y="499514"/>
                        <a:pt x="51031" y="382833"/>
                      </a:cubicBezTo>
                      <a:cubicBezTo>
                        <a:pt x="-96607" y="279646"/>
                        <a:pt x="81988" y="-142632"/>
                        <a:pt x="510612" y="49457"/>
                      </a:cubicBezTo>
                      <a:close/>
                    </a:path>
                  </a:pathLst>
                </a:cu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grpSp>
        </p:grpSp>
        <p:grpSp>
          <p:nvGrpSpPr>
            <p:cNvPr id="111" name="Group 110"/>
            <p:cNvGrpSpPr/>
            <p:nvPr/>
          </p:nvGrpSpPr>
          <p:grpSpPr>
            <a:xfrm>
              <a:off x="6963210" y="1926886"/>
              <a:ext cx="198415" cy="250040"/>
              <a:chOff x="130818" y="926331"/>
              <a:chExt cx="1008826" cy="1353231"/>
            </a:xfrm>
            <a:solidFill>
              <a:srgbClr val="EAAA00"/>
            </a:solidFill>
          </p:grpSpPr>
          <p:sp>
            <p:nvSpPr>
              <p:cNvPr id="190" name="Rectangle 2"/>
              <p:cNvSpPr/>
              <p:nvPr/>
            </p:nvSpPr>
            <p:spPr>
              <a:xfrm rot="14303698">
                <a:off x="162301" y="1078607"/>
                <a:ext cx="795597" cy="858564"/>
              </a:xfrm>
              <a:custGeom>
                <a:avLst/>
                <a:gdLst>
                  <a:gd name="connsiteX0" fmla="*/ 0 w 1512436"/>
                  <a:gd name="connsiteY0" fmla="*/ 0 h 1052512"/>
                  <a:gd name="connsiteX1" fmla="*/ 1512436 w 1512436"/>
                  <a:gd name="connsiteY1" fmla="*/ 0 h 1052512"/>
                  <a:gd name="connsiteX2" fmla="*/ 1512436 w 1512436"/>
                  <a:gd name="connsiteY2" fmla="*/ 1052512 h 1052512"/>
                  <a:gd name="connsiteX3" fmla="*/ 0 w 1512436"/>
                  <a:gd name="connsiteY3" fmla="*/ 1052512 h 1052512"/>
                  <a:gd name="connsiteX4" fmla="*/ 0 w 1512436"/>
                  <a:gd name="connsiteY4" fmla="*/ 0 h 1052512"/>
                  <a:gd name="connsiteX0" fmla="*/ 100012 w 1512436"/>
                  <a:gd name="connsiteY0" fmla="*/ 280987 h 1052512"/>
                  <a:gd name="connsiteX1" fmla="*/ 1512436 w 1512436"/>
                  <a:gd name="connsiteY1" fmla="*/ 0 h 1052512"/>
                  <a:gd name="connsiteX2" fmla="*/ 1512436 w 1512436"/>
                  <a:gd name="connsiteY2" fmla="*/ 1052512 h 1052512"/>
                  <a:gd name="connsiteX3" fmla="*/ 0 w 1512436"/>
                  <a:gd name="connsiteY3" fmla="*/ 1052512 h 1052512"/>
                  <a:gd name="connsiteX4" fmla="*/ 100012 w 1512436"/>
                  <a:gd name="connsiteY4" fmla="*/ 280987 h 1052512"/>
                  <a:gd name="connsiteX0" fmla="*/ 100012 w 1512436"/>
                  <a:gd name="connsiteY0" fmla="*/ 228599 h 1000124"/>
                  <a:gd name="connsiteX1" fmla="*/ 386105 w 1512436"/>
                  <a:gd name="connsiteY1" fmla="*/ 0 h 1000124"/>
                  <a:gd name="connsiteX2" fmla="*/ 1512436 w 1512436"/>
                  <a:gd name="connsiteY2" fmla="*/ 1000124 h 1000124"/>
                  <a:gd name="connsiteX3" fmla="*/ 0 w 1512436"/>
                  <a:gd name="connsiteY3" fmla="*/ 1000124 h 1000124"/>
                  <a:gd name="connsiteX4" fmla="*/ 100012 w 1512436"/>
                  <a:gd name="connsiteY4" fmla="*/ 228599 h 1000124"/>
                  <a:gd name="connsiteX0" fmla="*/ 100012 w 1512436"/>
                  <a:gd name="connsiteY0" fmla="*/ 230792 h 1002317"/>
                  <a:gd name="connsiteX1" fmla="*/ 386105 w 1512436"/>
                  <a:gd name="connsiteY1" fmla="*/ 2193 h 1002317"/>
                  <a:gd name="connsiteX2" fmla="*/ 1512436 w 1512436"/>
                  <a:gd name="connsiteY2" fmla="*/ 1002317 h 1002317"/>
                  <a:gd name="connsiteX3" fmla="*/ 0 w 1512436"/>
                  <a:gd name="connsiteY3" fmla="*/ 1002317 h 1002317"/>
                  <a:gd name="connsiteX4" fmla="*/ 100012 w 1512436"/>
                  <a:gd name="connsiteY4" fmla="*/ 230792 h 1002317"/>
                  <a:gd name="connsiteX0" fmla="*/ 92869 w 1512436"/>
                  <a:gd name="connsiteY0" fmla="*/ 242574 h 1002193"/>
                  <a:gd name="connsiteX1" fmla="*/ 386105 w 1512436"/>
                  <a:gd name="connsiteY1" fmla="*/ 2069 h 1002193"/>
                  <a:gd name="connsiteX2" fmla="*/ 1512436 w 1512436"/>
                  <a:gd name="connsiteY2" fmla="*/ 1002193 h 1002193"/>
                  <a:gd name="connsiteX3" fmla="*/ 0 w 1512436"/>
                  <a:gd name="connsiteY3" fmla="*/ 1002193 h 1002193"/>
                  <a:gd name="connsiteX4" fmla="*/ 92869 w 1512436"/>
                  <a:gd name="connsiteY4" fmla="*/ 242574 h 1002193"/>
                  <a:gd name="connsiteX0" fmla="*/ 92869 w 1512436"/>
                  <a:gd name="connsiteY0" fmla="*/ 250528 h 1010147"/>
                  <a:gd name="connsiteX1" fmla="*/ 386105 w 1512436"/>
                  <a:gd name="connsiteY1" fmla="*/ 10023 h 1010147"/>
                  <a:gd name="connsiteX2" fmla="*/ 1512436 w 1512436"/>
                  <a:gd name="connsiteY2" fmla="*/ 1010147 h 1010147"/>
                  <a:gd name="connsiteX3" fmla="*/ 0 w 1512436"/>
                  <a:gd name="connsiteY3" fmla="*/ 1010147 h 1010147"/>
                  <a:gd name="connsiteX4" fmla="*/ 92869 w 1512436"/>
                  <a:gd name="connsiteY4" fmla="*/ 250528 h 1010147"/>
                  <a:gd name="connsiteX0" fmla="*/ 92869 w 1512436"/>
                  <a:gd name="connsiteY0" fmla="*/ 288421 h 1048040"/>
                  <a:gd name="connsiteX1" fmla="*/ 386105 w 1512436"/>
                  <a:gd name="connsiteY1" fmla="*/ 47916 h 1048040"/>
                  <a:gd name="connsiteX2" fmla="*/ 1512436 w 1512436"/>
                  <a:gd name="connsiteY2" fmla="*/ 1048040 h 1048040"/>
                  <a:gd name="connsiteX3" fmla="*/ 0 w 1512436"/>
                  <a:gd name="connsiteY3" fmla="*/ 1048040 h 1048040"/>
                  <a:gd name="connsiteX4" fmla="*/ 92869 w 1512436"/>
                  <a:gd name="connsiteY4" fmla="*/ 288421 h 1048040"/>
                  <a:gd name="connsiteX0" fmla="*/ 92869 w 1512436"/>
                  <a:gd name="connsiteY0" fmla="*/ 292593 h 1052212"/>
                  <a:gd name="connsiteX1" fmla="*/ 386105 w 1512436"/>
                  <a:gd name="connsiteY1" fmla="*/ 52088 h 1052212"/>
                  <a:gd name="connsiteX2" fmla="*/ 1512436 w 1512436"/>
                  <a:gd name="connsiteY2" fmla="*/ 1052212 h 1052212"/>
                  <a:gd name="connsiteX3" fmla="*/ 0 w 1512436"/>
                  <a:gd name="connsiteY3" fmla="*/ 1052212 h 1052212"/>
                  <a:gd name="connsiteX4" fmla="*/ 92869 w 1512436"/>
                  <a:gd name="connsiteY4" fmla="*/ 292593 h 1052212"/>
                  <a:gd name="connsiteX0" fmla="*/ 23206 w 1442773"/>
                  <a:gd name="connsiteY0" fmla="*/ 292593 h 1052212"/>
                  <a:gd name="connsiteX1" fmla="*/ 316442 w 1442773"/>
                  <a:gd name="connsiteY1" fmla="*/ 52088 h 1052212"/>
                  <a:gd name="connsiteX2" fmla="*/ 1442773 w 1442773"/>
                  <a:gd name="connsiteY2" fmla="*/ 1052212 h 1052212"/>
                  <a:gd name="connsiteX3" fmla="*/ 373250 w 1442773"/>
                  <a:gd name="connsiteY3" fmla="*/ 664069 h 1052212"/>
                  <a:gd name="connsiteX4" fmla="*/ 23206 w 1442773"/>
                  <a:gd name="connsiteY4" fmla="*/ 292593 h 1052212"/>
                  <a:gd name="connsiteX0" fmla="*/ 24706 w 1429985"/>
                  <a:gd name="connsiteY0" fmla="*/ 321824 h 1045724"/>
                  <a:gd name="connsiteX1" fmla="*/ 303654 w 1429985"/>
                  <a:gd name="connsiteY1" fmla="*/ 45600 h 1045724"/>
                  <a:gd name="connsiteX2" fmla="*/ 1429985 w 1429985"/>
                  <a:gd name="connsiteY2" fmla="*/ 1045724 h 1045724"/>
                  <a:gd name="connsiteX3" fmla="*/ 360462 w 1429985"/>
                  <a:gd name="connsiteY3" fmla="*/ 657581 h 1045724"/>
                  <a:gd name="connsiteX4" fmla="*/ 24706 w 1429985"/>
                  <a:gd name="connsiteY4" fmla="*/ 321824 h 1045724"/>
                  <a:gd name="connsiteX0" fmla="*/ 51848 w 1457127"/>
                  <a:gd name="connsiteY0" fmla="*/ 321137 h 1045037"/>
                  <a:gd name="connsiteX1" fmla="*/ 330796 w 1457127"/>
                  <a:gd name="connsiteY1" fmla="*/ 44913 h 1045037"/>
                  <a:gd name="connsiteX2" fmla="*/ 1457127 w 1457127"/>
                  <a:gd name="connsiteY2" fmla="*/ 1045037 h 1045037"/>
                  <a:gd name="connsiteX3" fmla="*/ 387604 w 1457127"/>
                  <a:gd name="connsiteY3" fmla="*/ 656894 h 1045037"/>
                  <a:gd name="connsiteX4" fmla="*/ 51848 w 1457127"/>
                  <a:gd name="connsiteY4" fmla="*/ 321137 h 1045037"/>
                  <a:gd name="connsiteX0" fmla="*/ 51848 w 1457127"/>
                  <a:gd name="connsiteY0" fmla="*/ 321137 h 1045037"/>
                  <a:gd name="connsiteX1" fmla="*/ 330796 w 1457127"/>
                  <a:gd name="connsiteY1" fmla="*/ 44913 h 1045037"/>
                  <a:gd name="connsiteX2" fmla="*/ 1457127 w 1457127"/>
                  <a:gd name="connsiteY2" fmla="*/ 1045037 h 1045037"/>
                  <a:gd name="connsiteX3" fmla="*/ 387604 w 1457127"/>
                  <a:gd name="connsiteY3" fmla="*/ 656894 h 1045037"/>
                  <a:gd name="connsiteX4" fmla="*/ 51848 w 1457127"/>
                  <a:gd name="connsiteY4" fmla="*/ 321137 h 1045037"/>
                  <a:gd name="connsiteX0" fmla="*/ 51848 w 1457127"/>
                  <a:gd name="connsiteY0" fmla="*/ 321137 h 1045037"/>
                  <a:gd name="connsiteX1" fmla="*/ 330796 w 1457127"/>
                  <a:gd name="connsiteY1" fmla="*/ 44913 h 1045037"/>
                  <a:gd name="connsiteX2" fmla="*/ 1457127 w 1457127"/>
                  <a:gd name="connsiteY2" fmla="*/ 1045037 h 1045037"/>
                  <a:gd name="connsiteX3" fmla="*/ 394748 w 1457127"/>
                  <a:gd name="connsiteY3" fmla="*/ 640225 h 1045037"/>
                  <a:gd name="connsiteX4" fmla="*/ 51848 w 1457127"/>
                  <a:gd name="connsiteY4" fmla="*/ 321137 h 1045037"/>
                  <a:gd name="connsiteX0" fmla="*/ 51848 w 1457127"/>
                  <a:gd name="connsiteY0" fmla="*/ 321137 h 1045037"/>
                  <a:gd name="connsiteX1" fmla="*/ 330796 w 1457127"/>
                  <a:gd name="connsiteY1" fmla="*/ 44913 h 1045037"/>
                  <a:gd name="connsiteX2" fmla="*/ 1457127 w 1457127"/>
                  <a:gd name="connsiteY2" fmla="*/ 1045037 h 1045037"/>
                  <a:gd name="connsiteX3" fmla="*/ 394748 w 1457127"/>
                  <a:gd name="connsiteY3" fmla="*/ 640225 h 1045037"/>
                  <a:gd name="connsiteX4" fmla="*/ 51848 w 1457127"/>
                  <a:gd name="connsiteY4" fmla="*/ 321137 h 1045037"/>
                  <a:gd name="connsiteX0" fmla="*/ 51848 w 1457127"/>
                  <a:gd name="connsiteY0" fmla="*/ 321137 h 1195057"/>
                  <a:gd name="connsiteX1" fmla="*/ 330796 w 1457127"/>
                  <a:gd name="connsiteY1" fmla="*/ 44913 h 1195057"/>
                  <a:gd name="connsiteX2" fmla="*/ 1457127 w 1457127"/>
                  <a:gd name="connsiteY2" fmla="*/ 1045037 h 1195057"/>
                  <a:gd name="connsiteX3" fmla="*/ 1063879 w 1457127"/>
                  <a:gd name="connsiteY3" fmla="*/ 1195057 h 1195057"/>
                  <a:gd name="connsiteX4" fmla="*/ 51848 w 1457127"/>
                  <a:gd name="connsiteY4" fmla="*/ 321137 h 1195057"/>
                  <a:gd name="connsiteX0" fmla="*/ 51848 w 1537748"/>
                  <a:gd name="connsiteY0" fmla="*/ 321137 h 1968963"/>
                  <a:gd name="connsiteX1" fmla="*/ 330796 w 1537748"/>
                  <a:gd name="connsiteY1" fmla="*/ 44913 h 1968963"/>
                  <a:gd name="connsiteX2" fmla="*/ 1457127 w 1537748"/>
                  <a:gd name="connsiteY2" fmla="*/ 1045037 h 1968963"/>
                  <a:gd name="connsiteX3" fmla="*/ 1537748 w 1537748"/>
                  <a:gd name="connsiteY3" fmla="*/ 1968963 h 1968963"/>
                  <a:gd name="connsiteX4" fmla="*/ 51848 w 1537748"/>
                  <a:gd name="connsiteY4" fmla="*/ 321137 h 1968963"/>
                  <a:gd name="connsiteX0" fmla="*/ 51848 w 1499648"/>
                  <a:gd name="connsiteY0" fmla="*/ 321137 h 1992775"/>
                  <a:gd name="connsiteX1" fmla="*/ 330796 w 1499648"/>
                  <a:gd name="connsiteY1" fmla="*/ 44913 h 1992775"/>
                  <a:gd name="connsiteX2" fmla="*/ 1457127 w 1499648"/>
                  <a:gd name="connsiteY2" fmla="*/ 1045037 h 1992775"/>
                  <a:gd name="connsiteX3" fmla="*/ 1499648 w 1499648"/>
                  <a:gd name="connsiteY3" fmla="*/ 1992775 h 1992775"/>
                  <a:gd name="connsiteX4" fmla="*/ 51848 w 1499648"/>
                  <a:gd name="connsiteY4" fmla="*/ 321137 h 1992775"/>
                  <a:gd name="connsiteX0" fmla="*/ 51848 w 1499648"/>
                  <a:gd name="connsiteY0" fmla="*/ 321137 h 1992775"/>
                  <a:gd name="connsiteX1" fmla="*/ 330796 w 1499648"/>
                  <a:gd name="connsiteY1" fmla="*/ 44913 h 1992775"/>
                  <a:gd name="connsiteX2" fmla="*/ 1457127 w 1499648"/>
                  <a:gd name="connsiteY2" fmla="*/ 1045037 h 1992775"/>
                  <a:gd name="connsiteX3" fmla="*/ 1499648 w 1499648"/>
                  <a:gd name="connsiteY3" fmla="*/ 1992775 h 1992775"/>
                  <a:gd name="connsiteX4" fmla="*/ 464145 w 1499648"/>
                  <a:gd name="connsiteY4" fmla="*/ 835488 h 1992775"/>
                  <a:gd name="connsiteX5" fmla="*/ 51848 w 1499648"/>
                  <a:gd name="connsiteY5" fmla="*/ 321137 h 1992775"/>
                  <a:gd name="connsiteX0" fmla="*/ 51848 w 1499648"/>
                  <a:gd name="connsiteY0" fmla="*/ 321137 h 1992775"/>
                  <a:gd name="connsiteX1" fmla="*/ 330796 w 1499648"/>
                  <a:gd name="connsiteY1" fmla="*/ 44913 h 1992775"/>
                  <a:gd name="connsiteX2" fmla="*/ 1457127 w 1499648"/>
                  <a:gd name="connsiteY2" fmla="*/ 1045037 h 1992775"/>
                  <a:gd name="connsiteX3" fmla="*/ 1499648 w 1499648"/>
                  <a:gd name="connsiteY3" fmla="*/ 1992775 h 1992775"/>
                  <a:gd name="connsiteX4" fmla="*/ 523677 w 1499648"/>
                  <a:gd name="connsiteY4" fmla="*/ 778338 h 1992775"/>
                  <a:gd name="connsiteX5" fmla="*/ 51848 w 1499648"/>
                  <a:gd name="connsiteY5" fmla="*/ 321137 h 1992775"/>
                  <a:gd name="connsiteX0" fmla="*/ 51848 w 1499648"/>
                  <a:gd name="connsiteY0" fmla="*/ 321137 h 1992775"/>
                  <a:gd name="connsiteX1" fmla="*/ 330796 w 1499648"/>
                  <a:gd name="connsiteY1" fmla="*/ 44913 h 1992775"/>
                  <a:gd name="connsiteX2" fmla="*/ 1457127 w 1499648"/>
                  <a:gd name="connsiteY2" fmla="*/ 1045037 h 1992775"/>
                  <a:gd name="connsiteX3" fmla="*/ 1499648 w 1499648"/>
                  <a:gd name="connsiteY3" fmla="*/ 1992775 h 1992775"/>
                  <a:gd name="connsiteX4" fmla="*/ 523677 w 1499648"/>
                  <a:gd name="connsiteY4" fmla="*/ 778338 h 1992775"/>
                  <a:gd name="connsiteX5" fmla="*/ 51848 w 1499648"/>
                  <a:gd name="connsiteY5" fmla="*/ 321137 h 1992775"/>
                  <a:gd name="connsiteX0" fmla="*/ 51848 w 1499648"/>
                  <a:gd name="connsiteY0" fmla="*/ 321137 h 1992775"/>
                  <a:gd name="connsiteX1" fmla="*/ 330796 w 1499648"/>
                  <a:gd name="connsiteY1" fmla="*/ 44913 h 1992775"/>
                  <a:gd name="connsiteX2" fmla="*/ 1457127 w 1499648"/>
                  <a:gd name="connsiteY2" fmla="*/ 1045037 h 1992775"/>
                  <a:gd name="connsiteX3" fmla="*/ 1499648 w 1499648"/>
                  <a:gd name="connsiteY3" fmla="*/ 1992775 h 1992775"/>
                  <a:gd name="connsiteX4" fmla="*/ 523677 w 1499648"/>
                  <a:gd name="connsiteY4" fmla="*/ 778338 h 1992775"/>
                  <a:gd name="connsiteX5" fmla="*/ 51848 w 1499648"/>
                  <a:gd name="connsiteY5" fmla="*/ 321137 h 1992775"/>
                  <a:gd name="connsiteX0" fmla="*/ 51848 w 1499648"/>
                  <a:gd name="connsiteY0" fmla="*/ 321137 h 2013066"/>
                  <a:gd name="connsiteX1" fmla="*/ 330796 w 1499648"/>
                  <a:gd name="connsiteY1" fmla="*/ 44913 h 2013066"/>
                  <a:gd name="connsiteX2" fmla="*/ 1457127 w 1499648"/>
                  <a:gd name="connsiteY2" fmla="*/ 1045037 h 2013066"/>
                  <a:gd name="connsiteX3" fmla="*/ 1499648 w 1499648"/>
                  <a:gd name="connsiteY3" fmla="*/ 1992775 h 2013066"/>
                  <a:gd name="connsiteX4" fmla="*/ 1149945 w 1499648"/>
                  <a:gd name="connsiteY4" fmla="*/ 1621301 h 2013066"/>
                  <a:gd name="connsiteX5" fmla="*/ 523677 w 1499648"/>
                  <a:gd name="connsiteY5" fmla="*/ 778338 h 2013066"/>
                  <a:gd name="connsiteX6" fmla="*/ 51848 w 1499648"/>
                  <a:gd name="connsiteY6" fmla="*/ 321137 h 2013066"/>
                  <a:gd name="connsiteX0" fmla="*/ 51848 w 1499648"/>
                  <a:gd name="connsiteY0" fmla="*/ 321137 h 2011202"/>
                  <a:gd name="connsiteX1" fmla="*/ 330796 w 1499648"/>
                  <a:gd name="connsiteY1" fmla="*/ 44913 h 2011202"/>
                  <a:gd name="connsiteX2" fmla="*/ 1457127 w 1499648"/>
                  <a:gd name="connsiteY2" fmla="*/ 1045037 h 2011202"/>
                  <a:gd name="connsiteX3" fmla="*/ 1499648 w 1499648"/>
                  <a:gd name="connsiteY3" fmla="*/ 1992775 h 2011202"/>
                  <a:gd name="connsiteX4" fmla="*/ 1197570 w 1499648"/>
                  <a:gd name="connsiteY4" fmla="*/ 1585583 h 2011202"/>
                  <a:gd name="connsiteX5" fmla="*/ 523677 w 1499648"/>
                  <a:gd name="connsiteY5" fmla="*/ 778338 h 2011202"/>
                  <a:gd name="connsiteX6" fmla="*/ 51848 w 1499648"/>
                  <a:gd name="connsiteY6" fmla="*/ 321137 h 2011202"/>
                  <a:gd name="connsiteX0" fmla="*/ 51848 w 1499648"/>
                  <a:gd name="connsiteY0" fmla="*/ 321137 h 1992775"/>
                  <a:gd name="connsiteX1" fmla="*/ 330796 w 1499648"/>
                  <a:gd name="connsiteY1" fmla="*/ 44913 h 1992775"/>
                  <a:gd name="connsiteX2" fmla="*/ 1457127 w 1499648"/>
                  <a:gd name="connsiteY2" fmla="*/ 1045037 h 1992775"/>
                  <a:gd name="connsiteX3" fmla="*/ 1499648 w 1499648"/>
                  <a:gd name="connsiteY3" fmla="*/ 1992775 h 1992775"/>
                  <a:gd name="connsiteX4" fmla="*/ 1197570 w 1499648"/>
                  <a:gd name="connsiteY4" fmla="*/ 1585583 h 1992775"/>
                  <a:gd name="connsiteX5" fmla="*/ 523677 w 1499648"/>
                  <a:gd name="connsiteY5" fmla="*/ 778338 h 1992775"/>
                  <a:gd name="connsiteX6" fmla="*/ 51848 w 1499648"/>
                  <a:gd name="connsiteY6" fmla="*/ 321137 h 1992775"/>
                  <a:gd name="connsiteX0" fmla="*/ 51848 w 1499648"/>
                  <a:gd name="connsiteY0" fmla="*/ 321137 h 1992775"/>
                  <a:gd name="connsiteX1" fmla="*/ 330796 w 1499648"/>
                  <a:gd name="connsiteY1" fmla="*/ 44913 h 1992775"/>
                  <a:gd name="connsiteX2" fmla="*/ 1457127 w 1499648"/>
                  <a:gd name="connsiteY2" fmla="*/ 1045037 h 1992775"/>
                  <a:gd name="connsiteX3" fmla="*/ 1499648 w 1499648"/>
                  <a:gd name="connsiteY3" fmla="*/ 1992775 h 1992775"/>
                  <a:gd name="connsiteX4" fmla="*/ 1202333 w 1499648"/>
                  <a:gd name="connsiteY4" fmla="*/ 1578439 h 1992775"/>
                  <a:gd name="connsiteX5" fmla="*/ 523677 w 1499648"/>
                  <a:gd name="connsiteY5" fmla="*/ 778338 h 1992775"/>
                  <a:gd name="connsiteX6" fmla="*/ 51848 w 1499648"/>
                  <a:gd name="connsiteY6" fmla="*/ 321137 h 1992775"/>
                  <a:gd name="connsiteX0" fmla="*/ 51848 w 1499648"/>
                  <a:gd name="connsiteY0" fmla="*/ 321137 h 1992775"/>
                  <a:gd name="connsiteX1" fmla="*/ 330796 w 1499648"/>
                  <a:gd name="connsiteY1" fmla="*/ 44913 h 1992775"/>
                  <a:gd name="connsiteX2" fmla="*/ 1457127 w 1499648"/>
                  <a:gd name="connsiteY2" fmla="*/ 1045037 h 1992775"/>
                  <a:gd name="connsiteX3" fmla="*/ 1499648 w 1499648"/>
                  <a:gd name="connsiteY3" fmla="*/ 1992775 h 1992775"/>
                  <a:gd name="connsiteX4" fmla="*/ 1202333 w 1499648"/>
                  <a:gd name="connsiteY4" fmla="*/ 1578439 h 1992775"/>
                  <a:gd name="connsiteX5" fmla="*/ 523677 w 1499648"/>
                  <a:gd name="connsiteY5" fmla="*/ 778338 h 1992775"/>
                  <a:gd name="connsiteX6" fmla="*/ 51848 w 1499648"/>
                  <a:gd name="connsiteY6" fmla="*/ 321137 h 1992775"/>
                  <a:gd name="connsiteX0" fmla="*/ 51848 w 1499648"/>
                  <a:gd name="connsiteY0" fmla="*/ 321137 h 1992775"/>
                  <a:gd name="connsiteX1" fmla="*/ 330796 w 1499648"/>
                  <a:gd name="connsiteY1" fmla="*/ 44913 h 1992775"/>
                  <a:gd name="connsiteX2" fmla="*/ 1457127 w 1499648"/>
                  <a:gd name="connsiteY2" fmla="*/ 1045037 h 1992775"/>
                  <a:gd name="connsiteX3" fmla="*/ 1499648 w 1499648"/>
                  <a:gd name="connsiteY3" fmla="*/ 1992775 h 1992775"/>
                  <a:gd name="connsiteX4" fmla="*/ 1202333 w 1499648"/>
                  <a:gd name="connsiteY4" fmla="*/ 1578439 h 1992775"/>
                  <a:gd name="connsiteX5" fmla="*/ 523677 w 1499648"/>
                  <a:gd name="connsiteY5" fmla="*/ 778338 h 1992775"/>
                  <a:gd name="connsiteX6" fmla="*/ 51848 w 1499648"/>
                  <a:gd name="connsiteY6" fmla="*/ 321137 h 1992775"/>
                  <a:gd name="connsiteX0" fmla="*/ 51848 w 1499648"/>
                  <a:gd name="connsiteY0" fmla="*/ 321137 h 1992775"/>
                  <a:gd name="connsiteX1" fmla="*/ 330796 w 1499648"/>
                  <a:gd name="connsiteY1" fmla="*/ 44913 h 1992775"/>
                  <a:gd name="connsiteX2" fmla="*/ 1457127 w 1499648"/>
                  <a:gd name="connsiteY2" fmla="*/ 1045037 h 1992775"/>
                  <a:gd name="connsiteX3" fmla="*/ 1499648 w 1499648"/>
                  <a:gd name="connsiteY3" fmla="*/ 1992775 h 1992775"/>
                  <a:gd name="connsiteX4" fmla="*/ 1202333 w 1499648"/>
                  <a:gd name="connsiteY4" fmla="*/ 1578439 h 1992775"/>
                  <a:gd name="connsiteX5" fmla="*/ 507009 w 1499648"/>
                  <a:gd name="connsiteY5" fmla="*/ 792625 h 1992775"/>
                  <a:gd name="connsiteX6" fmla="*/ 51848 w 1499648"/>
                  <a:gd name="connsiteY6" fmla="*/ 321137 h 1992775"/>
                  <a:gd name="connsiteX0" fmla="*/ 51848 w 1499648"/>
                  <a:gd name="connsiteY0" fmla="*/ 321137 h 1992775"/>
                  <a:gd name="connsiteX1" fmla="*/ 330796 w 1499648"/>
                  <a:gd name="connsiteY1" fmla="*/ 44913 h 1992775"/>
                  <a:gd name="connsiteX2" fmla="*/ 1457127 w 1499648"/>
                  <a:gd name="connsiteY2" fmla="*/ 1045037 h 1992775"/>
                  <a:gd name="connsiteX3" fmla="*/ 1499648 w 1499648"/>
                  <a:gd name="connsiteY3" fmla="*/ 1992775 h 1992775"/>
                  <a:gd name="connsiteX4" fmla="*/ 1202333 w 1499648"/>
                  <a:gd name="connsiteY4" fmla="*/ 1578439 h 1992775"/>
                  <a:gd name="connsiteX5" fmla="*/ 507009 w 1499648"/>
                  <a:gd name="connsiteY5" fmla="*/ 792625 h 1992775"/>
                  <a:gd name="connsiteX6" fmla="*/ 51848 w 1499648"/>
                  <a:gd name="connsiteY6" fmla="*/ 321137 h 1992775"/>
                  <a:gd name="connsiteX0" fmla="*/ 51848 w 1499648"/>
                  <a:gd name="connsiteY0" fmla="*/ 321137 h 1992775"/>
                  <a:gd name="connsiteX1" fmla="*/ 330796 w 1499648"/>
                  <a:gd name="connsiteY1" fmla="*/ 44913 h 1992775"/>
                  <a:gd name="connsiteX2" fmla="*/ 1457127 w 1499648"/>
                  <a:gd name="connsiteY2" fmla="*/ 1045037 h 1992775"/>
                  <a:gd name="connsiteX3" fmla="*/ 1499648 w 1499648"/>
                  <a:gd name="connsiteY3" fmla="*/ 1992775 h 1992775"/>
                  <a:gd name="connsiteX4" fmla="*/ 1202333 w 1499648"/>
                  <a:gd name="connsiteY4" fmla="*/ 1578439 h 1992775"/>
                  <a:gd name="connsiteX5" fmla="*/ 507009 w 1499648"/>
                  <a:gd name="connsiteY5" fmla="*/ 792625 h 1992775"/>
                  <a:gd name="connsiteX6" fmla="*/ 51848 w 1499648"/>
                  <a:gd name="connsiteY6" fmla="*/ 321137 h 1992775"/>
                  <a:gd name="connsiteX0" fmla="*/ 51848 w 1499648"/>
                  <a:gd name="connsiteY0" fmla="*/ 321137 h 1992775"/>
                  <a:gd name="connsiteX1" fmla="*/ 330796 w 1499648"/>
                  <a:gd name="connsiteY1" fmla="*/ 44913 h 1992775"/>
                  <a:gd name="connsiteX2" fmla="*/ 1457127 w 1499648"/>
                  <a:gd name="connsiteY2" fmla="*/ 1045037 h 1992775"/>
                  <a:gd name="connsiteX3" fmla="*/ 1499648 w 1499648"/>
                  <a:gd name="connsiteY3" fmla="*/ 1992775 h 1992775"/>
                  <a:gd name="connsiteX4" fmla="*/ 1202333 w 1499648"/>
                  <a:gd name="connsiteY4" fmla="*/ 1578439 h 1992775"/>
                  <a:gd name="connsiteX5" fmla="*/ 507009 w 1499648"/>
                  <a:gd name="connsiteY5" fmla="*/ 792625 h 1992775"/>
                  <a:gd name="connsiteX6" fmla="*/ 51848 w 1499648"/>
                  <a:gd name="connsiteY6" fmla="*/ 321137 h 1992775"/>
                  <a:gd name="connsiteX0" fmla="*/ 51848 w 1499648"/>
                  <a:gd name="connsiteY0" fmla="*/ 321137 h 1992775"/>
                  <a:gd name="connsiteX1" fmla="*/ 330796 w 1499648"/>
                  <a:gd name="connsiteY1" fmla="*/ 44913 h 1992775"/>
                  <a:gd name="connsiteX2" fmla="*/ 1457127 w 1499648"/>
                  <a:gd name="connsiteY2" fmla="*/ 1045037 h 1992775"/>
                  <a:gd name="connsiteX3" fmla="*/ 1473795 w 1499648"/>
                  <a:gd name="connsiteY3" fmla="*/ 1485569 h 1992775"/>
                  <a:gd name="connsiteX4" fmla="*/ 1499648 w 1499648"/>
                  <a:gd name="connsiteY4" fmla="*/ 1992775 h 1992775"/>
                  <a:gd name="connsiteX5" fmla="*/ 1202333 w 1499648"/>
                  <a:gd name="connsiteY5" fmla="*/ 1578439 h 1992775"/>
                  <a:gd name="connsiteX6" fmla="*/ 507009 w 1499648"/>
                  <a:gd name="connsiteY6" fmla="*/ 792625 h 1992775"/>
                  <a:gd name="connsiteX7" fmla="*/ 51848 w 1499648"/>
                  <a:gd name="connsiteY7" fmla="*/ 321137 h 1992775"/>
                  <a:gd name="connsiteX0" fmla="*/ 51848 w 1757163"/>
                  <a:gd name="connsiteY0" fmla="*/ 321137 h 1992775"/>
                  <a:gd name="connsiteX1" fmla="*/ 330796 w 1757163"/>
                  <a:gd name="connsiteY1" fmla="*/ 44913 h 1992775"/>
                  <a:gd name="connsiteX2" fmla="*/ 1457127 w 1757163"/>
                  <a:gd name="connsiteY2" fmla="*/ 1045037 h 1992775"/>
                  <a:gd name="connsiteX3" fmla="*/ 1757163 w 1757163"/>
                  <a:gd name="connsiteY3" fmla="*/ 1604632 h 1992775"/>
                  <a:gd name="connsiteX4" fmla="*/ 1499648 w 1757163"/>
                  <a:gd name="connsiteY4" fmla="*/ 1992775 h 1992775"/>
                  <a:gd name="connsiteX5" fmla="*/ 1202333 w 1757163"/>
                  <a:gd name="connsiteY5" fmla="*/ 1578439 h 1992775"/>
                  <a:gd name="connsiteX6" fmla="*/ 507009 w 1757163"/>
                  <a:gd name="connsiteY6" fmla="*/ 792625 h 1992775"/>
                  <a:gd name="connsiteX7" fmla="*/ 51848 w 1757163"/>
                  <a:gd name="connsiteY7" fmla="*/ 321137 h 1992775"/>
                  <a:gd name="connsiteX0" fmla="*/ 51848 w 1761926"/>
                  <a:gd name="connsiteY0" fmla="*/ 321137 h 1992775"/>
                  <a:gd name="connsiteX1" fmla="*/ 330796 w 1761926"/>
                  <a:gd name="connsiteY1" fmla="*/ 44913 h 1992775"/>
                  <a:gd name="connsiteX2" fmla="*/ 1457127 w 1761926"/>
                  <a:gd name="connsiteY2" fmla="*/ 1045037 h 1992775"/>
                  <a:gd name="connsiteX3" fmla="*/ 1761926 w 1761926"/>
                  <a:gd name="connsiteY3" fmla="*/ 1599870 h 1992775"/>
                  <a:gd name="connsiteX4" fmla="*/ 1499648 w 1761926"/>
                  <a:gd name="connsiteY4" fmla="*/ 1992775 h 1992775"/>
                  <a:gd name="connsiteX5" fmla="*/ 1202333 w 1761926"/>
                  <a:gd name="connsiteY5" fmla="*/ 1578439 h 1992775"/>
                  <a:gd name="connsiteX6" fmla="*/ 507009 w 1761926"/>
                  <a:gd name="connsiteY6" fmla="*/ 792625 h 1992775"/>
                  <a:gd name="connsiteX7" fmla="*/ 51848 w 1761926"/>
                  <a:gd name="connsiteY7" fmla="*/ 321137 h 1992775"/>
                  <a:gd name="connsiteX0" fmla="*/ 51848 w 1772301"/>
                  <a:gd name="connsiteY0" fmla="*/ 321137 h 1992775"/>
                  <a:gd name="connsiteX1" fmla="*/ 330796 w 1772301"/>
                  <a:gd name="connsiteY1" fmla="*/ 44913 h 1992775"/>
                  <a:gd name="connsiteX2" fmla="*/ 1457127 w 1772301"/>
                  <a:gd name="connsiteY2" fmla="*/ 1045037 h 1992775"/>
                  <a:gd name="connsiteX3" fmla="*/ 1761926 w 1772301"/>
                  <a:gd name="connsiteY3" fmla="*/ 1599870 h 1992775"/>
                  <a:gd name="connsiteX4" fmla="*/ 1499648 w 1772301"/>
                  <a:gd name="connsiteY4" fmla="*/ 1992775 h 1992775"/>
                  <a:gd name="connsiteX5" fmla="*/ 1202333 w 1772301"/>
                  <a:gd name="connsiteY5" fmla="*/ 1578439 h 1992775"/>
                  <a:gd name="connsiteX6" fmla="*/ 507009 w 1772301"/>
                  <a:gd name="connsiteY6" fmla="*/ 792625 h 1992775"/>
                  <a:gd name="connsiteX7" fmla="*/ 51848 w 1772301"/>
                  <a:gd name="connsiteY7" fmla="*/ 321137 h 1992775"/>
                  <a:gd name="connsiteX0" fmla="*/ 51848 w 1771810"/>
                  <a:gd name="connsiteY0" fmla="*/ 321137 h 1978488"/>
                  <a:gd name="connsiteX1" fmla="*/ 330796 w 1771810"/>
                  <a:gd name="connsiteY1" fmla="*/ 44913 h 1978488"/>
                  <a:gd name="connsiteX2" fmla="*/ 1457127 w 1771810"/>
                  <a:gd name="connsiteY2" fmla="*/ 1045037 h 1978488"/>
                  <a:gd name="connsiteX3" fmla="*/ 1761926 w 1771810"/>
                  <a:gd name="connsiteY3" fmla="*/ 1599870 h 1978488"/>
                  <a:gd name="connsiteX4" fmla="*/ 1485361 w 1771810"/>
                  <a:gd name="connsiteY4" fmla="*/ 1978488 h 1978488"/>
                  <a:gd name="connsiteX5" fmla="*/ 1202333 w 1771810"/>
                  <a:gd name="connsiteY5" fmla="*/ 1578439 h 1978488"/>
                  <a:gd name="connsiteX6" fmla="*/ 507009 w 1771810"/>
                  <a:gd name="connsiteY6" fmla="*/ 792625 h 1978488"/>
                  <a:gd name="connsiteX7" fmla="*/ 51848 w 1771810"/>
                  <a:gd name="connsiteY7" fmla="*/ 321137 h 1978488"/>
                  <a:gd name="connsiteX0" fmla="*/ 51848 w 1825393"/>
                  <a:gd name="connsiteY0" fmla="*/ 321137 h 2062654"/>
                  <a:gd name="connsiteX1" fmla="*/ 330796 w 1825393"/>
                  <a:gd name="connsiteY1" fmla="*/ 44913 h 2062654"/>
                  <a:gd name="connsiteX2" fmla="*/ 1457127 w 1825393"/>
                  <a:gd name="connsiteY2" fmla="*/ 1045037 h 2062654"/>
                  <a:gd name="connsiteX3" fmla="*/ 1761926 w 1825393"/>
                  <a:gd name="connsiteY3" fmla="*/ 1599870 h 2062654"/>
                  <a:gd name="connsiteX4" fmla="*/ 1485361 w 1825393"/>
                  <a:gd name="connsiteY4" fmla="*/ 1978488 h 2062654"/>
                  <a:gd name="connsiteX5" fmla="*/ 1202333 w 1825393"/>
                  <a:gd name="connsiteY5" fmla="*/ 1578439 h 2062654"/>
                  <a:gd name="connsiteX6" fmla="*/ 507009 w 1825393"/>
                  <a:gd name="connsiteY6" fmla="*/ 792625 h 2062654"/>
                  <a:gd name="connsiteX7" fmla="*/ 51848 w 1825393"/>
                  <a:gd name="connsiteY7" fmla="*/ 321137 h 2062654"/>
                  <a:gd name="connsiteX0" fmla="*/ 51848 w 1818293"/>
                  <a:gd name="connsiteY0" fmla="*/ 321137 h 2070732"/>
                  <a:gd name="connsiteX1" fmla="*/ 330796 w 1818293"/>
                  <a:gd name="connsiteY1" fmla="*/ 44913 h 2070732"/>
                  <a:gd name="connsiteX2" fmla="*/ 1457127 w 1818293"/>
                  <a:gd name="connsiteY2" fmla="*/ 1045037 h 2070732"/>
                  <a:gd name="connsiteX3" fmla="*/ 1761926 w 1818293"/>
                  <a:gd name="connsiteY3" fmla="*/ 1599870 h 2070732"/>
                  <a:gd name="connsiteX4" fmla="*/ 1485361 w 1818293"/>
                  <a:gd name="connsiteY4" fmla="*/ 1978488 h 2070732"/>
                  <a:gd name="connsiteX5" fmla="*/ 1202333 w 1818293"/>
                  <a:gd name="connsiteY5" fmla="*/ 1578439 h 2070732"/>
                  <a:gd name="connsiteX6" fmla="*/ 507009 w 1818293"/>
                  <a:gd name="connsiteY6" fmla="*/ 792625 h 2070732"/>
                  <a:gd name="connsiteX7" fmla="*/ 51848 w 1818293"/>
                  <a:gd name="connsiteY7" fmla="*/ 321137 h 2070732"/>
                  <a:gd name="connsiteX0" fmla="*/ 51848 w 1818293"/>
                  <a:gd name="connsiteY0" fmla="*/ 321137 h 2070732"/>
                  <a:gd name="connsiteX1" fmla="*/ 330796 w 1818293"/>
                  <a:gd name="connsiteY1" fmla="*/ 44913 h 2070732"/>
                  <a:gd name="connsiteX2" fmla="*/ 1457127 w 1818293"/>
                  <a:gd name="connsiteY2" fmla="*/ 1045037 h 2070732"/>
                  <a:gd name="connsiteX3" fmla="*/ 1761926 w 1818293"/>
                  <a:gd name="connsiteY3" fmla="*/ 1599870 h 2070732"/>
                  <a:gd name="connsiteX4" fmla="*/ 1485361 w 1818293"/>
                  <a:gd name="connsiteY4" fmla="*/ 1978488 h 2070732"/>
                  <a:gd name="connsiteX5" fmla="*/ 1202333 w 1818293"/>
                  <a:gd name="connsiteY5" fmla="*/ 1578439 h 2070732"/>
                  <a:gd name="connsiteX6" fmla="*/ 507009 w 1818293"/>
                  <a:gd name="connsiteY6" fmla="*/ 792625 h 2070732"/>
                  <a:gd name="connsiteX7" fmla="*/ 51848 w 1818293"/>
                  <a:gd name="connsiteY7" fmla="*/ 321137 h 2070732"/>
                  <a:gd name="connsiteX0" fmla="*/ 51848 w 1819998"/>
                  <a:gd name="connsiteY0" fmla="*/ 321137 h 2066752"/>
                  <a:gd name="connsiteX1" fmla="*/ 330796 w 1819998"/>
                  <a:gd name="connsiteY1" fmla="*/ 44913 h 2066752"/>
                  <a:gd name="connsiteX2" fmla="*/ 1457127 w 1819998"/>
                  <a:gd name="connsiteY2" fmla="*/ 1045037 h 2066752"/>
                  <a:gd name="connsiteX3" fmla="*/ 1761926 w 1819998"/>
                  <a:gd name="connsiteY3" fmla="*/ 1599870 h 2066752"/>
                  <a:gd name="connsiteX4" fmla="*/ 1490123 w 1819998"/>
                  <a:gd name="connsiteY4" fmla="*/ 1973726 h 2066752"/>
                  <a:gd name="connsiteX5" fmla="*/ 1202333 w 1819998"/>
                  <a:gd name="connsiteY5" fmla="*/ 1578439 h 2066752"/>
                  <a:gd name="connsiteX6" fmla="*/ 507009 w 1819998"/>
                  <a:gd name="connsiteY6" fmla="*/ 792625 h 2066752"/>
                  <a:gd name="connsiteX7" fmla="*/ 51848 w 1819998"/>
                  <a:gd name="connsiteY7" fmla="*/ 321137 h 2066752"/>
                  <a:gd name="connsiteX0" fmla="*/ 51848 w 1819998"/>
                  <a:gd name="connsiteY0" fmla="*/ 321137 h 2066752"/>
                  <a:gd name="connsiteX1" fmla="*/ 330796 w 1819998"/>
                  <a:gd name="connsiteY1" fmla="*/ 44913 h 2066752"/>
                  <a:gd name="connsiteX2" fmla="*/ 1457127 w 1819998"/>
                  <a:gd name="connsiteY2" fmla="*/ 1045037 h 2066752"/>
                  <a:gd name="connsiteX3" fmla="*/ 1761926 w 1819998"/>
                  <a:gd name="connsiteY3" fmla="*/ 1599870 h 2066752"/>
                  <a:gd name="connsiteX4" fmla="*/ 1490123 w 1819998"/>
                  <a:gd name="connsiteY4" fmla="*/ 1973726 h 2066752"/>
                  <a:gd name="connsiteX5" fmla="*/ 1202333 w 1819998"/>
                  <a:gd name="connsiteY5" fmla="*/ 1578439 h 2066752"/>
                  <a:gd name="connsiteX6" fmla="*/ 507009 w 1819998"/>
                  <a:gd name="connsiteY6" fmla="*/ 792625 h 2066752"/>
                  <a:gd name="connsiteX7" fmla="*/ 51848 w 1819998"/>
                  <a:gd name="connsiteY7" fmla="*/ 321137 h 2066752"/>
                  <a:gd name="connsiteX0" fmla="*/ 51848 w 1862368"/>
                  <a:gd name="connsiteY0" fmla="*/ 321137 h 2059769"/>
                  <a:gd name="connsiteX1" fmla="*/ 330796 w 1862368"/>
                  <a:gd name="connsiteY1" fmla="*/ 44913 h 2059769"/>
                  <a:gd name="connsiteX2" fmla="*/ 1457127 w 1862368"/>
                  <a:gd name="connsiteY2" fmla="*/ 1045037 h 2059769"/>
                  <a:gd name="connsiteX3" fmla="*/ 1761926 w 1862368"/>
                  <a:gd name="connsiteY3" fmla="*/ 1599870 h 2059769"/>
                  <a:gd name="connsiteX4" fmla="*/ 1490123 w 1862368"/>
                  <a:gd name="connsiteY4" fmla="*/ 1973726 h 2059769"/>
                  <a:gd name="connsiteX5" fmla="*/ 1202333 w 1862368"/>
                  <a:gd name="connsiteY5" fmla="*/ 1578439 h 2059769"/>
                  <a:gd name="connsiteX6" fmla="*/ 507009 w 1862368"/>
                  <a:gd name="connsiteY6" fmla="*/ 792625 h 2059769"/>
                  <a:gd name="connsiteX7" fmla="*/ 51848 w 1862368"/>
                  <a:gd name="connsiteY7" fmla="*/ 321137 h 2059769"/>
                  <a:gd name="connsiteX0" fmla="*/ 51848 w 1864451"/>
                  <a:gd name="connsiteY0" fmla="*/ 321137 h 2057027"/>
                  <a:gd name="connsiteX1" fmla="*/ 330796 w 1864451"/>
                  <a:gd name="connsiteY1" fmla="*/ 44913 h 2057027"/>
                  <a:gd name="connsiteX2" fmla="*/ 1457127 w 1864451"/>
                  <a:gd name="connsiteY2" fmla="*/ 1045037 h 2057027"/>
                  <a:gd name="connsiteX3" fmla="*/ 1761926 w 1864451"/>
                  <a:gd name="connsiteY3" fmla="*/ 1599870 h 2057027"/>
                  <a:gd name="connsiteX4" fmla="*/ 1490123 w 1864451"/>
                  <a:gd name="connsiteY4" fmla="*/ 1973726 h 2057027"/>
                  <a:gd name="connsiteX5" fmla="*/ 1202333 w 1864451"/>
                  <a:gd name="connsiteY5" fmla="*/ 1578439 h 2057027"/>
                  <a:gd name="connsiteX6" fmla="*/ 507009 w 1864451"/>
                  <a:gd name="connsiteY6" fmla="*/ 792625 h 2057027"/>
                  <a:gd name="connsiteX7" fmla="*/ 51848 w 1864451"/>
                  <a:gd name="connsiteY7" fmla="*/ 321137 h 2057027"/>
                  <a:gd name="connsiteX0" fmla="*/ 51848 w 1847751"/>
                  <a:gd name="connsiteY0" fmla="*/ 321137 h 2075784"/>
                  <a:gd name="connsiteX1" fmla="*/ 330796 w 1847751"/>
                  <a:gd name="connsiteY1" fmla="*/ 44913 h 2075784"/>
                  <a:gd name="connsiteX2" fmla="*/ 1457127 w 1847751"/>
                  <a:gd name="connsiteY2" fmla="*/ 1045037 h 2075784"/>
                  <a:gd name="connsiteX3" fmla="*/ 1761926 w 1847751"/>
                  <a:gd name="connsiteY3" fmla="*/ 1599870 h 2075784"/>
                  <a:gd name="connsiteX4" fmla="*/ 1490123 w 1847751"/>
                  <a:gd name="connsiteY4" fmla="*/ 1973726 h 2075784"/>
                  <a:gd name="connsiteX5" fmla="*/ 1202333 w 1847751"/>
                  <a:gd name="connsiteY5" fmla="*/ 1578439 h 2075784"/>
                  <a:gd name="connsiteX6" fmla="*/ 507009 w 1847751"/>
                  <a:gd name="connsiteY6" fmla="*/ 792625 h 2075784"/>
                  <a:gd name="connsiteX7" fmla="*/ 51848 w 1847751"/>
                  <a:gd name="connsiteY7" fmla="*/ 321137 h 2075784"/>
                  <a:gd name="connsiteX0" fmla="*/ 51848 w 1847207"/>
                  <a:gd name="connsiteY0" fmla="*/ 321137 h 2085765"/>
                  <a:gd name="connsiteX1" fmla="*/ 330796 w 1847207"/>
                  <a:gd name="connsiteY1" fmla="*/ 44913 h 2085765"/>
                  <a:gd name="connsiteX2" fmla="*/ 1457127 w 1847207"/>
                  <a:gd name="connsiteY2" fmla="*/ 1045037 h 2085765"/>
                  <a:gd name="connsiteX3" fmla="*/ 1761926 w 1847207"/>
                  <a:gd name="connsiteY3" fmla="*/ 1599870 h 2085765"/>
                  <a:gd name="connsiteX4" fmla="*/ 1490123 w 1847207"/>
                  <a:gd name="connsiteY4" fmla="*/ 1973726 h 2085765"/>
                  <a:gd name="connsiteX5" fmla="*/ 1202333 w 1847207"/>
                  <a:gd name="connsiteY5" fmla="*/ 1578439 h 2085765"/>
                  <a:gd name="connsiteX6" fmla="*/ 507009 w 1847207"/>
                  <a:gd name="connsiteY6" fmla="*/ 792625 h 2085765"/>
                  <a:gd name="connsiteX7" fmla="*/ 51848 w 1847207"/>
                  <a:gd name="connsiteY7" fmla="*/ 321137 h 2085765"/>
                  <a:gd name="connsiteX0" fmla="*/ 51848 w 1862021"/>
                  <a:gd name="connsiteY0" fmla="*/ 321137 h 2091956"/>
                  <a:gd name="connsiteX1" fmla="*/ 330796 w 1862021"/>
                  <a:gd name="connsiteY1" fmla="*/ 44913 h 2091956"/>
                  <a:gd name="connsiteX2" fmla="*/ 1457127 w 1862021"/>
                  <a:gd name="connsiteY2" fmla="*/ 1045037 h 2091956"/>
                  <a:gd name="connsiteX3" fmla="*/ 1761926 w 1862021"/>
                  <a:gd name="connsiteY3" fmla="*/ 1599870 h 2091956"/>
                  <a:gd name="connsiteX4" fmla="*/ 1490123 w 1862021"/>
                  <a:gd name="connsiteY4" fmla="*/ 1973726 h 2091956"/>
                  <a:gd name="connsiteX5" fmla="*/ 1202333 w 1862021"/>
                  <a:gd name="connsiteY5" fmla="*/ 1578439 h 2091956"/>
                  <a:gd name="connsiteX6" fmla="*/ 507009 w 1862021"/>
                  <a:gd name="connsiteY6" fmla="*/ 792625 h 2091956"/>
                  <a:gd name="connsiteX7" fmla="*/ 51848 w 1862021"/>
                  <a:gd name="connsiteY7" fmla="*/ 321137 h 2091956"/>
                  <a:gd name="connsiteX0" fmla="*/ 51848 w 1862021"/>
                  <a:gd name="connsiteY0" fmla="*/ 321137 h 2091956"/>
                  <a:gd name="connsiteX1" fmla="*/ 330796 w 1862021"/>
                  <a:gd name="connsiteY1" fmla="*/ 44913 h 2091956"/>
                  <a:gd name="connsiteX2" fmla="*/ 1457127 w 1862021"/>
                  <a:gd name="connsiteY2" fmla="*/ 1045037 h 2091956"/>
                  <a:gd name="connsiteX3" fmla="*/ 1761926 w 1862021"/>
                  <a:gd name="connsiteY3" fmla="*/ 1599870 h 2091956"/>
                  <a:gd name="connsiteX4" fmla="*/ 1490123 w 1862021"/>
                  <a:gd name="connsiteY4" fmla="*/ 1973726 h 2091956"/>
                  <a:gd name="connsiteX5" fmla="*/ 1202333 w 1862021"/>
                  <a:gd name="connsiteY5" fmla="*/ 1578439 h 2091956"/>
                  <a:gd name="connsiteX6" fmla="*/ 507009 w 1862021"/>
                  <a:gd name="connsiteY6" fmla="*/ 792625 h 2091956"/>
                  <a:gd name="connsiteX7" fmla="*/ 51848 w 1862021"/>
                  <a:gd name="connsiteY7" fmla="*/ 321137 h 2091956"/>
                  <a:gd name="connsiteX0" fmla="*/ 51848 w 1862021"/>
                  <a:gd name="connsiteY0" fmla="*/ 321137 h 2091956"/>
                  <a:gd name="connsiteX1" fmla="*/ 330796 w 1862021"/>
                  <a:gd name="connsiteY1" fmla="*/ 44913 h 2091956"/>
                  <a:gd name="connsiteX2" fmla="*/ 1457127 w 1862021"/>
                  <a:gd name="connsiteY2" fmla="*/ 1045037 h 2091956"/>
                  <a:gd name="connsiteX3" fmla="*/ 1761926 w 1862021"/>
                  <a:gd name="connsiteY3" fmla="*/ 1599870 h 2091956"/>
                  <a:gd name="connsiteX4" fmla="*/ 1490123 w 1862021"/>
                  <a:gd name="connsiteY4" fmla="*/ 1973726 h 2091956"/>
                  <a:gd name="connsiteX5" fmla="*/ 1202333 w 1862021"/>
                  <a:gd name="connsiteY5" fmla="*/ 1578439 h 2091956"/>
                  <a:gd name="connsiteX6" fmla="*/ 507009 w 1862021"/>
                  <a:gd name="connsiteY6" fmla="*/ 792625 h 2091956"/>
                  <a:gd name="connsiteX7" fmla="*/ 51848 w 1862021"/>
                  <a:gd name="connsiteY7" fmla="*/ 321137 h 2091956"/>
                  <a:gd name="connsiteX0" fmla="*/ 51848 w 1862021"/>
                  <a:gd name="connsiteY0" fmla="*/ 321137 h 2091956"/>
                  <a:gd name="connsiteX1" fmla="*/ 330796 w 1862021"/>
                  <a:gd name="connsiteY1" fmla="*/ 44913 h 2091956"/>
                  <a:gd name="connsiteX2" fmla="*/ 1761926 w 1862021"/>
                  <a:gd name="connsiteY2" fmla="*/ 1599870 h 2091956"/>
                  <a:gd name="connsiteX3" fmla="*/ 1490123 w 1862021"/>
                  <a:gd name="connsiteY3" fmla="*/ 1973726 h 2091956"/>
                  <a:gd name="connsiteX4" fmla="*/ 1202333 w 1862021"/>
                  <a:gd name="connsiteY4" fmla="*/ 1578439 h 2091956"/>
                  <a:gd name="connsiteX5" fmla="*/ 507009 w 1862021"/>
                  <a:gd name="connsiteY5" fmla="*/ 792625 h 2091956"/>
                  <a:gd name="connsiteX6" fmla="*/ 51848 w 1862021"/>
                  <a:gd name="connsiteY6" fmla="*/ 321137 h 2091956"/>
                  <a:gd name="connsiteX0" fmla="*/ 51848 w 1862021"/>
                  <a:gd name="connsiteY0" fmla="*/ 321137 h 2091956"/>
                  <a:gd name="connsiteX1" fmla="*/ 330796 w 1862021"/>
                  <a:gd name="connsiteY1" fmla="*/ 44913 h 2091956"/>
                  <a:gd name="connsiteX2" fmla="*/ 1761926 w 1862021"/>
                  <a:gd name="connsiteY2" fmla="*/ 1599870 h 2091956"/>
                  <a:gd name="connsiteX3" fmla="*/ 1490123 w 1862021"/>
                  <a:gd name="connsiteY3" fmla="*/ 1973726 h 2091956"/>
                  <a:gd name="connsiteX4" fmla="*/ 1202333 w 1862021"/>
                  <a:gd name="connsiteY4" fmla="*/ 1578439 h 2091956"/>
                  <a:gd name="connsiteX5" fmla="*/ 507009 w 1862021"/>
                  <a:gd name="connsiteY5" fmla="*/ 792625 h 2091956"/>
                  <a:gd name="connsiteX6" fmla="*/ 51848 w 1862021"/>
                  <a:gd name="connsiteY6" fmla="*/ 321137 h 2091956"/>
                  <a:gd name="connsiteX0" fmla="*/ 51848 w 1862021"/>
                  <a:gd name="connsiteY0" fmla="*/ 321137 h 2091956"/>
                  <a:gd name="connsiteX1" fmla="*/ 330796 w 1862021"/>
                  <a:gd name="connsiteY1" fmla="*/ 44913 h 2091956"/>
                  <a:gd name="connsiteX2" fmla="*/ 1761926 w 1862021"/>
                  <a:gd name="connsiteY2" fmla="*/ 1599870 h 2091956"/>
                  <a:gd name="connsiteX3" fmla="*/ 1490123 w 1862021"/>
                  <a:gd name="connsiteY3" fmla="*/ 1973726 h 2091956"/>
                  <a:gd name="connsiteX4" fmla="*/ 1202333 w 1862021"/>
                  <a:gd name="connsiteY4" fmla="*/ 1578439 h 2091956"/>
                  <a:gd name="connsiteX5" fmla="*/ 507009 w 1862021"/>
                  <a:gd name="connsiteY5" fmla="*/ 792625 h 2091956"/>
                  <a:gd name="connsiteX6" fmla="*/ 51848 w 1862021"/>
                  <a:gd name="connsiteY6" fmla="*/ 321137 h 2091956"/>
                  <a:gd name="connsiteX0" fmla="*/ 51848 w 1862021"/>
                  <a:gd name="connsiteY0" fmla="*/ 321137 h 2091956"/>
                  <a:gd name="connsiteX1" fmla="*/ 330796 w 1862021"/>
                  <a:gd name="connsiteY1" fmla="*/ 44913 h 2091956"/>
                  <a:gd name="connsiteX2" fmla="*/ 1761926 w 1862021"/>
                  <a:gd name="connsiteY2" fmla="*/ 1599870 h 2091956"/>
                  <a:gd name="connsiteX3" fmla="*/ 1490123 w 1862021"/>
                  <a:gd name="connsiteY3" fmla="*/ 1973726 h 2091956"/>
                  <a:gd name="connsiteX4" fmla="*/ 1202333 w 1862021"/>
                  <a:gd name="connsiteY4" fmla="*/ 1578439 h 2091956"/>
                  <a:gd name="connsiteX5" fmla="*/ 507009 w 1862021"/>
                  <a:gd name="connsiteY5" fmla="*/ 792625 h 2091956"/>
                  <a:gd name="connsiteX6" fmla="*/ 51848 w 1862021"/>
                  <a:gd name="connsiteY6" fmla="*/ 321137 h 2091956"/>
                  <a:gd name="connsiteX0" fmla="*/ 51848 w 1862021"/>
                  <a:gd name="connsiteY0" fmla="*/ 321137 h 2091956"/>
                  <a:gd name="connsiteX1" fmla="*/ 330796 w 1862021"/>
                  <a:gd name="connsiteY1" fmla="*/ 44913 h 2091956"/>
                  <a:gd name="connsiteX2" fmla="*/ 1761926 w 1862021"/>
                  <a:gd name="connsiteY2" fmla="*/ 1599870 h 2091956"/>
                  <a:gd name="connsiteX3" fmla="*/ 1490123 w 1862021"/>
                  <a:gd name="connsiteY3" fmla="*/ 1973726 h 2091956"/>
                  <a:gd name="connsiteX4" fmla="*/ 1202333 w 1862021"/>
                  <a:gd name="connsiteY4" fmla="*/ 1578439 h 2091956"/>
                  <a:gd name="connsiteX5" fmla="*/ 507009 w 1862021"/>
                  <a:gd name="connsiteY5" fmla="*/ 792625 h 2091956"/>
                  <a:gd name="connsiteX6" fmla="*/ 51848 w 1862021"/>
                  <a:gd name="connsiteY6" fmla="*/ 321137 h 2091956"/>
                  <a:gd name="connsiteX0" fmla="*/ 53158 w 1863331"/>
                  <a:gd name="connsiteY0" fmla="*/ 327203 h 2098022"/>
                  <a:gd name="connsiteX1" fmla="*/ 332106 w 1863331"/>
                  <a:gd name="connsiteY1" fmla="*/ 50979 h 2098022"/>
                  <a:gd name="connsiteX2" fmla="*/ 1763236 w 1863331"/>
                  <a:gd name="connsiteY2" fmla="*/ 1605936 h 2098022"/>
                  <a:gd name="connsiteX3" fmla="*/ 1491433 w 1863331"/>
                  <a:gd name="connsiteY3" fmla="*/ 1979792 h 2098022"/>
                  <a:gd name="connsiteX4" fmla="*/ 1203643 w 1863331"/>
                  <a:gd name="connsiteY4" fmla="*/ 1584505 h 2098022"/>
                  <a:gd name="connsiteX5" fmla="*/ 508319 w 1863331"/>
                  <a:gd name="connsiteY5" fmla="*/ 798691 h 2098022"/>
                  <a:gd name="connsiteX6" fmla="*/ 53158 w 1863331"/>
                  <a:gd name="connsiteY6" fmla="*/ 327203 h 2098022"/>
                  <a:gd name="connsiteX0" fmla="*/ 53158 w 1863331"/>
                  <a:gd name="connsiteY0" fmla="*/ 327203 h 2098022"/>
                  <a:gd name="connsiteX1" fmla="*/ 332106 w 1863331"/>
                  <a:gd name="connsiteY1" fmla="*/ 50979 h 2098022"/>
                  <a:gd name="connsiteX2" fmla="*/ 1763236 w 1863331"/>
                  <a:gd name="connsiteY2" fmla="*/ 1605936 h 2098022"/>
                  <a:gd name="connsiteX3" fmla="*/ 1491433 w 1863331"/>
                  <a:gd name="connsiteY3" fmla="*/ 1979792 h 2098022"/>
                  <a:gd name="connsiteX4" fmla="*/ 1203643 w 1863331"/>
                  <a:gd name="connsiteY4" fmla="*/ 1584505 h 2098022"/>
                  <a:gd name="connsiteX5" fmla="*/ 508319 w 1863331"/>
                  <a:gd name="connsiteY5" fmla="*/ 798691 h 2098022"/>
                  <a:gd name="connsiteX6" fmla="*/ 53158 w 1863331"/>
                  <a:gd name="connsiteY6" fmla="*/ 327203 h 2098022"/>
                  <a:gd name="connsiteX0" fmla="*/ 53158 w 1863331"/>
                  <a:gd name="connsiteY0" fmla="*/ 327203 h 2098022"/>
                  <a:gd name="connsiteX1" fmla="*/ 332106 w 1863331"/>
                  <a:gd name="connsiteY1" fmla="*/ 50979 h 2098022"/>
                  <a:gd name="connsiteX2" fmla="*/ 1763236 w 1863331"/>
                  <a:gd name="connsiteY2" fmla="*/ 1605936 h 2098022"/>
                  <a:gd name="connsiteX3" fmla="*/ 1491433 w 1863331"/>
                  <a:gd name="connsiteY3" fmla="*/ 1979792 h 2098022"/>
                  <a:gd name="connsiteX4" fmla="*/ 1203643 w 1863331"/>
                  <a:gd name="connsiteY4" fmla="*/ 1584505 h 2098022"/>
                  <a:gd name="connsiteX5" fmla="*/ 508319 w 1863331"/>
                  <a:gd name="connsiteY5" fmla="*/ 798691 h 2098022"/>
                  <a:gd name="connsiteX6" fmla="*/ 53158 w 1863331"/>
                  <a:gd name="connsiteY6" fmla="*/ 327203 h 2098022"/>
                  <a:gd name="connsiteX0" fmla="*/ 53158 w 1863331"/>
                  <a:gd name="connsiteY0" fmla="*/ 327203 h 2098022"/>
                  <a:gd name="connsiteX1" fmla="*/ 332106 w 1863331"/>
                  <a:gd name="connsiteY1" fmla="*/ 50979 h 2098022"/>
                  <a:gd name="connsiteX2" fmla="*/ 1763236 w 1863331"/>
                  <a:gd name="connsiteY2" fmla="*/ 1605936 h 2098022"/>
                  <a:gd name="connsiteX3" fmla="*/ 1491433 w 1863331"/>
                  <a:gd name="connsiteY3" fmla="*/ 1979792 h 2098022"/>
                  <a:gd name="connsiteX4" fmla="*/ 1203643 w 1863331"/>
                  <a:gd name="connsiteY4" fmla="*/ 1584505 h 2098022"/>
                  <a:gd name="connsiteX5" fmla="*/ 508319 w 1863331"/>
                  <a:gd name="connsiteY5" fmla="*/ 798691 h 2098022"/>
                  <a:gd name="connsiteX6" fmla="*/ 53158 w 1863331"/>
                  <a:gd name="connsiteY6" fmla="*/ 327203 h 2098022"/>
                  <a:gd name="connsiteX0" fmla="*/ 53158 w 1863331"/>
                  <a:gd name="connsiteY0" fmla="*/ 327203 h 2098022"/>
                  <a:gd name="connsiteX1" fmla="*/ 332106 w 1863331"/>
                  <a:gd name="connsiteY1" fmla="*/ 50979 h 2098022"/>
                  <a:gd name="connsiteX2" fmla="*/ 1763236 w 1863331"/>
                  <a:gd name="connsiteY2" fmla="*/ 1605936 h 2098022"/>
                  <a:gd name="connsiteX3" fmla="*/ 1491433 w 1863331"/>
                  <a:gd name="connsiteY3" fmla="*/ 1979792 h 2098022"/>
                  <a:gd name="connsiteX4" fmla="*/ 1203643 w 1863331"/>
                  <a:gd name="connsiteY4" fmla="*/ 1584505 h 2098022"/>
                  <a:gd name="connsiteX5" fmla="*/ 508319 w 1863331"/>
                  <a:gd name="connsiteY5" fmla="*/ 798691 h 2098022"/>
                  <a:gd name="connsiteX6" fmla="*/ 53158 w 1863331"/>
                  <a:gd name="connsiteY6" fmla="*/ 327203 h 2098022"/>
                  <a:gd name="connsiteX0" fmla="*/ 53158 w 1863331"/>
                  <a:gd name="connsiteY0" fmla="*/ 327203 h 2098022"/>
                  <a:gd name="connsiteX1" fmla="*/ 332106 w 1863331"/>
                  <a:gd name="connsiteY1" fmla="*/ 50979 h 2098022"/>
                  <a:gd name="connsiteX2" fmla="*/ 1763236 w 1863331"/>
                  <a:gd name="connsiteY2" fmla="*/ 1605936 h 2098022"/>
                  <a:gd name="connsiteX3" fmla="*/ 1491433 w 1863331"/>
                  <a:gd name="connsiteY3" fmla="*/ 1979792 h 2098022"/>
                  <a:gd name="connsiteX4" fmla="*/ 1203643 w 1863331"/>
                  <a:gd name="connsiteY4" fmla="*/ 1584505 h 2098022"/>
                  <a:gd name="connsiteX5" fmla="*/ 508319 w 1863331"/>
                  <a:gd name="connsiteY5" fmla="*/ 798691 h 2098022"/>
                  <a:gd name="connsiteX6" fmla="*/ 53158 w 1863331"/>
                  <a:gd name="connsiteY6" fmla="*/ 327203 h 2098022"/>
                  <a:gd name="connsiteX0" fmla="*/ 53158 w 1863331"/>
                  <a:gd name="connsiteY0" fmla="*/ 327203 h 2098022"/>
                  <a:gd name="connsiteX1" fmla="*/ 332106 w 1863331"/>
                  <a:gd name="connsiteY1" fmla="*/ 50979 h 2098022"/>
                  <a:gd name="connsiteX2" fmla="*/ 1763236 w 1863331"/>
                  <a:gd name="connsiteY2" fmla="*/ 1605936 h 2098022"/>
                  <a:gd name="connsiteX3" fmla="*/ 1491433 w 1863331"/>
                  <a:gd name="connsiteY3" fmla="*/ 1979792 h 2098022"/>
                  <a:gd name="connsiteX4" fmla="*/ 1203643 w 1863331"/>
                  <a:gd name="connsiteY4" fmla="*/ 1584505 h 2098022"/>
                  <a:gd name="connsiteX5" fmla="*/ 508319 w 1863331"/>
                  <a:gd name="connsiteY5" fmla="*/ 798691 h 2098022"/>
                  <a:gd name="connsiteX6" fmla="*/ 53158 w 1863331"/>
                  <a:gd name="connsiteY6" fmla="*/ 327203 h 2098022"/>
                  <a:gd name="connsiteX0" fmla="*/ 53158 w 1863331"/>
                  <a:gd name="connsiteY0" fmla="*/ 327203 h 2098022"/>
                  <a:gd name="connsiteX1" fmla="*/ 332106 w 1863331"/>
                  <a:gd name="connsiteY1" fmla="*/ 50979 h 2098022"/>
                  <a:gd name="connsiteX2" fmla="*/ 1763236 w 1863331"/>
                  <a:gd name="connsiteY2" fmla="*/ 1605936 h 2098022"/>
                  <a:gd name="connsiteX3" fmla="*/ 1491433 w 1863331"/>
                  <a:gd name="connsiteY3" fmla="*/ 1979792 h 2098022"/>
                  <a:gd name="connsiteX4" fmla="*/ 1203643 w 1863331"/>
                  <a:gd name="connsiteY4" fmla="*/ 1584505 h 2098022"/>
                  <a:gd name="connsiteX5" fmla="*/ 508319 w 1863331"/>
                  <a:gd name="connsiteY5" fmla="*/ 798691 h 2098022"/>
                  <a:gd name="connsiteX6" fmla="*/ 53158 w 1863331"/>
                  <a:gd name="connsiteY6" fmla="*/ 327203 h 2098022"/>
                  <a:gd name="connsiteX0" fmla="*/ 52066 w 1869383"/>
                  <a:gd name="connsiteY0" fmla="*/ 327203 h 2098022"/>
                  <a:gd name="connsiteX1" fmla="*/ 338158 w 1869383"/>
                  <a:gd name="connsiteY1" fmla="*/ 50979 h 2098022"/>
                  <a:gd name="connsiteX2" fmla="*/ 1769288 w 1869383"/>
                  <a:gd name="connsiteY2" fmla="*/ 1605936 h 2098022"/>
                  <a:gd name="connsiteX3" fmla="*/ 1497485 w 1869383"/>
                  <a:gd name="connsiteY3" fmla="*/ 1979792 h 2098022"/>
                  <a:gd name="connsiteX4" fmla="*/ 1209695 w 1869383"/>
                  <a:gd name="connsiteY4" fmla="*/ 1584505 h 2098022"/>
                  <a:gd name="connsiteX5" fmla="*/ 514371 w 1869383"/>
                  <a:gd name="connsiteY5" fmla="*/ 798691 h 2098022"/>
                  <a:gd name="connsiteX6" fmla="*/ 52066 w 1869383"/>
                  <a:gd name="connsiteY6" fmla="*/ 327203 h 2098022"/>
                  <a:gd name="connsiteX0" fmla="*/ 44136 w 1861453"/>
                  <a:gd name="connsiteY0" fmla="*/ 321408 h 2092227"/>
                  <a:gd name="connsiteX1" fmla="*/ 330228 w 1861453"/>
                  <a:gd name="connsiteY1" fmla="*/ 45184 h 2092227"/>
                  <a:gd name="connsiteX2" fmla="*/ 1761358 w 1861453"/>
                  <a:gd name="connsiteY2" fmla="*/ 1600141 h 2092227"/>
                  <a:gd name="connsiteX3" fmla="*/ 1489555 w 1861453"/>
                  <a:gd name="connsiteY3" fmla="*/ 1973997 h 2092227"/>
                  <a:gd name="connsiteX4" fmla="*/ 1201765 w 1861453"/>
                  <a:gd name="connsiteY4" fmla="*/ 1578710 h 2092227"/>
                  <a:gd name="connsiteX5" fmla="*/ 506441 w 1861453"/>
                  <a:gd name="connsiteY5" fmla="*/ 792896 h 2092227"/>
                  <a:gd name="connsiteX6" fmla="*/ 44136 w 1861453"/>
                  <a:gd name="connsiteY6" fmla="*/ 321408 h 2092227"/>
                  <a:gd name="connsiteX0" fmla="*/ 46354 w 1863671"/>
                  <a:gd name="connsiteY0" fmla="*/ 333235 h 2104054"/>
                  <a:gd name="connsiteX1" fmla="*/ 332446 w 1863671"/>
                  <a:gd name="connsiteY1" fmla="*/ 57011 h 2104054"/>
                  <a:gd name="connsiteX2" fmla="*/ 1763576 w 1863671"/>
                  <a:gd name="connsiteY2" fmla="*/ 1611968 h 2104054"/>
                  <a:gd name="connsiteX3" fmla="*/ 1491773 w 1863671"/>
                  <a:gd name="connsiteY3" fmla="*/ 1985824 h 2104054"/>
                  <a:gd name="connsiteX4" fmla="*/ 1203983 w 1863671"/>
                  <a:gd name="connsiteY4" fmla="*/ 1590537 h 2104054"/>
                  <a:gd name="connsiteX5" fmla="*/ 508659 w 1863671"/>
                  <a:gd name="connsiteY5" fmla="*/ 804723 h 2104054"/>
                  <a:gd name="connsiteX6" fmla="*/ 46354 w 1863671"/>
                  <a:gd name="connsiteY6" fmla="*/ 333235 h 2104054"/>
                  <a:gd name="connsiteX0" fmla="*/ 46354 w 1863671"/>
                  <a:gd name="connsiteY0" fmla="*/ 333235 h 2104054"/>
                  <a:gd name="connsiteX1" fmla="*/ 332446 w 1863671"/>
                  <a:gd name="connsiteY1" fmla="*/ 57011 h 2104054"/>
                  <a:gd name="connsiteX2" fmla="*/ 1763576 w 1863671"/>
                  <a:gd name="connsiteY2" fmla="*/ 1611968 h 2104054"/>
                  <a:gd name="connsiteX3" fmla="*/ 1491773 w 1863671"/>
                  <a:gd name="connsiteY3" fmla="*/ 1985824 h 2104054"/>
                  <a:gd name="connsiteX4" fmla="*/ 1203983 w 1863671"/>
                  <a:gd name="connsiteY4" fmla="*/ 1590537 h 2104054"/>
                  <a:gd name="connsiteX5" fmla="*/ 363403 w 1863671"/>
                  <a:gd name="connsiteY5" fmla="*/ 661848 h 2104054"/>
                  <a:gd name="connsiteX6" fmla="*/ 46354 w 1863671"/>
                  <a:gd name="connsiteY6" fmla="*/ 333235 h 2104054"/>
                  <a:gd name="connsiteX0" fmla="*/ 46354 w 1863671"/>
                  <a:gd name="connsiteY0" fmla="*/ 333235 h 2104054"/>
                  <a:gd name="connsiteX1" fmla="*/ 332446 w 1863671"/>
                  <a:gd name="connsiteY1" fmla="*/ 57011 h 2104054"/>
                  <a:gd name="connsiteX2" fmla="*/ 1763576 w 1863671"/>
                  <a:gd name="connsiteY2" fmla="*/ 1611968 h 2104054"/>
                  <a:gd name="connsiteX3" fmla="*/ 1491773 w 1863671"/>
                  <a:gd name="connsiteY3" fmla="*/ 1985824 h 2104054"/>
                  <a:gd name="connsiteX4" fmla="*/ 1203983 w 1863671"/>
                  <a:gd name="connsiteY4" fmla="*/ 1590537 h 2104054"/>
                  <a:gd name="connsiteX5" fmla="*/ 363403 w 1863671"/>
                  <a:gd name="connsiteY5" fmla="*/ 661848 h 2104054"/>
                  <a:gd name="connsiteX6" fmla="*/ 46354 w 1863671"/>
                  <a:gd name="connsiteY6" fmla="*/ 333235 h 2104054"/>
                  <a:gd name="connsiteX0" fmla="*/ 46354 w 1863671"/>
                  <a:gd name="connsiteY0" fmla="*/ 333235 h 2104054"/>
                  <a:gd name="connsiteX1" fmla="*/ 332446 w 1863671"/>
                  <a:gd name="connsiteY1" fmla="*/ 57011 h 2104054"/>
                  <a:gd name="connsiteX2" fmla="*/ 1763576 w 1863671"/>
                  <a:gd name="connsiteY2" fmla="*/ 1611968 h 2104054"/>
                  <a:gd name="connsiteX3" fmla="*/ 1491773 w 1863671"/>
                  <a:gd name="connsiteY3" fmla="*/ 1985824 h 2104054"/>
                  <a:gd name="connsiteX4" fmla="*/ 1203983 w 1863671"/>
                  <a:gd name="connsiteY4" fmla="*/ 1590537 h 2104054"/>
                  <a:gd name="connsiteX5" fmla="*/ 363403 w 1863671"/>
                  <a:gd name="connsiteY5" fmla="*/ 661848 h 2104054"/>
                  <a:gd name="connsiteX6" fmla="*/ 46354 w 1863671"/>
                  <a:gd name="connsiteY6" fmla="*/ 333235 h 2104054"/>
                  <a:gd name="connsiteX0" fmla="*/ 46354 w 1863671"/>
                  <a:gd name="connsiteY0" fmla="*/ 333235 h 2104054"/>
                  <a:gd name="connsiteX1" fmla="*/ 332446 w 1863671"/>
                  <a:gd name="connsiteY1" fmla="*/ 57011 h 2104054"/>
                  <a:gd name="connsiteX2" fmla="*/ 1763576 w 1863671"/>
                  <a:gd name="connsiteY2" fmla="*/ 1611968 h 2104054"/>
                  <a:gd name="connsiteX3" fmla="*/ 1491773 w 1863671"/>
                  <a:gd name="connsiteY3" fmla="*/ 1985824 h 2104054"/>
                  <a:gd name="connsiteX4" fmla="*/ 1203983 w 1863671"/>
                  <a:gd name="connsiteY4" fmla="*/ 1590537 h 2104054"/>
                  <a:gd name="connsiteX5" fmla="*/ 363403 w 1863671"/>
                  <a:gd name="connsiteY5" fmla="*/ 647561 h 2104054"/>
                  <a:gd name="connsiteX6" fmla="*/ 46354 w 1863671"/>
                  <a:gd name="connsiteY6" fmla="*/ 333235 h 2104054"/>
                  <a:gd name="connsiteX0" fmla="*/ 46354 w 1863671"/>
                  <a:gd name="connsiteY0" fmla="*/ 333235 h 2104054"/>
                  <a:gd name="connsiteX1" fmla="*/ 332446 w 1863671"/>
                  <a:gd name="connsiteY1" fmla="*/ 57011 h 2104054"/>
                  <a:gd name="connsiteX2" fmla="*/ 1763576 w 1863671"/>
                  <a:gd name="connsiteY2" fmla="*/ 1611968 h 2104054"/>
                  <a:gd name="connsiteX3" fmla="*/ 1491773 w 1863671"/>
                  <a:gd name="connsiteY3" fmla="*/ 1985824 h 2104054"/>
                  <a:gd name="connsiteX4" fmla="*/ 1203983 w 1863671"/>
                  <a:gd name="connsiteY4" fmla="*/ 1590537 h 2104054"/>
                  <a:gd name="connsiteX5" fmla="*/ 682487 w 1863671"/>
                  <a:gd name="connsiteY5" fmla="*/ 1014273 h 2104054"/>
                  <a:gd name="connsiteX6" fmla="*/ 363403 w 1863671"/>
                  <a:gd name="connsiteY6" fmla="*/ 647561 h 2104054"/>
                  <a:gd name="connsiteX7" fmla="*/ 46354 w 1863671"/>
                  <a:gd name="connsiteY7" fmla="*/ 333235 h 2104054"/>
                  <a:gd name="connsiteX0" fmla="*/ 172652 w 1989969"/>
                  <a:gd name="connsiteY0" fmla="*/ 333235 h 2104054"/>
                  <a:gd name="connsiteX1" fmla="*/ 458744 w 1989969"/>
                  <a:gd name="connsiteY1" fmla="*/ 57011 h 2104054"/>
                  <a:gd name="connsiteX2" fmla="*/ 1889874 w 1989969"/>
                  <a:gd name="connsiteY2" fmla="*/ 1611968 h 2104054"/>
                  <a:gd name="connsiteX3" fmla="*/ 1618071 w 1989969"/>
                  <a:gd name="connsiteY3" fmla="*/ 1985824 h 2104054"/>
                  <a:gd name="connsiteX4" fmla="*/ 1330281 w 1989969"/>
                  <a:gd name="connsiteY4" fmla="*/ 1590537 h 2104054"/>
                  <a:gd name="connsiteX5" fmla="*/ 18210 w 1989969"/>
                  <a:gd name="connsiteY5" fmla="*/ 578504 h 2104054"/>
                  <a:gd name="connsiteX6" fmla="*/ 489701 w 1989969"/>
                  <a:gd name="connsiteY6" fmla="*/ 647561 h 2104054"/>
                  <a:gd name="connsiteX7" fmla="*/ 172652 w 1989969"/>
                  <a:gd name="connsiteY7" fmla="*/ 333235 h 2104054"/>
                  <a:gd name="connsiteX0" fmla="*/ 154442 w 1971759"/>
                  <a:gd name="connsiteY0" fmla="*/ 333235 h 2104054"/>
                  <a:gd name="connsiteX1" fmla="*/ 440534 w 1971759"/>
                  <a:gd name="connsiteY1" fmla="*/ 57011 h 2104054"/>
                  <a:gd name="connsiteX2" fmla="*/ 1871664 w 1971759"/>
                  <a:gd name="connsiteY2" fmla="*/ 1611968 h 2104054"/>
                  <a:gd name="connsiteX3" fmla="*/ 1599861 w 1971759"/>
                  <a:gd name="connsiteY3" fmla="*/ 1985824 h 2104054"/>
                  <a:gd name="connsiteX4" fmla="*/ 1312071 w 1971759"/>
                  <a:gd name="connsiteY4" fmla="*/ 1590537 h 2104054"/>
                  <a:gd name="connsiteX5" fmla="*/ 0 w 1971759"/>
                  <a:gd name="connsiteY5" fmla="*/ 578504 h 2104054"/>
                  <a:gd name="connsiteX6" fmla="*/ 471491 w 1971759"/>
                  <a:gd name="connsiteY6" fmla="*/ 647561 h 2104054"/>
                  <a:gd name="connsiteX7" fmla="*/ 154442 w 1971759"/>
                  <a:gd name="connsiteY7" fmla="*/ 333235 h 2104054"/>
                  <a:gd name="connsiteX0" fmla="*/ 154442 w 1971759"/>
                  <a:gd name="connsiteY0" fmla="*/ 333235 h 2104054"/>
                  <a:gd name="connsiteX1" fmla="*/ 440534 w 1971759"/>
                  <a:gd name="connsiteY1" fmla="*/ 57011 h 2104054"/>
                  <a:gd name="connsiteX2" fmla="*/ 1871664 w 1971759"/>
                  <a:gd name="connsiteY2" fmla="*/ 1611968 h 2104054"/>
                  <a:gd name="connsiteX3" fmla="*/ 1599861 w 1971759"/>
                  <a:gd name="connsiteY3" fmla="*/ 1985824 h 2104054"/>
                  <a:gd name="connsiteX4" fmla="*/ 1312071 w 1971759"/>
                  <a:gd name="connsiteY4" fmla="*/ 1590537 h 2104054"/>
                  <a:gd name="connsiteX5" fmla="*/ 0 w 1971759"/>
                  <a:gd name="connsiteY5" fmla="*/ 578504 h 2104054"/>
                  <a:gd name="connsiteX6" fmla="*/ 471491 w 1971759"/>
                  <a:gd name="connsiteY6" fmla="*/ 647561 h 2104054"/>
                  <a:gd name="connsiteX7" fmla="*/ 154442 w 1971759"/>
                  <a:gd name="connsiteY7" fmla="*/ 333235 h 2104054"/>
                  <a:gd name="connsiteX0" fmla="*/ 154442 w 1971759"/>
                  <a:gd name="connsiteY0" fmla="*/ 333235 h 2104054"/>
                  <a:gd name="connsiteX1" fmla="*/ 440534 w 1971759"/>
                  <a:gd name="connsiteY1" fmla="*/ 57011 h 2104054"/>
                  <a:gd name="connsiteX2" fmla="*/ 1871664 w 1971759"/>
                  <a:gd name="connsiteY2" fmla="*/ 1611968 h 2104054"/>
                  <a:gd name="connsiteX3" fmla="*/ 1599861 w 1971759"/>
                  <a:gd name="connsiteY3" fmla="*/ 1985824 h 2104054"/>
                  <a:gd name="connsiteX4" fmla="*/ 1312071 w 1971759"/>
                  <a:gd name="connsiteY4" fmla="*/ 1590537 h 2104054"/>
                  <a:gd name="connsiteX5" fmla="*/ 0 w 1971759"/>
                  <a:gd name="connsiteY5" fmla="*/ 578504 h 2104054"/>
                  <a:gd name="connsiteX6" fmla="*/ 471491 w 1971759"/>
                  <a:gd name="connsiteY6" fmla="*/ 647561 h 2104054"/>
                  <a:gd name="connsiteX7" fmla="*/ 154442 w 1971759"/>
                  <a:gd name="connsiteY7" fmla="*/ 333235 h 2104054"/>
                  <a:gd name="connsiteX0" fmla="*/ 154442 w 1971759"/>
                  <a:gd name="connsiteY0" fmla="*/ 333235 h 2104054"/>
                  <a:gd name="connsiteX1" fmla="*/ 440534 w 1971759"/>
                  <a:gd name="connsiteY1" fmla="*/ 57011 h 2104054"/>
                  <a:gd name="connsiteX2" fmla="*/ 1871664 w 1971759"/>
                  <a:gd name="connsiteY2" fmla="*/ 1611968 h 2104054"/>
                  <a:gd name="connsiteX3" fmla="*/ 1599861 w 1971759"/>
                  <a:gd name="connsiteY3" fmla="*/ 1985824 h 2104054"/>
                  <a:gd name="connsiteX4" fmla="*/ 1312071 w 1971759"/>
                  <a:gd name="connsiteY4" fmla="*/ 1590537 h 2104054"/>
                  <a:gd name="connsiteX5" fmla="*/ 957262 w 1971759"/>
                  <a:gd name="connsiteY5" fmla="*/ 1302404 h 2104054"/>
                  <a:gd name="connsiteX6" fmla="*/ 0 w 1971759"/>
                  <a:gd name="connsiteY6" fmla="*/ 578504 h 2104054"/>
                  <a:gd name="connsiteX7" fmla="*/ 471491 w 1971759"/>
                  <a:gd name="connsiteY7" fmla="*/ 647561 h 2104054"/>
                  <a:gd name="connsiteX8" fmla="*/ 154442 w 1971759"/>
                  <a:gd name="connsiteY8" fmla="*/ 333235 h 2104054"/>
                  <a:gd name="connsiteX0" fmla="*/ 154442 w 1971759"/>
                  <a:gd name="connsiteY0" fmla="*/ 333235 h 2146989"/>
                  <a:gd name="connsiteX1" fmla="*/ 440534 w 1971759"/>
                  <a:gd name="connsiteY1" fmla="*/ 57011 h 2146989"/>
                  <a:gd name="connsiteX2" fmla="*/ 1871664 w 1971759"/>
                  <a:gd name="connsiteY2" fmla="*/ 1611968 h 2146989"/>
                  <a:gd name="connsiteX3" fmla="*/ 1599861 w 1971759"/>
                  <a:gd name="connsiteY3" fmla="*/ 1985824 h 2146989"/>
                  <a:gd name="connsiteX4" fmla="*/ 1312071 w 1971759"/>
                  <a:gd name="connsiteY4" fmla="*/ 1590537 h 2146989"/>
                  <a:gd name="connsiteX5" fmla="*/ 1381125 w 1971759"/>
                  <a:gd name="connsiteY5" fmla="*/ 2123935 h 2146989"/>
                  <a:gd name="connsiteX6" fmla="*/ 0 w 1971759"/>
                  <a:gd name="connsiteY6" fmla="*/ 578504 h 2146989"/>
                  <a:gd name="connsiteX7" fmla="*/ 471491 w 1971759"/>
                  <a:gd name="connsiteY7" fmla="*/ 647561 h 2146989"/>
                  <a:gd name="connsiteX8" fmla="*/ 154442 w 1971759"/>
                  <a:gd name="connsiteY8" fmla="*/ 333235 h 2146989"/>
                  <a:gd name="connsiteX0" fmla="*/ 154442 w 1971759"/>
                  <a:gd name="connsiteY0" fmla="*/ 333235 h 2123935"/>
                  <a:gd name="connsiteX1" fmla="*/ 440534 w 1971759"/>
                  <a:gd name="connsiteY1" fmla="*/ 57011 h 2123935"/>
                  <a:gd name="connsiteX2" fmla="*/ 1871664 w 1971759"/>
                  <a:gd name="connsiteY2" fmla="*/ 1611968 h 2123935"/>
                  <a:gd name="connsiteX3" fmla="*/ 1599861 w 1971759"/>
                  <a:gd name="connsiteY3" fmla="*/ 1985824 h 2123935"/>
                  <a:gd name="connsiteX4" fmla="*/ 1312071 w 1971759"/>
                  <a:gd name="connsiteY4" fmla="*/ 1590537 h 2123935"/>
                  <a:gd name="connsiteX5" fmla="*/ 1381125 w 1971759"/>
                  <a:gd name="connsiteY5" fmla="*/ 2123935 h 2123935"/>
                  <a:gd name="connsiteX6" fmla="*/ 0 w 1971759"/>
                  <a:gd name="connsiteY6" fmla="*/ 578504 h 2123935"/>
                  <a:gd name="connsiteX7" fmla="*/ 471491 w 1971759"/>
                  <a:gd name="connsiteY7" fmla="*/ 647561 h 2123935"/>
                  <a:gd name="connsiteX8" fmla="*/ 154442 w 1971759"/>
                  <a:gd name="connsiteY8" fmla="*/ 333235 h 2123935"/>
                  <a:gd name="connsiteX0" fmla="*/ 154442 w 1971759"/>
                  <a:gd name="connsiteY0" fmla="*/ 333235 h 2123935"/>
                  <a:gd name="connsiteX1" fmla="*/ 440534 w 1971759"/>
                  <a:gd name="connsiteY1" fmla="*/ 57011 h 2123935"/>
                  <a:gd name="connsiteX2" fmla="*/ 1871664 w 1971759"/>
                  <a:gd name="connsiteY2" fmla="*/ 1611968 h 2123935"/>
                  <a:gd name="connsiteX3" fmla="*/ 1599861 w 1971759"/>
                  <a:gd name="connsiteY3" fmla="*/ 1985824 h 2123935"/>
                  <a:gd name="connsiteX4" fmla="*/ 1312071 w 1971759"/>
                  <a:gd name="connsiteY4" fmla="*/ 1590537 h 2123935"/>
                  <a:gd name="connsiteX5" fmla="*/ 1381125 w 1971759"/>
                  <a:gd name="connsiteY5" fmla="*/ 2123935 h 2123935"/>
                  <a:gd name="connsiteX6" fmla="*/ 0 w 1971759"/>
                  <a:gd name="connsiteY6" fmla="*/ 578504 h 2123935"/>
                  <a:gd name="connsiteX7" fmla="*/ 471491 w 1971759"/>
                  <a:gd name="connsiteY7" fmla="*/ 647561 h 2123935"/>
                  <a:gd name="connsiteX8" fmla="*/ 154442 w 1971759"/>
                  <a:gd name="connsiteY8" fmla="*/ 333235 h 2123935"/>
                  <a:gd name="connsiteX0" fmla="*/ 154442 w 1971759"/>
                  <a:gd name="connsiteY0" fmla="*/ 333235 h 2123935"/>
                  <a:gd name="connsiteX1" fmla="*/ 440534 w 1971759"/>
                  <a:gd name="connsiteY1" fmla="*/ 57011 h 2123935"/>
                  <a:gd name="connsiteX2" fmla="*/ 1871664 w 1971759"/>
                  <a:gd name="connsiteY2" fmla="*/ 1611968 h 2123935"/>
                  <a:gd name="connsiteX3" fmla="*/ 1599861 w 1971759"/>
                  <a:gd name="connsiteY3" fmla="*/ 1985824 h 2123935"/>
                  <a:gd name="connsiteX4" fmla="*/ 1312071 w 1971759"/>
                  <a:gd name="connsiteY4" fmla="*/ 1590537 h 2123935"/>
                  <a:gd name="connsiteX5" fmla="*/ 1381125 w 1971759"/>
                  <a:gd name="connsiteY5" fmla="*/ 2123935 h 2123935"/>
                  <a:gd name="connsiteX6" fmla="*/ 0 w 1971759"/>
                  <a:gd name="connsiteY6" fmla="*/ 578504 h 2123935"/>
                  <a:gd name="connsiteX7" fmla="*/ 471491 w 1971759"/>
                  <a:gd name="connsiteY7" fmla="*/ 647561 h 2123935"/>
                  <a:gd name="connsiteX8" fmla="*/ 154442 w 1971759"/>
                  <a:gd name="connsiteY8" fmla="*/ 333235 h 2123935"/>
                  <a:gd name="connsiteX0" fmla="*/ 154442 w 1971759"/>
                  <a:gd name="connsiteY0" fmla="*/ 333235 h 2123935"/>
                  <a:gd name="connsiteX1" fmla="*/ 440534 w 1971759"/>
                  <a:gd name="connsiteY1" fmla="*/ 57011 h 2123935"/>
                  <a:gd name="connsiteX2" fmla="*/ 1871664 w 1971759"/>
                  <a:gd name="connsiteY2" fmla="*/ 1611968 h 2123935"/>
                  <a:gd name="connsiteX3" fmla="*/ 1599861 w 1971759"/>
                  <a:gd name="connsiteY3" fmla="*/ 1985824 h 2123935"/>
                  <a:gd name="connsiteX4" fmla="*/ 1312071 w 1971759"/>
                  <a:gd name="connsiteY4" fmla="*/ 1590537 h 2123935"/>
                  <a:gd name="connsiteX5" fmla="*/ 1381125 w 1971759"/>
                  <a:gd name="connsiteY5" fmla="*/ 2123935 h 2123935"/>
                  <a:gd name="connsiteX6" fmla="*/ 0 w 1971759"/>
                  <a:gd name="connsiteY6" fmla="*/ 578504 h 2123935"/>
                  <a:gd name="connsiteX7" fmla="*/ 471491 w 1971759"/>
                  <a:gd name="connsiteY7" fmla="*/ 647561 h 2123935"/>
                  <a:gd name="connsiteX8" fmla="*/ 154442 w 1971759"/>
                  <a:gd name="connsiteY8" fmla="*/ 333235 h 2123935"/>
                  <a:gd name="connsiteX0" fmla="*/ 154442 w 1971759"/>
                  <a:gd name="connsiteY0" fmla="*/ 333235 h 2123935"/>
                  <a:gd name="connsiteX1" fmla="*/ 440534 w 1971759"/>
                  <a:gd name="connsiteY1" fmla="*/ 57011 h 2123935"/>
                  <a:gd name="connsiteX2" fmla="*/ 1871664 w 1971759"/>
                  <a:gd name="connsiteY2" fmla="*/ 1611968 h 2123935"/>
                  <a:gd name="connsiteX3" fmla="*/ 1599861 w 1971759"/>
                  <a:gd name="connsiteY3" fmla="*/ 1985824 h 2123935"/>
                  <a:gd name="connsiteX4" fmla="*/ 1312071 w 1971759"/>
                  <a:gd name="connsiteY4" fmla="*/ 1590537 h 2123935"/>
                  <a:gd name="connsiteX5" fmla="*/ 1381125 w 1971759"/>
                  <a:gd name="connsiteY5" fmla="*/ 2123935 h 2123935"/>
                  <a:gd name="connsiteX6" fmla="*/ 0 w 1971759"/>
                  <a:gd name="connsiteY6" fmla="*/ 578504 h 2123935"/>
                  <a:gd name="connsiteX7" fmla="*/ 471491 w 1971759"/>
                  <a:gd name="connsiteY7" fmla="*/ 647561 h 2123935"/>
                  <a:gd name="connsiteX8" fmla="*/ 154442 w 1971759"/>
                  <a:gd name="connsiteY8" fmla="*/ 333235 h 2123935"/>
                  <a:gd name="connsiteX0" fmla="*/ 154442 w 1971759"/>
                  <a:gd name="connsiteY0" fmla="*/ 333235 h 2123935"/>
                  <a:gd name="connsiteX1" fmla="*/ 440534 w 1971759"/>
                  <a:gd name="connsiteY1" fmla="*/ 57011 h 2123935"/>
                  <a:gd name="connsiteX2" fmla="*/ 1871664 w 1971759"/>
                  <a:gd name="connsiteY2" fmla="*/ 1611968 h 2123935"/>
                  <a:gd name="connsiteX3" fmla="*/ 1599861 w 1971759"/>
                  <a:gd name="connsiteY3" fmla="*/ 1985824 h 2123935"/>
                  <a:gd name="connsiteX4" fmla="*/ 1312071 w 1971759"/>
                  <a:gd name="connsiteY4" fmla="*/ 1590537 h 2123935"/>
                  <a:gd name="connsiteX5" fmla="*/ 1381125 w 1971759"/>
                  <a:gd name="connsiteY5" fmla="*/ 2123935 h 2123935"/>
                  <a:gd name="connsiteX6" fmla="*/ 0 w 1971759"/>
                  <a:gd name="connsiteY6" fmla="*/ 578504 h 2123935"/>
                  <a:gd name="connsiteX7" fmla="*/ 471491 w 1971759"/>
                  <a:gd name="connsiteY7" fmla="*/ 647561 h 2123935"/>
                  <a:gd name="connsiteX8" fmla="*/ 154442 w 1971759"/>
                  <a:gd name="connsiteY8" fmla="*/ 333235 h 2123935"/>
                  <a:gd name="connsiteX0" fmla="*/ 154442 w 1971759"/>
                  <a:gd name="connsiteY0" fmla="*/ 333235 h 2123935"/>
                  <a:gd name="connsiteX1" fmla="*/ 440534 w 1971759"/>
                  <a:gd name="connsiteY1" fmla="*/ 57011 h 2123935"/>
                  <a:gd name="connsiteX2" fmla="*/ 1871664 w 1971759"/>
                  <a:gd name="connsiteY2" fmla="*/ 1611968 h 2123935"/>
                  <a:gd name="connsiteX3" fmla="*/ 1599861 w 1971759"/>
                  <a:gd name="connsiteY3" fmla="*/ 1985824 h 2123935"/>
                  <a:gd name="connsiteX4" fmla="*/ 1312071 w 1971759"/>
                  <a:gd name="connsiteY4" fmla="*/ 1590537 h 2123935"/>
                  <a:gd name="connsiteX5" fmla="*/ 1381125 w 1971759"/>
                  <a:gd name="connsiteY5" fmla="*/ 2123935 h 2123935"/>
                  <a:gd name="connsiteX6" fmla="*/ 0 w 1971759"/>
                  <a:gd name="connsiteY6" fmla="*/ 578504 h 2123935"/>
                  <a:gd name="connsiteX7" fmla="*/ 471491 w 1971759"/>
                  <a:gd name="connsiteY7" fmla="*/ 647561 h 2123935"/>
                  <a:gd name="connsiteX8" fmla="*/ 154442 w 1971759"/>
                  <a:gd name="connsiteY8" fmla="*/ 333235 h 2123935"/>
                  <a:gd name="connsiteX0" fmla="*/ 154442 w 1971759"/>
                  <a:gd name="connsiteY0" fmla="*/ 333235 h 2123935"/>
                  <a:gd name="connsiteX1" fmla="*/ 440534 w 1971759"/>
                  <a:gd name="connsiteY1" fmla="*/ 57011 h 2123935"/>
                  <a:gd name="connsiteX2" fmla="*/ 1871664 w 1971759"/>
                  <a:gd name="connsiteY2" fmla="*/ 1611968 h 2123935"/>
                  <a:gd name="connsiteX3" fmla="*/ 1599861 w 1971759"/>
                  <a:gd name="connsiteY3" fmla="*/ 1985824 h 2123935"/>
                  <a:gd name="connsiteX4" fmla="*/ 1312071 w 1971759"/>
                  <a:gd name="connsiteY4" fmla="*/ 1590537 h 2123935"/>
                  <a:gd name="connsiteX5" fmla="*/ 1381125 w 1971759"/>
                  <a:gd name="connsiteY5" fmla="*/ 2123935 h 2123935"/>
                  <a:gd name="connsiteX6" fmla="*/ 0 w 1971759"/>
                  <a:gd name="connsiteY6" fmla="*/ 578504 h 2123935"/>
                  <a:gd name="connsiteX7" fmla="*/ 471491 w 1971759"/>
                  <a:gd name="connsiteY7" fmla="*/ 647561 h 2123935"/>
                  <a:gd name="connsiteX8" fmla="*/ 154442 w 1971759"/>
                  <a:gd name="connsiteY8" fmla="*/ 333235 h 2123935"/>
                  <a:gd name="connsiteX0" fmla="*/ 154442 w 1971759"/>
                  <a:gd name="connsiteY0" fmla="*/ 333235 h 2123935"/>
                  <a:gd name="connsiteX1" fmla="*/ 440534 w 1971759"/>
                  <a:gd name="connsiteY1" fmla="*/ 57011 h 2123935"/>
                  <a:gd name="connsiteX2" fmla="*/ 1871664 w 1971759"/>
                  <a:gd name="connsiteY2" fmla="*/ 1611968 h 2123935"/>
                  <a:gd name="connsiteX3" fmla="*/ 1599861 w 1971759"/>
                  <a:gd name="connsiteY3" fmla="*/ 1985824 h 2123935"/>
                  <a:gd name="connsiteX4" fmla="*/ 1312071 w 1971759"/>
                  <a:gd name="connsiteY4" fmla="*/ 1590537 h 2123935"/>
                  <a:gd name="connsiteX5" fmla="*/ 1381125 w 1971759"/>
                  <a:gd name="connsiteY5" fmla="*/ 2123935 h 2123935"/>
                  <a:gd name="connsiteX6" fmla="*/ 0 w 1971759"/>
                  <a:gd name="connsiteY6" fmla="*/ 578504 h 2123935"/>
                  <a:gd name="connsiteX7" fmla="*/ 471491 w 1971759"/>
                  <a:gd name="connsiteY7" fmla="*/ 647561 h 2123935"/>
                  <a:gd name="connsiteX8" fmla="*/ 154442 w 1971759"/>
                  <a:gd name="connsiteY8" fmla="*/ 333235 h 2123935"/>
                  <a:gd name="connsiteX0" fmla="*/ 154442 w 1971759"/>
                  <a:gd name="connsiteY0" fmla="*/ 333235 h 2123935"/>
                  <a:gd name="connsiteX1" fmla="*/ 440534 w 1971759"/>
                  <a:gd name="connsiteY1" fmla="*/ 57011 h 2123935"/>
                  <a:gd name="connsiteX2" fmla="*/ 1871664 w 1971759"/>
                  <a:gd name="connsiteY2" fmla="*/ 1611968 h 2123935"/>
                  <a:gd name="connsiteX3" fmla="*/ 1599861 w 1971759"/>
                  <a:gd name="connsiteY3" fmla="*/ 1985824 h 2123935"/>
                  <a:gd name="connsiteX4" fmla="*/ 1312071 w 1971759"/>
                  <a:gd name="connsiteY4" fmla="*/ 1590537 h 2123935"/>
                  <a:gd name="connsiteX5" fmla="*/ 1381125 w 1971759"/>
                  <a:gd name="connsiteY5" fmla="*/ 2123935 h 2123935"/>
                  <a:gd name="connsiteX6" fmla="*/ 0 w 1971759"/>
                  <a:gd name="connsiteY6" fmla="*/ 578504 h 2123935"/>
                  <a:gd name="connsiteX7" fmla="*/ 471491 w 1971759"/>
                  <a:gd name="connsiteY7" fmla="*/ 647561 h 2123935"/>
                  <a:gd name="connsiteX8" fmla="*/ 154442 w 1971759"/>
                  <a:gd name="connsiteY8" fmla="*/ 333235 h 2123935"/>
                  <a:gd name="connsiteX0" fmla="*/ 154442 w 1971759"/>
                  <a:gd name="connsiteY0" fmla="*/ 333235 h 2123935"/>
                  <a:gd name="connsiteX1" fmla="*/ 440534 w 1971759"/>
                  <a:gd name="connsiteY1" fmla="*/ 57011 h 2123935"/>
                  <a:gd name="connsiteX2" fmla="*/ 1871664 w 1971759"/>
                  <a:gd name="connsiteY2" fmla="*/ 1611968 h 2123935"/>
                  <a:gd name="connsiteX3" fmla="*/ 1599861 w 1971759"/>
                  <a:gd name="connsiteY3" fmla="*/ 1985824 h 2123935"/>
                  <a:gd name="connsiteX4" fmla="*/ 1312071 w 1971759"/>
                  <a:gd name="connsiteY4" fmla="*/ 1590537 h 2123935"/>
                  <a:gd name="connsiteX5" fmla="*/ 1381125 w 1971759"/>
                  <a:gd name="connsiteY5" fmla="*/ 2123935 h 2123935"/>
                  <a:gd name="connsiteX6" fmla="*/ 0 w 1971759"/>
                  <a:gd name="connsiteY6" fmla="*/ 578504 h 2123935"/>
                  <a:gd name="connsiteX7" fmla="*/ 471491 w 1971759"/>
                  <a:gd name="connsiteY7" fmla="*/ 647561 h 2123935"/>
                  <a:gd name="connsiteX8" fmla="*/ 154442 w 1971759"/>
                  <a:gd name="connsiteY8" fmla="*/ 333235 h 2123935"/>
                  <a:gd name="connsiteX0" fmla="*/ 154442 w 1971759"/>
                  <a:gd name="connsiteY0" fmla="*/ 333235 h 2123935"/>
                  <a:gd name="connsiteX1" fmla="*/ 440534 w 1971759"/>
                  <a:gd name="connsiteY1" fmla="*/ 57011 h 2123935"/>
                  <a:gd name="connsiteX2" fmla="*/ 1871664 w 1971759"/>
                  <a:gd name="connsiteY2" fmla="*/ 1611968 h 2123935"/>
                  <a:gd name="connsiteX3" fmla="*/ 1599861 w 1971759"/>
                  <a:gd name="connsiteY3" fmla="*/ 1985824 h 2123935"/>
                  <a:gd name="connsiteX4" fmla="*/ 1312071 w 1971759"/>
                  <a:gd name="connsiteY4" fmla="*/ 1590537 h 2123935"/>
                  <a:gd name="connsiteX5" fmla="*/ 1381125 w 1971759"/>
                  <a:gd name="connsiteY5" fmla="*/ 2123935 h 2123935"/>
                  <a:gd name="connsiteX6" fmla="*/ 0 w 1971759"/>
                  <a:gd name="connsiteY6" fmla="*/ 578504 h 2123935"/>
                  <a:gd name="connsiteX7" fmla="*/ 471491 w 1971759"/>
                  <a:gd name="connsiteY7" fmla="*/ 647561 h 2123935"/>
                  <a:gd name="connsiteX8" fmla="*/ 154442 w 1971759"/>
                  <a:gd name="connsiteY8" fmla="*/ 333235 h 2123935"/>
                  <a:gd name="connsiteX0" fmla="*/ 154442 w 1961177"/>
                  <a:gd name="connsiteY0" fmla="*/ 333235 h 2123935"/>
                  <a:gd name="connsiteX1" fmla="*/ 440534 w 1961177"/>
                  <a:gd name="connsiteY1" fmla="*/ 57011 h 2123935"/>
                  <a:gd name="connsiteX2" fmla="*/ 1871664 w 1961177"/>
                  <a:gd name="connsiteY2" fmla="*/ 1611968 h 2123935"/>
                  <a:gd name="connsiteX3" fmla="*/ 1599861 w 1961177"/>
                  <a:gd name="connsiteY3" fmla="*/ 1985824 h 2123935"/>
                  <a:gd name="connsiteX4" fmla="*/ 1312071 w 1961177"/>
                  <a:gd name="connsiteY4" fmla="*/ 1590537 h 2123935"/>
                  <a:gd name="connsiteX5" fmla="*/ 1381125 w 1961177"/>
                  <a:gd name="connsiteY5" fmla="*/ 2123935 h 2123935"/>
                  <a:gd name="connsiteX6" fmla="*/ 0 w 1961177"/>
                  <a:gd name="connsiteY6" fmla="*/ 578504 h 2123935"/>
                  <a:gd name="connsiteX7" fmla="*/ 471491 w 1961177"/>
                  <a:gd name="connsiteY7" fmla="*/ 647561 h 2123935"/>
                  <a:gd name="connsiteX8" fmla="*/ 154442 w 1961177"/>
                  <a:gd name="connsiteY8" fmla="*/ 333235 h 2123935"/>
                  <a:gd name="connsiteX0" fmla="*/ 154442 w 1969642"/>
                  <a:gd name="connsiteY0" fmla="*/ 333235 h 2123935"/>
                  <a:gd name="connsiteX1" fmla="*/ 440534 w 1969642"/>
                  <a:gd name="connsiteY1" fmla="*/ 57011 h 2123935"/>
                  <a:gd name="connsiteX2" fmla="*/ 1871664 w 1969642"/>
                  <a:gd name="connsiteY2" fmla="*/ 1611968 h 2123935"/>
                  <a:gd name="connsiteX3" fmla="*/ 1599861 w 1969642"/>
                  <a:gd name="connsiteY3" fmla="*/ 1985824 h 2123935"/>
                  <a:gd name="connsiteX4" fmla="*/ 1312071 w 1969642"/>
                  <a:gd name="connsiteY4" fmla="*/ 1590537 h 2123935"/>
                  <a:gd name="connsiteX5" fmla="*/ 1381125 w 1969642"/>
                  <a:gd name="connsiteY5" fmla="*/ 2123935 h 2123935"/>
                  <a:gd name="connsiteX6" fmla="*/ 0 w 1969642"/>
                  <a:gd name="connsiteY6" fmla="*/ 578504 h 2123935"/>
                  <a:gd name="connsiteX7" fmla="*/ 471491 w 1969642"/>
                  <a:gd name="connsiteY7" fmla="*/ 647561 h 2123935"/>
                  <a:gd name="connsiteX8" fmla="*/ 154442 w 1969642"/>
                  <a:gd name="connsiteY8" fmla="*/ 333235 h 2123935"/>
                  <a:gd name="connsiteX0" fmla="*/ 154442 w 1969642"/>
                  <a:gd name="connsiteY0" fmla="*/ 333235 h 2123935"/>
                  <a:gd name="connsiteX1" fmla="*/ 440534 w 1969642"/>
                  <a:gd name="connsiteY1" fmla="*/ 57011 h 2123935"/>
                  <a:gd name="connsiteX2" fmla="*/ 1871664 w 1969642"/>
                  <a:gd name="connsiteY2" fmla="*/ 1611968 h 2123935"/>
                  <a:gd name="connsiteX3" fmla="*/ 1599861 w 1969642"/>
                  <a:gd name="connsiteY3" fmla="*/ 1985824 h 2123935"/>
                  <a:gd name="connsiteX4" fmla="*/ 1312071 w 1969642"/>
                  <a:gd name="connsiteY4" fmla="*/ 1590537 h 2123935"/>
                  <a:gd name="connsiteX5" fmla="*/ 1381125 w 1969642"/>
                  <a:gd name="connsiteY5" fmla="*/ 2123935 h 2123935"/>
                  <a:gd name="connsiteX6" fmla="*/ 0 w 1969642"/>
                  <a:gd name="connsiteY6" fmla="*/ 578504 h 2123935"/>
                  <a:gd name="connsiteX7" fmla="*/ 471491 w 1969642"/>
                  <a:gd name="connsiteY7" fmla="*/ 647561 h 2123935"/>
                  <a:gd name="connsiteX8" fmla="*/ 154442 w 1969642"/>
                  <a:gd name="connsiteY8" fmla="*/ 333235 h 2123935"/>
                  <a:gd name="connsiteX0" fmla="*/ 154442 w 1971393"/>
                  <a:gd name="connsiteY0" fmla="*/ 333235 h 2123935"/>
                  <a:gd name="connsiteX1" fmla="*/ 440534 w 1971393"/>
                  <a:gd name="connsiteY1" fmla="*/ 57011 h 2123935"/>
                  <a:gd name="connsiteX2" fmla="*/ 1874045 w 1971393"/>
                  <a:gd name="connsiteY2" fmla="*/ 1590536 h 2123935"/>
                  <a:gd name="connsiteX3" fmla="*/ 1599861 w 1971393"/>
                  <a:gd name="connsiteY3" fmla="*/ 1985824 h 2123935"/>
                  <a:gd name="connsiteX4" fmla="*/ 1312071 w 1971393"/>
                  <a:gd name="connsiteY4" fmla="*/ 1590537 h 2123935"/>
                  <a:gd name="connsiteX5" fmla="*/ 1381125 w 1971393"/>
                  <a:gd name="connsiteY5" fmla="*/ 2123935 h 2123935"/>
                  <a:gd name="connsiteX6" fmla="*/ 0 w 1971393"/>
                  <a:gd name="connsiteY6" fmla="*/ 578504 h 2123935"/>
                  <a:gd name="connsiteX7" fmla="*/ 471491 w 1971393"/>
                  <a:gd name="connsiteY7" fmla="*/ 647561 h 2123935"/>
                  <a:gd name="connsiteX8" fmla="*/ 154442 w 1971393"/>
                  <a:gd name="connsiteY8" fmla="*/ 333235 h 2123935"/>
                  <a:gd name="connsiteX0" fmla="*/ 154442 w 1971393"/>
                  <a:gd name="connsiteY0" fmla="*/ 333235 h 2123935"/>
                  <a:gd name="connsiteX1" fmla="*/ 440534 w 1971393"/>
                  <a:gd name="connsiteY1" fmla="*/ 57011 h 2123935"/>
                  <a:gd name="connsiteX2" fmla="*/ 1874045 w 1971393"/>
                  <a:gd name="connsiteY2" fmla="*/ 1590536 h 2123935"/>
                  <a:gd name="connsiteX3" fmla="*/ 1599861 w 1971393"/>
                  <a:gd name="connsiteY3" fmla="*/ 1985824 h 2123935"/>
                  <a:gd name="connsiteX4" fmla="*/ 1312071 w 1971393"/>
                  <a:gd name="connsiteY4" fmla="*/ 1590537 h 2123935"/>
                  <a:gd name="connsiteX5" fmla="*/ 1381125 w 1971393"/>
                  <a:gd name="connsiteY5" fmla="*/ 2123935 h 2123935"/>
                  <a:gd name="connsiteX6" fmla="*/ 0 w 1971393"/>
                  <a:gd name="connsiteY6" fmla="*/ 578504 h 2123935"/>
                  <a:gd name="connsiteX7" fmla="*/ 471491 w 1971393"/>
                  <a:gd name="connsiteY7" fmla="*/ 647561 h 2123935"/>
                  <a:gd name="connsiteX8" fmla="*/ 154442 w 1971393"/>
                  <a:gd name="connsiteY8" fmla="*/ 333235 h 2123935"/>
                  <a:gd name="connsiteX0" fmla="*/ 154442 w 1971393"/>
                  <a:gd name="connsiteY0" fmla="*/ 333235 h 2123935"/>
                  <a:gd name="connsiteX1" fmla="*/ 440534 w 1971393"/>
                  <a:gd name="connsiteY1" fmla="*/ 57011 h 2123935"/>
                  <a:gd name="connsiteX2" fmla="*/ 1874045 w 1971393"/>
                  <a:gd name="connsiteY2" fmla="*/ 1590536 h 2123935"/>
                  <a:gd name="connsiteX3" fmla="*/ 1599861 w 1971393"/>
                  <a:gd name="connsiteY3" fmla="*/ 1985824 h 2123935"/>
                  <a:gd name="connsiteX4" fmla="*/ 1312071 w 1971393"/>
                  <a:gd name="connsiteY4" fmla="*/ 1590537 h 2123935"/>
                  <a:gd name="connsiteX5" fmla="*/ 1381125 w 1971393"/>
                  <a:gd name="connsiteY5" fmla="*/ 2123935 h 2123935"/>
                  <a:gd name="connsiteX6" fmla="*/ 0 w 1971393"/>
                  <a:gd name="connsiteY6" fmla="*/ 578504 h 2123935"/>
                  <a:gd name="connsiteX7" fmla="*/ 471491 w 1971393"/>
                  <a:gd name="connsiteY7" fmla="*/ 647561 h 2123935"/>
                  <a:gd name="connsiteX8" fmla="*/ 154442 w 1971393"/>
                  <a:gd name="connsiteY8" fmla="*/ 333235 h 2123935"/>
                  <a:gd name="connsiteX0" fmla="*/ 154442 w 1971393"/>
                  <a:gd name="connsiteY0" fmla="*/ 333235 h 2129733"/>
                  <a:gd name="connsiteX1" fmla="*/ 440534 w 1971393"/>
                  <a:gd name="connsiteY1" fmla="*/ 57011 h 2129733"/>
                  <a:gd name="connsiteX2" fmla="*/ 1874045 w 1971393"/>
                  <a:gd name="connsiteY2" fmla="*/ 1590536 h 2129733"/>
                  <a:gd name="connsiteX3" fmla="*/ 1599861 w 1971393"/>
                  <a:gd name="connsiteY3" fmla="*/ 1985824 h 2129733"/>
                  <a:gd name="connsiteX4" fmla="*/ 1312071 w 1971393"/>
                  <a:gd name="connsiteY4" fmla="*/ 1590537 h 2129733"/>
                  <a:gd name="connsiteX5" fmla="*/ 1356772 w 1971393"/>
                  <a:gd name="connsiteY5" fmla="*/ 2129732 h 2129733"/>
                  <a:gd name="connsiteX6" fmla="*/ 0 w 1971393"/>
                  <a:gd name="connsiteY6" fmla="*/ 578504 h 2129733"/>
                  <a:gd name="connsiteX7" fmla="*/ 471491 w 1971393"/>
                  <a:gd name="connsiteY7" fmla="*/ 647561 h 2129733"/>
                  <a:gd name="connsiteX8" fmla="*/ 154442 w 1971393"/>
                  <a:gd name="connsiteY8" fmla="*/ 333235 h 2129733"/>
                  <a:gd name="connsiteX0" fmla="*/ 154442 w 1971393"/>
                  <a:gd name="connsiteY0" fmla="*/ 333235 h 2127416"/>
                  <a:gd name="connsiteX1" fmla="*/ 440534 w 1971393"/>
                  <a:gd name="connsiteY1" fmla="*/ 57011 h 2127416"/>
                  <a:gd name="connsiteX2" fmla="*/ 1874045 w 1971393"/>
                  <a:gd name="connsiteY2" fmla="*/ 1590536 h 2127416"/>
                  <a:gd name="connsiteX3" fmla="*/ 1599861 w 1971393"/>
                  <a:gd name="connsiteY3" fmla="*/ 1985824 h 2127416"/>
                  <a:gd name="connsiteX4" fmla="*/ 1312071 w 1971393"/>
                  <a:gd name="connsiteY4" fmla="*/ 1590537 h 2127416"/>
                  <a:gd name="connsiteX5" fmla="*/ 1330489 w 1971393"/>
                  <a:gd name="connsiteY5" fmla="*/ 2127415 h 2127416"/>
                  <a:gd name="connsiteX6" fmla="*/ 0 w 1971393"/>
                  <a:gd name="connsiteY6" fmla="*/ 578504 h 2127416"/>
                  <a:gd name="connsiteX7" fmla="*/ 471491 w 1971393"/>
                  <a:gd name="connsiteY7" fmla="*/ 647561 h 2127416"/>
                  <a:gd name="connsiteX8" fmla="*/ 154442 w 1971393"/>
                  <a:gd name="connsiteY8" fmla="*/ 333235 h 2127416"/>
                  <a:gd name="connsiteX0" fmla="*/ 154442 w 1971393"/>
                  <a:gd name="connsiteY0" fmla="*/ 333235 h 2127416"/>
                  <a:gd name="connsiteX1" fmla="*/ 440534 w 1971393"/>
                  <a:gd name="connsiteY1" fmla="*/ 57011 h 2127416"/>
                  <a:gd name="connsiteX2" fmla="*/ 1874045 w 1971393"/>
                  <a:gd name="connsiteY2" fmla="*/ 1590536 h 2127416"/>
                  <a:gd name="connsiteX3" fmla="*/ 1599861 w 1971393"/>
                  <a:gd name="connsiteY3" fmla="*/ 1985824 h 2127416"/>
                  <a:gd name="connsiteX4" fmla="*/ 1312071 w 1971393"/>
                  <a:gd name="connsiteY4" fmla="*/ 1590537 h 2127416"/>
                  <a:gd name="connsiteX5" fmla="*/ 1330489 w 1971393"/>
                  <a:gd name="connsiteY5" fmla="*/ 2127415 h 2127416"/>
                  <a:gd name="connsiteX6" fmla="*/ 0 w 1971393"/>
                  <a:gd name="connsiteY6" fmla="*/ 578504 h 2127416"/>
                  <a:gd name="connsiteX7" fmla="*/ 471491 w 1971393"/>
                  <a:gd name="connsiteY7" fmla="*/ 647561 h 2127416"/>
                  <a:gd name="connsiteX8" fmla="*/ 154442 w 1971393"/>
                  <a:gd name="connsiteY8" fmla="*/ 333235 h 2127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71393" h="2127416">
                    <a:moveTo>
                      <a:pt x="154442" y="333235"/>
                    </a:moveTo>
                    <a:cubicBezTo>
                      <a:pt x="25968" y="114160"/>
                      <a:pt x="178483" y="-107294"/>
                      <a:pt x="440534" y="57011"/>
                    </a:cubicBezTo>
                    <a:cubicBezTo>
                      <a:pt x="875565" y="320138"/>
                      <a:pt x="1506993" y="933311"/>
                      <a:pt x="1874045" y="1590536"/>
                    </a:cubicBezTo>
                    <a:cubicBezTo>
                      <a:pt x="2067606" y="1907242"/>
                      <a:pt x="1970655" y="2307293"/>
                      <a:pt x="1599861" y="1985824"/>
                    </a:cubicBezTo>
                    <a:cubicBezTo>
                      <a:pt x="1501039" y="1891368"/>
                      <a:pt x="1431870" y="1754843"/>
                      <a:pt x="1312071" y="1590537"/>
                    </a:cubicBezTo>
                    <a:cubicBezTo>
                      <a:pt x="1366896" y="1688565"/>
                      <a:pt x="1434526" y="2023075"/>
                      <a:pt x="1330489" y="2127415"/>
                    </a:cubicBezTo>
                    <a:cubicBezTo>
                      <a:pt x="1197536" y="1446775"/>
                      <a:pt x="576263" y="806707"/>
                      <a:pt x="0" y="578504"/>
                    </a:cubicBezTo>
                    <a:cubicBezTo>
                      <a:pt x="176608" y="523734"/>
                      <a:pt x="372725" y="608666"/>
                      <a:pt x="471491" y="647561"/>
                    </a:cubicBezTo>
                    <a:cubicBezTo>
                      <a:pt x="389734" y="566598"/>
                      <a:pt x="190955" y="436424"/>
                      <a:pt x="154442" y="333235"/>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sp>
            <p:nvSpPr>
              <p:cNvPr id="191" name="Rectangle 4"/>
              <p:cNvSpPr/>
              <p:nvPr/>
            </p:nvSpPr>
            <p:spPr>
              <a:xfrm rot="13844897">
                <a:off x="856659" y="953989"/>
                <a:ext cx="310643" cy="255327"/>
              </a:xfrm>
              <a:custGeom>
                <a:avLst/>
                <a:gdLst>
                  <a:gd name="connsiteX0" fmla="*/ 0 w 731044"/>
                  <a:gd name="connsiteY0" fmla="*/ 0 h 697706"/>
                  <a:gd name="connsiteX1" fmla="*/ 731044 w 731044"/>
                  <a:gd name="connsiteY1" fmla="*/ 0 h 697706"/>
                  <a:gd name="connsiteX2" fmla="*/ 731044 w 731044"/>
                  <a:gd name="connsiteY2" fmla="*/ 697706 h 697706"/>
                  <a:gd name="connsiteX3" fmla="*/ 0 w 731044"/>
                  <a:gd name="connsiteY3" fmla="*/ 697706 h 697706"/>
                  <a:gd name="connsiteX4" fmla="*/ 0 w 731044"/>
                  <a:gd name="connsiteY4" fmla="*/ 0 h 697706"/>
                  <a:gd name="connsiteX0" fmla="*/ 92869 w 731044"/>
                  <a:gd name="connsiteY0" fmla="*/ 507206 h 697706"/>
                  <a:gd name="connsiteX1" fmla="*/ 731044 w 731044"/>
                  <a:gd name="connsiteY1" fmla="*/ 0 h 697706"/>
                  <a:gd name="connsiteX2" fmla="*/ 731044 w 731044"/>
                  <a:gd name="connsiteY2" fmla="*/ 697706 h 697706"/>
                  <a:gd name="connsiteX3" fmla="*/ 0 w 731044"/>
                  <a:gd name="connsiteY3" fmla="*/ 697706 h 697706"/>
                  <a:gd name="connsiteX4" fmla="*/ 92869 w 731044"/>
                  <a:gd name="connsiteY4" fmla="*/ 507206 h 697706"/>
                  <a:gd name="connsiteX0" fmla="*/ 92869 w 731044"/>
                  <a:gd name="connsiteY0" fmla="*/ 314325 h 504825"/>
                  <a:gd name="connsiteX1" fmla="*/ 454819 w 731044"/>
                  <a:gd name="connsiteY1" fmla="*/ 0 h 504825"/>
                  <a:gd name="connsiteX2" fmla="*/ 731044 w 731044"/>
                  <a:gd name="connsiteY2" fmla="*/ 504825 h 504825"/>
                  <a:gd name="connsiteX3" fmla="*/ 0 w 731044"/>
                  <a:gd name="connsiteY3" fmla="*/ 504825 h 504825"/>
                  <a:gd name="connsiteX4" fmla="*/ 92869 w 731044"/>
                  <a:gd name="connsiteY4" fmla="*/ 314325 h 504825"/>
                  <a:gd name="connsiteX0" fmla="*/ 92869 w 650082"/>
                  <a:gd name="connsiteY0" fmla="*/ 314325 h 504825"/>
                  <a:gd name="connsiteX1" fmla="*/ 454819 w 650082"/>
                  <a:gd name="connsiteY1" fmla="*/ 0 h 504825"/>
                  <a:gd name="connsiteX2" fmla="*/ 650082 w 650082"/>
                  <a:gd name="connsiteY2" fmla="*/ 219075 h 504825"/>
                  <a:gd name="connsiteX3" fmla="*/ 0 w 650082"/>
                  <a:gd name="connsiteY3" fmla="*/ 504825 h 504825"/>
                  <a:gd name="connsiteX4" fmla="*/ 92869 w 650082"/>
                  <a:gd name="connsiteY4" fmla="*/ 314325 h 504825"/>
                  <a:gd name="connsiteX0" fmla="*/ 92869 w 689668"/>
                  <a:gd name="connsiteY0" fmla="*/ 314325 h 504825"/>
                  <a:gd name="connsiteX1" fmla="*/ 454819 w 689668"/>
                  <a:gd name="connsiteY1" fmla="*/ 0 h 504825"/>
                  <a:gd name="connsiteX2" fmla="*/ 650082 w 689668"/>
                  <a:gd name="connsiteY2" fmla="*/ 219075 h 504825"/>
                  <a:gd name="connsiteX3" fmla="*/ 0 w 689668"/>
                  <a:gd name="connsiteY3" fmla="*/ 504825 h 504825"/>
                  <a:gd name="connsiteX4" fmla="*/ 92869 w 689668"/>
                  <a:gd name="connsiteY4" fmla="*/ 314325 h 504825"/>
                  <a:gd name="connsiteX0" fmla="*/ 92869 w 690173"/>
                  <a:gd name="connsiteY0" fmla="*/ 302418 h 492918"/>
                  <a:gd name="connsiteX1" fmla="*/ 459581 w 690173"/>
                  <a:gd name="connsiteY1" fmla="*/ 0 h 492918"/>
                  <a:gd name="connsiteX2" fmla="*/ 650082 w 690173"/>
                  <a:gd name="connsiteY2" fmla="*/ 207168 h 492918"/>
                  <a:gd name="connsiteX3" fmla="*/ 0 w 690173"/>
                  <a:gd name="connsiteY3" fmla="*/ 492918 h 492918"/>
                  <a:gd name="connsiteX4" fmla="*/ 92869 w 690173"/>
                  <a:gd name="connsiteY4" fmla="*/ 302418 h 492918"/>
                  <a:gd name="connsiteX0" fmla="*/ 92869 w 690173"/>
                  <a:gd name="connsiteY0" fmla="*/ 302418 h 492918"/>
                  <a:gd name="connsiteX1" fmla="*/ 459581 w 690173"/>
                  <a:gd name="connsiteY1" fmla="*/ 0 h 492918"/>
                  <a:gd name="connsiteX2" fmla="*/ 650082 w 690173"/>
                  <a:gd name="connsiteY2" fmla="*/ 207168 h 492918"/>
                  <a:gd name="connsiteX3" fmla="*/ 0 w 690173"/>
                  <a:gd name="connsiteY3" fmla="*/ 492918 h 492918"/>
                  <a:gd name="connsiteX4" fmla="*/ 92869 w 690173"/>
                  <a:gd name="connsiteY4" fmla="*/ 302418 h 492918"/>
                  <a:gd name="connsiteX0" fmla="*/ 92869 w 702970"/>
                  <a:gd name="connsiteY0" fmla="*/ 359701 h 550201"/>
                  <a:gd name="connsiteX1" fmla="*/ 459581 w 702970"/>
                  <a:gd name="connsiteY1" fmla="*/ 57283 h 550201"/>
                  <a:gd name="connsiteX2" fmla="*/ 650082 w 702970"/>
                  <a:gd name="connsiteY2" fmla="*/ 264451 h 550201"/>
                  <a:gd name="connsiteX3" fmla="*/ 0 w 702970"/>
                  <a:gd name="connsiteY3" fmla="*/ 550201 h 550201"/>
                  <a:gd name="connsiteX4" fmla="*/ 92869 w 702970"/>
                  <a:gd name="connsiteY4" fmla="*/ 359701 h 550201"/>
                  <a:gd name="connsiteX0" fmla="*/ 92869 w 706874"/>
                  <a:gd name="connsiteY0" fmla="*/ 347179 h 537679"/>
                  <a:gd name="connsiteX1" fmla="*/ 459581 w 706874"/>
                  <a:gd name="connsiteY1" fmla="*/ 44761 h 537679"/>
                  <a:gd name="connsiteX2" fmla="*/ 650082 w 706874"/>
                  <a:gd name="connsiteY2" fmla="*/ 251929 h 537679"/>
                  <a:gd name="connsiteX3" fmla="*/ 0 w 706874"/>
                  <a:gd name="connsiteY3" fmla="*/ 537679 h 537679"/>
                  <a:gd name="connsiteX4" fmla="*/ 92869 w 706874"/>
                  <a:gd name="connsiteY4" fmla="*/ 347179 h 537679"/>
                  <a:gd name="connsiteX0" fmla="*/ 92869 w 705065"/>
                  <a:gd name="connsiteY0" fmla="*/ 353475 h 543975"/>
                  <a:gd name="connsiteX1" fmla="*/ 450056 w 705065"/>
                  <a:gd name="connsiteY1" fmla="*/ 43913 h 543975"/>
                  <a:gd name="connsiteX2" fmla="*/ 650082 w 705065"/>
                  <a:gd name="connsiteY2" fmla="*/ 258225 h 543975"/>
                  <a:gd name="connsiteX3" fmla="*/ 0 w 705065"/>
                  <a:gd name="connsiteY3" fmla="*/ 543975 h 543975"/>
                  <a:gd name="connsiteX4" fmla="*/ 92869 w 705065"/>
                  <a:gd name="connsiteY4" fmla="*/ 353475 h 543975"/>
                  <a:gd name="connsiteX0" fmla="*/ 92869 w 738325"/>
                  <a:gd name="connsiteY0" fmla="*/ 357004 h 547504"/>
                  <a:gd name="connsiteX1" fmla="*/ 450056 w 738325"/>
                  <a:gd name="connsiteY1" fmla="*/ 47442 h 547504"/>
                  <a:gd name="connsiteX2" fmla="*/ 650082 w 738325"/>
                  <a:gd name="connsiteY2" fmla="*/ 261754 h 547504"/>
                  <a:gd name="connsiteX3" fmla="*/ 0 w 738325"/>
                  <a:gd name="connsiteY3" fmla="*/ 547504 h 547504"/>
                  <a:gd name="connsiteX4" fmla="*/ 92869 w 738325"/>
                  <a:gd name="connsiteY4" fmla="*/ 357004 h 547504"/>
                  <a:gd name="connsiteX0" fmla="*/ 92869 w 734198"/>
                  <a:gd name="connsiteY0" fmla="*/ 366816 h 557316"/>
                  <a:gd name="connsiteX1" fmla="*/ 450056 w 734198"/>
                  <a:gd name="connsiteY1" fmla="*/ 57254 h 557316"/>
                  <a:gd name="connsiteX2" fmla="*/ 650082 w 734198"/>
                  <a:gd name="connsiteY2" fmla="*/ 271566 h 557316"/>
                  <a:gd name="connsiteX3" fmla="*/ 0 w 734198"/>
                  <a:gd name="connsiteY3" fmla="*/ 557316 h 557316"/>
                  <a:gd name="connsiteX4" fmla="*/ 92869 w 734198"/>
                  <a:gd name="connsiteY4" fmla="*/ 366816 h 557316"/>
                  <a:gd name="connsiteX0" fmla="*/ 92869 w 736225"/>
                  <a:gd name="connsiteY0" fmla="*/ 366816 h 557316"/>
                  <a:gd name="connsiteX1" fmla="*/ 450056 w 736225"/>
                  <a:gd name="connsiteY1" fmla="*/ 57254 h 557316"/>
                  <a:gd name="connsiteX2" fmla="*/ 650082 w 736225"/>
                  <a:gd name="connsiteY2" fmla="*/ 271566 h 557316"/>
                  <a:gd name="connsiteX3" fmla="*/ 0 w 736225"/>
                  <a:gd name="connsiteY3" fmla="*/ 557316 h 557316"/>
                  <a:gd name="connsiteX4" fmla="*/ 92869 w 736225"/>
                  <a:gd name="connsiteY4" fmla="*/ 366816 h 557316"/>
                  <a:gd name="connsiteX0" fmla="*/ 92869 w 757544"/>
                  <a:gd name="connsiteY0" fmla="*/ 364191 h 554691"/>
                  <a:gd name="connsiteX1" fmla="*/ 450056 w 757544"/>
                  <a:gd name="connsiteY1" fmla="*/ 54629 h 554691"/>
                  <a:gd name="connsiteX2" fmla="*/ 676276 w 757544"/>
                  <a:gd name="connsiteY2" fmla="*/ 287991 h 554691"/>
                  <a:gd name="connsiteX3" fmla="*/ 0 w 757544"/>
                  <a:gd name="connsiteY3" fmla="*/ 554691 h 554691"/>
                  <a:gd name="connsiteX4" fmla="*/ 92869 w 757544"/>
                  <a:gd name="connsiteY4" fmla="*/ 364191 h 554691"/>
                  <a:gd name="connsiteX0" fmla="*/ 92869 w 756519"/>
                  <a:gd name="connsiteY0" fmla="*/ 364477 h 554977"/>
                  <a:gd name="connsiteX1" fmla="*/ 450056 w 756519"/>
                  <a:gd name="connsiteY1" fmla="*/ 54915 h 554977"/>
                  <a:gd name="connsiteX2" fmla="*/ 676276 w 756519"/>
                  <a:gd name="connsiteY2" fmla="*/ 288277 h 554977"/>
                  <a:gd name="connsiteX3" fmla="*/ 0 w 756519"/>
                  <a:gd name="connsiteY3" fmla="*/ 554977 h 554977"/>
                  <a:gd name="connsiteX4" fmla="*/ 92869 w 756519"/>
                  <a:gd name="connsiteY4" fmla="*/ 364477 h 554977"/>
                  <a:gd name="connsiteX0" fmla="*/ 92869 w 758034"/>
                  <a:gd name="connsiteY0" fmla="*/ 369357 h 559857"/>
                  <a:gd name="connsiteX1" fmla="*/ 450056 w 758034"/>
                  <a:gd name="connsiteY1" fmla="*/ 59795 h 559857"/>
                  <a:gd name="connsiteX2" fmla="*/ 676276 w 758034"/>
                  <a:gd name="connsiteY2" fmla="*/ 293157 h 559857"/>
                  <a:gd name="connsiteX3" fmla="*/ 0 w 758034"/>
                  <a:gd name="connsiteY3" fmla="*/ 559857 h 559857"/>
                  <a:gd name="connsiteX4" fmla="*/ 92869 w 758034"/>
                  <a:gd name="connsiteY4" fmla="*/ 369357 h 559857"/>
                  <a:gd name="connsiteX0" fmla="*/ 0 w 665165"/>
                  <a:gd name="connsiteY0" fmla="*/ 369357 h 521757"/>
                  <a:gd name="connsiteX1" fmla="*/ 357187 w 665165"/>
                  <a:gd name="connsiteY1" fmla="*/ 59795 h 521757"/>
                  <a:gd name="connsiteX2" fmla="*/ 583407 w 665165"/>
                  <a:gd name="connsiteY2" fmla="*/ 293157 h 521757"/>
                  <a:gd name="connsiteX3" fmla="*/ 138112 w 665165"/>
                  <a:gd name="connsiteY3" fmla="*/ 521757 h 521757"/>
                  <a:gd name="connsiteX4" fmla="*/ 0 w 665165"/>
                  <a:gd name="connsiteY4" fmla="*/ 369357 h 521757"/>
                  <a:gd name="connsiteX0" fmla="*/ 0 w 665165"/>
                  <a:gd name="connsiteY0" fmla="*/ 369357 h 533663"/>
                  <a:gd name="connsiteX1" fmla="*/ 357187 w 665165"/>
                  <a:gd name="connsiteY1" fmla="*/ 59795 h 533663"/>
                  <a:gd name="connsiteX2" fmla="*/ 583407 w 665165"/>
                  <a:gd name="connsiteY2" fmla="*/ 293157 h 533663"/>
                  <a:gd name="connsiteX3" fmla="*/ 154781 w 665165"/>
                  <a:gd name="connsiteY3" fmla="*/ 533663 h 533663"/>
                  <a:gd name="connsiteX4" fmla="*/ 0 w 665165"/>
                  <a:gd name="connsiteY4" fmla="*/ 369357 h 533663"/>
                  <a:gd name="connsiteX0" fmla="*/ 0 w 665165"/>
                  <a:gd name="connsiteY0" fmla="*/ 369357 h 543188"/>
                  <a:gd name="connsiteX1" fmla="*/ 357187 w 665165"/>
                  <a:gd name="connsiteY1" fmla="*/ 59795 h 543188"/>
                  <a:gd name="connsiteX2" fmla="*/ 583407 w 665165"/>
                  <a:gd name="connsiteY2" fmla="*/ 293157 h 543188"/>
                  <a:gd name="connsiteX3" fmla="*/ 154781 w 665165"/>
                  <a:gd name="connsiteY3" fmla="*/ 543188 h 543188"/>
                  <a:gd name="connsiteX4" fmla="*/ 0 w 665165"/>
                  <a:gd name="connsiteY4" fmla="*/ 369357 h 543188"/>
                  <a:gd name="connsiteX0" fmla="*/ 403 w 665568"/>
                  <a:gd name="connsiteY0" fmla="*/ 369357 h 543188"/>
                  <a:gd name="connsiteX1" fmla="*/ 357590 w 665568"/>
                  <a:gd name="connsiteY1" fmla="*/ 59795 h 543188"/>
                  <a:gd name="connsiteX2" fmla="*/ 583810 w 665568"/>
                  <a:gd name="connsiteY2" fmla="*/ 293157 h 543188"/>
                  <a:gd name="connsiteX3" fmla="*/ 155184 w 665568"/>
                  <a:gd name="connsiteY3" fmla="*/ 543188 h 543188"/>
                  <a:gd name="connsiteX4" fmla="*/ 403 w 665568"/>
                  <a:gd name="connsiteY4" fmla="*/ 369357 h 543188"/>
                  <a:gd name="connsiteX0" fmla="*/ 2012 w 667177"/>
                  <a:gd name="connsiteY0" fmla="*/ 369357 h 546530"/>
                  <a:gd name="connsiteX1" fmla="*/ 359199 w 667177"/>
                  <a:gd name="connsiteY1" fmla="*/ 59795 h 546530"/>
                  <a:gd name="connsiteX2" fmla="*/ 585419 w 667177"/>
                  <a:gd name="connsiteY2" fmla="*/ 293157 h 546530"/>
                  <a:gd name="connsiteX3" fmla="*/ 156793 w 667177"/>
                  <a:gd name="connsiteY3" fmla="*/ 543188 h 546530"/>
                  <a:gd name="connsiteX4" fmla="*/ 2012 w 667177"/>
                  <a:gd name="connsiteY4" fmla="*/ 369357 h 546530"/>
                  <a:gd name="connsiteX0" fmla="*/ 2012 w 667177"/>
                  <a:gd name="connsiteY0" fmla="*/ 369357 h 546530"/>
                  <a:gd name="connsiteX1" fmla="*/ 359199 w 667177"/>
                  <a:gd name="connsiteY1" fmla="*/ 59795 h 546530"/>
                  <a:gd name="connsiteX2" fmla="*/ 585419 w 667177"/>
                  <a:gd name="connsiteY2" fmla="*/ 293157 h 546530"/>
                  <a:gd name="connsiteX3" fmla="*/ 156793 w 667177"/>
                  <a:gd name="connsiteY3" fmla="*/ 543188 h 546530"/>
                  <a:gd name="connsiteX4" fmla="*/ 2012 w 667177"/>
                  <a:gd name="connsiteY4" fmla="*/ 369357 h 546530"/>
                  <a:gd name="connsiteX0" fmla="*/ 14922 w 680087"/>
                  <a:gd name="connsiteY0" fmla="*/ 369357 h 545428"/>
                  <a:gd name="connsiteX1" fmla="*/ 372109 w 680087"/>
                  <a:gd name="connsiteY1" fmla="*/ 59795 h 545428"/>
                  <a:gd name="connsiteX2" fmla="*/ 598329 w 680087"/>
                  <a:gd name="connsiteY2" fmla="*/ 293157 h 545428"/>
                  <a:gd name="connsiteX3" fmla="*/ 169703 w 680087"/>
                  <a:gd name="connsiteY3" fmla="*/ 543188 h 545428"/>
                  <a:gd name="connsiteX4" fmla="*/ 14922 w 680087"/>
                  <a:gd name="connsiteY4" fmla="*/ 369357 h 545428"/>
                  <a:gd name="connsiteX0" fmla="*/ 13366 w 678531"/>
                  <a:gd name="connsiteY0" fmla="*/ 369357 h 554814"/>
                  <a:gd name="connsiteX1" fmla="*/ 370553 w 678531"/>
                  <a:gd name="connsiteY1" fmla="*/ 59795 h 554814"/>
                  <a:gd name="connsiteX2" fmla="*/ 596773 w 678531"/>
                  <a:gd name="connsiteY2" fmla="*/ 293157 h 554814"/>
                  <a:gd name="connsiteX3" fmla="*/ 180054 w 678531"/>
                  <a:gd name="connsiteY3" fmla="*/ 552713 h 554814"/>
                  <a:gd name="connsiteX4" fmla="*/ 13366 w 678531"/>
                  <a:gd name="connsiteY4" fmla="*/ 369357 h 554814"/>
                  <a:gd name="connsiteX0" fmla="*/ 10389 w 675554"/>
                  <a:gd name="connsiteY0" fmla="*/ 369357 h 559513"/>
                  <a:gd name="connsiteX1" fmla="*/ 367576 w 675554"/>
                  <a:gd name="connsiteY1" fmla="*/ 59795 h 559513"/>
                  <a:gd name="connsiteX2" fmla="*/ 593796 w 675554"/>
                  <a:gd name="connsiteY2" fmla="*/ 293157 h 559513"/>
                  <a:gd name="connsiteX3" fmla="*/ 208033 w 675554"/>
                  <a:gd name="connsiteY3" fmla="*/ 557475 h 559513"/>
                  <a:gd name="connsiteX4" fmla="*/ 10389 w 675554"/>
                  <a:gd name="connsiteY4" fmla="*/ 369357 h 559513"/>
                  <a:gd name="connsiteX0" fmla="*/ 9895 w 675060"/>
                  <a:gd name="connsiteY0" fmla="*/ 369357 h 563100"/>
                  <a:gd name="connsiteX1" fmla="*/ 367082 w 675060"/>
                  <a:gd name="connsiteY1" fmla="*/ 59795 h 563100"/>
                  <a:gd name="connsiteX2" fmla="*/ 593302 w 675060"/>
                  <a:gd name="connsiteY2" fmla="*/ 293157 h 563100"/>
                  <a:gd name="connsiteX3" fmla="*/ 207539 w 675060"/>
                  <a:gd name="connsiteY3" fmla="*/ 557475 h 563100"/>
                  <a:gd name="connsiteX4" fmla="*/ 9895 w 675060"/>
                  <a:gd name="connsiteY4" fmla="*/ 369357 h 563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5060" h="563100">
                    <a:moveTo>
                      <a:pt x="9895" y="369357"/>
                    </a:moveTo>
                    <a:lnTo>
                      <a:pt x="367082" y="59795"/>
                    </a:lnTo>
                    <a:cubicBezTo>
                      <a:pt x="555994" y="-121972"/>
                      <a:pt x="806820" y="155838"/>
                      <a:pt x="593302" y="293157"/>
                    </a:cubicBezTo>
                    <a:lnTo>
                      <a:pt x="207539" y="557475"/>
                    </a:lnTo>
                    <a:cubicBezTo>
                      <a:pt x="60695" y="594781"/>
                      <a:pt x="-31379" y="436826"/>
                      <a:pt x="9895" y="369357"/>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sp>
            <p:nvSpPr>
              <p:cNvPr id="192" name="Rectangle 4"/>
              <p:cNvSpPr/>
              <p:nvPr/>
            </p:nvSpPr>
            <p:spPr>
              <a:xfrm rot="14581757">
                <a:off x="577665" y="1966404"/>
                <a:ext cx="311845" cy="314471"/>
              </a:xfrm>
              <a:custGeom>
                <a:avLst/>
                <a:gdLst>
                  <a:gd name="connsiteX0" fmla="*/ 0 w 731044"/>
                  <a:gd name="connsiteY0" fmla="*/ 0 h 697706"/>
                  <a:gd name="connsiteX1" fmla="*/ 731044 w 731044"/>
                  <a:gd name="connsiteY1" fmla="*/ 0 h 697706"/>
                  <a:gd name="connsiteX2" fmla="*/ 731044 w 731044"/>
                  <a:gd name="connsiteY2" fmla="*/ 697706 h 697706"/>
                  <a:gd name="connsiteX3" fmla="*/ 0 w 731044"/>
                  <a:gd name="connsiteY3" fmla="*/ 697706 h 697706"/>
                  <a:gd name="connsiteX4" fmla="*/ 0 w 731044"/>
                  <a:gd name="connsiteY4" fmla="*/ 0 h 697706"/>
                  <a:gd name="connsiteX0" fmla="*/ 92869 w 731044"/>
                  <a:gd name="connsiteY0" fmla="*/ 507206 h 697706"/>
                  <a:gd name="connsiteX1" fmla="*/ 731044 w 731044"/>
                  <a:gd name="connsiteY1" fmla="*/ 0 h 697706"/>
                  <a:gd name="connsiteX2" fmla="*/ 731044 w 731044"/>
                  <a:gd name="connsiteY2" fmla="*/ 697706 h 697706"/>
                  <a:gd name="connsiteX3" fmla="*/ 0 w 731044"/>
                  <a:gd name="connsiteY3" fmla="*/ 697706 h 697706"/>
                  <a:gd name="connsiteX4" fmla="*/ 92869 w 731044"/>
                  <a:gd name="connsiteY4" fmla="*/ 507206 h 697706"/>
                  <a:gd name="connsiteX0" fmla="*/ 92869 w 731044"/>
                  <a:gd name="connsiteY0" fmla="*/ 314325 h 504825"/>
                  <a:gd name="connsiteX1" fmla="*/ 454819 w 731044"/>
                  <a:gd name="connsiteY1" fmla="*/ 0 h 504825"/>
                  <a:gd name="connsiteX2" fmla="*/ 731044 w 731044"/>
                  <a:gd name="connsiteY2" fmla="*/ 504825 h 504825"/>
                  <a:gd name="connsiteX3" fmla="*/ 0 w 731044"/>
                  <a:gd name="connsiteY3" fmla="*/ 504825 h 504825"/>
                  <a:gd name="connsiteX4" fmla="*/ 92869 w 731044"/>
                  <a:gd name="connsiteY4" fmla="*/ 314325 h 504825"/>
                  <a:gd name="connsiteX0" fmla="*/ 92869 w 650082"/>
                  <a:gd name="connsiteY0" fmla="*/ 314325 h 504825"/>
                  <a:gd name="connsiteX1" fmla="*/ 454819 w 650082"/>
                  <a:gd name="connsiteY1" fmla="*/ 0 h 504825"/>
                  <a:gd name="connsiteX2" fmla="*/ 650082 w 650082"/>
                  <a:gd name="connsiteY2" fmla="*/ 219075 h 504825"/>
                  <a:gd name="connsiteX3" fmla="*/ 0 w 650082"/>
                  <a:gd name="connsiteY3" fmla="*/ 504825 h 504825"/>
                  <a:gd name="connsiteX4" fmla="*/ 92869 w 650082"/>
                  <a:gd name="connsiteY4" fmla="*/ 314325 h 504825"/>
                  <a:gd name="connsiteX0" fmla="*/ 92869 w 689668"/>
                  <a:gd name="connsiteY0" fmla="*/ 314325 h 504825"/>
                  <a:gd name="connsiteX1" fmla="*/ 454819 w 689668"/>
                  <a:gd name="connsiteY1" fmla="*/ 0 h 504825"/>
                  <a:gd name="connsiteX2" fmla="*/ 650082 w 689668"/>
                  <a:gd name="connsiteY2" fmla="*/ 219075 h 504825"/>
                  <a:gd name="connsiteX3" fmla="*/ 0 w 689668"/>
                  <a:gd name="connsiteY3" fmla="*/ 504825 h 504825"/>
                  <a:gd name="connsiteX4" fmla="*/ 92869 w 689668"/>
                  <a:gd name="connsiteY4" fmla="*/ 314325 h 504825"/>
                  <a:gd name="connsiteX0" fmla="*/ 92869 w 690173"/>
                  <a:gd name="connsiteY0" fmla="*/ 302418 h 492918"/>
                  <a:gd name="connsiteX1" fmla="*/ 459581 w 690173"/>
                  <a:gd name="connsiteY1" fmla="*/ 0 h 492918"/>
                  <a:gd name="connsiteX2" fmla="*/ 650082 w 690173"/>
                  <a:gd name="connsiteY2" fmla="*/ 207168 h 492918"/>
                  <a:gd name="connsiteX3" fmla="*/ 0 w 690173"/>
                  <a:gd name="connsiteY3" fmla="*/ 492918 h 492918"/>
                  <a:gd name="connsiteX4" fmla="*/ 92869 w 690173"/>
                  <a:gd name="connsiteY4" fmla="*/ 302418 h 492918"/>
                  <a:gd name="connsiteX0" fmla="*/ 92869 w 690173"/>
                  <a:gd name="connsiteY0" fmla="*/ 302418 h 492918"/>
                  <a:gd name="connsiteX1" fmla="*/ 459581 w 690173"/>
                  <a:gd name="connsiteY1" fmla="*/ 0 h 492918"/>
                  <a:gd name="connsiteX2" fmla="*/ 650082 w 690173"/>
                  <a:gd name="connsiteY2" fmla="*/ 207168 h 492918"/>
                  <a:gd name="connsiteX3" fmla="*/ 0 w 690173"/>
                  <a:gd name="connsiteY3" fmla="*/ 492918 h 492918"/>
                  <a:gd name="connsiteX4" fmla="*/ 92869 w 690173"/>
                  <a:gd name="connsiteY4" fmla="*/ 302418 h 492918"/>
                  <a:gd name="connsiteX0" fmla="*/ 92869 w 702970"/>
                  <a:gd name="connsiteY0" fmla="*/ 359701 h 550201"/>
                  <a:gd name="connsiteX1" fmla="*/ 459581 w 702970"/>
                  <a:gd name="connsiteY1" fmla="*/ 57283 h 550201"/>
                  <a:gd name="connsiteX2" fmla="*/ 650082 w 702970"/>
                  <a:gd name="connsiteY2" fmla="*/ 264451 h 550201"/>
                  <a:gd name="connsiteX3" fmla="*/ 0 w 702970"/>
                  <a:gd name="connsiteY3" fmla="*/ 550201 h 550201"/>
                  <a:gd name="connsiteX4" fmla="*/ 92869 w 702970"/>
                  <a:gd name="connsiteY4" fmla="*/ 359701 h 550201"/>
                  <a:gd name="connsiteX0" fmla="*/ 92869 w 706874"/>
                  <a:gd name="connsiteY0" fmla="*/ 347179 h 537679"/>
                  <a:gd name="connsiteX1" fmla="*/ 459581 w 706874"/>
                  <a:gd name="connsiteY1" fmla="*/ 44761 h 537679"/>
                  <a:gd name="connsiteX2" fmla="*/ 650082 w 706874"/>
                  <a:gd name="connsiteY2" fmla="*/ 251929 h 537679"/>
                  <a:gd name="connsiteX3" fmla="*/ 0 w 706874"/>
                  <a:gd name="connsiteY3" fmla="*/ 537679 h 537679"/>
                  <a:gd name="connsiteX4" fmla="*/ 92869 w 706874"/>
                  <a:gd name="connsiteY4" fmla="*/ 347179 h 537679"/>
                  <a:gd name="connsiteX0" fmla="*/ 92869 w 705065"/>
                  <a:gd name="connsiteY0" fmla="*/ 353475 h 543975"/>
                  <a:gd name="connsiteX1" fmla="*/ 450056 w 705065"/>
                  <a:gd name="connsiteY1" fmla="*/ 43913 h 543975"/>
                  <a:gd name="connsiteX2" fmla="*/ 650082 w 705065"/>
                  <a:gd name="connsiteY2" fmla="*/ 258225 h 543975"/>
                  <a:gd name="connsiteX3" fmla="*/ 0 w 705065"/>
                  <a:gd name="connsiteY3" fmla="*/ 543975 h 543975"/>
                  <a:gd name="connsiteX4" fmla="*/ 92869 w 705065"/>
                  <a:gd name="connsiteY4" fmla="*/ 353475 h 543975"/>
                  <a:gd name="connsiteX0" fmla="*/ 92869 w 738325"/>
                  <a:gd name="connsiteY0" fmla="*/ 357004 h 547504"/>
                  <a:gd name="connsiteX1" fmla="*/ 450056 w 738325"/>
                  <a:gd name="connsiteY1" fmla="*/ 47442 h 547504"/>
                  <a:gd name="connsiteX2" fmla="*/ 650082 w 738325"/>
                  <a:gd name="connsiteY2" fmla="*/ 261754 h 547504"/>
                  <a:gd name="connsiteX3" fmla="*/ 0 w 738325"/>
                  <a:gd name="connsiteY3" fmla="*/ 547504 h 547504"/>
                  <a:gd name="connsiteX4" fmla="*/ 92869 w 738325"/>
                  <a:gd name="connsiteY4" fmla="*/ 357004 h 547504"/>
                  <a:gd name="connsiteX0" fmla="*/ 92869 w 734198"/>
                  <a:gd name="connsiteY0" fmla="*/ 366816 h 557316"/>
                  <a:gd name="connsiteX1" fmla="*/ 450056 w 734198"/>
                  <a:gd name="connsiteY1" fmla="*/ 57254 h 557316"/>
                  <a:gd name="connsiteX2" fmla="*/ 650082 w 734198"/>
                  <a:gd name="connsiteY2" fmla="*/ 271566 h 557316"/>
                  <a:gd name="connsiteX3" fmla="*/ 0 w 734198"/>
                  <a:gd name="connsiteY3" fmla="*/ 557316 h 557316"/>
                  <a:gd name="connsiteX4" fmla="*/ 92869 w 734198"/>
                  <a:gd name="connsiteY4" fmla="*/ 366816 h 557316"/>
                  <a:gd name="connsiteX0" fmla="*/ 92869 w 736225"/>
                  <a:gd name="connsiteY0" fmla="*/ 366816 h 557316"/>
                  <a:gd name="connsiteX1" fmla="*/ 450056 w 736225"/>
                  <a:gd name="connsiteY1" fmla="*/ 57254 h 557316"/>
                  <a:gd name="connsiteX2" fmla="*/ 650082 w 736225"/>
                  <a:gd name="connsiteY2" fmla="*/ 271566 h 557316"/>
                  <a:gd name="connsiteX3" fmla="*/ 0 w 736225"/>
                  <a:gd name="connsiteY3" fmla="*/ 557316 h 557316"/>
                  <a:gd name="connsiteX4" fmla="*/ 92869 w 736225"/>
                  <a:gd name="connsiteY4" fmla="*/ 366816 h 557316"/>
                  <a:gd name="connsiteX0" fmla="*/ 92869 w 757544"/>
                  <a:gd name="connsiteY0" fmla="*/ 364191 h 554691"/>
                  <a:gd name="connsiteX1" fmla="*/ 450056 w 757544"/>
                  <a:gd name="connsiteY1" fmla="*/ 54629 h 554691"/>
                  <a:gd name="connsiteX2" fmla="*/ 676276 w 757544"/>
                  <a:gd name="connsiteY2" fmla="*/ 287991 h 554691"/>
                  <a:gd name="connsiteX3" fmla="*/ 0 w 757544"/>
                  <a:gd name="connsiteY3" fmla="*/ 554691 h 554691"/>
                  <a:gd name="connsiteX4" fmla="*/ 92869 w 757544"/>
                  <a:gd name="connsiteY4" fmla="*/ 364191 h 554691"/>
                  <a:gd name="connsiteX0" fmla="*/ 92869 w 756519"/>
                  <a:gd name="connsiteY0" fmla="*/ 364477 h 554977"/>
                  <a:gd name="connsiteX1" fmla="*/ 450056 w 756519"/>
                  <a:gd name="connsiteY1" fmla="*/ 54915 h 554977"/>
                  <a:gd name="connsiteX2" fmla="*/ 676276 w 756519"/>
                  <a:gd name="connsiteY2" fmla="*/ 288277 h 554977"/>
                  <a:gd name="connsiteX3" fmla="*/ 0 w 756519"/>
                  <a:gd name="connsiteY3" fmla="*/ 554977 h 554977"/>
                  <a:gd name="connsiteX4" fmla="*/ 92869 w 756519"/>
                  <a:gd name="connsiteY4" fmla="*/ 364477 h 554977"/>
                  <a:gd name="connsiteX0" fmla="*/ 92869 w 758034"/>
                  <a:gd name="connsiteY0" fmla="*/ 369357 h 559857"/>
                  <a:gd name="connsiteX1" fmla="*/ 450056 w 758034"/>
                  <a:gd name="connsiteY1" fmla="*/ 59795 h 559857"/>
                  <a:gd name="connsiteX2" fmla="*/ 676276 w 758034"/>
                  <a:gd name="connsiteY2" fmla="*/ 293157 h 559857"/>
                  <a:gd name="connsiteX3" fmla="*/ 0 w 758034"/>
                  <a:gd name="connsiteY3" fmla="*/ 559857 h 559857"/>
                  <a:gd name="connsiteX4" fmla="*/ 92869 w 758034"/>
                  <a:gd name="connsiteY4" fmla="*/ 369357 h 559857"/>
                  <a:gd name="connsiteX0" fmla="*/ 0 w 665165"/>
                  <a:gd name="connsiteY0" fmla="*/ 369357 h 521757"/>
                  <a:gd name="connsiteX1" fmla="*/ 357187 w 665165"/>
                  <a:gd name="connsiteY1" fmla="*/ 59795 h 521757"/>
                  <a:gd name="connsiteX2" fmla="*/ 583407 w 665165"/>
                  <a:gd name="connsiteY2" fmla="*/ 293157 h 521757"/>
                  <a:gd name="connsiteX3" fmla="*/ 138112 w 665165"/>
                  <a:gd name="connsiteY3" fmla="*/ 521757 h 521757"/>
                  <a:gd name="connsiteX4" fmla="*/ 0 w 665165"/>
                  <a:gd name="connsiteY4" fmla="*/ 369357 h 521757"/>
                  <a:gd name="connsiteX0" fmla="*/ 0 w 665165"/>
                  <a:gd name="connsiteY0" fmla="*/ 369357 h 533663"/>
                  <a:gd name="connsiteX1" fmla="*/ 357187 w 665165"/>
                  <a:gd name="connsiteY1" fmla="*/ 59795 h 533663"/>
                  <a:gd name="connsiteX2" fmla="*/ 583407 w 665165"/>
                  <a:gd name="connsiteY2" fmla="*/ 293157 h 533663"/>
                  <a:gd name="connsiteX3" fmla="*/ 154781 w 665165"/>
                  <a:gd name="connsiteY3" fmla="*/ 533663 h 533663"/>
                  <a:gd name="connsiteX4" fmla="*/ 0 w 665165"/>
                  <a:gd name="connsiteY4" fmla="*/ 369357 h 533663"/>
                  <a:gd name="connsiteX0" fmla="*/ 0 w 665165"/>
                  <a:gd name="connsiteY0" fmla="*/ 369357 h 543188"/>
                  <a:gd name="connsiteX1" fmla="*/ 357187 w 665165"/>
                  <a:gd name="connsiteY1" fmla="*/ 59795 h 543188"/>
                  <a:gd name="connsiteX2" fmla="*/ 583407 w 665165"/>
                  <a:gd name="connsiteY2" fmla="*/ 293157 h 543188"/>
                  <a:gd name="connsiteX3" fmla="*/ 154781 w 665165"/>
                  <a:gd name="connsiteY3" fmla="*/ 543188 h 543188"/>
                  <a:gd name="connsiteX4" fmla="*/ 0 w 665165"/>
                  <a:gd name="connsiteY4" fmla="*/ 369357 h 543188"/>
                  <a:gd name="connsiteX0" fmla="*/ 403 w 665568"/>
                  <a:gd name="connsiteY0" fmla="*/ 369357 h 543188"/>
                  <a:gd name="connsiteX1" fmla="*/ 357590 w 665568"/>
                  <a:gd name="connsiteY1" fmla="*/ 59795 h 543188"/>
                  <a:gd name="connsiteX2" fmla="*/ 583810 w 665568"/>
                  <a:gd name="connsiteY2" fmla="*/ 293157 h 543188"/>
                  <a:gd name="connsiteX3" fmla="*/ 155184 w 665568"/>
                  <a:gd name="connsiteY3" fmla="*/ 543188 h 543188"/>
                  <a:gd name="connsiteX4" fmla="*/ 403 w 665568"/>
                  <a:gd name="connsiteY4" fmla="*/ 369357 h 543188"/>
                  <a:gd name="connsiteX0" fmla="*/ 2012 w 667177"/>
                  <a:gd name="connsiteY0" fmla="*/ 369357 h 546530"/>
                  <a:gd name="connsiteX1" fmla="*/ 359199 w 667177"/>
                  <a:gd name="connsiteY1" fmla="*/ 59795 h 546530"/>
                  <a:gd name="connsiteX2" fmla="*/ 585419 w 667177"/>
                  <a:gd name="connsiteY2" fmla="*/ 293157 h 546530"/>
                  <a:gd name="connsiteX3" fmla="*/ 156793 w 667177"/>
                  <a:gd name="connsiteY3" fmla="*/ 543188 h 546530"/>
                  <a:gd name="connsiteX4" fmla="*/ 2012 w 667177"/>
                  <a:gd name="connsiteY4" fmla="*/ 369357 h 546530"/>
                  <a:gd name="connsiteX0" fmla="*/ 2012 w 667177"/>
                  <a:gd name="connsiteY0" fmla="*/ 369357 h 546530"/>
                  <a:gd name="connsiteX1" fmla="*/ 359199 w 667177"/>
                  <a:gd name="connsiteY1" fmla="*/ 59795 h 546530"/>
                  <a:gd name="connsiteX2" fmla="*/ 585419 w 667177"/>
                  <a:gd name="connsiteY2" fmla="*/ 293157 h 546530"/>
                  <a:gd name="connsiteX3" fmla="*/ 156793 w 667177"/>
                  <a:gd name="connsiteY3" fmla="*/ 543188 h 546530"/>
                  <a:gd name="connsiteX4" fmla="*/ 2012 w 667177"/>
                  <a:gd name="connsiteY4" fmla="*/ 369357 h 546530"/>
                  <a:gd name="connsiteX0" fmla="*/ 14922 w 680087"/>
                  <a:gd name="connsiteY0" fmla="*/ 369357 h 545428"/>
                  <a:gd name="connsiteX1" fmla="*/ 372109 w 680087"/>
                  <a:gd name="connsiteY1" fmla="*/ 59795 h 545428"/>
                  <a:gd name="connsiteX2" fmla="*/ 598329 w 680087"/>
                  <a:gd name="connsiteY2" fmla="*/ 293157 h 545428"/>
                  <a:gd name="connsiteX3" fmla="*/ 169703 w 680087"/>
                  <a:gd name="connsiteY3" fmla="*/ 543188 h 545428"/>
                  <a:gd name="connsiteX4" fmla="*/ 14922 w 680087"/>
                  <a:gd name="connsiteY4" fmla="*/ 369357 h 545428"/>
                  <a:gd name="connsiteX0" fmla="*/ 13366 w 678531"/>
                  <a:gd name="connsiteY0" fmla="*/ 369357 h 554814"/>
                  <a:gd name="connsiteX1" fmla="*/ 370553 w 678531"/>
                  <a:gd name="connsiteY1" fmla="*/ 59795 h 554814"/>
                  <a:gd name="connsiteX2" fmla="*/ 596773 w 678531"/>
                  <a:gd name="connsiteY2" fmla="*/ 293157 h 554814"/>
                  <a:gd name="connsiteX3" fmla="*/ 180054 w 678531"/>
                  <a:gd name="connsiteY3" fmla="*/ 552713 h 554814"/>
                  <a:gd name="connsiteX4" fmla="*/ 13366 w 678531"/>
                  <a:gd name="connsiteY4" fmla="*/ 369357 h 554814"/>
                  <a:gd name="connsiteX0" fmla="*/ 10389 w 675554"/>
                  <a:gd name="connsiteY0" fmla="*/ 369357 h 559513"/>
                  <a:gd name="connsiteX1" fmla="*/ 367576 w 675554"/>
                  <a:gd name="connsiteY1" fmla="*/ 59795 h 559513"/>
                  <a:gd name="connsiteX2" fmla="*/ 593796 w 675554"/>
                  <a:gd name="connsiteY2" fmla="*/ 293157 h 559513"/>
                  <a:gd name="connsiteX3" fmla="*/ 208033 w 675554"/>
                  <a:gd name="connsiteY3" fmla="*/ 557475 h 559513"/>
                  <a:gd name="connsiteX4" fmla="*/ 10389 w 675554"/>
                  <a:gd name="connsiteY4" fmla="*/ 369357 h 559513"/>
                  <a:gd name="connsiteX0" fmla="*/ 9895 w 675060"/>
                  <a:gd name="connsiteY0" fmla="*/ 369357 h 563100"/>
                  <a:gd name="connsiteX1" fmla="*/ 367082 w 675060"/>
                  <a:gd name="connsiteY1" fmla="*/ 59795 h 563100"/>
                  <a:gd name="connsiteX2" fmla="*/ 593302 w 675060"/>
                  <a:gd name="connsiteY2" fmla="*/ 293157 h 563100"/>
                  <a:gd name="connsiteX3" fmla="*/ 207539 w 675060"/>
                  <a:gd name="connsiteY3" fmla="*/ 557475 h 563100"/>
                  <a:gd name="connsiteX4" fmla="*/ 9895 w 675060"/>
                  <a:gd name="connsiteY4" fmla="*/ 369357 h 563100"/>
                  <a:gd name="connsiteX0" fmla="*/ 30178 w 695343"/>
                  <a:gd name="connsiteY0" fmla="*/ 369357 h 785109"/>
                  <a:gd name="connsiteX1" fmla="*/ 387365 w 695343"/>
                  <a:gd name="connsiteY1" fmla="*/ 59795 h 785109"/>
                  <a:gd name="connsiteX2" fmla="*/ 613585 w 695343"/>
                  <a:gd name="connsiteY2" fmla="*/ 293157 h 785109"/>
                  <a:gd name="connsiteX3" fmla="*/ 115280 w 695343"/>
                  <a:gd name="connsiteY3" fmla="*/ 782558 h 785109"/>
                  <a:gd name="connsiteX4" fmla="*/ 30178 w 695343"/>
                  <a:gd name="connsiteY4" fmla="*/ 369357 h 785109"/>
                  <a:gd name="connsiteX0" fmla="*/ 23471 w 709737"/>
                  <a:gd name="connsiteY0" fmla="*/ 467831 h 785914"/>
                  <a:gd name="connsiteX1" fmla="*/ 401759 w 709737"/>
                  <a:gd name="connsiteY1" fmla="*/ 59795 h 785914"/>
                  <a:gd name="connsiteX2" fmla="*/ 627979 w 709737"/>
                  <a:gd name="connsiteY2" fmla="*/ 293157 h 785914"/>
                  <a:gd name="connsiteX3" fmla="*/ 129674 w 709737"/>
                  <a:gd name="connsiteY3" fmla="*/ 782558 h 785914"/>
                  <a:gd name="connsiteX4" fmla="*/ 23471 w 709737"/>
                  <a:gd name="connsiteY4" fmla="*/ 467831 h 785914"/>
                  <a:gd name="connsiteX0" fmla="*/ 23471 w 709737"/>
                  <a:gd name="connsiteY0" fmla="*/ 467831 h 785914"/>
                  <a:gd name="connsiteX1" fmla="*/ 401759 w 709737"/>
                  <a:gd name="connsiteY1" fmla="*/ 59795 h 785914"/>
                  <a:gd name="connsiteX2" fmla="*/ 627979 w 709737"/>
                  <a:gd name="connsiteY2" fmla="*/ 293157 h 785914"/>
                  <a:gd name="connsiteX3" fmla="*/ 129674 w 709737"/>
                  <a:gd name="connsiteY3" fmla="*/ 782558 h 785914"/>
                  <a:gd name="connsiteX4" fmla="*/ 23471 w 709737"/>
                  <a:gd name="connsiteY4" fmla="*/ 467831 h 785914"/>
                  <a:gd name="connsiteX0" fmla="*/ 13091 w 755627"/>
                  <a:gd name="connsiteY0" fmla="*/ 608508 h 788636"/>
                  <a:gd name="connsiteX1" fmla="*/ 447649 w 755627"/>
                  <a:gd name="connsiteY1" fmla="*/ 59795 h 788636"/>
                  <a:gd name="connsiteX2" fmla="*/ 673869 w 755627"/>
                  <a:gd name="connsiteY2" fmla="*/ 293157 h 788636"/>
                  <a:gd name="connsiteX3" fmla="*/ 175564 w 755627"/>
                  <a:gd name="connsiteY3" fmla="*/ 782558 h 788636"/>
                  <a:gd name="connsiteX4" fmla="*/ 13091 w 755627"/>
                  <a:gd name="connsiteY4" fmla="*/ 608508 h 788636"/>
                  <a:gd name="connsiteX0" fmla="*/ 33465 w 776001"/>
                  <a:gd name="connsiteY0" fmla="*/ 608508 h 787482"/>
                  <a:gd name="connsiteX1" fmla="*/ 468023 w 776001"/>
                  <a:gd name="connsiteY1" fmla="*/ 59795 h 787482"/>
                  <a:gd name="connsiteX2" fmla="*/ 694243 w 776001"/>
                  <a:gd name="connsiteY2" fmla="*/ 293157 h 787482"/>
                  <a:gd name="connsiteX3" fmla="*/ 195938 w 776001"/>
                  <a:gd name="connsiteY3" fmla="*/ 782558 h 787482"/>
                  <a:gd name="connsiteX4" fmla="*/ 33465 w 776001"/>
                  <a:gd name="connsiteY4" fmla="*/ 608508 h 787482"/>
                  <a:gd name="connsiteX0" fmla="*/ 33465 w 776001"/>
                  <a:gd name="connsiteY0" fmla="*/ 596443 h 775417"/>
                  <a:gd name="connsiteX1" fmla="*/ 468023 w 776001"/>
                  <a:gd name="connsiteY1" fmla="*/ 61797 h 775417"/>
                  <a:gd name="connsiteX2" fmla="*/ 694243 w 776001"/>
                  <a:gd name="connsiteY2" fmla="*/ 281092 h 775417"/>
                  <a:gd name="connsiteX3" fmla="*/ 195938 w 776001"/>
                  <a:gd name="connsiteY3" fmla="*/ 770493 h 775417"/>
                  <a:gd name="connsiteX4" fmla="*/ 33465 w 776001"/>
                  <a:gd name="connsiteY4" fmla="*/ 596443 h 775417"/>
                  <a:gd name="connsiteX0" fmla="*/ 33465 w 766898"/>
                  <a:gd name="connsiteY0" fmla="*/ 601405 h 780379"/>
                  <a:gd name="connsiteX1" fmla="*/ 468023 w 766898"/>
                  <a:gd name="connsiteY1" fmla="*/ 66759 h 780379"/>
                  <a:gd name="connsiteX2" fmla="*/ 694243 w 766898"/>
                  <a:gd name="connsiteY2" fmla="*/ 286054 h 780379"/>
                  <a:gd name="connsiteX3" fmla="*/ 195938 w 766898"/>
                  <a:gd name="connsiteY3" fmla="*/ 775455 h 780379"/>
                  <a:gd name="connsiteX4" fmla="*/ 33465 w 766898"/>
                  <a:gd name="connsiteY4" fmla="*/ 601405 h 780379"/>
                  <a:gd name="connsiteX0" fmla="*/ 33465 w 772715"/>
                  <a:gd name="connsiteY0" fmla="*/ 600246 h 779220"/>
                  <a:gd name="connsiteX1" fmla="*/ 468023 w 772715"/>
                  <a:gd name="connsiteY1" fmla="*/ 65600 h 779220"/>
                  <a:gd name="connsiteX2" fmla="*/ 701277 w 772715"/>
                  <a:gd name="connsiteY2" fmla="*/ 291929 h 779220"/>
                  <a:gd name="connsiteX3" fmla="*/ 195938 w 772715"/>
                  <a:gd name="connsiteY3" fmla="*/ 774296 h 779220"/>
                  <a:gd name="connsiteX4" fmla="*/ 33465 w 772715"/>
                  <a:gd name="connsiteY4" fmla="*/ 600246 h 779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2715" h="779220">
                    <a:moveTo>
                      <a:pt x="33465" y="600246"/>
                    </a:moveTo>
                    <a:lnTo>
                      <a:pt x="468023" y="65600"/>
                    </a:lnTo>
                    <a:cubicBezTo>
                      <a:pt x="656935" y="-116167"/>
                      <a:pt x="893694" y="119440"/>
                      <a:pt x="701277" y="291929"/>
                    </a:cubicBezTo>
                    <a:lnTo>
                      <a:pt x="195938" y="774296"/>
                    </a:lnTo>
                    <a:cubicBezTo>
                      <a:pt x="49094" y="811602"/>
                      <a:pt x="-57045" y="625512"/>
                      <a:pt x="33465" y="600246"/>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grpSp>
        <p:grpSp>
          <p:nvGrpSpPr>
            <p:cNvPr id="112" name="Group 111"/>
            <p:cNvGrpSpPr/>
            <p:nvPr/>
          </p:nvGrpSpPr>
          <p:grpSpPr>
            <a:xfrm>
              <a:off x="7050596" y="1951803"/>
              <a:ext cx="255137" cy="223340"/>
              <a:chOff x="435555" y="1018822"/>
              <a:chExt cx="1297223" cy="1208730"/>
            </a:xfrm>
          </p:grpSpPr>
          <p:grpSp>
            <p:nvGrpSpPr>
              <p:cNvPr id="180" name="Group 179"/>
              <p:cNvGrpSpPr/>
              <p:nvPr/>
            </p:nvGrpSpPr>
            <p:grpSpPr>
              <a:xfrm>
                <a:off x="435555" y="1018822"/>
                <a:ext cx="1297223" cy="1208730"/>
                <a:chOff x="435555" y="1018822"/>
                <a:chExt cx="1297223" cy="1208730"/>
              </a:xfrm>
            </p:grpSpPr>
            <p:sp>
              <p:nvSpPr>
                <p:cNvPr id="185" name="Rectangle 2"/>
                <p:cNvSpPr/>
                <p:nvPr/>
              </p:nvSpPr>
              <p:spPr>
                <a:xfrm rot="1178742" flipH="1" flipV="1">
                  <a:off x="1435008" y="1476321"/>
                  <a:ext cx="248550" cy="243665"/>
                </a:xfrm>
                <a:custGeom>
                  <a:avLst/>
                  <a:gdLst>
                    <a:gd name="connsiteX0" fmla="*/ 0 w 4659086"/>
                    <a:gd name="connsiteY0" fmla="*/ 0 h 2017485"/>
                    <a:gd name="connsiteX1" fmla="*/ 4659086 w 4659086"/>
                    <a:gd name="connsiteY1" fmla="*/ 0 h 2017485"/>
                    <a:gd name="connsiteX2" fmla="*/ 4659086 w 4659086"/>
                    <a:gd name="connsiteY2" fmla="*/ 2017485 h 2017485"/>
                    <a:gd name="connsiteX3" fmla="*/ 0 w 4659086"/>
                    <a:gd name="connsiteY3" fmla="*/ 2017485 h 2017485"/>
                    <a:gd name="connsiteX4" fmla="*/ 0 w 4659086"/>
                    <a:gd name="connsiteY4" fmla="*/ 0 h 2017485"/>
                    <a:gd name="connsiteX0" fmla="*/ 0 w 4804229"/>
                    <a:gd name="connsiteY0" fmla="*/ 0 h 2017485"/>
                    <a:gd name="connsiteX1" fmla="*/ 4659086 w 4804229"/>
                    <a:gd name="connsiteY1" fmla="*/ 0 h 2017485"/>
                    <a:gd name="connsiteX2" fmla="*/ 4804229 w 4804229"/>
                    <a:gd name="connsiteY2" fmla="*/ 1204685 h 2017485"/>
                    <a:gd name="connsiteX3" fmla="*/ 0 w 4804229"/>
                    <a:gd name="connsiteY3" fmla="*/ 2017485 h 2017485"/>
                    <a:gd name="connsiteX4" fmla="*/ 0 w 4804229"/>
                    <a:gd name="connsiteY4" fmla="*/ 0 h 2017485"/>
                    <a:gd name="connsiteX0" fmla="*/ 0 w 4804229"/>
                    <a:gd name="connsiteY0" fmla="*/ 0 h 4223656"/>
                    <a:gd name="connsiteX1" fmla="*/ 4659086 w 4804229"/>
                    <a:gd name="connsiteY1" fmla="*/ 0 h 4223656"/>
                    <a:gd name="connsiteX2" fmla="*/ 4804229 w 4804229"/>
                    <a:gd name="connsiteY2" fmla="*/ 1204685 h 4223656"/>
                    <a:gd name="connsiteX3" fmla="*/ 2002971 w 4804229"/>
                    <a:gd name="connsiteY3" fmla="*/ 4223656 h 4223656"/>
                    <a:gd name="connsiteX4" fmla="*/ 0 w 4804229"/>
                    <a:gd name="connsiteY4" fmla="*/ 0 h 4223656"/>
                    <a:gd name="connsiteX0" fmla="*/ 0 w 7634515"/>
                    <a:gd name="connsiteY0" fmla="*/ 0 h 4499428"/>
                    <a:gd name="connsiteX1" fmla="*/ 7489372 w 7634515"/>
                    <a:gd name="connsiteY1" fmla="*/ 275772 h 4499428"/>
                    <a:gd name="connsiteX2" fmla="*/ 7634515 w 7634515"/>
                    <a:gd name="connsiteY2" fmla="*/ 1480457 h 4499428"/>
                    <a:gd name="connsiteX3" fmla="*/ 4833257 w 7634515"/>
                    <a:gd name="connsiteY3" fmla="*/ 4499428 h 4499428"/>
                    <a:gd name="connsiteX4" fmla="*/ 0 w 7634515"/>
                    <a:gd name="connsiteY4" fmla="*/ 0 h 4499428"/>
                    <a:gd name="connsiteX0" fmla="*/ 0 w 7634515"/>
                    <a:gd name="connsiteY0" fmla="*/ 0 h 4499428"/>
                    <a:gd name="connsiteX1" fmla="*/ 7489372 w 7634515"/>
                    <a:gd name="connsiteY1" fmla="*/ 275772 h 4499428"/>
                    <a:gd name="connsiteX2" fmla="*/ 7634515 w 7634515"/>
                    <a:gd name="connsiteY2" fmla="*/ 1480457 h 4499428"/>
                    <a:gd name="connsiteX3" fmla="*/ 4833257 w 7634515"/>
                    <a:gd name="connsiteY3" fmla="*/ 4499428 h 4499428"/>
                    <a:gd name="connsiteX4" fmla="*/ 0 w 7634515"/>
                    <a:gd name="connsiteY4" fmla="*/ 0 h 4499428"/>
                    <a:gd name="connsiteX0" fmla="*/ 39552 w 7674067"/>
                    <a:gd name="connsiteY0" fmla="*/ 0 h 4895853"/>
                    <a:gd name="connsiteX1" fmla="*/ 7528924 w 7674067"/>
                    <a:gd name="connsiteY1" fmla="*/ 275772 h 4895853"/>
                    <a:gd name="connsiteX2" fmla="*/ 7674067 w 7674067"/>
                    <a:gd name="connsiteY2" fmla="*/ 1480457 h 4895853"/>
                    <a:gd name="connsiteX3" fmla="*/ 4872809 w 7674067"/>
                    <a:gd name="connsiteY3" fmla="*/ 4499428 h 4895853"/>
                    <a:gd name="connsiteX4" fmla="*/ 4582524 w 7674067"/>
                    <a:gd name="connsiteY4" fmla="*/ 4368799 h 4895853"/>
                    <a:gd name="connsiteX5" fmla="*/ 39552 w 7674067"/>
                    <a:gd name="connsiteY5" fmla="*/ 0 h 4895853"/>
                    <a:gd name="connsiteX0" fmla="*/ 38817 w 7673332"/>
                    <a:gd name="connsiteY0" fmla="*/ 0 h 4715686"/>
                    <a:gd name="connsiteX1" fmla="*/ 7528189 w 7673332"/>
                    <a:gd name="connsiteY1" fmla="*/ 275772 h 4715686"/>
                    <a:gd name="connsiteX2" fmla="*/ 7673332 w 7673332"/>
                    <a:gd name="connsiteY2" fmla="*/ 1480457 h 4715686"/>
                    <a:gd name="connsiteX3" fmla="*/ 4872074 w 7673332"/>
                    <a:gd name="connsiteY3" fmla="*/ 4499428 h 4715686"/>
                    <a:gd name="connsiteX4" fmla="*/ 4668875 w 7673332"/>
                    <a:gd name="connsiteY4" fmla="*/ 3860799 h 4715686"/>
                    <a:gd name="connsiteX5" fmla="*/ 38817 w 7673332"/>
                    <a:gd name="connsiteY5" fmla="*/ 0 h 4715686"/>
                    <a:gd name="connsiteX0" fmla="*/ 38817 w 7673332"/>
                    <a:gd name="connsiteY0" fmla="*/ 0 h 4614939"/>
                    <a:gd name="connsiteX1" fmla="*/ 7528189 w 7673332"/>
                    <a:gd name="connsiteY1" fmla="*/ 275772 h 4614939"/>
                    <a:gd name="connsiteX2" fmla="*/ 7673332 w 7673332"/>
                    <a:gd name="connsiteY2" fmla="*/ 1480457 h 4614939"/>
                    <a:gd name="connsiteX3" fmla="*/ 4872074 w 7673332"/>
                    <a:gd name="connsiteY3" fmla="*/ 4499428 h 4614939"/>
                    <a:gd name="connsiteX4" fmla="*/ 4668875 w 7673332"/>
                    <a:gd name="connsiteY4" fmla="*/ 3860799 h 4614939"/>
                    <a:gd name="connsiteX5" fmla="*/ 38817 w 7673332"/>
                    <a:gd name="connsiteY5" fmla="*/ 0 h 4614939"/>
                    <a:gd name="connsiteX0" fmla="*/ 38817 w 7673332"/>
                    <a:gd name="connsiteY0" fmla="*/ 0 h 4499428"/>
                    <a:gd name="connsiteX1" fmla="*/ 7528189 w 7673332"/>
                    <a:gd name="connsiteY1" fmla="*/ 275772 h 4499428"/>
                    <a:gd name="connsiteX2" fmla="*/ 7673332 w 7673332"/>
                    <a:gd name="connsiteY2" fmla="*/ 1480457 h 4499428"/>
                    <a:gd name="connsiteX3" fmla="*/ 4872074 w 7673332"/>
                    <a:gd name="connsiteY3" fmla="*/ 4499428 h 4499428"/>
                    <a:gd name="connsiteX4" fmla="*/ 4668875 w 7673332"/>
                    <a:gd name="connsiteY4" fmla="*/ 3860799 h 4499428"/>
                    <a:gd name="connsiteX5" fmla="*/ 38817 w 7673332"/>
                    <a:gd name="connsiteY5" fmla="*/ 0 h 4499428"/>
                    <a:gd name="connsiteX0" fmla="*/ 39428 w 7673943"/>
                    <a:gd name="connsiteY0" fmla="*/ 0 h 4499428"/>
                    <a:gd name="connsiteX1" fmla="*/ 7528800 w 7673943"/>
                    <a:gd name="connsiteY1" fmla="*/ 275772 h 4499428"/>
                    <a:gd name="connsiteX2" fmla="*/ 7673943 w 7673943"/>
                    <a:gd name="connsiteY2" fmla="*/ 1480457 h 4499428"/>
                    <a:gd name="connsiteX3" fmla="*/ 4872685 w 7673943"/>
                    <a:gd name="connsiteY3" fmla="*/ 4499428 h 4499428"/>
                    <a:gd name="connsiteX4" fmla="*/ 4596915 w 7673943"/>
                    <a:gd name="connsiteY4" fmla="*/ 4397828 h 4499428"/>
                    <a:gd name="connsiteX5" fmla="*/ 39428 w 7673943"/>
                    <a:gd name="connsiteY5" fmla="*/ 0 h 4499428"/>
                    <a:gd name="connsiteX0" fmla="*/ 39428 w 7673943"/>
                    <a:gd name="connsiteY0" fmla="*/ 0 h 4499428"/>
                    <a:gd name="connsiteX1" fmla="*/ 7528800 w 7673943"/>
                    <a:gd name="connsiteY1" fmla="*/ 275772 h 4499428"/>
                    <a:gd name="connsiteX2" fmla="*/ 7673943 w 7673943"/>
                    <a:gd name="connsiteY2" fmla="*/ 1480457 h 4499428"/>
                    <a:gd name="connsiteX3" fmla="*/ 4872685 w 7673943"/>
                    <a:gd name="connsiteY3" fmla="*/ 4499428 h 4499428"/>
                    <a:gd name="connsiteX4" fmla="*/ 4596915 w 7673943"/>
                    <a:gd name="connsiteY4" fmla="*/ 4397828 h 4499428"/>
                    <a:gd name="connsiteX5" fmla="*/ 39428 w 7673943"/>
                    <a:gd name="connsiteY5" fmla="*/ 0 h 4499428"/>
                    <a:gd name="connsiteX0" fmla="*/ 39428 w 7673943"/>
                    <a:gd name="connsiteY0" fmla="*/ 0 h 4499428"/>
                    <a:gd name="connsiteX1" fmla="*/ 7528800 w 7673943"/>
                    <a:gd name="connsiteY1" fmla="*/ 275772 h 4499428"/>
                    <a:gd name="connsiteX2" fmla="*/ 7673943 w 7673943"/>
                    <a:gd name="connsiteY2" fmla="*/ 1480457 h 4499428"/>
                    <a:gd name="connsiteX3" fmla="*/ 4872685 w 7673943"/>
                    <a:gd name="connsiteY3" fmla="*/ 4499428 h 4499428"/>
                    <a:gd name="connsiteX4" fmla="*/ 4596915 w 7673943"/>
                    <a:gd name="connsiteY4" fmla="*/ 4397828 h 4499428"/>
                    <a:gd name="connsiteX5" fmla="*/ 39428 w 7673943"/>
                    <a:gd name="connsiteY5" fmla="*/ 0 h 4499428"/>
                    <a:gd name="connsiteX0" fmla="*/ 39428 w 7673943"/>
                    <a:gd name="connsiteY0" fmla="*/ 0 h 4499428"/>
                    <a:gd name="connsiteX1" fmla="*/ 7528800 w 7673943"/>
                    <a:gd name="connsiteY1" fmla="*/ 275772 h 4499428"/>
                    <a:gd name="connsiteX2" fmla="*/ 7673943 w 7673943"/>
                    <a:gd name="connsiteY2" fmla="*/ 1480457 h 4499428"/>
                    <a:gd name="connsiteX3" fmla="*/ 4872685 w 7673943"/>
                    <a:gd name="connsiteY3" fmla="*/ 4499428 h 4499428"/>
                    <a:gd name="connsiteX4" fmla="*/ 4596915 w 7673943"/>
                    <a:gd name="connsiteY4" fmla="*/ 4397828 h 4499428"/>
                    <a:gd name="connsiteX5" fmla="*/ 39428 w 7673943"/>
                    <a:gd name="connsiteY5" fmla="*/ 0 h 4499428"/>
                    <a:gd name="connsiteX0" fmla="*/ 38245 w 7672760"/>
                    <a:gd name="connsiteY0" fmla="*/ 0 h 4499428"/>
                    <a:gd name="connsiteX1" fmla="*/ 7527617 w 7672760"/>
                    <a:gd name="connsiteY1" fmla="*/ 275772 h 4499428"/>
                    <a:gd name="connsiteX2" fmla="*/ 7672760 w 7672760"/>
                    <a:gd name="connsiteY2" fmla="*/ 1480457 h 4499428"/>
                    <a:gd name="connsiteX3" fmla="*/ 4871502 w 7672760"/>
                    <a:gd name="connsiteY3" fmla="*/ 4499428 h 4499428"/>
                    <a:gd name="connsiteX4" fmla="*/ 4595732 w 7672760"/>
                    <a:gd name="connsiteY4" fmla="*/ 4397828 h 4499428"/>
                    <a:gd name="connsiteX5" fmla="*/ 38245 w 7672760"/>
                    <a:gd name="connsiteY5" fmla="*/ 0 h 4499428"/>
                    <a:gd name="connsiteX0" fmla="*/ 0 w 7634515"/>
                    <a:gd name="connsiteY0" fmla="*/ 0 h 4499428"/>
                    <a:gd name="connsiteX1" fmla="*/ 7489372 w 7634515"/>
                    <a:gd name="connsiteY1" fmla="*/ 275772 h 4499428"/>
                    <a:gd name="connsiteX2" fmla="*/ 7634515 w 7634515"/>
                    <a:gd name="connsiteY2" fmla="*/ 1480457 h 4499428"/>
                    <a:gd name="connsiteX3" fmla="*/ 4833257 w 7634515"/>
                    <a:gd name="connsiteY3" fmla="*/ 4499428 h 4499428"/>
                    <a:gd name="connsiteX4" fmla="*/ 4557487 w 7634515"/>
                    <a:gd name="connsiteY4" fmla="*/ 4397828 h 4499428"/>
                    <a:gd name="connsiteX5" fmla="*/ 0 w 7634515"/>
                    <a:gd name="connsiteY5" fmla="*/ 0 h 4499428"/>
                    <a:gd name="connsiteX0" fmla="*/ 0 w 7634515"/>
                    <a:gd name="connsiteY0" fmla="*/ 0 h 4455885"/>
                    <a:gd name="connsiteX1" fmla="*/ 7489372 w 7634515"/>
                    <a:gd name="connsiteY1" fmla="*/ 275772 h 4455885"/>
                    <a:gd name="connsiteX2" fmla="*/ 7634515 w 7634515"/>
                    <a:gd name="connsiteY2" fmla="*/ 1480457 h 4455885"/>
                    <a:gd name="connsiteX3" fmla="*/ 4862285 w 7634515"/>
                    <a:gd name="connsiteY3" fmla="*/ 4455885 h 4455885"/>
                    <a:gd name="connsiteX4" fmla="*/ 4557487 w 7634515"/>
                    <a:gd name="connsiteY4" fmla="*/ 4397828 h 4455885"/>
                    <a:gd name="connsiteX5" fmla="*/ 0 w 7634515"/>
                    <a:gd name="connsiteY5" fmla="*/ 0 h 4455885"/>
                    <a:gd name="connsiteX0" fmla="*/ 0 w 7634515"/>
                    <a:gd name="connsiteY0" fmla="*/ 0 h 4484914"/>
                    <a:gd name="connsiteX1" fmla="*/ 7489372 w 7634515"/>
                    <a:gd name="connsiteY1" fmla="*/ 275772 h 4484914"/>
                    <a:gd name="connsiteX2" fmla="*/ 7634515 w 7634515"/>
                    <a:gd name="connsiteY2" fmla="*/ 1480457 h 4484914"/>
                    <a:gd name="connsiteX3" fmla="*/ 4833256 w 7634515"/>
                    <a:gd name="connsiteY3" fmla="*/ 4484914 h 4484914"/>
                    <a:gd name="connsiteX4" fmla="*/ 4557487 w 7634515"/>
                    <a:gd name="connsiteY4" fmla="*/ 4397828 h 4484914"/>
                    <a:gd name="connsiteX5" fmla="*/ 0 w 7634515"/>
                    <a:gd name="connsiteY5" fmla="*/ 0 h 4484914"/>
                    <a:gd name="connsiteX0" fmla="*/ 0 w 7634515"/>
                    <a:gd name="connsiteY0" fmla="*/ 0 h 4484914"/>
                    <a:gd name="connsiteX1" fmla="*/ 7489372 w 7634515"/>
                    <a:gd name="connsiteY1" fmla="*/ 275772 h 4484914"/>
                    <a:gd name="connsiteX2" fmla="*/ 7634515 w 7634515"/>
                    <a:gd name="connsiteY2" fmla="*/ 1480457 h 4484914"/>
                    <a:gd name="connsiteX3" fmla="*/ 4833256 w 7634515"/>
                    <a:gd name="connsiteY3" fmla="*/ 4484914 h 4484914"/>
                    <a:gd name="connsiteX4" fmla="*/ 4557487 w 7634515"/>
                    <a:gd name="connsiteY4" fmla="*/ 4397828 h 4484914"/>
                    <a:gd name="connsiteX5" fmla="*/ 0 w 7634515"/>
                    <a:gd name="connsiteY5" fmla="*/ 0 h 4484914"/>
                    <a:gd name="connsiteX0" fmla="*/ 0 w 7634515"/>
                    <a:gd name="connsiteY0" fmla="*/ 0 h 4484914"/>
                    <a:gd name="connsiteX1" fmla="*/ 5573485 w 7634515"/>
                    <a:gd name="connsiteY1" fmla="*/ 203200 h 4484914"/>
                    <a:gd name="connsiteX2" fmla="*/ 7489372 w 7634515"/>
                    <a:gd name="connsiteY2" fmla="*/ 275772 h 4484914"/>
                    <a:gd name="connsiteX3" fmla="*/ 7634515 w 7634515"/>
                    <a:gd name="connsiteY3" fmla="*/ 1480457 h 4484914"/>
                    <a:gd name="connsiteX4" fmla="*/ 4833256 w 7634515"/>
                    <a:gd name="connsiteY4" fmla="*/ 4484914 h 4484914"/>
                    <a:gd name="connsiteX5" fmla="*/ 4557487 w 7634515"/>
                    <a:gd name="connsiteY5" fmla="*/ 4397828 h 4484914"/>
                    <a:gd name="connsiteX6" fmla="*/ 0 w 7634515"/>
                    <a:gd name="connsiteY6" fmla="*/ 0 h 4484914"/>
                    <a:gd name="connsiteX0" fmla="*/ 0 w 7634515"/>
                    <a:gd name="connsiteY0" fmla="*/ 798285 h 5283199"/>
                    <a:gd name="connsiteX1" fmla="*/ 7082971 w 7634515"/>
                    <a:gd name="connsiteY1" fmla="*/ 0 h 5283199"/>
                    <a:gd name="connsiteX2" fmla="*/ 7489372 w 7634515"/>
                    <a:gd name="connsiteY2" fmla="*/ 1074057 h 5283199"/>
                    <a:gd name="connsiteX3" fmla="*/ 7634515 w 7634515"/>
                    <a:gd name="connsiteY3" fmla="*/ 2278742 h 5283199"/>
                    <a:gd name="connsiteX4" fmla="*/ 4833256 w 7634515"/>
                    <a:gd name="connsiteY4" fmla="*/ 5283199 h 5283199"/>
                    <a:gd name="connsiteX5" fmla="*/ 4557487 w 7634515"/>
                    <a:gd name="connsiteY5" fmla="*/ 5196113 h 5283199"/>
                    <a:gd name="connsiteX6" fmla="*/ 0 w 7634515"/>
                    <a:gd name="connsiteY6" fmla="*/ 798285 h 5283199"/>
                    <a:gd name="connsiteX0" fmla="*/ 0 w 7634515"/>
                    <a:gd name="connsiteY0" fmla="*/ 1088571 h 5573485"/>
                    <a:gd name="connsiteX1" fmla="*/ 7257143 w 7634515"/>
                    <a:gd name="connsiteY1" fmla="*/ 0 h 5573485"/>
                    <a:gd name="connsiteX2" fmla="*/ 7489372 w 7634515"/>
                    <a:gd name="connsiteY2" fmla="*/ 1364343 h 5573485"/>
                    <a:gd name="connsiteX3" fmla="*/ 7634515 w 7634515"/>
                    <a:gd name="connsiteY3" fmla="*/ 2569028 h 5573485"/>
                    <a:gd name="connsiteX4" fmla="*/ 4833256 w 7634515"/>
                    <a:gd name="connsiteY4" fmla="*/ 5573485 h 5573485"/>
                    <a:gd name="connsiteX5" fmla="*/ 4557487 w 7634515"/>
                    <a:gd name="connsiteY5" fmla="*/ 5486399 h 5573485"/>
                    <a:gd name="connsiteX6" fmla="*/ 0 w 7634515"/>
                    <a:gd name="connsiteY6" fmla="*/ 1088571 h 5573485"/>
                    <a:gd name="connsiteX0" fmla="*/ 0 w 7634515"/>
                    <a:gd name="connsiteY0" fmla="*/ 1088571 h 5573485"/>
                    <a:gd name="connsiteX1" fmla="*/ 5660571 w 7634515"/>
                    <a:gd name="connsiteY1" fmla="*/ 217715 h 5573485"/>
                    <a:gd name="connsiteX2" fmla="*/ 7257143 w 7634515"/>
                    <a:gd name="connsiteY2" fmla="*/ 0 h 5573485"/>
                    <a:gd name="connsiteX3" fmla="*/ 7489372 w 7634515"/>
                    <a:gd name="connsiteY3" fmla="*/ 1364343 h 5573485"/>
                    <a:gd name="connsiteX4" fmla="*/ 7634515 w 7634515"/>
                    <a:gd name="connsiteY4" fmla="*/ 2569028 h 5573485"/>
                    <a:gd name="connsiteX5" fmla="*/ 4833256 w 7634515"/>
                    <a:gd name="connsiteY5" fmla="*/ 5573485 h 5573485"/>
                    <a:gd name="connsiteX6" fmla="*/ 4557487 w 7634515"/>
                    <a:gd name="connsiteY6" fmla="*/ 5486399 h 5573485"/>
                    <a:gd name="connsiteX7" fmla="*/ 0 w 7634515"/>
                    <a:gd name="connsiteY7" fmla="*/ 1088571 h 5573485"/>
                    <a:gd name="connsiteX0" fmla="*/ 0 w 7634515"/>
                    <a:gd name="connsiteY0" fmla="*/ 1088571 h 5573485"/>
                    <a:gd name="connsiteX1" fmla="*/ 6110514 w 7634515"/>
                    <a:gd name="connsiteY1" fmla="*/ 740229 h 5573485"/>
                    <a:gd name="connsiteX2" fmla="*/ 7257143 w 7634515"/>
                    <a:gd name="connsiteY2" fmla="*/ 0 h 5573485"/>
                    <a:gd name="connsiteX3" fmla="*/ 7489372 w 7634515"/>
                    <a:gd name="connsiteY3" fmla="*/ 1364343 h 5573485"/>
                    <a:gd name="connsiteX4" fmla="*/ 7634515 w 7634515"/>
                    <a:gd name="connsiteY4" fmla="*/ 2569028 h 5573485"/>
                    <a:gd name="connsiteX5" fmla="*/ 4833256 w 7634515"/>
                    <a:gd name="connsiteY5" fmla="*/ 5573485 h 5573485"/>
                    <a:gd name="connsiteX6" fmla="*/ 4557487 w 7634515"/>
                    <a:gd name="connsiteY6" fmla="*/ 5486399 h 5573485"/>
                    <a:gd name="connsiteX7" fmla="*/ 0 w 7634515"/>
                    <a:gd name="connsiteY7" fmla="*/ 1088571 h 5573485"/>
                    <a:gd name="connsiteX0" fmla="*/ 0 w 7634515"/>
                    <a:gd name="connsiteY0" fmla="*/ 1088571 h 5573485"/>
                    <a:gd name="connsiteX1" fmla="*/ 6037942 w 7634515"/>
                    <a:gd name="connsiteY1" fmla="*/ 754743 h 5573485"/>
                    <a:gd name="connsiteX2" fmla="*/ 7257143 w 7634515"/>
                    <a:gd name="connsiteY2" fmla="*/ 0 h 5573485"/>
                    <a:gd name="connsiteX3" fmla="*/ 7489372 w 7634515"/>
                    <a:gd name="connsiteY3" fmla="*/ 1364343 h 5573485"/>
                    <a:gd name="connsiteX4" fmla="*/ 7634515 w 7634515"/>
                    <a:gd name="connsiteY4" fmla="*/ 2569028 h 5573485"/>
                    <a:gd name="connsiteX5" fmla="*/ 4833256 w 7634515"/>
                    <a:gd name="connsiteY5" fmla="*/ 5573485 h 5573485"/>
                    <a:gd name="connsiteX6" fmla="*/ 4557487 w 7634515"/>
                    <a:gd name="connsiteY6" fmla="*/ 5486399 h 5573485"/>
                    <a:gd name="connsiteX7" fmla="*/ 0 w 7634515"/>
                    <a:gd name="connsiteY7" fmla="*/ 1088571 h 5573485"/>
                    <a:gd name="connsiteX0" fmla="*/ 0 w 7634515"/>
                    <a:gd name="connsiteY0" fmla="*/ 1088571 h 5573485"/>
                    <a:gd name="connsiteX1" fmla="*/ 3164114 w 7634515"/>
                    <a:gd name="connsiteY1" fmla="*/ 914401 h 5573485"/>
                    <a:gd name="connsiteX2" fmla="*/ 6037942 w 7634515"/>
                    <a:gd name="connsiteY2" fmla="*/ 754743 h 5573485"/>
                    <a:gd name="connsiteX3" fmla="*/ 7257143 w 7634515"/>
                    <a:gd name="connsiteY3" fmla="*/ 0 h 5573485"/>
                    <a:gd name="connsiteX4" fmla="*/ 7489372 w 7634515"/>
                    <a:gd name="connsiteY4" fmla="*/ 1364343 h 5573485"/>
                    <a:gd name="connsiteX5" fmla="*/ 7634515 w 7634515"/>
                    <a:gd name="connsiteY5" fmla="*/ 2569028 h 5573485"/>
                    <a:gd name="connsiteX6" fmla="*/ 4833256 w 7634515"/>
                    <a:gd name="connsiteY6" fmla="*/ 5573485 h 5573485"/>
                    <a:gd name="connsiteX7" fmla="*/ 4557487 w 7634515"/>
                    <a:gd name="connsiteY7" fmla="*/ 5486399 h 5573485"/>
                    <a:gd name="connsiteX8" fmla="*/ 0 w 7634515"/>
                    <a:gd name="connsiteY8" fmla="*/ 1088571 h 5573485"/>
                    <a:gd name="connsiteX0" fmla="*/ 0 w 7634515"/>
                    <a:gd name="connsiteY0" fmla="*/ 1088571 h 5573485"/>
                    <a:gd name="connsiteX1" fmla="*/ 711199 w 7634515"/>
                    <a:gd name="connsiteY1" fmla="*/ 435430 h 5573485"/>
                    <a:gd name="connsiteX2" fmla="*/ 6037942 w 7634515"/>
                    <a:gd name="connsiteY2" fmla="*/ 754743 h 5573485"/>
                    <a:gd name="connsiteX3" fmla="*/ 7257143 w 7634515"/>
                    <a:gd name="connsiteY3" fmla="*/ 0 h 5573485"/>
                    <a:gd name="connsiteX4" fmla="*/ 7489372 w 7634515"/>
                    <a:gd name="connsiteY4" fmla="*/ 1364343 h 5573485"/>
                    <a:gd name="connsiteX5" fmla="*/ 7634515 w 7634515"/>
                    <a:gd name="connsiteY5" fmla="*/ 2569028 h 5573485"/>
                    <a:gd name="connsiteX6" fmla="*/ 4833256 w 7634515"/>
                    <a:gd name="connsiteY6" fmla="*/ 5573485 h 5573485"/>
                    <a:gd name="connsiteX7" fmla="*/ 4557487 w 7634515"/>
                    <a:gd name="connsiteY7" fmla="*/ 5486399 h 5573485"/>
                    <a:gd name="connsiteX8" fmla="*/ 0 w 7634515"/>
                    <a:gd name="connsiteY8" fmla="*/ 1088571 h 5573485"/>
                    <a:gd name="connsiteX0" fmla="*/ 0 w 7634515"/>
                    <a:gd name="connsiteY0" fmla="*/ 1088571 h 5573485"/>
                    <a:gd name="connsiteX1" fmla="*/ 711199 w 7634515"/>
                    <a:gd name="connsiteY1" fmla="*/ 435430 h 5573485"/>
                    <a:gd name="connsiteX2" fmla="*/ 6037942 w 7634515"/>
                    <a:gd name="connsiteY2" fmla="*/ 754743 h 5573485"/>
                    <a:gd name="connsiteX3" fmla="*/ 7257143 w 7634515"/>
                    <a:gd name="connsiteY3" fmla="*/ 0 h 5573485"/>
                    <a:gd name="connsiteX4" fmla="*/ 7489372 w 7634515"/>
                    <a:gd name="connsiteY4" fmla="*/ 1364343 h 5573485"/>
                    <a:gd name="connsiteX5" fmla="*/ 7634515 w 7634515"/>
                    <a:gd name="connsiteY5" fmla="*/ 2569028 h 5573485"/>
                    <a:gd name="connsiteX6" fmla="*/ 4833256 w 7634515"/>
                    <a:gd name="connsiteY6" fmla="*/ 5573485 h 5573485"/>
                    <a:gd name="connsiteX7" fmla="*/ 4557487 w 7634515"/>
                    <a:gd name="connsiteY7" fmla="*/ 5486399 h 5573485"/>
                    <a:gd name="connsiteX8" fmla="*/ 0 w 7634515"/>
                    <a:gd name="connsiteY8" fmla="*/ 1088571 h 5573485"/>
                    <a:gd name="connsiteX0" fmla="*/ 0 w 7605486"/>
                    <a:gd name="connsiteY0" fmla="*/ 1074056 h 5573485"/>
                    <a:gd name="connsiteX1" fmla="*/ 682170 w 7605486"/>
                    <a:gd name="connsiteY1" fmla="*/ 435430 h 5573485"/>
                    <a:gd name="connsiteX2" fmla="*/ 6008913 w 7605486"/>
                    <a:gd name="connsiteY2" fmla="*/ 754743 h 5573485"/>
                    <a:gd name="connsiteX3" fmla="*/ 7228114 w 7605486"/>
                    <a:gd name="connsiteY3" fmla="*/ 0 h 5573485"/>
                    <a:gd name="connsiteX4" fmla="*/ 7460343 w 7605486"/>
                    <a:gd name="connsiteY4" fmla="*/ 1364343 h 5573485"/>
                    <a:gd name="connsiteX5" fmla="*/ 7605486 w 7605486"/>
                    <a:gd name="connsiteY5" fmla="*/ 2569028 h 5573485"/>
                    <a:gd name="connsiteX6" fmla="*/ 4804227 w 7605486"/>
                    <a:gd name="connsiteY6" fmla="*/ 5573485 h 5573485"/>
                    <a:gd name="connsiteX7" fmla="*/ 4528458 w 7605486"/>
                    <a:gd name="connsiteY7" fmla="*/ 5486399 h 5573485"/>
                    <a:gd name="connsiteX8" fmla="*/ 0 w 7605486"/>
                    <a:gd name="connsiteY8" fmla="*/ 1074056 h 5573485"/>
                    <a:gd name="connsiteX0" fmla="*/ 145217 w 7750703"/>
                    <a:gd name="connsiteY0" fmla="*/ 1074056 h 5573485"/>
                    <a:gd name="connsiteX1" fmla="*/ 827387 w 7750703"/>
                    <a:gd name="connsiteY1" fmla="*/ 435430 h 5573485"/>
                    <a:gd name="connsiteX2" fmla="*/ 6154130 w 7750703"/>
                    <a:gd name="connsiteY2" fmla="*/ 754743 h 5573485"/>
                    <a:gd name="connsiteX3" fmla="*/ 7373331 w 7750703"/>
                    <a:gd name="connsiteY3" fmla="*/ 0 h 5573485"/>
                    <a:gd name="connsiteX4" fmla="*/ 7605560 w 7750703"/>
                    <a:gd name="connsiteY4" fmla="*/ 1364343 h 5573485"/>
                    <a:gd name="connsiteX5" fmla="*/ 7750703 w 7750703"/>
                    <a:gd name="connsiteY5" fmla="*/ 2569028 h 5573485"/>
                    <a:gd name="connsiteX6" fmla="*/ 4949444 w 7750703"/>
                    <a:gd name="connsiteY6" fmla="*/ 5573485 h 5573485"/>
                    <a:gd name="connsiteX7" fmla="*/ 4673675 w 7750703"/>
                    <a:gd name="connsiteY7" fmla="*/ 5486399 h 5573485"/>
                    <a:gd name="connsiteX8" fmla="*/ 145217 w 7750703"/>
                    <a:gd name="connsiteY8" fmla="*/ 1074056 h 5573485"/>
                    <a:gd name="connsiteX0" fmla="*/ 143276 w 7748762"/>
                    <a:gd name="connsiteY0" fmla="*/ 1074056 h 5573485"/>
                    <a:gd name="connsiteX1" fmla="*/ 825446 w 7748762"/>
                    <a:gd name="connsiteY1" fmla="*/ 435430 h 5573485"/>
                    <a:gd name="connsiteX2" fmla="*/ 6152189 w 7748762"/>
                    <a:gd name="connsiteY2" fmla="*/ 754743 h 5573485"/>
                    <a:gd name="connsiteX3" fmla="*/ 7371390 w 7748762"/>
                    <a:gd name="connsiteY3" fmla="*/ 0 h 5573485"/>
                    <a:gd name="connsiteX4" fmla="*/ 7603619 w 7748762"/>
                    <a:gd name="connsiteY4" fmla="*/ 1364343 h 5573485"/>
                    <a:gd name="connsiteX5" fmla="*/ 7748762 w 7748762"/>
                    <a:gd name="connsiteY5" fmla="*/ 2569028 h 5573485"/>
                    <a:gd name="connsiteX6" fmla="*/ 4947503 w 7748762"/>
                    <a:gd name="connsiteY6" fmla="*/ 5573485 h 5573485"/>
                    <a:gd name="connsiteX7" fmla="*/ 4671734 w 7748762"/>
                    <a:gd name="connsiteY7" fmla="*/ 5486399 h 5573485"/>
                    <a:gd name="connsiteX8" fmla="*/ 143276 w 7748762"/>
                    <a:gd name="connsiteY8" fmla="*/ 1074056 h 5573485"/>
                    <a:gd name="connsiteX0" fmla="*/ 143276 w 7748762"/>
                    <a:gd name="connsiteY0" fmla="*/ 1074056 h 5573485"/>
                    <a:gd name="connsiteX1" fmla="*/ 825446 w 7748762"/>
                    <a:gd name="connsiteY1" fmla="*/ 435430 h 5573485"/>
                    <a:gd name="connsiteX2" fmla="*/ 3365445 w 7748762"/>
                    <a:gd name="connsiteY2" fmla="*/ 566058 h 5573485"/>
                    <a:gd name="connsiteX3" fmla="*/ 6152189 w 7748762"/>
                    <a:gd name="connsiteY3" fmla="*/ 754743 h 5573485"/>
                    <a:gd name="connsiteX4" fmla="*/ 7371390 w 7748762"/>
                    <a:gd name="connsiteY4" fmla="*/ 0 h 5573485"/>
                    <a:gd name="connsiteX5" fmla="*/ 7603619 w 7748762"/>
                    <a:gd name="connsiteY5" fmla="*/ 1364343 h 5573485"/>
                    <a:gd name="connsiteX6" fmla="*/ 7748762 w 7748762"/>
                    <a:gd name="connsiteY6" fmla="*/ 2569028 h 5573485"/>
                    <a:gd name="connsiteX7" fmla="*/ 4947503 w 7748762"/>
                    <a:gd name="connsiteY7" fmla="*/ 5573485 h 5573485"/>
                    <a:gd name="connsiteX8" fmla="*/ 4671734 w 7748762"/>
                    <a:gd name="connsiteY8" fmla="*/ 5486399 h 5573485"/>
                    <a:gd name="connsiteX9" fmla="*/ 143276 w 7748762"/>
                    <a:gd name="connsiteY9" fmla="*/ 1074056 h 5573485"/>
                    <a:gd name="connsiteX0" fmla="*/ 143276 w 7748762"/>
                    <a:gd name="connsiteY0" fmla="*/ 1074056 h 5573485"/>
                    <a:gd name="connsiteX1" fmla="*/ 825446 w 7748762"/>
                    <a:gd name="connsiteY1" fmla="*/ 435430 h 5573485"/>
                    <a:gd name="connsiteX2" fmla="*/ 2494588 w 7748762"/>
                    <a:gd name="connsiteY2" fmla="*/ 2249715 h 5573485"/>
                    <a:gd name="connsiteX3" fmla="*/ 6152189 w 7748762"/>
                    <a:gd name="connsiteY3" fmla="*/ 754743 h 5573485"/>
                    <a:gd name="connsiteX4" fmla="*/ 7371390 w 7748762"/>
                    <a:gd name="connsiteY4" fmla="*/ 0 h 5573485"/>
                    <a:gd name="connsiteX5" fmla="*/ 7603619 w 7748762"/>
                    <a:gd name="connsiteY5" fmla="*/ 1364343 h 5573485"/>
                    <a:gd name="connsiteX6" fmla="*/ 7748762 w 7748762"/>
                    <a:gd name="connsiteY6" fmla="*/ 2569028 h 5573485"/>
                    <a:gd name="connsiteX7" fmla="*/ 4947503 w 7748762"/>
                    <a:gd name="connsiteY7" fmla="*/ 5573485 h 5573485"/>
                    <a:gd name="connsiteX8" fmla="*/ 4671734 w 7748762"/>
                    <a:gd name="connsiteY8" fmla="*/ 5486399 h 5573485"/>
                    <a:gd name="connsiteX9" fmla="*/ 143276 w 7748762"/>
                    <a:gd name="connsiteY9" fmla="*/ 1074056 h 5573485"/>
                    <a:gd name="connsiteX0" fmla="*/ 225462 w 7830948"/>
                    <a:gd name="connsiteY0" fmla="*/ 1074056 h 5573485"/>
                    <a:gd name="connsiteX1" fmla="*/ 530261 w 7830948"/>
                    <a:gd name="connsiteY1" fmla="*/ 595087 h 5573485"/>
                    <a:gd name="connsiteX2" fmla="*/ 2576774 w 7830948"/>
                    <a:gd name="connsiteY2" fmla="*/ 2249715 h 5573485"/>
                    <a:gd name="connsiteX3" fmla="*/ 6234375 w 7830948"/>
                    <a:gd name="connsiteY3" fmla="*/ 754743 h 5573485"/>
                    <a:gd name="connsiteX4" fmla="*/ 7453576 w 7830948"/>
                    <a:gd name="connsiteY4" fmla="*/ 0 h 5573485"/>
                    <a:gd name="connsiteX5" fmla="*/ 7685805 w 7830948"/>
                    <a:gd name="connsiteY5" fmla="*/ 1364343 h 5573485"/>
                    <a:gd name="connsiteX6" fmla="*/ 7830948 w 7830948"/>
                    <a:gd name="connsiteY6" fmla="*/ 2569028 h 5573485"/>
                    <a:gd name="connsiteX7" fmla="*/ 5029689 w 7830948"/>
                    <a:gd name="connsiteY7" fmla="*/ 5573485 h 5573485"/>
                    <a:gd name="connsiteX8" fmla="*/ 4753920 w 7830948"/>
                    <a:gd name="connsiteY8" fmla="*/ 5486399 h 5573485"/>
                    <a:gd name="connsiteX9" fmla="*/ 225462 w 7830948"/>
                    <a:gd name="connsiteY9" fmla="*/ 1074056 h 5573485"/>
                    <a:gd name="connsiteX0" fmla="*/ 154662 w 7760148"/>
                    <a:gd name="connsiteY0" fmla="*/ 1074056 h 5573485"/>
                    <a:gd name="connsiteX1" fmla="*/ 764261 w 7760148"/>
                    <a:gd name="connsiteY1" fmla="*/ 391887 h 5573485"/>
                    <a:gd name="connsiteX2" fmla="*/ 2505974 w 7760148"/>
                    <a:gd name="connsiteY2" fmla="*/ 2249715 h 5573485"/>
                    <a:gd name="connsiteX3" fmla="*/ 6163575 w 7760148"/>
                    <a:gd name="connsiteY3" fmla="*/ 754743 h 5573485"/>
                    <a:gd name="connsiteX4" fmla="*/ 7382776 w 7760148"/>
                    <a:gd name="connsiteY4" fmla="*/ 0 h 5573485"/>
                    <a:gd name="connsiteX5" fmla="*/ 7615005 w 7760148"/>
                    <a:gd name="connsiteY5" fmla="*/ 1364343 h 5573485"/>
                    <a:gd name="connsiteX6" fmla="*/ 7760148 w 7760148"/>
                    <a:gd name="connsiteY6" fmla="*/ 2569028 h 5573485"/>
                    <a:gd name="connsiteX7" fmla="*/ 4958889 w 7760148"/>
                    <a:gd name="connsiteY7" fmla="*/ 5573485 h 5573485"/>
                    <a:gd name="connsiteX8" fmla="*/ 4683120 w 7760148"/>
                    <a:gd name="connsiteY8" fmla="*/ 5486399 h 5573485"/>
                    <a:gd name="connsiteX9" fmla="*/ 154662 w 7760148"/>
                    <a:gd name="connsiteY9" fmla="*/ 1074056 h 5573485"/>
                    <a:gd name="connsiteX0" fmla="*/ 146294 w 7751780"/>
                    <a:gd name="connsiteY0" fmla="*/ 1074056 h 5573485"/>
                    <a:gd name="connsiteX1" fmla="*/ 755893 w 7751780"/>
                    <a:gd name="connsiteY1" fmla="*/ 391887 h 5573485"/>
                    <a:gd name="connsiteX2" fmla="*/ 2497606 w 7751780"/>
                    <a:gd name="connsiteY2" fmla="*/ 2249715 h 5573485"/>
                    <a:gd name="connsiteX3" fmla="*/ 6155207 w 7751780"/>
                    <a:gd name="connsiteY3" fmla="*/ 754743 h 5573485"/>
                    <a:gd name="connsiteX4" fmla="*/ 7374408 w 7751780"/>
                    <a:gd name="connsiteY4" fmla="*/ 0 h 5573485"/>
                    <a:gd name="connsiteX5" fmla="*/ 7606637 w 7751780"/>
                    <a:gd name="connsiteY5" fmla="*/ 1364343 h 5573485"/>
                    <a:gd name="connsiteX6" fmla="*/ 7751780 w 7751780"/>
                    <a:gd name="connsiteY6" fmla="*/ 2569028 h 5573485"/>
                    <a:gd name="connsiteX7" fmla="*/ 4950521 w 7751780"/>
                    <a:gd name="connsiteY7" fmla="*/ 5573485 h 5573485"/>
                    <a:gd name="connsiteX8" fmla="*/ 4674752 w 7751780"/>
                    <a:gd name="connsiteY8" fmla="*/ 5486399 h 5573485"/>
                    <a:gd name="connsiteX9" fmla="*/ 146294 w 7751780"/>
                    <a:gd name="connsiteY9" fmla="*/ 1074056 h 5573485"/>
                    <a:gd name="connsiteX0" fmla="*/ 146294 w 7751780"/>
                    <a:gd name="connsiteY0" fmla="*/ 1074056 h 5573485"/>
                    <a:gd name="connsiteX1" fmla="*/ 755893 w 7751780"/>
                    <a:gd name="connsiteY1" fmla="*/ 391887 h 5573485"/>
                    <a:gd name="connsiteX2" fmla="*/ 2584691 w 7751780"/>
                    <a:gd name="connsiteY2" fmla="*/ 2220687 h 5573485"/>
                    <a:gd name="connsiteX3" fmla="*/ 6155207 w 7751780"/>
                    <a:gd name="connsiteY3" fmla="*/ 754743 h 5573485"/>
                    <a:gd name="connsiteX4" fmla="*/ 7374408 w 7751780"/>
                    <a:gd name="connsiteY4" fmla="*/ 0 h 5573485"/>
                    <a:gd name="connsiteX5" fmla="*/ 7606637 w 7751780"/>
                    <a:gd name="connsiteY5" fmla="*/ 1364343 h 5573485"/>
                    <a:gd name="connsiteX6" fmla="*/ 7751780 w 7751780"/>
                    <a:gd name="connsiteY6" fmla="*/ 2569028 h 5573485"/>
                    <a:gd name="connsiteX7" fmla="*/ 4950521 w 7751780"/>
                    <a:gd name="connsiteY7" fmla="*/ 5573485 h 5573485"/>
                    <a:gd name="connsiteX8" fmla="*/ 4674752 w 7751780"/>
                    <a:gd name="connsiteY8" fmla="*/ 5486399 h 5573485"/>
                    <a:gd name="connsiteX9" fmla="*/ 146294 w 7751780"/>
                    <a:gd name="connsiteY9" fmla="*/ 1074056 h 5573485"/>
                    <a:gd name="connsiteX0" fmla="*/ 146294 w 7751780"/>
                    <a:gd name="connsiteY0" fmla="*/ 1074056 h 5573485"/>
                    <a:gd name="connsiteX1" fmla="*/ 755893 w 7751780"/>
                    <a:gd name="connsiteY1" fmla="*/ 391887 h 5573485"/>
                    <a:gd name="connsiteX2" fmla="*/ 2584691 w 7751780"/>
                    <a:gd name="connsiteY2" fmla="*/ 2220687 h 5573485"/>
                    <a:gd name="connsiteX3" fmla="*/ 4094178 w 7751780"/>
                    <a:gd name="connsiteY3" fmla="*/ 1611086 h 5573485"/>
                    <a:gd name="connsiteX4" fmla="*/ 6155207 w 7751780"/>
                    <a:gd name="connsiteY4" fmla="*/ 754743 h 5573485"/>
                    <a:gd name="connsiteX5" fmla="*/ 7374408 w 7751780"/>
                    <a:gd name="connsiteY5" fmla="*/ 0 h 5573485"/>
                    <a:gd name="connsiteX6" fmla="*/ 7606637 w 7751780"/>
                    <a:gd name="connsiteY6" fmla="*/ 1364343 h 5573485"/>
                    <a:gd name="connsiteX7" fmla="*/ 7751780 w 7751780"/>
                    <a:gd name="connsiteY7" fmla="*/ 2569028 h 5573485"/>
                    <a:gd name="connsiteX8" fmla="*/ 4950521 w 7751780"/>
                    <a:gd name="connsiteY8" fmla="*/ 5573485 h 5573485"/>
                    <a:gd name="connsiteX9" fmla="*/ 4674752 w 7751780"/>
                    <a:gd name="connsiteY9" fmla="*/ 5486399 h 5573485"/>
                    <a:gd name="connsiteX10" fmla="*/ 146294 w 7751780"/>
                    <a:gd name="connsiteY10" fmla="*/ 1074056 h 5573485"/>
                    <a:gd name="connsiteX0" fmla="*/ 362859 w 7968345"/>
                    <a:gd name="connsiteY0" fmla="*/ 1944913 h 6444342"/>
                    <a:gd name="connsiteX1" fmla="*/ 972458 w 7968345"/>
                    <a:gd name="connsiteY1" fmla="*/ 1262744 h 6444342"/>
                    <a:gd name="connsiteX2" fmla="*/ 2801256 w 7968345"/>
                    <a:gd name="connsiteY2" fmla="*/ 3091544 h 6444342"/>
                    <a:gd name="connsiteX3" fmla="*/ 0 w 7968345"/>
                    <a:gd name="connsiteY3" fmla="*/ 0 h 6444342"/>
                    <a:gd name="connsiteX4" fmla="*/ 6371772 w 7968345"/>
                    <a:gd name="connsiteY4" fmla="*/ 1625600 h 6444342"/>
                    <a:gd name="connsiteX5" fmla="*/ 7590973 w 7968345"/>
                    <a:gd name="connsiteY5" fmla="*/ 870857 h 6444342"/>
                    <a:gd name="connsiteX6" fmla="*/ 7823202 w 7968345"/>
                    <a:gd name="connsiteY6" fmla="*/ 2235200 h 6444342"/>
                    <a:gd name="connsiteX7" fmla="*/ 7968345 w 7968345"/>
                    <a:gd name="connsiteY7" fmla="*/ 3439885 h 6444342"/>
                    <a:gd name="connsiteX8" fmla="*/ 5167086 w 7968345"/>
                    <a:gd name="connsiteY8" fmla="*/ 6444342 h 6444342"/>
                    <a:gd name="connsiteX9" fmla="*/ 4891317 w 7968345"/>
                    <a:gd name="connsiteY9" fmla="*/ 6357256 h 6444342"/>
                    <a:gd name="connsiteX10" fmla="*/ 362859 w 7968345"/>
                    <a:gd name="connsiteY10" fmla="*/ 1944913 h 6444342"/>
                    <a:gd name="connsiteX0" fmla="*/ 449944 w 8055430"/>
                    <a:gd name="connsiteY0" fmla="*/ 1857827 h 6357256"/>
                    <a:gd name="connsiteX1" fmla="*/ 1059543 w 8055430"/>
                    <a:gd name="connsiteY1" fmla="*/ 1175658 h 6357256"/>
                    <a:gd name="connsiteX2" fmla="*/ 2888341 w 8055430"/>
                    <a:gd name="connsiteY2" fmla="*/ 3004458 h 6357256"/>
                    <a:gd name="connsiteX3" fmla="*/ 0 w 8055430"/>
                    <a:gd name="connsiteY3" fmla="*/ 0 h 6357256"/>
                    <a:gd name="connsiteX4" fmla="*/ 6458857 w 8055430"/>
                    <a:gd name="connsiteY4" fmla="*/ 1538514 h 6357256"/>
                    <a:gd name="connsiteX5" fmla="*/ 7678058 w 8055430"/>
                    <a:gd name="connsiteY5" fmla="*/ 783771 h 6357256"/>
                    <a:gd name="connsiteX6" fmla="*/ 7910287 w 8055430"/>
                    <a:gd name="connsiteY6" fmla="*/ 2148114 h 6357256"/>
                    <a:gd name="connsiteX7" fmla="*/ 8055430 w 8055430"/>
                    <a:gd name="connsiteY7" fmla="*/ 3352799 h 6357256"/>
                    <a:gd name="connsiteX8" fmla="*/ 5254171 w 8055430"/>
                    <a:gd name="connsiteY8" fmla="*/ 6357256 h 6357256"/>
                    <a:gd name="connsiteX9" fmla="*/ 4978402 w 8055430"/>
                    <a:gd name="connsiteY9" fmla="*/ 6270170 h 6357256"/>
                    <a:gd name="connsiteX10" fmla="*/ 449944 w 8055430"/>
                    <a:gd name="connsiteY10" fmla="*/ 1857827 h 6357256"/>
                    <a:gd name="connsiteX0" fmla="*/ 406401 w 8011887"/>
                    <a:gd name="connsiteY0" fmla="*/ 1828799 h 6328228"/>
                    <a:gd name="connsiteX1" fmla="*/ 1016000 w 8011887"/>
                    <a:gd name="connsiteY1" fmla="*/ 1146630 h 6328228"/>
                    <a:gd name="connsiteX2" fmla="*/ 2844798 w 8011887"/>
                    <a:gd name="connsiteY2" fmla="*/ 2975430 h 6328228"/>
                    <a:gd name="connsiteX3" fmla="*/ 0 w 8011887"/>
                    <a:gd name="connsiteY3" fmla="*/ 0 h 6328228"/>
                    <a:gd name="connsiteX4" fmla="*/ 6415314 w 8011887"/>
                    <a:gd name="connsiteY4" fmla="*/ 1509486 h 6328228"/>
                    <a:gd name="connsiteX5" fmla="*/ 7634515 w 8011887"/>
                    <a:gd name="connsiteY5" fmla="*/ 754743 h 6328228"/>
                    <a:gd name="connsiteX6" fmla="*/ 7866744 w 8011887"/>
                    <a:gd name="connsiteY6" fmla="*/ 2119086 h 6328228"/>
                    <a:gd name="connsiteX7" fmla="*/ 8011887 w 8011887"/>
                    <a:gd name="connsiteY7" fmla="*/ 3323771 h 6328228"/>
                    <a:gd name="connsiteX8" fmla="*/ 5210628 w 8011887"/>
                    <a:gd name="connsiteY8" fmla="*/ 6328228 h 6328228"/>
                    <a:gd name="connsiteX9" fmla="*/ 4934859 w 8011887"/>
                    <a:gd name="connsiteY9" fmla="*/ 6241142 h 6328228"/>
                    <a:gd name="connsiteX10" fmla="*/ 406401 w 8011887"/>
                    <a:gd name="connsiteY10" fmla="*/ 1828799 h 6328228"/>
                    <a:gd name="connsiteX0" fmla="*/ 420915 w 8026401"/>
                    <a:gd name="connsiteY0" fmla="*/ 1828799 h 6328228"/>
                    <a:gd name="connsiteX1" fmla="*/ 1030514 w 8026401"/>
                    <a:gd name="connsiteY1" fmla="*/ 1146630 h 6328228"/>
                    <a:gd name="connsiteX2" fmla="*/ 2859312 w 8026401"/>
                    <a:gd name="connsiteY2" fmla="*/ 2975430 h 6328228"/>
                    <a:gd name="connsiteX3" fmla="*/ 0 w 8026401"/>
                    <a:gd name="connsiteY3" fmla="*/ 0 h 6328228"/>
                    <a:gd name="connsiteX4" fmla="*/ 6429828 w 8026401"/>
                    <a:gd name="connsiteY4" fmla="*/ 1509486 h 6328228"/>
                    <a:gd name="connsiteX5" fmla="*/ 7649029 w 8026401"/>
                    <a:gd name="connsiteY5" fmla="*/ 754743 h 6328228"/>
                    <a:gd name="connsiteX6" fmla="*/ 7881258 w 8026401"/>
                    <a:gd name="connsiteY6" fmla="*/ 2119086 h 6328228"/>
                    <a:gd name="connsiteX7" fmla="*/ 8026401 w 8026401"/>
                    <a:gd name="connsiteY7" fmla="*/ 3323771 h 6328228"/>
                    <a:gd name="connsiteX8" fmla="*/ 5225142 w 8026401"/>
                    <a:gd name="connsiteY8" fmla="*/ 6328228 h 6328228"/>
                    <a:gd name="connsiteX9" fmla="*/ 4949373 w 8026401"/>
                    <a:gd name="connsiteY9" fmla="*/ 6241142 h 6328228"/>
                    <a:gd name="connsiteX10" fmla="*/ 420915 w 8026401"/>
                    <a:gd name="connsiteY10" fmla="*/ 1828799 h 6328228"/>
                    <a:gd name="connsiteX0" fmla="*/ 420915 w 8026401"/>
                    <a:gd name="connsiteY0" fmla="*/ 1828799 h 6328228"/>
                    <a:gd name="connsiteX1" fmla="*/ 1030514 w 8026401"/>
                    <a:gd name="connsiteY1" fmla="*/ 1146630 h 6328228"/>
                    <a:gd name="connsiteX2" fmla="*/ 2859312 w 8026401"/>
                    <a:gd name="connsiteY2" fmla="*/ 2975430 h 6328228"/>
                    <a:gd name="connsiteX3" fmla="*/ 0 w 8026401"/>
                    <a:gd name="connsiteY3" fmla="*/ 0 h 6328228"/>
                    <a:gd name="connsiteX4" fmla="*/ 1698171 w 8026401"/>
                    <a:gd name="connsiteY4" fmla="*/ 377372 h 6328228"/>
                    <a:gd name="connsiteX5" fmla="*/ 6429828 w 8026401"/>
                    <a:gd name="connsiteY5" fmla="*/ 1509486 h 6328228"/>
                    <a:gd name="connsiteX6" fmla="*/ 7649029 w 8026401"/>
                    <a:gd name="connsiteY6" fmla="*/ 754743 h 6328228"/>
                    <a:gd name="connsiteX7" fmla="*/ 7881258 w 8026401"/>
                    <a:gd name="connsiteY7" fmla="*/ 2119086 h 6328228"/>
                    <a:gd name="connsiteX8" fmla="*/ 8026401 w 8026401"/>
                    <a:gd name="connsiteY8" fmla="*/ 3323771 h 6328228"/>
                    <a:gd name="connsiteX9" fmla="*/ 5225142 w 8026401"/>
                    <a:gd name="connsiteY9" fmla="*/ 6328228 h 6328228"/>
                    <a:gd name="connsiteX10" fmla="*/ 4949373 w 8026401"/>
                    <a:gd name="connsiteY10" fmla="*/ 6241142 h 6328228"/>
                    <a:gd name="connsiteX11" fmla="*/ 420915 w 8026401"/>
                    <a:gd name="connsiteY11" fmla="*/ 1828799 h 6328228"/>
                    <a:gd name="connsiteX0" fmla="*/ 420915 w 8026401"/>
                    <a:gd name="connsiteY0" fmla="*/ 2539998 h 7039427"/>
                    <a:gd name="connsiteX1" fmla="*/ 1030514 w 8026401"/>
                    <a:gd name="connsiteY1" fmla="*/ 1857829 h 7039427"/>
                    <a:gd name="connsiteX2" fmla="*/ 2859312 w 8026401"/>
                    <a:gd name="connsiteY2" fmla="*/ 3686629 h 7039427"/>
                    <a:gd name="connsiteX3" fmla="*/ 0 w 8026401"/>
                    <a:gd name="connsiteY3" fmla="*/ 711199 h 7039427"/>
                    <a:gd name="connsiteX4" fmla="*/ 899885 w 8026401"/>
                    <a:gd name="connsiteY4" fmla="*/ 0 h 7039427"/>
                    <a:gd name="connsiteX5" fmla="*/ 6429828 w 8026401"/>
                    <a:gd name="connsiteY5" fmla="*/ 2220685 h 7039427"/>
                    <a:gd name="connsiteX6" fmla="*/ 7649029 w 8026401"/>
                    <a:gd name="connsiteY6" fmla="*/ 1465942 h 7039427"/>
                    <a:gd name="connsiteX7" fmla="*/ 7881258 w 8026401"/>
                    <a:gd name="connsiteY7" fmla="*/ 2830285 h 7039427"/>
                    <a:gd name="connsiteX8" fmla="*/ 8026401 w 8026401"/>
                    <a:gd name="connsiteY8" fmla="*/ 4034970 h 7039427"/>
                    <a:gd name="connsiteX9" fmla="*/ 5225142 w 8026401"/>
                    <a:gd name="connsiteY9" fmla="*/ 7039427 h 7039427"/>
                    <a:gd name="connsiteX10" fmla="*/ 4949373 w 8026401"/>
                    <a:gd name="connsiteY10" fmla="*/ 6952341 h 7039427"/>
                    <a:gd name="connsiteX11" fmla="*/ 420915 w 8026401"/>
                    <a:gd name="connsiteY11" fmla="*/ 2539998 h 7039427"/>
                    <a:gd name="connsiteX0" fmla="*/ 420915 w 8026401"/>
                    <a:gd name="connsiteY0" fmla="*/ 2665438 h 7164867"/>
                    <a:gd name="connsiteX1" fmla="*/ 1030514 w 8026401"/>
                    <a:gd name="connsiteY1" fmla="*/ 1983269 h 7164867"/>
                    <a:gd name="connsiteX2" fmla="*/ 2859312 w 8026401"/>
                    <a:gd name="connsiteY2" fmla="*/ 3812069 h 7164867"/>
                    <a:gd name="connsiteX3" fmla="*/ 0 w 8026401"/>
                    <a:gd name="connsiteY3" fmla="*/ 836639 h 7164867"/>
                    <a:gd name="connsiteX4" fmla="*/ 899885 w 8026401"/>
                    <a:gd name="connsiteY4" fmla="*/ 125440 h 7164867"/>
                    <a:gd name="connsiteX5" fmla="*/ 6429828 w 8026401"/>
                    <a:gd name="connsiteY5" fmla="*/ 2346125 h 7164867"/>
                    <a:gd name="connsiteX6" fmla="*/ 7649029 w 8026401"/>
                    <a:gd name="connsiteY6" fmla="*/ 1591382 h 7164867"/>
                    <a:gd name="connsiteX7" fmla="*/ 7881258 w 8026401"/>
                    <a:gd name="connsiteY7" fmla="*/ 2955725 h 7164867"/>
                    <a:gd name="connsiteX8" fmla="*/ 8026401 w 8026401"/>
                    <a:gd name="connsiteY8" fmla="*/ 4160410 h 7164867"/>
                    <a:gd name="connsiteX9" fmla="*/ 5225142 w 8026401"/>
                    <a:gd name="connsiteY9" fmla="*/ 7164867 h 7164867"/>
                    <a:gd name="connsiteX10" fmla="*/ 4949373 w 8026401"/>
                    <a:gd name="connsiteY10" fmla="*/ 7077781 h 7164867"/>
                    <a:gd name="connsiteX11" fmla="*/ 420915 w 8026401"/>
                    <a:gd name="connsiteY11" fmla="*/ 2665438 h 7164867"/>
                    <a:gd name="connsiteX0" fmla="*/ 534938 w 8140424"/>
                    <a:gd name="connsiteY0" fmla="*/ 2718214 h 7217643"/>
                    <a:gd name="connsiteX1" fmla="*/ 1144537 w 8140424"/>
                    <a:gd name="connsiteY1" fmla="*/ 2036045 h 7217643"/>
                    <a:gd name="connsiteX2" fmla="*/ 2973335 w 8140424"/>
                    <a:gd name="connsiteY2" fmla="*/ 3864845 h 7217643"/>
                    <a:gd name="connsiteX3" fmla="*/ 114023 w 8140424"/>
                    <a:gd name="connsiteY3" fmla="*/ 889415 h 7217643"/>
                    <a:gd name="connsiteX4" fmla="*/ 1013908 w 8140424"/>
                    <a:gd name="connsiteY4" fmla="*/ 178216 h 7217643"/>
                    <a:gd name="connsiteX5" fmla="*/ 6543851 w 8140424"/>
                    <a:gd name="connsiteY5" fmla="*/ 2398901 h 7217643"/>
                    <a:gd name="connsiteX6" fmla="*/ 7763052 w 8140424"/>
                    <a:gd name="connsiteY6" fmla="*/ 1644158 h 7217643"/>
                    <a:gd name="connsiteX7" fmla="*/ 7995281 w 8140424"/>
                    <a:gd name="connsiteY7" fmla="*/ 3008501 h 7217643"/>
                    <a:gd name="connsiteX8" fmla="*/ 8140424 w 8140424"/>
                    <a:gd name="connsiteY8" fmla="*/ 4213186 h 7217643"/>
                    <a:gd name="connsiteX9" fmla="*/ 5339165 w 8140424"/>
                    <a:gd name="connsiteY9" fmla="*/ 7217643 h 7217643"/>
                    <a:gd name="connsiteX10" fmla="*/ 5063396 w 8140424"/>
                    <a:gd name="connsiteY10" fmla="*/ 7130557 h 7217643"/>
                    <a:gd name="connsiteX11" fmla="*/ 534938 w 8140424"/>
                    <a:gd name="connsiteY11" fmla="*/ 2718214 h 7217643"/>
                    <a:gd name="connsiteX0" fmla="*/ 534938 w 8140424"/>
                    <a:gd name="connsiteY0" fmla="*/ 2718214 h 7217643"/>
                    <a:gd name="connsiteX1" fmla="*/ 1144537 w 8140424"/>
                    <a:gd name="connsiteY1" fmla="*/ 2036045 h 7217643"/>
                    <a:gd name="connsiteX2" fmla="*/ 2973335 w 8140424"/>
                    <a:gd name="connsiteY2" fmla="*/ 3864845 h 7217643"/>
                    <a:gd name="connsiteX3" fmla="*/ 114023 w 8140424"/>
                    <a:gd name="connsiteY3" fmla="*/ 889415 h 7217643"/>
                    <a:gd name="connsiteX4" fmla="*/ 1013908 w 8140424"/>
                    <a:gd name="connsiteY4" fmla="*/ 178216 h 7217643"/>
                    <a:gd name="connsiteX5" fmla="*/ 3510366 w 8140424"/>
                    <a:gd name="connsiteY5" fmla="*/ 1194217 h 7217643"/>
                    <a:gd name="connsiteX6" fmla="*/ 6543851 w 8140424"/>
                    <a:gd name="connsiteY6" fmla="*/ 2398901 h 7217643"/>
                    <a:gd name="connsiteX7" fmla="*/ 7763052 w 8140424"/>
                    <a:gd name="connsiteY7" fmla="*/ 1644158 h 7217643"/>
                    <a:gd name="connsiteX8" fmla="*/ 7995281 w 8140424"/>
                    <a:gd name="connsiteY8" fmla="*/ 3008501 h 7217643"/>
                    <a:gd name="connsiteX9" fmla="*/ 8140424 w 8140424"/>
                    <a:gd name="connsiteY9" fmla="*/ 4213186 h 7217643"/>
                    <a:gd name="connsiteX10" fmla="*/ 5339165 w 8140424"/>
                    <a:gd name="connsiteY10" fmla="*/ 7217643 h 7217643"/>
                    <a:gd name="connsiteX11" fmla="*/ 5063396 w 8140424"/>
                    <a:gd name="connsiteY11" fmla="*/ 7130557 h 7217643"/>
                    <a:gd name="connsiteX12" fmla="*/ 534938 w 8140424"/>
                    <a:gd name="connsiteY12" fmla="*/ 2718214 h 7217643"/>
                    <a:gd name="connsiteX0" fmla="*/ 534938 w 8140424"/>
                    <a:gd name="connsiteY0" fmla="*/ 2718214 h 7217643"/>
                    <a:gd name="connsiteX1" fmla="*/ 1144537 w 8140424"/>
                    <a:gd name="connsiteY1" fmla="*/ 2036045 h 7217643"/>
                    <a:gd name="connsiteX2" fmla="*/ 2973335 w 8140424"/>
                    <a:gd name="connsiteY2" fmla="*/ 3864845 h 7217643"/>
                    <a:gd name="connsiteX3" fmla="*/ 114023 w 8140424"/>
                    <a:gd name="connsiteY3" fmla="*/ 889415 h 7217643"/>
                    <a:gd name="connsiteX4" fmla="*/ 1013908 w 8140424"/>
                    <a:gd name="connsiteY4" fmla="*/ 178216 h 7217643"/>
                    <a:gd name="connsiteX5" fmla="*/ 3379737 w 8140424"/>
                    <a:gd name="connsiteY5" fmla="*/ 2631131 h 7217643"/>
                    <a:gd name="connsiteX6" fmla="*/ 6543851 w 8140424"/>
                    <a:gd name="connsiteY6" fmla="*/ 2398901 h 7217643"/>
                    <a:gd name="connsiteX7" fmla="*/ 7763052 w 8140424"/>
                    <a:gd name="connsiteY7" fmla="*/ 1644158 h 7217643"/>
                    <a:gd name="connsiteX8" fmla="*/ 7995281 w 8140424"/>
                    <a:gd name="connsiteY8" fmla="*/ 3008501 h 7217643"/>
                    <a:gd name="connsiteX9" fmla="*/ 8140424 w 8140424"/>
                    <a:gd name="connsiteY9" fmla="*/ 4213186 h 7217643"/>
                    <a:gd name="connsiteX10" fmla="*/ 5339165 w 8140424"/>
                    <a:gd name="connsiteY10" fmla="*/ 7217643 h 7217643"/>
                    <a:gd name="connsiteX11" fmla="*/ 5063396 w 8140424"/>
                    <a:gd name="connsiteY11" fmla="*/ 7130557 h 7217643"/>
                    <a:gd name="connsiteX12" fmla="*/ 534938 w 8140424"/>
                    <a:gd name="connsiteY12" fmla="*/ 2718214 h 7217643"/>
                    <a:gd name="connsiteX0" fmla="*/ 534938 w 8140424"/>
                    <a:gd name="connsiteY0" fmla="*/ 2718214 h 7217643"/>
                    <a:gd name="connsiteX1" fmla="*/ 1144537 w 8140424"/>
                    <a:gd name="connsiteY1" fmla="*/ 2036045 h 7217643"/>
                    <a:gd name="connsiteX2" fmla="*/ 2973335 w 8140424"/>
                    <a:gd name="connsiteY2" fmla="*/ 3864845 h 7217643"/>
                    <a:gd name="connsiteX3" fmla="*/ 114023 w 8140424"/>
                    <a:gd name="connsiteY3" fmla="*/ 889415 h 7217643"/>
                    <a:gd name="connsiteX4" fmla="*/ 1013908 w 8140424"/>
                    <a:gd name="connsiteY4" fmla="*/ 178216 h 7217643"/>
                    <a:gd name="connsiteX5" fmla="*/ 3437794 w 8140424"/>
                    <a:gd name="connsiteY5" fmla="*/ 2616616 h 7217643"/>
                    <a:gd name="connsiteX6" fmla="*/ 6543851 w 8140424"/>
                    <a:gd name="connsiteY6" fmla="*/ 2398901 h 7217643"/>
                    <a:gd name="connsiteX7" fmla="*/ 7763052 w 8140424"/>
                    <a:gd name="connsiteY7" fmla="*/ 1644158 h 7217643"/>
                    <a:gd name="connsiteX8" fmla="*/ 7995281 w 8140424"/>
                    <a:gd name="connsiteY8" fmla="*/ 3008501 h 7217643"/>
                    <a:gd name="connsiteX9" fmla="*/ 8140424 w 8140424"/>
                    <a:gd name="connsiteY9" fmla="*/ 4213186 h 7217643"/>
                    <a:gd name="connsiteX10" fmla="*/ 5339165 w 8140424"/>
                    <a:gd name="connsiteY10" fmla="*/ 7217643 h 7217643"/>
                    <a:gd name="connsiteX11" fmla="*/ 5063396 w 8140424"/>
                    <a:gd name="connsiteY11" fmla="*/ 7130557 h 7217643"/>
                    <a:gd name="connsiteX12" fmla="*/ 534938 w 8140424"/>
                    <a:gd name="connsiteY12" fmla="*/ 2718214 h 7217643"/>
                    <a:gd name="connsiteX0" fmla="*/ 534938 w 8140424"/>
                    <a:gd name="connsiteY0" fmla="*/ 2718214 h 7217643"/>
                    <a:gd name="connsiteX1" fmla="*/ 1144537 w 8140424"/>
                    <a:gd name="connsiteY1" fmla="*/ 2036045 h 7217643"/>
                    <a:gd name="connsiteX2" fmla="*/ 2973335 w 8140424"/>
                    <a:gd name="connsiteY2" fmla="*/ 3864845 h 7217643"/>
                    <a:gd name="connsiteX3" fmla="*/ 114023 w 8140424"/>
                    <a:gd name="connsiteY3" fmla="*/ 889415 h 7217643"/>
                    <a:gd name="connsiteX4" fmla="*/ 1013908 w 8140424"/>
                    <a:gd name="connsiteY4" fmla="*/ 178216 h 7217643"/>
                    <a:gd name="connsiteX5" fmla="*/ 3437794 w 8140424"/>
                    <a:gd name="connsiteY5" fmla="*/ 2616616 h 7217643"/>
                    <a:gd name="connsiteX6" fmla="*/ 4932766 w 8140424"/>
                    <a:gd name="connsiteY6" fmla="*/ 2471474 h 7217643"/>
                    <a:gd name="connsiteX7" fmla="*/ 6543851 w 8140424"/>
                    <a:gd name="connsiteY7" fmla="*/ 2398901 h 7217643"/>
                    <a:gd name="connsiteX8" fmla="*/ 7763052 w 8140424"/>
                    <a:gd name="connsiteY8" fmla="*/ 1644158 h 7217643"/>
                    <a:gd name="connsiteX9" fmla="*/ 7995281 w 8140424"/>
                    <a:gd name="connsiteY9" fmla="*/ 3008501 h 7217643"/>
                    <a:gd name="connsiteX10" fmla="*/ 8140424 w 8140424"/>
                    <a:gd name="connsiteY10" fmla="*/ 4213186 h 7217643"/>
                    <a:gd name="connsiteX11" fmla="*/ 5339165 w 8140424"/>
                    <a:gd name="connsiteY11" fmla="*/ 7217643 h 7217643"/>
                    <a:gd name="connsiteX12" fmla="*/ 5063396 w 8140424"/>
                    <a:gd name="connsiteY12" fmla="*/ 7130557 h 7217643"/>
                    <a:gd name="connsiteX13" fmla="*/ 534938 w 8140424"/>
                    <a:gd name="connsiteY13" fmla="*/ 2718214 h 7217643"/>
                    <a:gd name="connsiteX0" fmla="*/ 534938 w 8140424"/>
                    <a:gd name="connsiteY0" fmla="*/ 2859312 h 7358741"/>
                    <a:gd name="connsiteX1" fmla="*/ 1144537 w 8140424"/>
                    <a:gd name="connsiteY1" fmla="*/ 2177143 h 7358741"/>
                    <a:gd name="connsiteX2" fmla="*/ 2973335 w 8140424"/>
                    <a:gd name="connsiteY2" fmla="*/ 4005943 h 7358741"/>
                    <a:gd name="connsiteX3" fmla="*/ 114023 w 8140424"/>
                    <a:gd name="connsiteY3" fmla="*/ 1030513 h 7358741"/>
                    <a:gd name="connsiteX4" fmla="*/ 1013908 w 8140424"/>
                    <a:gd name="connsiteY4" fmla="*/ 319314 h 7358741"/>
                    <a:gd name="connsiteX5" fmla="*/ 3437794 w 8140424"/>
                    <a:gd name="connsiteY5" fmla="*/ 2757714 h 7358741"/>
                    <a:gd name="connsiteX6" fmla="*/ 723623 w 8140424"/>
                    <a:gd name="connsiteY6" fmla="*/ 0 h 7358741"/>
                    <a:gd name="connsiteX7" fmla="*/ 6543851 w 8140424"/>
                    <a:gd name="connsiteY7" fmla="*/ 2539999 h 7358741"/>
                    <a:gd name="connsiteX8" fmla="*/ 7763052 w 8140424"/>
                    <a:gd name="connsiteY8" fmla="*/ 1785256 h 7358741"/>
                    <a:gd name="connsiteX9" fmla="*/ 7995281 w 8140424"/>
                    <a:gd name="connsiteY9" fmla="*/ 3149599 h 7358741"/>
                    <a:gd name="connsiteX10" fmla="*/ 8140424 w 8140424"/>
                    <a:gd name="connsiteY10" fmla="*/ 4354284 h 7358741"/>
                    <a:gd name="connsiteX11" fmla="*/ 5339165 w 8140424"/>
                    <a:gd name="connsiteY11" fmla="*/ 7358741 h 7358741"/>
                    <a:gd name="connsiteX12" fmla="*/ 5063396 w 8140424"/>
                    <a:gd name="connsiteY12" fmla="*/ 7271655 h 7358741"/>
                    <a:gd name="connsiteX13" fmla="*/ 534938 w 8140424"/>
                    <a:gd name="connsiteY13" fmla="*/ 2859312 h 7358741"/>
                    <a:gd name="connsiteX0" fmla="*/ 534938 w 8140424"/>
                    <a:gd name="connsiteY0" fmla="*/ 2859312 h 7358741"/>
                    <a:gd name="connsiteX1" fmla="*/ 1144537 w 8140424"/>
                    <a:gd name="connsiteY1" fmla="*/ 2177143 h 7358741"/>
                    <a:gd name="connsiteX2" fmla="*/ 2973335 w 8140424"/>
                    <a:gd name="connsiteY2" fmla="*/ 4005943 h 7358741"/>
                    <a:gd name="connsiteX3" fmla="*/ 114023 w 8140424"/>
                    <a:gd name="connsiteY3" fmla="*/ 1030513 h 7358741"/>
                    <a:gd name="connsiteX4" fmla="*/ 1013908 w 8140424"/>
                    <a:gd name="connsiteY4" fmla="*/ 319314 h 7358741"/>
                    <a:gd name="connsiteX5" fmla="*/ 3437794 w 8140424"/>
                    <a:gd name="connsiteY5" fmla="*/ 2757714 h 7358741"/>
                    <a:gd name="connsiteX6" fmla="*/ 723623 w 8140424"/>
                    <a:gd name="connsiteY6" fmla="*/ 0 h 7358741"/>
                    <a:gd name="connsiteX7" fmla="*/ 3713566 w 8140424"/>
                    <a:gd name="connsiteY7" fmla="*/ 1291772 h 7358741"/>
                    <a:gd name="connsiteX8" fmla="*/ 6543851 w 8140424"/>
                    <a:gd name="connsiteY8" fmla="*/ 2539999 h 7358741"/>
                    <a:gd name="connsiteX9" fmla="*/ 7763052 w 8140424"/>
                    <a:gd name="connsiteY9" fmla="*/ 1785256 h 7358741"/>
                    <a:gd name="connsiteX10" fmla="*/ 7995281 w 8140424"/>
                    <a:gd name="connsiteY10" fmla="*/ 3149599 h 7358741"/>
                    <a:gd name="connsiteX11" fmla="*/ 8140424 w 8140424"/>
                    <a:gd name="connsiteY11" fmla="*/ 4354284 h 7358741"/>
                    <a:gd name="connsiteX12" fmla="*/ 5339165 w 8140424"/>
                    <a:gd name="connsiteY12" fmla="*/ 7358741 h 7358741"/>
                    <a:gd name="connsiteX13" fmla="*/ 5063396 w 8140424"/>
                    <a:gd name="connsiteY13" fmla="*/ 7271655 h 7358741"/>
                    <a:gd name="connsiteX14" fmla="*/ 534938 w 8140424"/>
                    <a:gd name="connsiteY14" fmla="*/ 2859312 h 7358741"/>
                    <a:gd name="connsiteX0" fmla="*/ 534938 w 8140424"/>
                    <a:gd name="connsiteY0" fmla="*/ 3555997 h 8055426"/>
                    <a:gd name="connsiteX1" fmla="*/ 1144537 w 8140424"/>
                    <a:gd name="connsiteY1" fmla="*/ 2873828 h 8055426"/>
                    <a:gd name="connsiteX2" fmla="*/ 2973335 w 8140424"/>
                    <a:gd name="connsiteY2" fmla="*/ 4702628 h 8055426"/>
                    <a:gd name="connsiteX3" fmla="*/ 114023 w 8140424"/>
                    <a:gd name="connsiteY3" fmla="*/ 1727198 h 8055426"/>
                    <a:gd name="connsiteX4" fmla="*/ 1013908 w 8140424"/>
                    <a:gd name="connsiteY4" fmla="*/ 1015999 h 8055426"/>
                    <a:gd name="connsiteX5" fmla="*/ 3437794 w 8140424"/>
                    <a:gd name="connsiteY5" fmla="*/ 3454399 h 8055426"/>
                    <a:gd name="connsiteX6" fmla="*/ 723623 w 8140424"/>
                    <a:gd name="connsiteY6" fmla="*/ 696685 h 8055426"/>
                    <a:gd name="connsiteX7" fmla="*/ 1696080 w 8140424"/>
                    <a:gd name="connsiteY7" fmla="*/ 0 h 8055426"/>
                    <a:gd name="connsiteX8" fmla="*/ 6543851 w 8140424"/>
                    <a:gd name="connsiteY8" fmla="*/ 3236684 h 8055426"/>
                    <a:gd name="connsiteX9" fmla="*/ 7763052 w 8140424"/>
                    <a:gd name="connsiteY9" fmla="*/ 2481941 h 8055426"/>
                    <a:gd name="connsiteX10" fmla="*/ 7995281 w 8140424"/>
                    <a:gd name="connsiteY10" fmla="*/ 3846284 h 8055426"/>
                    <a:gd name="connsiteX11" fmla="*/ 8140424 w 8140424"/>
                    <a:gd name="connsiteY11" fmla="*/ 5050969 h 8055426"/>
                    <a:gd name="connsiteX12" fmla="*/ 5339165 w 8140424"/>
                    <a:gd name="connsiteY12" fmla="*/ 8055426 h 8055426"/>
                    <a:gd name="connsiteX13" fmla="*/ 5063396 w 8140424"/>
                    <a:gd name="connsiteY13" fmla="*/ 7968340 h 8055426"/>
                    <a:gd name="connsiteX14" fmla="*/ 534938 w 8140424"/>
                    <a:gd name="connsiteY14" fmla="*/ 3555997 h 8055426"/>
                    <a:gd name="connsiteX0" fmla="*/ 534938 w 8140424"/>
                    <a:gd name="connsiteY0" fmla="*/ 3662537 h 8161966"/>
                    <a:gd name="connsiteX1" fmla="*/ 1144537 w 8140424"/>
                    <a:gd name="connsiteY1" fmla="*/ 2980368 h 8161966"/>
                    <a:gd name="connsiteX2" fmla="*/ 2973335 w 8140424"/>
                    <a:gd name="connsiteY2" fmla="*/ 4809168 h 8161966"/>
                    <a:gd name="connsiteX3" fmla="*/ 114023 w 8140424"/>
                    <a:gd name="connsiteY3" fmla="*/ 1833738 h 8161966"/>
                    <a:gd name="connsiteX4" fmla="*/ 1013908 w 8140424"/>
                    <a:gd name="connsiteY4" fmla="*/ 1122539 h 8161966"/>
                    <a:gd name="connsiteX5" fmla="*/ 3437794 w 8140424"/>
                    <a:gd name="connsiteY5" fmla="*/ 3560939 h 8161966"/>
                    <a:gd name="connsiteX6" fmla="*/ 723623 w 8140424"/>
                    <a:gd name="connsiteY6" fmla="*/ 803225 h 8161966"/>
                    <a:gd name="connsiteX7" fmla="*/ 1696080 w 8140424"/>
                    <a:gd name="connsiteY7" fmla="*/ 106540 h 8161966"/>
                    <a:gd name="connsiteX8" fmla="*/ 6543851 w 8140424"/>
                    <a:gd name="connsiteY8" fmla="*/ 3343224 h 8161966"/>
                    <a:gd name="connsiteX9" fmla="*/ 7763052 w 8140424"/>
                    <a:gd name="connsiteY9" fmla="*/ 2588481 h 8161966"/>
                    <a:gd name="connsiteX10" fmla="*/ 7995281 w 8140424"/>
                    <a:gd name="connsiteY10" fmla="*/ 3952824 h 8161966"/>
                    <a:gd name="connsiteX11" fmla="*/ 8140424 w 8140424"/>
                    <a:gd name="connsiteY11" fmla="*/ 5157509 h 8161966"/>
                    <a:gd name="connsiteX12" fmla="*/ 5339165 w 8140424"/>
                    <a:gd name="connsiteY12" fmla="*/ 8161966 h 8161966"/>
                    <a:gd name="connsiteX13" fmla="*/ 5063396 w 8140424"/>
                    <a:gd name="connsiteY13" fmla="*/ 8074880 h 8161966"/>
                    <a:gd name="connsiteX14" fmla="*/ 534938 w 8140424"/>
                    <a:gd name="connsiteY14" fmla="*/ 3662537 h 8161966"/>
                    <a:gd name="connsiteX0" fmla="*/ 534938 w 8140424"/>
                    <a:gd name="connsiteY0" fmla="*/ 3662537 h 8161966"/>
                    <a:gd name="connsiteX1" fmla="*/ 1144537 w 8140424"/>
                    <a:gd name="connsiteY1" fmla="*/ 2980368 h 8161966"/>
                    <a:gd name="connsiteX2" fmla="*/ 2973335 w 8140424"/>
                    <a:gd name="connsiteY2" fmla="*/ 4809168 h 8161966"/>
                    <a:gd name="connsiteX3" fmla="*/ 114023 w 8140424"/>
                    <a:gd name="connsiteY3" fmla="*/ 1833738 h 8161966"/>
                    <a:gd name="connsiteX4" fmla="*/ 1013908 w 8140424"/>
                    <a:gd name="connsiteY4" fmla="*/ 1122539 h 8161966"/>
                    <a:gd name="connsiteX5" fmla="*/ 3437794 w 8140424"/>
                    <a:gd name="connsiteY5" fmla="*/ 3560939 h 8161966"/>
                    <a:gd name="connsiteX6" fmla="*/ 723623 w 8140424"/>
                    <a:gd name="connsiteY6" fmla="*/ 803225 h 8161966"/>
                    <a:gd name="connsiteX7" fmla="*/ 1725109 w 8140424"/>
                    <a:gd name="connsiteY7" fmla="*/ 106540 h 8161966"/>
                    <a:gd name="connsiteX8" fmla="*/ 6543851 w 8140424"/>
                    <a:gd name="connsiteY8" fmla="*/ 3343224 h 8161966"/>
                    <a:gd name="connsiteX9" fmla="*/ 7763052 w 8140424"/>
                    <a:gd name="connsiteY9" fmla="*/ 2588481 h 8161966"/>
                    <a:gd name="connsiteX10" fmla="*/ 7995281 w 8140424"/>
                    <a:gd name="connsiteY10" fmla="*/ 3952824 h 8161966"/>
                    <a:gd name="connsiteX11" fmla="*/ 8140424 w 8140424"/>
                    <a:gd name="connsiteY11" fmla="*/ 5157509 h 8161966"/>
                    <a:gd name="connsiteX12" fmla="*/ 5339165 w 8140424"/>
                    <a:gd name="connsiteY12" fmla="*/ 8161966 h 8161966"/>
                    <a:gd name="connsiteX13" fmla="*/ 5063396 w 8140424"/>
                    <a:gd name="connsiteY13" fmla="*/ 8074880 h 8161966"/>
                    <a:gd name="connsiteX14" fmla="*/ 534938 w 8140424"/>
                    <a:gd name="connsiteY14" fmla="*/ 3662537 h 8161966"/>
                    <a:gd name="connsiteX0" fmla="*/ 534938 w 8140424"/>
                    <a:gd name="connsiteY0" fmla="*/ 3722591 h 8222020"/>
                    <a:gd name="connsiteX1" fmla="*/ 1144537 w 8140424"/>
                    <a:gd name="connsiteY1" fmla="*/ 3040422 h 8222020"/>
                    <a:gd name="connsiteX2" fmla="*/ 2973335 w 8140424"/>
                    <a:gd name="connsiteY2" fmla="*/ 4869222 h 8222020"/>
                    <a:gd name="connsiteX3" fmla="*/ 114023 w 8140424"/>
                    <a:gd name="connsiteY3" fmla="*/ 1893792 h 8222020"/>
                    <a:gd name="connsiteX4" fmla="*/ 1013908 w 8140424"/>
                    <a:gd name="connsiteY4" fmla="*/ 1182593 h 8222020"/>
                    <a:gd name="connsiteX5" fmla="*/ 3437794 w 8140424"/>
                    <a:gd name="connsiteY5" fmla="*/ 3620993 h 8222020"/>
                    <a:gd name="connsiteX6" fmla="*/ 723623 w 8140424"/>
                    <a:gd name="connsiteY6" fmla="*/ 863279 h 8222020"/>
                    <a:gd name="connsiteX7" fmla="*/ 1725109 w 8140424"/>
                    <a:gd name="connsiteY7" fmla="*/ 166594 h 8222020"/>
                    <a:gd name="connsiteX8" fmla="*/ 6543851 w 8140424"/>
                    <a:gd name="connsiteY8" fmla="*/ 3403278 h 8222020"/>
                    <a:gd name="connsiteX9" fmla="*/ 7763052 w 8140424"/>
                    <a:gd name="connsiteY9" fmla="*/ 2648535 h 8222020"/>
                    <a:gd name="connsiteX10" fmla="*/ 7995281 w 8140424"/>
                    <a:gd name="connsiteY10" fmla="*/ 4012878 h 8222020"/>
                    <a:gd name="connsiteX11" fmla="*/ 8140424 w 8140424"/>
                    <a:gd name="connsiteY11" fmla="*/ 5217563 h 8222020"/>
                    <a:gd name="connsiteX12" fmla="*/ 5339165 w 8140424"/>
                    <a:gd name="connsiteY12" fmla="*/ 8222020 h 8222020"/>
                    <a:gd name="connsiteX13" fmla="*/ 5063396 w 8140424"/>
                    <a:gd name="connsiteY13" fmla="*/ 8134934 h 8222020"/>
                    <a:gd name="connsiteX14" fmla="*/ 534938 w 8140424"/>
                    <a:gd name="connsiteY14" fmla="*/ 3722591 h 822202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6543851 w 8140424"/>
                    <a:gd name="connsiteY8" fmla="*/ 3428628 h 8247370"/>
                    <a:gd name="connsiteX9" fmla="*/ 7763052 w 8140424"/>
                    <a:gd name="connsiteY9" fmla="*/ 2673885 h 8247370"/>
                    <a:gd name="connsiteX10" fmla="*/ 7995281 w 8140424"/>
                    <a:gd name="connsiteY10" fmla="*/ 4038228 h 8247370"/>
                    <a:gd name="connsiteX11" fmla="*/ 8140424 w 8140424"/>
                    <a:gd name="connsiteY11" fmla="*/ 5242913 h 8247370"/>
                    <a:gd name="connsiteX12" fmla="*/ 5339165 w 8140424"/>
                    <a:gd name="connsiteY12" fmla="*/ 8247370 h 8247370"/>
                    <a:gd name="connsiteX13" fmla="*/ 5063396 w 8140424"/>
                    <a:gd name="connsiteY13" fmla="*/ 8160284 h 8247370"/>
                    <a:gd name="connsiteX14" fmla="*/ 534938 w 8140424"/>
                    <a:gd name="connsiteY14" fmla="*/ 3747941 h 824737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3931280 w 8140424"/>
                    <a:gd name="connsiteY8" fmla="*/ 1672401 h 8247370"/>
                    <a:gd name="connsiteX9" fmla="*/ 6543851 w 8140424"/>
                    <a:gd name="connsiteY9" fmla="*/ 3428628 h 8247370"/>
                    <a:gd name="connsiteX10" fmla="*/ 7763052 w 8140424"/>
                    <a:gd name="connsiteY10" fmla="*/ 2673885 h 8247370"/>
                    <a:gd name="connsiteX11" fmla="*/ 7995281 w 8140424"/>
                    <a:gd name="connsiteY11" fmla="*/ 4038228 h 8247370"/>
                    <a:gd name="connsiteX12" fmla="*/ 8140424 w 8140424"/>
                    <a:gd name="connsiteY12" fmla="*/ 5242913 h 8247370"/>
                    <a:gd name="connsiteX13" fmla="*/ 5339165 w 8140424"/>
                    <a:gd name="connsiteY13" fmla="*/ 8247370 h 8247370"/>
                    <a:gd name="connsiteX14" fmla="*/ 5063396 w 8140424"/>
                    <a:gd name="connsiteY14" fmla="*/ 8160284 h 8247370"/>
                    <a:gd name="connsiteX15" fmla="*/ 534938 w 8140424"/>
                    <a:gd name="connsiteY15" fmla="*/ 3747941 h 824737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4090938 w 8140424"/>
                    <a:gd name="connsiteY8" fmla="*/ 2673887 h 8247370"/>
                    <a:gd name="connsiteX9" fmla="*/ 6543851 w 8140424"/>
                    <a:gd name="connsiteY9" fmla="*/ 3428628 h 8247370"/>
                    <a:gd name="connsiteX10" fmla="*/ 7763052 w 8140424"/>
                    <a:gd name="connsiteY10" fmla="*/ 2673885 h 8247370"/>
                    <a:gd name="connsiteX11" fmla="*/ 7995281 w 8140424"/>
                    <a:gd name="connsiteY11" fmla="*/ 4038228 h 8247370"/>
                    <a:gd name="connsiteX12" fmla="*/ 8140424 w 8140424"/>
                    <a:gd name="connsiteY12" fmla="*/ 5242913 h 8247370"/>
                    <a:gd name="connsiteX13" fmla="*/ 5339165 w 8140424"/>
                    <a:gd name="connsiteY13" fmla="*/ 8247370 h 8247370"/>
                    <a:gd name="connsiteX14" fmla="*/ 5063396 w 8140424"/>
                    <a:gd name="connsiteY14" fmla="*/ 8160284 h 8247370"/>
                    <a:gd name="connsiteX15" fmla="*/ 534938 w 8140424"/>
                    <a:gd name="connsiteY15" fmla="*/ 3747941 h 824737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4090938 w 8140424"/>
                    <a:gd name="connsiteY8" fmla="*/ 2673887 h 8247370"/>
                    <a:gd name="connsiteX9" fmla="*/ 5847166 w 8140424"/>
                    <a:gd name="connsiteY9" fmla="*/ 3196401 h 8247370"/>
                    <a:gd name="connsiteX10" fmla="*/ 6543851 w 8140424"/>
                    <a:gd name="connsiteY10" fmla="*/ 3428628 h 8247370"/>
                    <a:gd name="connsiteX11" fmla="*/ 7763052 w 8140424"/>
                    <a:gd name="connsiteY11" fmla="*/ 2673885 h 8247370"/>
                    <a:gd name="connsiteX12" fmla="*/ 7995281 w 8140424"/>
                    <a:gd name="connsiteY12" fmla="*/ 4038228 h 8247370"/>
                    <a:gd name="connsiteX13" fmla="*/ 8140424 w 8140424"/>
                    <a:gd name="connsiteY13" fmla="*/ 5242913 h 8247370"/>
                    <a:gd name="connsiteX14" fmla="*/ 5339165 w 8140424"/>
                    <a:gd name="connsiteY14" fmla="*/ 8247370 h 8247370"/>
                    <a:gd name="connsiteX15" fmla="*/ 5063396 w 8140424"/>
                    <a:gd name="connsiteY15" fmla="*/ 8160284 h 8247370"/>
                    <a:gd name="connsiteX16" fmla="*/ 534938 w 8140424"/>
                    <a:gd name="connsiteY16" fmla="*/ 3747941 h 824737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4090938 w 8140424"/>
                    <a:gd name="connsiteY8" fmla="*/ 2673887 h 8247370"/>
                    <a:gd name="connsiteX9" fmla="*/ 2058937 w 8140424"/>
                    <a:gd name="connsiteY9" fmla="*/ 540287 h 8247370"/>
                    <a:gd name="connsiteX10" fmla="*/ 6543851 w 8140424"/>
                    <a:gd name="connsiteY10" fmla="*/ 3428628 h 8247370"/>
                    <a:gd name="connsiteX11" fmla="*/ 7763052 w 8140424"/>
                    <a:gd name="connsiteY11" fmla="*/ 2673885 h 8247370"/>
                    <a:gd name="connsiteX12" fmla="*/ 7995281 w 8140424"/>
                    <a:gd name="connsiteY12" fmla="*/ 4038228 h 8247370"/>
                    <a:gd name="connsiteX13" fmla="*/ 8140424 w 8140424"/>
                    <a:gd name="connsiteY13" fmla="*/ 5242913 h 8247370"/>
                    <a:gd name="connsiteX14" fmla="*/ 5339165 w 8140424"/>
                    <a:gd name="connsiteY14" fmla="*/ 8247370 h 8247370"/>
                    <a:gd name="connsiteX15" fmla="*/ 5063396 w 8140424"/>
                    <a:gd name="connsiteY15" fmla="*/ 8160284 h 8247370"/>
                    <a:gd name="connsiteX16" fmla="*/ 534938 w 8140424"/>
                    <a:gd name="connsiteY16" fmla="*/ 3747941 h 824737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4090938 w 8140424"/>
                    <a:gd name="connsiteY8" fmla="*/ 2673887 h 8247370"/>
                    <a:gd name="connsiteX9" fmla="*/ 2102480 w 8140424"/>
                    <a:gd name="connsiteY9" fmla="*/ 540287 h 8247370"/>
                    <a:gd name="connsiteX10" fmla="*/ 6543851 w 8140424"/>
                    <a:gd name="connsiteY10" fmla="*/ 3428628 h 8247370"/>
                    <a:gd name="connsiteX11" fmla="*/ 7763052 w 8140424"/>
                    <a:gd name="connsiteY11" fmla="*/ 2673885 h 8247370"/>
                    <a:gd name="connsiteX12" fmla="*/ 7995281 w 8140424"/>
                    <a:gd name="connsiteY12" fmla="*/ 4038228 h 8247370"/>
                    <a:gd name="connsiteX13" fmla="*/ 8140424 w 8140424"/>
                    <a:gd name="connsiteY13" fmla="*/ 5242913 h 8247370"/>
                    <a:gd name="connsiteX14" fmla="*/ 5339165 w 8140424"/>
                    <a:gd name="connsiteY14" fmla="*/ 8247370 h 8247370"/>
                    <a:gd name="connsiteX15" fmla="*/ 5063396 w 8140424"/>
                    <a:gd name="connsiteY15" fmla="*/ 8160284 h 8247370"/>
                    <a:gd name="connsiteX16" fmla="*/ 534938 w 8140424"/>
                    <a:gd name="connsiteY16" fmla="*/ 3747941 h 824737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4090938 w 8140424"/>
                    <a:gd name="connsiteY8" fmla="*/ 2673887 h 8247370"/>
                    <a:gd name="connsiteX9" fmla="*/ 2102480 w 8140424"/>
                    <a:gd name="connsiteY9" fmla="*/ 540287 h 8247370"/>
                    <a:gd name="connsiteX10" fmla="*/ 3887737 w 8140424"/>
                    <a:gd name="connsiteY10" fmla="*/ 1730458 h 8247370"/>
                    <a:gd name="connsiteX11" fmla="*/ 6543851 w 8140424"/>
                    <a:gd name="connsiteY11" fmla="*/ 3428628 h 8247370"/>
                    <a:gd name="connsiteX12" fmla="*/ 7763052 w 8140424"/>
                    <a:gd name="connsiteY12" fmla="*/ 2673885 h 8247370"/>
                    <a:gd name="connsiteX13" fmla="*/ 7995281 w 8140424"/>
                    <a:gd name="connsiteY13" fmla="*/ 4038228 h 8247370"/>
                    <a:gd name="connsiteX14" fmla="*/ 8140424 w 8140424"/>
                    <a:gd name="connsiteY14" fmla="*/ 5242913 h 8247370"/>
                    <a:gd name="connsiteX15" fmla="*/ 5339165 w 8140424"/>
                    <a:gd name="connsiteY15" fmla="*/ 8247370 h 8247370"/>
                    <a:gd name="connsiteX16" fmla="*/ 5063396 w 8140424"/>
                    <a:gd name="connsiteY16" fmla="*/ 8160284 h 8247370"/>
                    <a:gd name="connsiteX17" fmla="*/ 534938 w 8140424"/>
                    <a:gd name="connsiteY17" fmla="*/ 3747941 h 8247370"/>
                    <a:gd name="connsiteX0" fmla="*/ 534938 w 8140424"/>
                    <a:gd name="connsiteY0" fmla="*/ 3773711 h 8273140"/>
                    <a:gd name="connsiteX1" fmla="*/ 1144537 w 8140424"/>
                    <a:gd name="connsiteY1" fmla="*/ 3091542 h 8273140"/>
                    <a:gd name="connsiteX2" fmla="*/ 2973335 w 8140424"/>
                    <a:gd name="connsiteY2" fmla="*/ 4920342 h 8273140"/>
                    <a:gd name="connsiteX3" fmla="*/ 114023 w 8140424"/>
                    <a:gd name="connsiteY3" fmla="*/ 1944912 h 8273140"/>
                    <a:gd name="connsiteX4" fmla="*/ 1013908 w 8140424"/>
                    <a:gd name="connsiteY4" fmla="*/ 1233713 h 8273140"/>
                    <a:gd name="connsiteX5" fmla="*/ 3437794 w 8140424"/>
                    <a:gd name="connsiteY5" fmla="*/ 3672113 h 8273140"/>
                    <a:gd name="connsiteX6" fmla="*/ 723623 w 8140424"/>
                    <a:gd name="connsiteY6" fmla="*/ 914399 h 8273140"/>
                    <a:gd name="connsiteX7" fmla="*/ 1725109 w 8140424"/>
                    <a:gd name="connsiteY7" fmla="*/ 217714 h 8273140"/>
                    <a:gd name="connsiteX8" fmla="*/ 4090938 w 8140424"/>
                    <a:gd name="connsiteY8" fmla="*/ 2699657 h 8273140"/>
                    <a:gd name="connsiteX9" fmla="*/ 2102480 w 8140424"/>
                    <a:gd name="connsiteY9" fmla="*/ 566057 h 8273140"/>
                    <a:gd name="connsiteX10" fmla="*/ 3176537 w 8140424"/>
                    <a:gd name="connsiteY10" fmla="*/ 0 h 8273140"/>
                    <a:gd name="connsiteX11" fmla="*/ 6543851 w 8140424"/>
                    <a:gd name="connsiteY11" fmla="*/ 3454398 h 8273140"/>
                    <a:gd name="connsiteX12" fmla="*/ 7763052 w 8140424"/>
                    <a:gd name="connsiteY12" fmla="*/ 2699655 h 8273140"/>
                    <a:gd name="connsiteX13" fmla="*/ 7995281 w 8140424"/>
                    <a:gd name="connsiteY13" fmla="*/ 4063998 h 8273140"/>
                    <a:gd name="connsiteX14" fmla="*/ 8140424 w 8140424"/>
                    <a:gd name="connsiteY14" fmla="*/ 5268683 h 8273140"/>
                    <a:gd name="connsiteX15" fmla="*/ 5339165 w 8140424"/>
                    <a:gd name="connsiteY15" fmla="*/ 8273140 h 8273140"/>
                    <a:gd name="connsiteX16" fmla="*/ 5063396 w 8140424"/>
                    <a:gd name="connsiteY16" fmla="*/ 8186054 h 8273140"/>
                    <a:gd name="connsiteX17" fmla="*/ 534938 w 8140424"/>
                    <a:gd name="connsiteY17" fmla="*/ 3773711 h 8273140"/>
                    <a:gd name="connsiteX0" fmla="*/ 534938 w 8140424"/>
                    <a:gd name="connsiteY0" fmla="*/ 3773711 h 8273140"/>
                    <a:gd name="connsiteX1" fmla="*/ 1144537 w 8140424"/>
                    <a:gd name="connsiteY1" fmla="*/ 3091542 h 8273140"/>
                    <a:gd name="connsiteX2" fmla="*/ 2973335 w 8140424"/>
                    <a:gd name="connsiteY2" fmla="*/ 4920342 h 8273140"/>
                    <a:gd name="connsiteX3" fmla="*/ 114023 w 8140424"/>
                    <a:gd name="connsiteY3" fmla="*/ 1944912 h 8273140"/>
                    <a:gd name="connsiteX4" fmla="*/ 1013908 w 8140424"/>
                    <a:gd name="connsiteY4" fmla="*/ 1233713 h 8273140"/>
                    <a:gd name="connsiteX5" fmla="*/ 3437794 w 8140424"/>
                    <a:gd name="connsiteY5" fmla="*/ 3672113 h 8273140"/>
                    <a:gd name="connsiteX6" fmla="*/ 723623 w 8140424"/>
                    <a:gd name="connsiteY6" fmla="*/ 914399 h 8273140"/>
                    <a:gd name="connsiteX7" fmla="*/ 1725109 w 8140424"/>
                    <a:gd name="connsiteY7" fmla="*/ 217714 h 8273140"/>
                    <a:gd name="connsiteX8" fmla="*/ 4090938 w 8140424"/>
                    <a:gd name="connsiteY8" fmla="*/ 2699657 h 8273140"/>
                    <a:gd name="connsiteX9" fmla="*/ 2175052 w 8140424"/>
                    <a:gd name="connsiteY9" fmla="*/ 566057 h 8273140"/>
                    <a:gd name="connsiteX10" fmla="*/ 3176537 w 8140424"/>
                    <a:gd name="connsiteY10" fmla="*/ 0 h 8273140"/>
                    <a:gd name="connsiteX11" fmla="*/ 6543851 w 8140424"/>
                    <a:gd name="connsiteY11" fmla="*/ 3454398 h 8273140"/>
                    <a:gd name="connsiteX12" fmla="*/ 7763052 w 8140424"/>
                    <a:gd name="connsiteY12" fmla="*/ 2699655 h 8273140"/>
                    <a:gd name="connsiteX13" fmla="*/ 7995281 w 8140424"/>
                    <a:gd name="connsiteY13" fmla="*/ 4063998 h 8273140"/>
                    <a:gd name="connsiteX14" fmla="*/ 8140424 w 8140424"/>
                    <a:gd name="connsiteY14" fmla="*/ 5268683 h 8273140"/>
                    <a:gd name="connsiteX15" fmla="*/ 5339165 w 8140424"/>
                    <a:gd name="connsiteY15" fmla="*/ 8273140 h 8273140"/>
                    <a:gd name="connsiteX16" fmla="*/ 5063396 w 8140424"/>
                    <a:gd name="connsiteY16" fmla="*/ 8186054 h 8273140"/>
                    <a:gd name="connsiteX17" fmla="*/ 534938 w 8140424"/>
                    <a:gd name="connsiteY17" fmla="*/ 3773711 h 8273140"/>
                    <a:gd name="connsiteX0" fmla="*/ 534938 w 8140424"/>
                    <a:gd name="connsiteY0" fmla="*/ 3773711 h 8273140"/>
                    <a:gd name="connsiteX1" fmla="*/ 1144537 w 8140424"/>
                    <a:gd name="connsiteY1" fmla="*/ 3091542 h 8273140"/>
                    <a:gd name="connsiteX2" fmla="*/ 2973335 w 8140424"/>
                    <a:gd name="connsiteY2" fmla="*/ 4920342 h 8273140"/>
                    <a:gd name="connsiteX3" fmla="*/ 114023 w 8140424"/>
                    <a:gd name="connsiteY3" fmla="*/ 1944912 h 8273140"/>
                    <a:gd name="connsiteX4" fmla="*/ 1013908 w 8140424"/>
                    <a:gd name="connsiteY4" fmla="*/ 1233713 h 8273140"/>
                    <a:gd name="connsiteX5" fmla="*/ 3437794 w 8140424"/>
                    <a:gd name="connsiteY5" fmla="*/ 3672113 h 8273140"/>
                    <a:gd name="connsiteX6" fmla="*/ 723623 w 8140424"/>
                    <a:gd name="connsiteY6" fmla="*/ 914399 h 8273140"/>
                    <a:gd name="connsiteX7" fmla="*/ 1725109 w 8140424"/>
                    <a:gd name="connsiteY7" fmla="*/ 217714 h 8273140"/>
                    <a:gd name="connsiteX8" fmla="*/ 4090938 w 8140424"/>
                    <a:gd name="connsiteY8" fmla="*/ 2699657 h 8273140"/>
                    <a:gd name="connsiteX9" fmla="*/ 2102480 w 8140424"/>
                    <a:gd name="connsiteY9" fmla="*/ 566057 h 8273140"/>
                    <a:gd name="connsiteX10" fmla="*/ 3176537 w 8140424"/>
                    <a:gd name="connsiteY10" fmla="*/ 0 h 8273140"/>
                    <a:gd name="connsiteX11" fmla="*/ 6543851 w 8140424"/>
                    <a:gd name="connsiteY11" fmla="*/ 3454398 h 8273140"/>
                    <a:gd name="connsiteX12" fmla="*/ 7763052 w 8140424"/>
                    <a:gd name="connsiteY12" fmla="*/ 2699655 h 8273140"/>
                    <a:gd name="connsiteX13" fmla="*/ 7995281 w 8140424"/>
                    <a:gd name="connsiteY13" fmla="*/ 4063998 h 8273140"/>
                    <a:gd name="connsiteX14" fmla="*/ 8140424 w 8140424"/>
                    <a:gd name="connsiteY14" fmla="*/ 5268683 h 8273140"/>
                    <a:gd name="connsiteX15" fmla="*/ 5339165 w 8140424"/>
                    <a:gd name="connsiteY15" fmla="*/ 8273140 h 8273140"/>
                    <a:gd name="connsiteX16" fmla="*/ 5063396 w 8140424"/>
                    <a:gd name="connsiteY16" fmla="*/ 8186054 h 8273140"/>
                    <a:gd name="connsiteX17" fmla="*/ 534938 w 8140424"/>
                    <a:gd name="connsiteY17" fmla="*/ 3773711 h 8273140"/>
                    <a:gd name="connsiteX0" fmla="*/ 534938 w 8140424"/>
                    <a:gd name="connsiteY0" fmla="*/ 3773711 h 8273140"/>
                    <a:gd name="connsiteX1" fmla="*/ 1144537 w 8140424"/>
                    <a:gd name="connsiteY1" fmla="*/ 3091542 h 8273140"/>
                    <a:gd name="connsiteX2" fmla="*/ 2973335 w 8140424"/>
                    <a:gd name="connsiteY2" fmla="*/ 4920342 h 8273140"/>
                    <a:gd name="connsiteX3" fmla="*/ 114023 w 8140424"/>
                    <a:gd name="connsiteY3" fmla="*/ 1944912 h 8273140"/>
                    <a:gd name="connsiteX4" fmla="*/ 1013908 w 8140424"/>
                    <a:gd name="connsiteY4" fmla="*/ 1233713 h 8273140"/>
                    <a:gd name="connsiteX5" fmla="*/ 3437794 w 8140424"/>
                    <a:gd name="connsiteY5" fmla="*/ 3672113 h 8273140"/>
                    <a:gd name="connsiteX6" fmla="*/ 723623 w 8140424"/>
                    <a:gd name="connsiteY6" fmla="*/ 914399 h 8273140"/>
                    <a:gd name="connsiteX7" fmla="*/ 1725109 w 8140424"/>
                    <a:gd name="connsiteY7" fmla="*/ 217714 h 8273140"/>
                    <a:gd name="connsiteX8" fmla="*/ 4090938 w 8140424"/>
                    <a:gd name="connsiteY8" fmla="*/ 2699657 h 8273140"/>
                    <a:gd name="connsiteX9" fmla="*/ 2102480 w 8140424"/>
                    <a:gd name="connsiteY9" fmla="*/ 566057 h 8273140"/>
                    <a:gd name="connsiteX10" fmla="*/ 3176537 w 8140424"/>
                    <a:gd name="connsiteY10" fmla="*/ 0 h 8273140"/>
                    <a:gd name="connsiteX11" fmla="*/ 6543851 w 8140424"/>
                    <a:gd name="connsiteY11" fmla="*/ 3454398 h 8273140"/>
                    <a:gd name="connsiteX12" fmla="*/ 7763052 w 8140424"/>
                    <a:gd name="connsiteY12" fmla="*/ 2699655 h 8273140"/>
                    <a:gd name="connsiteX13" fmla="*/ 7995281 w 8140424"/>
                    <a:gd name="connsiteY13" fmla="*/ 4063998 h 8273140"/>
                    <a:gd name="connsiteX14" fmla="*/ 8140424 w 8140424"/>
                    <a:gd name="connsiteY14" fmla="*/ 5268683 h 8273140"/>
                    <a:gd name="connsiteX15" fmla="*/ 5339165 w 8140424"/>
                    <a:gd name="connsiteY15" fmla="*/ 8273140 h 8273140"/>
                    <a:gd name="connsiteX16" fmla="*/ 5063396 w 8140424"/>
                    <a:gd name="connsiteY16" fmla="*/ 8186054 h 8273140"/>
                    <a:gd name="connsiteX17" fmla="*/ 534938 w 8140424"/>
                    <a:gd name="connsiteY17" fmla="*/ 3773711 h 8273140"/>
                    <a:gd name="connsiteX0" fmla="*/ 534938 w 8140424"/>
                    <a:gd name="connsiteY0" fmla="*/ 4045114 h 8544543"/>
                    <a:gd name="connsiteX1" fmla="*/ 1144537 w 8140424"/>
                    <a:gd name="connsiteY1" fmla="*/ 3362945 h 8544543"/>
                    <a:gd name="connsiteX2" fmla="*/ 2973335 w 8140424"/>
                    <a:gd name="connsiteY2" fmla="*/ 5191745 h 8544543"/>
                    <a:gd name="connsiteX3" fmla="*/ 114023 w 8140424"/>
                    <a:gd name="connsiteY3" fmla="*/ 2216315 h 8544543"/>
                    <a:gd name="connsiteX4" fmla="*/ 1013908 w 8140424"/>
                    <a:gd name="connsiteY4" fmla="*/ 1505116 h 8544543"/>
                    <a:gd name="connsiteX5" fmla="*/ 3437794 w 8140424"/>
                    <a:gd name="connsiteY5" fmla="*/ 3943516 h 8544543"/>
                    <a:gd name="connsiteX6" fmla="*/ 723623 w 8140424"/>
                    <a:gd name="connsiteY6" fmla="*/ 1185802 h 8544543"/>
                    <a:gd name="connsiteX7" fmla="*/ 1725109 w 8140424"/>
                    <a:gd name="connsiteY7" fmla="*/ 489117 h 8544543"/>
                    <a:gd name="connsiteX8" fmla="*/ 4090938 w 8140424"/>
                    <a:gd name="connsiteY8" fmla="*/ 2971060 h 8544543"/>
                    <a:gd name="connsiteX9" fmla="*/ 2102480 w 8140424"/>
                    <a:gd name="connsiteY9" fmla="*/ 837460 h 8544543"/>
                    <a:gd name="connsiteX10" fmla="*/ 3176537 w 8140424"/>
                    <a:gd name="connsiteY10" fmla="*/ 271403 h 8544543"/>
                    <a:gd name="connsiteX11" fmla="*/ 6543851 w 8140424"/>
                    <a:gd name="connsiteY11" fmla="*/ 3725801 h 8544543"/>
                    <a:gd name="connsiteX12" fmla="*/ 7763052 w 8140424"/>
                    <a:gd name="connsiteY12" fmla="*/ 2971058 h 8544543"/>
                    <a:gd name="connsiteX13" fmla="*/ 7995281 w 8140424"/>
                    <a:gd name="connsiteY13" fmla="*/ 4335401 h 8544543"/>
                    <a:gd name="connsiteX14" fmla="*/ 8140424 w 8140424"/>
                    <a:gd name="connsiteY14" fmla="*/ 5540086 h 8544543"/>
                    <a:gd name="connsiteX15" fmla="*/ 5339165 w 8140424"/>
                    <a:gd name="connsiteY15" fmla="*/ 8544543 h 8544543"/>
                    <a:gd name="connsiteX16" fmla="*/ 5063396 w 8140424"/>
                    <a:gd name="connsiteY16" fmla="*/ 8457457 h 8544543"/>
                    <a:gd name="connsiteX17" fmla="*/ 534938 w 8140424"/>
                    <a:gd name="connsiteY17" fmla="*/ 4045114 h 8544543"/>
                    <a:gd name="connsiteX0" fmla="*/ 534938 w 8140424"/>
                    <a:gd name="connsiteY0" fmla="*/ 4041454 h 8540883"/>
                    <a:gd name="connsiteX1" fmla="*/ 1144537 w 8140424"/>
                    <a:gd name="connsiteY1" fmla="*/ 3359285 h 8540883"/>
                    <a:gd name="connsiteX2" fmla="*/ 2973335 w 8140424"/>
                    <a:gd name="connsiteY2" fmla="*/ 5188085 h 8540883"/>
                    <a:gd name="connsiteX3" fmla="*/ 114023 w 8140424"/>
                    <a:gd name="connsiteY3" fmla="*/ 2212655 h 8540883"/>
                    <a:gd name="connsiteX4" fmla="*/ 1013908 w 8140424"/>
                    <a:gd name="connsiteY4" fmla="*/ 1501456 h 8540883"/>
                    <a:gd name="connsiteX5" fmla="*/ 3437794 w 8140424"/>
                    <a:gd name="connsiteY5" fmla="*/ 3939856 h 8540883"/>
                    <a:gd name="connsiteX6" fmla="*/ 723623 w 8140424"/>
                    <a:gd name="connsiteY6" fmla="*/ 1182142 h 8540883"/>
                    <a:gd name="connsiteX7" fmla="*/ 1725109 w 8140424"/>
                    <a:gd name="connsiteY7" fmla="*/ 485457 h 8540883"/>
                    <a:gd name="connsiteX8" fmla="*/ 4090938 w 8140424"/>
                    <a:gd name="connsiteY8" fmla="*/ 2967400 h 8540883"/>
                    <a:gd name="connsiteX9" fmla="*/ 2102480 w 8140424"/>
                    <a:gd name="connsiteY9" fmla="*/ 833800 h 8540883"/>
                    <a:gd name="connsiteX10" fmla="*/ 3176537 w 8140424"/>
                    <a:gd name="connsiteY10" fmla="*/ 267743 h 8540883"/>
                    <a:gd name="connsiteX11" fmla="*/ 6543851 w 8140424"/>
                    <a:gd name="connsiteY11" fmla="*/ 3722141 h 8540883"/>
                    <a:gd name="connsiteX12" fmla="*/ 7763052 w 8140424"/>
                    <a:gd name="connsiteY12" fmla="*/ 2967398 h 8540883"/>
                    <a:gd name="connsiteX13" fmla="*/ 7995281 w 8140424"/>
                    <a:gd name="connsiteY13" fmla="*/ 4331741 h 8540883"/>
                    <a:gd name="connsiteX14" fmla="*/ 8140424 w 8140424"/>
                    <a:gd name="connsiteY14" fmla="*/ 5536426 h 8540883"/>
                    <a:gd name="connsiteX15" fmla="*/ 5339165 w 8140424"/>
                    <a:gd name="connsiteY15" fmla="*/ 8540883 h 8540883"/>
                    <a:gd name="connsiteX16" fmla="*/ 5063396 w 8140424"/>
                    <a:gd name="connsiteY16" fmla="*/ 8453797 h 8540883"/>
                    <a:gd name="connsiteX17" fmla="*/ 534938 w 8140424"/>
                    <a:gd name="connsiteY17" fmla="*/ 4041454 h 8540883"/>
                    <a:gd name="connsiteX0" fmla="*/ 534938 w 8140424"/>
                    <a:gd name="connsiteY0" fmla="*/ 4047870 h 8547299"/>
                    <a:gd name="connsiteX1" fmla="*/ 1144537 w 8140424"/>
                    <a:gd name="connsiteY1" fmla="*/ 3365701 h 8547299"/>
                    <a:gd name="connsiteX2" fmla="*/ 2973335 w 8140424"/>
                    <a:gd name="connsiteY2" fmla="*/ 5194501 h 8547299"/>
                    <a:gd name="connsiteX3" fmla="*/ 114023 w 8140424"/>
                    <a:gd name="connsiteY3" fmla="*/ 2219071 h 8547299"/>
                    <a:gd name="connsiteX4" fmla="*/ 1013908 w 8140424"/>
                    <a:gd name="connsiteY4" fmla="*/ 1507872 h 8547299"/>
                    <a:gd name="connsiteX5" fmla="*/ 3437794 w 8140424"/>
                    <a:gd name="connsiteY5" fmla="*/ 3946272 h 8547299"/>
                    <a:gd name="connsiteX6" fmla="*/ 723623 w 8140424"/>
                    <a:gd name="connsiteY6" fmla="*/ 1188558 h 8547299"/>
                    <a:gd name="connsiteX7" fmla="*/ 1725109 w 8140424"/>
                    <a:gd name="connsiteY7" fmla="*/ 491873 h 8547299"/>
                    <a:gd name="connsiteX8" fmla="*/ 4090938 w 8140424"/>
                    <a:gd name="connsiteY8" fmla="*/ 2973816 h 8547299"/>
                    <a:gd name="connsiteX9" fmla="*/ 2102480 w 8140424"/>
                    <a:gd name="connsiteY9" fmla="*/ 840216 h 8547299"/>
                    <a:gd name="connsiteX10" fmla="*/ 3176537 w 8140424"/>
                    <a:gd name="connsiteY10" fmla="*/ 274159 h 8547299"/>
                    <a:gd name="connsiteX11" fmla="*/ 6543851 w 8140424"/>
                    <a:gd name="connsiteY11" fmla="*/ 3728557 h 8547299"/>
                    <a:gd name="connsiteX12" fmla="*/ 7763052 w 8140424"/>
                    <a:gd name="connsiteY12" fmla="*/ 2973814 h 8547299"/>
                    <a:gd name="connsiteX13" fmla="*/ 7995281 w 8140424"/>
                    <a:gd name="connsiteY13" fmla="*/ 4338157 h 8547299"/>
                    <a:gd name="connsiteX14" fmla="*/ 8140424 w 8140424"/>
                    <a:gd name="connsiteY14" fmla="*/ 5542842 h 8547299"/>
                    <a:gd name="connsiteX15" fmla="*/ 5339165 w 8140424"/>
                    <a:gd name="connsiteY15" fmla="*/ 8547299 h 8547299"/>
                    <a:gd name="connsiteX16" fmla="*/ 5063396 w 8140424"/>
                    <a:gd name="connsiteY16" fmla="*/ 8460213 h 8547299"/>
                    <a:gd name="connsiteX17" fmla="*/ 534938 w 8140424"/>
                    <a:gd name="connsiteY17" fmla="*/ 4047870 h 8547299"/>
                    <a:gd name="connsiteX0" fmla="*/ 534938 w 8140424"/>
                    <a:gd name="connsiteY0" fmla="*/ 4023705 h 8523134"/>
                    <a:gd name="connsiteX1" fmla="*/ 1144537 w 8140424"/>
                    <a:gd name="connsiteY1" fmla="*/ 3341536 h 8523134"/>
                    <a:gd name="connsiteX2" fmla="*/ 2973335 w 8140424"/>
                    <a:gd name="connsiteY2" fmla="*/ 5170336 h 8523134"/>
                    <a:gd name="connsiteX3" fmla="*/ 114023 w 8140424"/>
                    <a:gd name="connsiteY3" fmla="*/ 2194906 h 8523134"/>
                    <a:gd name="connsiteX4" fmla="*/ 1013908 w 8140424"/>
                    <a:gd name="connsiteY4" fmla="*/ 1483707 h 8523134"/>
                    <a:gd name="connsiteX5" fmla="*/ 3437794 w 8140424"/>
                    <a:gd name="connsiteY5" fmla="*/ 3922107 h 8523134"/>
                    <a:gd name="connsiteX6" fmla="*/ 723623 w 8140424"/>
                    <a:gd name="connsiteY6" fmla="*/ 1164393 h 8523134"/>
                    <a:gd name="connsiteX7" fmla="*/ 1725109 w 8140424"/>
                    <a:gd name="connsiteY7" fmla="*/ 467708 h 8523134"/>
                    <a:gd name="connsiteX8" fmla="*/ 4090938 w 8140424"/>
                    <a:gd name="connsiteY8" fmla="*/ 2949651 h 8523134"/>
                    <a:gd name="connsiteX9" fmla="*/ 2102480 w 8140424"/>
                    <a:gd name="connsiteY9" fmla="*/ 816051 h 8523134"/>
                    <a:gd name="connsiteX10" fmla="*/ 3176537 w 8140424"/>
                    <a:gd name="connsiteY10" fmla="*/ 249994 h 8523134"/>
                    <a:gd name="connsiteX11" fmla="*/ 6543851 w 8140424"/>
                    <a:gd name="connsiteY11" fmla="*/ 3704392 h 8523134"/>
                    <a:gd name="connsiteX12" fmla="*/ 7763052 w 8140424"/>
                    <a:gd name="connsiteY12" fmla="*/ 2949649 h 8523134"/>
                    <a:gd name="connsiteX13" fmla="*/ 7995281 w 8140424"/>
                    <a:gd name="connsiteY13" fmla="*/ 4313992 h 8523134"/>
                    <a:gd name="connsiteX14" fmla="*/ 8140424 w 8140424"/>
                    <a:gd name="connsiteY14" fmla="*/ 5518677 h 8523134"/>
                    <a:gd name="connsiteX15" fmla="*/ 5339165 w 8140424"/>
                    <a:gd name="connsiteY15" fmla="*/ 8523134 h 8523134"/>
                    <a:gd name="connsiteX16" fmla="*/ 5063396 w 8140424"/>
                    <a:gd name="connsiteY16" fmla="*/ 8436048 h 8523134"/>
                    <a:gd name="connsiteX17" fmla="*/ 534938 w 8140424"/>
                    <a:gd name="connsiteY17" fmla="*/ 4023705 h 852313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7763052 w 8140424"/>
                    <a:gd name="connsiteY12" fmla="*/ 2968999 h 8542484"/>
                    <a:gd name="connsiteX13" fmla="*/ 7995281 w 8140424"/>
                    <a:gd name="connsiteY13" fmla="*/ 4333342 h 8542484"/>
                    <a:gd name="connsiteX14" fmla="*/ 8140424 w 8140424"/>
                    <a:gd name="connsiteY14" fmla="*/ 5538027 h 8542484"/>
                    <a:gd name="connsiteX15" fmla="*/ 5339165 w 8140424"/>
                    <a:gd name="connsiteY15" fmla="*/ 8542484 h 8542484"/>
                    <a:gd name="connsiteX16" fmla="*/ 5063396 w 8140424"/>
                    <a:gd name="connsiteY16" fmla="*/ 8455398 h 8542484"/>
                    <a:gd name="connsiteX17" fmla="*/ 534938 w 8140424"/>
                    <a:gd name="connsiteY17"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7037337 w 8140424"/>
                    <a:gd name="connsiteY12" fmla="*/ 3389915 h 8542484"/>
                    <a:gd name="connsiteX13" fmla="*/ 7763052 w 8140424"/>
                    <a:gd name="connsiteY13" fmla="*/ 2968999 h 8542484"/>
                    <a:gd name="connsiteX14" fmla="*/ 7995281 w 8140424"/>
                    <a:gd name="connsiteY14" fmla="*/ 4333342 h 8542484"/>
                    <a:gd name="connsiteX15" fmla="*/ 8140424 w 8140424"/>
                    <a:gd name="connsiteY15" fmla="*/ 5538027 h 8542484"/>
                    <a:gd name="connsiteX16" fmla="*/ 5339165 w 8140424"/>
                    <a:gd name="connsiteY16" fmla="*/ 8542484 h 8542484"/>
                    <a:gd name="connsiteX17" fmla="*/ 5063396 w 8140424"/>
                    <a:gd name="connsiteY17" fmla="*/ 8455398 h 8542484"/>
                    <a:gd name="connsiteX18" fmla="*/ 534938 w 8140424"/>
                    <a:gd name="connsiteY18"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51966 w 8140424"/>
                    <a:gd name="connsiteY12" fmla="*/ 2243287 h 8542484"/>
                    <a:gd name="connsiteX13" fmla="*/ 7763052 w 8140424"/>
                    <a:gd name="connsiteY13" fmla="*/ 2968999 h 8542484"/>
                    <a:gd name="connsiteX14" fmla="*/ 7995281 w 8140424"/>
                    <a:gd name="connsiteY14" fmla="*/ 4333342 h 8542484"/>
                    <a:gd name="connsiteX15" fmla="*/ 8140424 w 8140424"/>
                    <a:gd name="connsiteY15" fmla="*/ 5538027 h 8542484"/>
                    <a:gd name="connsiteX16" fmla="*/ 5339165 w 8140424"/>
                    <a:gd name="connsiteY16" fmla="*/ 8542484 h 8542484"/>
                    <a:gd name="connsiteX17" fmla="*/ 5063396 w 8140424"/>
                    <a:gd name="connsiteY17" fmla="*/ 8455398 h 8542484"/>
                    <a:gd name="connsiteX18" fmla="*/ 534938 w 8140424"/>
                    <a:gd name="connsiteY18"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51966 w 8140424"/>
                    <a:gd name="connsiteY12" fmla="*/ 2243287 h 8542484"/>
                    <a:gd name="connsiteX13" fmla="*/ 7763052 w 8140424"/>
                    <a:gd name="connsiteY13" fmla="*/ 2968999 h 8542484"/>
                    <a:gd name="connsiteX14" fmla="*/ 7995281 w 8140424"/>
                    <a:gd name="connsiteY14" fmla="*/ 4333342 h 8542484"/>
                    <a:gd name="connsiteX15" fmla="*/ 8140424 w 8140424"/>
                    <a:gd name="connsiteY15" fmla="*/ 5538027 h 8542484"/>
                    <a:gd name="connsiteX16" fmla="*/ 5339165 w 8140424"/>
                    <a:gd name="connsiteY16" fmla="*/ 8542484 h 8542484"/>
                    <a:gd name="connsiteX17" fmla="*/ 5063396 w 8140424"/>
                    <a:gd name="connsiteY17" fmla="*/ 8455398 h 8542484"/>
                    <a:gd name="connsiteX18" fmla="*/ 534938 w 8140424"/>
                    <a:gd name="connsiteY18"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51966 w 8140424"/>
                    <a:gd name="connsiteY12" fmla="*/ 2243287 h 8542484"/>
                    <a:gd name="connsiteX13" fmla="*/ 7763052 w 8140424"/>
                    <a:gd name="connsiteY13" fmla="*/ 2968999 h 8542484"/>
                    <a:gd name="connsiteX14" fmla="*/ 7995281 w 8140424"/>
                    <a:gd name="connsiteY14" fmla="*/ 4333342 h 8542484"/>
                    <a:gd name="connsiteX15" fmla="*/ 8140424 w 8140424"/>
                    <a:gd name="connsiteY15" fmla="*/ 5538027 h 8542484"/>
                    <a:gd name="connsiteX16" fmla="*/ 5339165 w 8140424"/>
                    <a:gd name="connsiteY16" fmla="*/ 8542484 h 8542484"/>
                    <a:gd name="connsiteX17" fmla="*/ 5063396 w 8140424"/>
                    <a:gd name="connsiteY17" fmla="*/ 8455398 h 8542484"/>
                    <a:gd name="connsiteX18" fmla="*/ 534938 w 8140424"/>
                    <a:gd name="connsiteY18"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7763052 w 8140424"/>
                    <a:gd name="connsiteY13" fmla="*/ 2968999 h 8542484"/>
                    <a:gd name="connsiteX14" fmla="*/ 7995281 w 8140424"/>
                    <a:gd name="connsiteY14" fmla="*/ 4333342 h 8542484"/>
                    <a:gd name="connsiteX15" fmla="*/ 8140424 w 8140424"/>
                    <a:gd name="connsiteY15" fmla="*/ 5538027 h 8542484"/>
                    <a:gd name="connsiteX16" fmla="*/ 5339165 w 8140424"/>
                    <a:gd name="connsiteY16" fmla="*/ 8542484 h 8542484"/>
                    <a:gd name="connsiteX17" fmla="*/ 5063396 w 8140424"/>
                    <a:gd name="connsiteY17" fmla="*/ 8455398 h 8542484"/>
                    <a:gd name="connsiteX18" fmla="*/ 534938 w 8140424"/>
                    <a:gd name="connsiteY18"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7269566 w 8140424"/>
                    <a:gd name="connsiteY13" fmla="*/ 2780315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68921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47130 w 8140424"/>
                    <a:gd name="connsiteY0" fmla="*/ 4043055 h 8542484"/>
                    <a:gd name="connsiteX1" fmla="*/ 1168921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47130 w 8140424"/>
                    <a:gd name="connsiteY19" fmla="*/ 4043055 h 8542484"/>
                    <a:gd name="connsiteX0" fmla="*/ 547130 w 8140424"/>
                    <a:gd name="connsiteY0" fmla="*/ 4043055 h 8542484"/>
                    <a:gd name="connsiteX1" fmla="*/ 1168921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47130 w 8140424"/>
                    <a:gd name="connsiteY19" fmla="*/ 4043055 h 8542484"/>
                    <a:gd name="connsiteX0" fmla="*/ 541518 w 8134812"/>
                    <a:gd name="connsiteY0" fmla="*/ 4043055 h 8542484"/>
                    <a:gd name="connsiteX1" fmla="*/ 1163309 w 8134812"/>
                    <a:gd name="connsiteY1" fmla="*/ 3360886 h 8542484"/>
                    <a:gd name="connsiteX2" fmla="*/ 2967723 w 8134812"/>
                    <a:gd name="connsiteY2" fmla="*/ 5189686 h 8542484"/>
                    <a:gd name="connsiteX3" fmla="*/ 108411 w 8134812"/>
                    <a:gd name="connsiteY3" fmla="*/ 2214256 h 8542484"/>
                    <a:gd name="connsiteX4" fmla="*/ 1008296 w 8134812"/>
                    <a:gd name="connsiteY4" fmla="*/ 1503057 h 8542484"/>
                    <a:gd name="connsiteX5" fmla="*/ 3432182 w 8134812"/>
                    <a:gd name="connsiteY5" fmla="*/ 3941457 h 8542484"/>
                    <a:gd name="connsiteX6" fmla="*/ 718011 w 8134812"/>
                    <a:gd name="connsiteY6" fmla="*/ 1183743 h 8542484"/>
                    <a:gd name="connsiteX7" fmla="*/ 1719497 w 8134812"/>
                    <a:gd name="connsiteY7" fmla="*/ 487058 h 8542484"/>
                    <a:gd name="connsiteX8" fmla="*/ 4085326 w 8134812"/>
                    <a:gd name="connsiteY8" fmla="*/ 2969001 h 8542484"/>
                    <a:gd name="connsiteX9" fmla="*/ 2096868 w 8134812"/>
                    <a:gd name="connsiteY9" fmla="*/ 835401 h 8542484"/>
                    <a:gd name="connsiteX10" fmla="*/ 3170925 w 8134812"/>
                    <a:gd name="connsiteY10" fmla="*/ 269344 h 8542484"/>
                    <a:gd name="connsiteX11" fmla="*/ 6538239 w 8134812"/>
                    <a:gd name="connsiteY11" fmla="*/ 3723742 h 8542484"/>
                    <a:gd name="connsiteX12" fmla="*/ 6102811 w 8134812"/>
                    <a:gd name="connsiteY12" fmla="*/ 2243287 h 8542484"/>
                    <a:gd name="connsiteX13" fmla="*/ 6639839 w 8134812"/>
                    <a:gd name="connsiteY13" fmla="*/ 1024087 h 8542484"/>
                    <a:gd name="connsiteX14" fmla="*/ 7757440 w 8134812"/>
                    <a:gd name="connsiteY14" fmla="*/ 2968999 h 8542484"/>
                    <a:gd name="connsiteX15" fmla="*/ 7989669 w 8134812"/>
                    <a:gd name="connsiteY15" fmla="*/ 4333342 h 8542484"/>
                    <a:gd name="connsiteX16" fmla="*/ 8134812 w 8134812"/>
                    <a:gd name="connsiteY16" fmla="*/ 5538027 h 8542484"/>
                    <a:gd name="connsiteX17" fmla="*/ 5333553 w 8134812"/>
                    <a:gd name="connsiteY17" fmla="*/ 8542484 h 8542484"/>
                    <a:gd name="connsiteX18" fmla="*/ 5057784 w 8134812"/>
                    <a:gd name="connsiteY18" fmla="*/ 8455398 h 8542484"/>
                    <a:gd name="connsiteX19" fmla="*/ 541518 w 8134812"/>
                    <a:gd name="connsiteY19" fmla="*/ 4043055 h 8542484"/>
                    <a:gd name="connsiteX0" fmla="*/ 541518 w 8134812"/>
                    <a:gd name="connsiteY0" fmla="*/ 4043055 h 8542484"/>
                    <a:gd name="connsiteX1" fmla="*/ 1163309 w 8134812"/>
                    <a:gd name="connsiteY1" fmla="*/ 3360886 h 8542484"/>
                    <a:gd name="connsiteX2" fmla="*/ 2967723 w 8134812"/>
                    <a:gd name="connsiteY2" fmla="*/ 5189686 h 8542484"/>
                    <a:gd name="connsiteX3" fmla="*/ 108411 w 8134812"/>
                    <a:gd name="connsiteY3" fmla="*/ 2214256 h 8542484"/>
                    <a:gd name="connsiteX4" fmla="*/ 1008296 w 8134812"/>
                    <a:gd name="connsiteY4" fmla="*/ 1503057 h 8542484"/>
                    <a:gd name="connsiteX5" fmla="*/ 3432182 w 8134812"/>
                    <a:gd name="connsiteY5" fmla="*/ 3941457 h 8542484"/>
                    <a:gd name="connsiteX6" fmla="*/ 718011 w 8134812"/>
                    <a:gd name="connsiteY6" fmla="*/ 1183743 h 8542484"/>
                    <a:gd name="connsiteX7" fmla="*/ 1719497 w 8134812"/>
                    <a:gd name="connsiteY7" fmla="*/ 487058 h 8542484"/>
                    <a:gd name="connsiteX8" fmla="*/ 4085326 w 8134812"/>
                    <a:gd name="connsiteY8" fmla="*/ 2969001 h 8542484"/>
                    <a:gd name="connsiteX9" fmla="*/ 2096868 w 8134812"/>
                    <a:gd name="connsiteY9" fmla="*/ 835401 h 8542484"/>
                    <a:gd name="connsiteX10" fmla="*/ 3170925 w 8134812"/>
                    <a:gd name="connsiteY10" fmla="*/ 269344 h 8542484"/>
                    <a:gd name="connsiteX11" fmla="*/ 6538239 w 8134812"/>
                    <a:gd name="connsiteY11" fmla="*/ 3723742 h 8542484"/>
                    <a:gd name="connsiteX12" fmla="*/ 6090619 w 8134812"/>
                    <a:gd name="connsiteY12" fmla="*/ 2231095 h 8542484"/>
                    <a:gd name="connsiteX13" fmla="*/ 6639839 w 8134812"/>
                    <a:gd name="connsiteY13" fmla="*/ 1024087 h 8542484"/>
                    <a:gd name="connsiteX14" fmla="*/ 7757440 w 8134812"/>
                    <a:gd name="connsiteY14" fmla="*/ 2968999 h 8542484"/>
                    <a:gd name="connsiteX15" fmla="*/ 7989669 w 8134812"/>
                    <a:gd name="connsiteY15" fmla="*/ 4333342 h 8542484"/>
                    <a:gd name="connsiteX16" fmla="*/ 8134812 w 8134812"/>
                    <a:gd name="connsiteY16" fmla="*/ 5538027 h 8542484"/>
                    <a:gd name="connsiteX17" fmla="*/ 5333553 w 8134812"/>
                    <a:gd name="connsiteY17" fmla="*/ 8542484 h 8542484"/>
                    <a:gd name="connsiteX18" fmla="*/ 5057784 w 8134812"/>
                    <a:gd name="connsiteY18" fmla="*/ 8455398 h 8542484"/>
                    <a:gd name="connsiteX19" fmla="*/ 541518 w 8134812"/>
                    <a:gd name="connsiteY19" fmla="*/ 4043055 h 8542484"/>
                    <a:gd name="connsiteX0" fmla="*/ 541518 w 8134812"/>
                    <a:gd name="connsiteY0" fmla="*/ 4043055 h 8542484"/>
                    <a:gd name="connsiteX1" fmla="*/ 1163309 w 8134812"/>
                    <a:gd name="connsiteY1" fmla="*/ 3360886 h 8542484"/>
                    <a:gd name="connsiteX2" fmla="*/ 2967723 w 8134812"/>
                    <a:gd name="connsiteY2" fmla="*/ 5189686 h 8542484"/>
                    <a:gd name="connsiteX3" fmla="*/ 108411 w 8134812"/>
                    <a:gd name="connsiteY3" fmla="*/ 2214256 h 8542484"/>
                    <a:gd name="connsiteX4" fmla="*/ 1008296 w 8134812"/>
                    <a:gd name="connsiteY4" fmla="*/ 1503057 h 8542484"/>
                    <a:gd name="connsiteX5" fmla="*/ 3432182 w 8134812"/>
                    <a:gd name="connsiteY5" fmla="*/ 3941457 h 8542484"/>
                    <a:gd name="connsiteX6" fmla="*/ 718011 w 8134812"/>
                    <a:gd name="connsiteY6" fmla="*/ 1183743 h 8542484"/>
                    <a:gd name="connsiteX7" fmla="*/ 1719497 w 8134812"/>
                    <a:gd name="connsiteY7" fmla="*/ 487058 h 8542484"/>
                    <a:gd name="connsiteX8" fmla="*/ 4085326 w 8134812"/>
                    <a:gd name="connsiteY8" fmla="*/ 2969001 h 8542484"/>
                    <a:gd name="connsiteX9" fmla="*/ 2096868 w 8134812"/>
                    <a:gd name="connsiteY9" fmla="*/ 835401 h 8542484"/>
                    <a:gd name="connsiteX10" fmla="*/ 3170925 w 8134812"/>
                    <a:gd name="connsiteY10" fmla="*/ 269344 h 8542484"/>
                    <a:gd name="connsiteX11" fmla="*/ 6538239 w 8134812"/>
                    <a:gd name="connsiteY11" fmla="*/ 3723742 h 8542484"/>
                    <a:gd name="connsiteX12" fmla="*/ 6090619 w 8134812"/>
                    <a:gd name="connsiteY12" fmla="*/ 2231095 h 8542484"/>
                    <a:gd name="connsiteX13" fmla="*/ 6639839 w 8134812"/>
                    <a:gd name="connsiteY13" fmla="*/ 1024087 h 8542484"/>
                    <a:gd name="connsiteX14" fmla="*/ 7757440 w 8134812"/>
                    <a:gd name="connsiteY14" fmla="*/ 2968999 h 8542484"/>
                    <a:gd name="connsiteX15" fmla="*/ 7989669 w 8134812"/>
                    <a:gd name="connsiteY15" fmla="*/ 4333342 h 8542484"/>
                    <a:gd name="connsiteX16" fmla="*/ 8134812 w 8134812"/>
                    <a:gd name="connsiteY16" fmla="*/ 5538027 h 8542484"/>
                    <a:gd name="connsiteX17" fmla="*/ 5333553 w 8134812"/>
                    <a:gd name="connsiteY17" fmla="*/ 8542484 h 8542484"/>
                    <a:gd name="connsiteX18" fmla="*/ 5057784 w 8134812"/>
                    <a:gd name="connsiteY18" fmla="*/ 8455398 h 8542484"/>
                    <a:gd name="connsiteX19" fmla="*/ 541518 w 8134812"/>
                    <a:gd name="connsiteY19" fmla="*/ 4043055 h 8542484"/>
                    <a:gd name="connsiteX0" fmla="*/ 541518 w 8134812"/>
                    <a:gd name="connsiteY0" fmla="*/ 4043055 h 8542484"/>
                    <a:gd name="connsiteX1" fmla="*/ 1163309 w 8134812"/>
                    <a:gd name="connsiteY1" fmla="*/ 3360886 h 8542484"/>
                    <a:gd name="connsiteX2" fmla="*/ 2967723 w 8134812"/>
                    <a:gd name="connsiteY2" fmla="*/ 5189686 h 8542484"/>
                    <a:gd name="connsiteX3" fmla="*/ 108411 w 8134812"/>
                    <a:gd name="connsiteY3" fmla="*/ 2214256 h 8542484"/>
                    <a:gd name="connsiteX4" fmla="*/ 1008296 w 8134812"/>
                    <a:gd name="connsiteY4" fmla="*/ 1503057 h 8542484"/>
                    <a:gd name="connsiteX5" fmla="*/ 3432182 w 8134812"/>
                    <a:gd name="connsiteY5" fmla="*/ 3941457 h 8542484"/>
                    <a:gd name="connsiteX6" fmla="*/ 718011 w 8134812"/>
                    <a:gd name="connsiteY6" fmla="*/ 1183743 h 8542484"/>
                    <a:gd name="connsiteX7" fmla="*/ 1719497 w 8134812"/>
                    <a:gd name="connsiteY7" fmla="*/ 487058 h 8542484"/>
                    <a:gd name="connsiteX8" fmla="*/ 4085326 w 8134812"/>
                    <a:gd name="connsiteY8" fmla="*/ 2969001 h 8542484"/>
                    <a:gd name="connsiteX9" fmla="*/ 2096868 w 8134812"/>
                    <a:gd name="connsiteY9" fmla="*/ 835401 h 8542484"/>
                    <a:gd name="connsiteX10" fmla="*/ 3170925 w 8134812"/>
                    <a:gd name="connsiteY10" fmla="*/ 269344 h 8542484"/>
                    <a:gd name="connsiteX11" fmla="*/ 6538239 w 8134812"/>
                    <a:gd name="connsiteY11" fmla="*/ 3723742 h 8542484"/>
                    <a:gd name="connsiteX12" fmla="*/ 6090619 w 8134812"/>
                    <a:gd name="connsiteY12" fmla="*/ 2231095 h 8542484"/>
                    <a:gd name="connsiteX13" fmla="*/ 6639839 w 8134812"/>
                    <a:gd name="connsiteY13" fmla="*/ 1024087 h 8542484"/>
                    <a:gd name="connsiteX14" fmla="*/ 7757440 w 8134812"/>
                    <a:gd name="connsiteY14" fmla="*/ 2968999 h 8542484"/>
                    <a:gd name="connsiteX15" fmla="*/ 7989669 w 8134812"/>
                    <a:gd name="connsiteY15" fmla="*/ 4333342 h 8542484"/>
                    <a:gd name="connsiteX16" fmla="*/ 8134812 w 8134812"/>
                    <a:gd name="connsiteY16" fmla="*/ 5538027 h 8542484"/>
                    <a:gd name="connsiteX17" fmla="*/ 5333553 w 8134812"/>
                    <a:gd name="connsiteY17" fmla="*/ 8542484 h 8542484"/>
                    <a:gd name="connsiteX18" fmla="*/ 5057784 w 8134812"/>
                    <a:gd name="connsiteY18" fmla="*/ 8455398 h 8542484"/>
                    <a:gd name="connsiteX19" fmla="*/ 541518 w 8134812"/>
                    <a:gd name="connsiteY19" fmla="*/ 4043055 h 8542484"/>
                    <a:gd name="connsiteX0" fmla="*/ 541518 w 8134812"/>
                    <a:gd name="connsiteY0" fmla="*/ 4043055 h 8542484"/>
                    <a:gd name="connsiteX1" fmla="*/ 1163309 w 8134812"/>
                    <a:gd name="connsiteY1" fmla="*/ 3360886 h 8542484"/>
                    <a:gd name="connsiteX2" fmla="*/ 2967723 w 8134812"/>
                    <a:gd name="connsiteY2" fmla="*/ 5189686 h 8542484"/>
                    <a:gd name="connsiteX3" fmla="*/ 108411 w 8134812"/>
                    <a:gd name="connsiteY3" fmla="*/ 2214256 h 8542484"/>
                    <a:gd name="connsiteX4" fmla="*/ 1008296 w 8134812"/>
                    <a:gd name="connsiteY4" fmla="*/ 1503057 h 8542484"/>
                    <a:gd name="connsiteX5" fmla="*/ 3432182 w 8134812"/>
                    <a:gd name="connsiteY5" fmla="*/ 3941457 h 8542484"/>
                    <a:gd name="connsiteX6" fmla="*/ 718011 w 8134812"/>
                    <a:gd name="connsiteY6" fmla="*/ 1183743 h 8542484"/>
                    <a:gd name="connsiteX7" fmla="*/ 1719497 w 8134812"/>
                    <a:gd name="connsiteY7" fmla="*/ 487058 h 8542484"/>
                    <a:gd name="connsiteX8" fmla="*/ 4085326 w 8134812"/>
                    <a:gd name="connsiteY8" fmla="*/ 2969001 h 8542484"/>
                    <a:gd name="connsiteX9" fmla="*/ 2096868 w 8134812"/>
                    <a:gd name="connsiteY9" fmla="*/ 835401 h 8542484"/>
                    <a:gd name="connsiteX10" fmla="*/ 3170925 w 8134812"/>
                    <a:gd name="connsiteY10" fmla="*/ 269344 h 8542484"/>
                    <a:gd name="connsiteX11" fmla="*/ 6538239 w 8134812"/>
                    <a:gd name="connsiteY11" fmla="*/ 3723742 h 8542484"/>
                    <a:gd name="connsiteX12" fmla="*/ 6090619 w 8134812"/>
                    <a:gd name="connsiteY12" fmla="*/ 2231095 h 8542484"/>
                    <a:gd name="connsiteX13" fmla="*/ 6639839 w 8134812"/>
                    <a:gd name="connsiteY13" fmla="*/ 1024087 h 8542484"/>
                    <a:gd name="connsiteX14" fmla="*/ 7757440 w 8134812"/>
                    <a:gd name="connsiteY14" fmla="*/ 2968999 h 8542484"/>
                    <a:gd name="connsiteX15" fmla="*/ 7989669 w 8134812"/>
                    <a:gd name="connsiteY15" fmla="*/ 4333342 h 8542484"/>
                    <a:gd name="connsiteX16" fmla="*/ 8134812 w 8134812"/>
                    <a:gd name="connsiteY16" fmla="*/ 5538027 h 8542484"/>
                    <a:gd name="connsiteX17" fmla="*/ 5333553 w 8134812"/>
                    <a:gd name="connsiteY17" fmla="*/ 8542484 h 8542484"/>
                    <a:gd name="connsiteX18" fmla="*/ 5057784 w 8134812"/>
                    <a:gd name="connsiteY18" fmla="*/ 8455398 h 8542484"/>
                    <a:gd name="connsiteX19" fmla="*/ 541518 w 8134812"/>
                    <a:gd name="connsiteY19" fmla="*/ 4043055 h 8542484"/>
                    <a:gd name="connsiteX0" fmla="*/ 541518 w 8134812"/>
                    <a:gd name="connsiteY0" fmla="*/ 4036746 h 8536175"/>
                    <a:gd name="connsiteX1" fmla="*/ 1163309 w 8134812"/>
                    <a:gd name="connsiteY1" fmla="*/ 3354577 h 8536175"/>
                    <a:gd name="connsiteX2" fmla="*/ 2967723 w 8134812"/>
                    <a:gd name="connsiteY2" fmla="*/ 5183377 h 8536175"/>
                    <a:gd name="connsiteX3" fmla="*/ 108411 w 8134812"/>
                    <a:gd name="connsiteY3" fmla="*/ 2207947 h 8536175"/>
                    <a:gd name="connsiteX4" fmla="*/ 1008296 w 8134812"/>
                    <a:gd name="connsiteY4" fmla="*/ 1496748 h 8536175"/>
                    <a:gd name="connsiteX5" fmla="*/ 3432182 w 8134812"/>
                    <a:gd name="connsiteY5" fmla="*/ 3935148 h 8536175"/>
                    <a:gd name="connsiteX6" fmla="*/ 718011 w 8134812"/>
                    <a:gd name="connsiteY6" fmla="*/ 1177434 h 8536175"/>
                    <a:gd name="connsiteX7" fmla="*/ 1719497 w 8134812"/>
                    <a:gd name="connsiteY7" fmla="*/ 480749 h 8536175"/>
                    <a:gd name="connsiteX8" fmla="*/ 4085326 w 8134812"/>
                    <a:gd name="connsiteY8" fmla="*/ 2962692 h 8536175"/>
                    <a:gd name="connsiteX9" fmla="*/ 2133444 w 8134812"/>
                    <a:gd name="connsiteY9" fmla="*/ 853476 h 8536175"/>
                    <a:gd name="connsiteX10" fmla="*/ 3170925 w 8134812"/>
                    <a:gd name="connsiteY10" fmla="*/ 263035 h 8536175"/>
                    <a:gd name="connsiteX11" fmla="*/ 6538239 w 8134812"/>
                    <a:gd name="connsiteY11" fmla="*/ 3717433 h 8536175"/>
                    <a:gd name="connsiteX12" fmla="*/ 6090619 w 8134812"/>
                    <a:gd name="connsiteY12" fmla="*/ 2224786 h 8536175"/>
                    <a:gd name="connsiteX13" fmla="*/ 6639839 w 8134812"/>
                    <a:gd name="connsiteY13" fmla="*/ 1017778 h 8536175"/>
                    <a:gd name="connsiteX14" fmla="*/ 7757440 w 8134812"/>
                    <a:gd name="connsiteY14" fmla="*/ 2962690 h 8536175"/>
                    <a:gd name="connsiteX15" fmla="*/ 7989669 w 8134812"/>
                    <a:gd name="connsiteY15" fmla="*/ 4327033 h 8536175"/>
                    <a:gd name="connsiteX16" fmla="*/ 8134812 w 8134812"/>
                    <a:gd name="connsiteY16" fmla="*/ 5531718 h 8536175"/>
                    <a:gd name="connsiteX17" fmla="*/ 5333553 w 8134812"/>
                    <a:gd name="connsiteY17" fmla="*/ 8536175 h 8536175"/>
                    <a:gd name="connsiteX18" fmla="*/ 5057784 w 8134812"/>
                    <a:gd name="connsiteY18" fmla="*/ 8449089 h 8536175"/>
                    <a:gd name="connsiteX19" fmla="*/ 541518 w 8134812"/>
                    <a:gd name="connsiteY19" fmla="*/ 4036746 h 8536175"/>
                    <a:gd name="connsiteX0" fmla="*/ 541518 w 8134812"/>
                    <a:gd name="connsiteY0" fmla="*/ 4036746 h 8536175"/>
                    <a:gd name="connsiteX1" fmla="*/ 1163309 w 8134812"/>
                    <a:gd name="connsiteY1" fmla="*/ 3354577 h 8536175"/>
                    <a:gd name="connsiteX2" fmla="*/ 2967723 w 8134812"/>
                    <a:gd name="connsiteY2" fmla="*/ 5183377 h 8536175"/>
                    <a:gd name="connsiteX3" fmla="*/ 108411 w 8134812"/>
                    <a:gd name="connsiteY3" fmla="*/ 2207947 h 8536175"/>
                    <a:gd name="connsiteX4" fmla="*/ 1008296 w 8134812"/>
                    <a:gd name="connsiteY4" fmla="*/ 1496748 h 8536175"/>
                    <a:gd name="connsiteX5" fmla="*/ 3432182 w 8134812"/>
                    <a:gd name="connsiteY5" fmla="*/ 3935148 h 8536175"/>
                    <a:gd name="connsiteX6" fmla="*/ 718011 w 8134812"/>
                    <a:gd name="connsiteY6" fmla="*/ 1177434 h 8536175"/>
                    <a:gd name="connsiteX7" fmla="*/ 1719497 w 8134812"/>
                    <a:gd name="connsiteY7" fmla="*/ 480749 h 8536175"/>
                    <a:gd name="connsiteX8" fmla="*/ 4085326 w 8134812"/>
                    <a:gd name="connsiteY8" fmla="*/ 2962692 h 8536175"/>
                    <a:gd name="connsiteX9" fmla="*/ 2133444 w 8134812"/>
                    <a:gd name="connsiteY9" fmla="*/ 853476 h 8536175"/>
                    <a:gd name="connsiteX10" fmla="*/ 3170925 w 8134812"/>
                    <a:gd name="connsiteY10" fmla="*/ 263035 h 8536175"/>
                    <a:gd name="connsiteX11" fmla="*/ 6538239 w 8134812"/>
                    <a:gd name="connsiteY11" fmla="*/ 3717433 h 8536175"/>
                    <a:gd name="connsiteX12" fmla="*/ 6090619 w 8134812"/>
                    <a:gd name="connsiteY12" fmla="*/ 2224786 h 8536175"/>
                    <a:gd name="connsiteX13" fmla="*/ 6639839 w 8134812"/>
                    <a:gd name="connsiteY13" fmla="*/ 1017778 h 8536175"/>
                    <a:gd name="connsiteX14" fmla="*/ 7757440 w 8134812"/>
                    <a:gd name="connsiteY14" fmla="*/ 2962690 h 8536175"/>
                    <a:gd name="connsiteX15" fmla="*/ 7989669 w 8134812"/>
                    <a:gd name="connsiteY15" fmla="*/ 4327033 h 8536175"/>
                    <a:gd name="connsiteX16" fmla="*/ 8134812 w 8134812"/>
                    <a:gd name="connsiteY16" fmla="*/ 5531718 h 8536175"/>
                    <a:gd name="connsiteX17" fmla="*/ 5333553 w 8134812"/>
                    <a:gd name="connsiteY17" fmla="*/ 8536175 h 8536175"/>
                    <a:gd name="connsiteX18" fmla="*/ 5057784 w 8134812"/>
                    <a:gd name="connsiteY18" fmla="*/ 8449089 h 8536175"/>
                    <a:gd name="connsiteX19" fmla="*/ 541518 w 8134812"/>
                    <a:gd name="connsiteY19" fmla="*/ 4036746 h 8536175"/>
                    <a:gd name="connsiteX0" fmla="*/ 541518 w 8134812"/>
                    <a:gd name="connsiteY0" fmla="*/ 4036746 h 8536175"/>
                    <a:gd name="connsiteX1" fmla="*/ 1163309 w 8134812"/>
                    <a:gd name="connsiteY1" fmla="*/ 3354577 h 8536175"/>
                    <a:gd name="connsiteX2" fmla="*/ 2967723 w 8134812"/>
                    <a:gd name="connsiteY2" fmla="*/ 5183377 h 8536175"/>
                    <a:gd name="connsiteX3" fmla="*/ 108411 w 8134812"/>
                    <a:gd name="connsiteY3" fmla="*/ 2207947 h 8536175"/>
                    <a:gd name="connsiteX4" fmla="*/ 1008296 w 8134812"/>
                    <a:gd name="connsiteY4" fmla="*/ 1496748 h 8536175"/>
                    <a:gd name="connsiteX5" fmla="*/ 3432182 w 8134812"/>
                    <a:gd name="connsiteY5" fmla="*/ 3935148 h 8536175"/>
                    <a:gd name="connsiteX6" fmla="*/ 718011 w 8134812"/>
                    <a:gd name="connsiteY6" fmla="*/ 1177434 h 8536175"/>
                    <a:gd name="connsiteX7" fmla="*/ 1719497 w 8134812"/>
                    <a:gd name="connsiteY7" fmla="*/ 480749 h 8536175"/>
                    <a:gd name="connsiteX8" fmla="*/ 4085326 w 8134812"/>
                    <a:gd name="connsiteY8" fmla="*/ 2962692 h 8536175"/>
                    <a:gd name="connsiteX9" fmla="*/ 2133444 w 8134812"/>
                    <a:gd name="connsiteY9" fmla="*/ 853476 h 8536175"/>
                    <a:gd name="connsiteX10" fmla="*/ 3170925 w 8134812"/>
                    <a:gd name="connsiteY10" fmla="*/ 263035 h 8536175"/>
                    <a:gd name="connsiteX11" fmla="*/ 6538239 w 8134812"/>
                    <a:gd name="connsiteY11" fmla="*/ 3717433 h 8536175"/>
                    <a:gd name="connsiteX12" fmla="*/ 6090619 w 8134812"/>
                    <a:gd name="connsiteY12" fmla="*/ 2224786 h 8536175"/>
                    <a:gd name="connsiteX13" fmla="*/ 6639839 w 8134812"/>
                    <a:gd name="connsiteY13" fmla="*/ 1017778 h 8536175"/>
                    <a:gd name="connsiteX14" fmla="*/ 7757440 w 8134812"/>
                    <a:gd name="connsiteY14" fmla="*/ 2962690 h 8536175"/>
                    <a:gd name="connsiteX15" fmla="*/ 7989669 w 8134812"/>
                    <a:gd name="connsiteY15" fmla="*/ 4327033 h 8536175"/>
                    <a:gd name="connsiteX16" fmla="*/ 8134812 w 8134812"/>
                    <a:gd name="connsiteY16" fmla="*/ 5531718 h 8536175"/>
                    <a:gd name="connsiteX17" fmla="*/ 5333553 w 8134812"/>
                    <a:gd name="connsiteY17" fmla="*/ 8536175 h 8536175"/>
                    <a:gd name="connsiteX18" fmla="*/ 5057784 w 8134812"/>
                    <a:gd name="connsiteY18" fmla="*/ 8449089 h 8536175"/>
                    <a:gd name="connsiteX19" fmla="*/ 541518 w 8134812"/>
                    <a:gd name="connsiteY19" fmla="*/ 4036746 h 8536175"/>
                    <a:gd name="connsiteX0" fmla="*/ 541518 w 8134812"/>
                    <a:gd name="connsiteY0" fmla="*/ 4053000 h 8552429"/>
                    <a:gd name="connsiteX1" fmla="*/ 1163309 w 8134812"/>
                    <a:gd name="connsiteY1" fmla="*/ 3370831 h 8552429"/>
                    <a:gd name="connsiteX2" fmla="*/ 2967723 w 8134812"/>
                    <a:gd name="connsiteY2" fmla="*/ 5199631 h 8552429"/>
                    <a:gd name="connsiteX3" fmla="*/ 108411 w 8134812"/>
                    <a:gd name="connsiteY3" fmla="*/ 2224201 h 8552429"/>
                    <a:gd name="connsiteX4" fmla="*/ 1008296 w 8134812"/>
                    <a:gd name="connsiteY4" fmla="*/ 1513002 h 8552429"/>
                    <a:gd name="connsiteX5" fmla="*/ 3432182 w 8134812"/>
                    <a:gd name="connsiteY5" fmla="*/ 3951402 h 8552429"/>
                    <a:gd name="connsiteX6" fmla="*/ 718011 w 8134812"/>
                    <a:gd name="connsiteY6" fmla="*/ 1193688 h 8552429"/>
                    <a:gd name="connsiteX7" fmla="*/ 1719497 w 8134812"/>
                    <a:gd name="connsiteY7" fmla="*/ 497003 h 8552429"/>
                    <a:gd name="connsiteX8" fmla="*/ 4085326 w 8134812"/>
                    <a:gd name="connsiteY8" fmla="*/ 2978946 h 8552429"/>
                    <a:gd name="connsiteX9" fmla="*/ 2133444 w 8134812"/>
                    <a:gd name="connsiteY9" fmla="*/ 869730 h 8552429"/>
                    <a:gd name="connsiteX10" fmla="*/ 3170925 w 8134812"/>
                    <a:gd name="connsiteY10" fmla="*/ 279289 h 8552429"/>
                    <a:gd name="connsiteX11" fmla="*/ 6538239 w 8134812"/>
                    <a:gd name="connsiteY11" fmla="*/ 3733687 h 8552429"/>
                    <a:gd name="connsiteX12" fmla="*/ 6090619 w 8134812"/>
                    <a:gd name="connsiteY12" fmla="*/ 2241040 h 8552429"/>
                    <a:gd name="connsiteX13" fmla="*/ 6639839 w 8134812"/>
                    <a:gd name="connsiteY13" fmla="*/ 1034032 h 8552429"/>
                    <a:gd name="connsiteX14" fmla="*/ 7757440 w 8134812"/>
                    <a:gd name="connsiteY14" fmla="*/ 2978944 h 8552429"/>
                    <a:gd name="connsiteX15" fmla="*/ 7989669 w 8134812"/>
                    <a:gd name="connsiteY15" fmla="*/ 4343287 h 8552429"/>
                    <a:gd name="connsiteX16" fmla="*/ 8134812 w 8134812"/>
                    <a:gd name="connsiteY16" fmla="*/ 5547972 h 8552429"/>
                    <a:gd name="connsiteX17" fmla="*/ 5333553 w 8134812"/>
                    <a:gd name="connsiteY17" fmla="*/ 8552429 h 8552429"/>
                    <a:gd name="connsiteX18" fmla="*/ 5057784 w 8134812"/>
                    <a:gd name="connsiteY18" fmla="*/ 8465343 h 8552429"/>
                    <a:gd name="connsiteX19" fmla="*/ 541518 w 8134812"/>
                    <a:gd name="connsiteY19" fmla="*/ 4053000 h 8552429"/>
                    <a:gd name="connsiteX0" fmla="*/ 541518 w 8134812"/>
                    <a:gd name="connsiteY0" fmla="*/ 4050353 h 8549782"/>
                    <a:gd name="connsiteX1" fmla="*/ 1163309 w 8134812"/>
                    <a:gd name="connsiteY1" fmla="*/ 3368184 h 8549782"/>
                    <a:gd name="connsiteX2" fmla="*/ 2967723 w 8134812"/>
                    <a:gd name="connsiteY2" fmla="*/ 5196984 h 8549782"/>
                    <a:gd name="connsiteX3" fmla="*/ 108411 w 8134812"/>
                    <a:gd name="connsiteY3" fmla="*/ 2221554 h 8549782"/>
                    <a:gd name="connsiteX4" fmla="*/ 1008296 w 8134812"/>
                    <a:gd name="connsiteY4" fmla="*/ 1510355 h 8549782"/>
                    <a:gd name="connsiteX5" fmla="*/ 3432182 w 8134812"/>
                    <a:gd name="connsiteY5" fmla="*/ 3948755 h 8549782"/>
                    <a:gd name="connsiteX6" fmla="*/ 718011 w 8134812"/>
                    <a:gd name="connsiteY6" fmla="*/ 1191041 h 8549782"/>
                    <a:gd name="connsiteX7" fmla="*/ 1719497 w 8134812"/>
                    <a:gd name="connsiteY7" fmla="*/ 494356 h 8549782"/>
                    <a:gd name="connsiteX8" fmla="*/ 4085326 w 8134812"/>
                    <a:gd name="connsiteY8" fmla="*/ 2976299 h 8549782"/>
                    <a:gd name="connsiteX9" fmla="*/ 2133444 w 8134812"/>
                    <a:gd name="connsiteY9" fmla="*/ 867083 h 8549782"/>
                    <a:gd name="connsiteX10" fmla="*/ 3170925 w 8134812"/>
                    <a:gd name="connsiteY10" fmla="*/ 276642 h 8549782"/>
                    <a:gd name="connsiteX11" fmla="*/ 6538239 w 8134812"/>
                    <a:gd name="connsiteY11" fmla="*/ 3731040 h 8549782"/>
                    <a:gd name="connsiteX12" fmla="*/ 6090619 w 8134812"/>
                    <a:gd name="connsiteY12" fmla="*/ 2238393 h 8549782"/>
                    <a:gd name="connsiteX13" fmla="*/ 6639839 w 8134812"/>
                    <a:gd name="connsiteY13" fmla="*/ 1031385 h 8549782"/>
                    <a:gd name="connsiteX14" fmla="*/ 7757440 w 8134812"/>
                    <a:gd name="connsiteY14" fmla="*/ 2976297 h 8549782"/>
                    <a:gd name="connsiteX15" fmla="*/ 7989669 w 8134812"/>
                    <a:gd name="connsiteY15" fmla="*/ 4340640 h 8549782"/>
                    <a:gd name="connsiteX16" fmla="*/ 8134812 w 8134812"/>
                    <a:gd name="connsiteY16" fmla="*/ 5545325 h 8549782"/>
                    <a:gd name="connsiteX17" fmla="*/ 5333553 w 8134812"/>
                    <a:gd name="connsiteY17" fmla="*/ 8549782 h 8549782"/>
                    <a:gd name="connsiteX18" fmla="*/ 5057784 w 8134812"/>
                    <a:gd name="connsiteY18" fmla="*/ 8462696 h 8549782"/>
                    <a:gd name="connsiteX19" fmla="*/ 541518 w 8134812"/>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9315726"/>
                    <a:gd name="connsiteX1" fmla="*/ 1163309 w 8389877"/>
                    <a:gd name="connsiteY1" fmla="*/ 3368184 h 9315726"/>
                    <a:gd name="connsiteX2" fmla="*/ 2967723 w 8389877"/>
                    <a:gd name="connsiteY2" fmla="*/ 5196984 h 9315726"/>
                    <a:gd name="connsiteX3" fmla="*/ 108411 w 8389877"/>
                    <a:gd name="connsiteY3" fmla="*/ 2221554 h 9315726"/>
                    <a:gd name="connsiteX4" fmla="*/ 1008296 w 8389877"/>
                    <a:gd name="connsiteY4" fmla="*/ 1510355 h 9315726"/>
                    <a:gd name="connsiteX5" fmla="*/ 3432182 w 8389877"/>
                    <a:gd name="connsiteY5" fmla="*/ 3948755 h 9315726"/>
                    <a:gd name="connsiteX6" fmla="*/ 718011 w 8389877"/>
                    <a:gd name="connsiteY6" fmla="*/ 1191041 h 9315726"/>
                    <a:gd name="connsiteX7" fmla="*/ 1719497 w 8389877"/>
                    <a:gd name="connsiteY7" fmla="*/ 494356 h 9315726"/>
                    <a:gd name="connsiteX8" fmla="*/ 4085326 w 8389877"/>
                    <a:gd name="connsiteY8" fmla="*/ 2976299 h 9315726"/>
                    <a:gd name="connsiteX9" fmla="*/ 2133444 w 8389877"/>
                    <a:gd name="connsiteY9" fmla="*/ 867083 h 9315726"/>
                    <a:gd name="connsiteX10" fmla="*/ 3170925 w 8389877"/>
                    <a:gd name="connsiteY10" fmla="*/ 276642 h 9315726"/>
                    <a:gd name="connsiteX11" fmla="*/ 6538239 w 8389877"/>
                    <a:gd name="connsiteY11" fmla="*/ 3731040 h 9315726"/>
                    <a:gd name="connsiteX12" fmla="*/ 6090619 w 8389877"/>
                    <a:gd name="connsiteY12" fmla="*/ 2238393 h 9315726"/>
                    <a:gd name="connsiteX13" fmla="*/ 6639839 w 8389877"/>
                    <a:gd name="connsiteY13" fmla="*/ 1031385 h 9315726"/>
                    <a:gd name="connsiteX14" fmla="*/ 7757440 w 8389877"/>
                    <a:gd name="connsiteY14" fmla="*/ 2976297 h 9315726"/>
                    <a:gd name="connsiteX15" fmla="*/ 7989669 w 8389877"/>
                    <a:gd name="connsiteY15" fmla="*/ 4340640 h 9315726"/>
                    <a:gd name="connsiteX16" fmla="*/ 8389877 w 8389877"/>
                    <a:gd name="connsiteY16" fmla="*/ 5777404 h 9315726"/>
                    <a:gd name="connsiteX17" fmla="*/ 6336452 w 8389877"/>
                    <a:gd name="connsiteY17" fmla="*/ 9315727 h 9315726"/>
                    <a:gd name="connsiteX18" fmla="*/ 5057784 w 8389877"/>
                    <a:gd name="connsiteY18" fmla="*/ 8462696 h 9315726"/>
                    <a:gd name="connsiteX19" fmla="*/ 541518 w 8389877"/>
                    <a:gd name="connsiteY19" fmla="*/ 4050353 h 9315726"/>
                    <a:gd name="connsiteX0" fmla="*/ 541518 w 8389877"/>
                    <a:gd name="connsiteY0" fmla="*/ 4050353 h 9224165"/>
                    <a:gd name="connsiteX1" fmla="*/ 1163309 w 8389877"/>
                    <a:gd name="connsiteY1" fmla="*/ 3368184 h 9224165"/>
                    <a:gd name="connsiteX2" fmla="*/ 2967723 w 8389877"/>
                    <a:gd name="connsiteY2" fmla="*/ 5196984 h 9224165"/>
                    <a:gd name="connsiteX3" fmla="*/ 108411 w 8389877"/>
                    <a:gd name="connsiteY3" fmla="*/ 2221554 h 9224165"/>
                    <a:gd name="connsiteX4" fmla="*/ 1008296 w 8389877"/>
                    <a:gd name="connsiteY4" fmla="*/ 1510355 h 9224165"/>
                    <a:gd name="connsiteX5" fmla="*/ 3432182 w 8389877"/>
                    <a:gd name="connsiteY5" fmla="*/ 3948755 h 9224165"/>
                    <a:gd name="connsiteX6" fmla="*/ 718011 w 8389877"/>
                    <a:gd name="connsiteY6" fmla="*/ 1191041 h 9224165"/>
                    <a:gd name="connsiteX7" fmla="*/ 1719497 w 8389877"/>
                    <a:gd name="connsiteY7" fmla="*/ 494356 h 9224165"/>
                    <a:gd name="connsiteX8" fmla="*/ 4085326 w 8389877"/>
                    <a:gd name="connsiteY8" fmla="*/ 2976299 h 9224165"/>
                    <a:gd name="connsiteX9" fmla="*/ 2133444 w 8389877"/>
                    <a:gd name="connsiteY9" fmla="*/ 867083 h 9224165"/>
                    <a:gd name="connsiteX10" fmla="*/ 3170925 w 8389877"/>
                    <a:gd name="connsiteY10" fmla="*/ 276642 h 9224165"/>
                    <a:gd name="connsiteX11" fmla="*/ 6538239 w 8389877"/>
                    <a:gd name="connsiteY11" fmla="*/ 3731040 h 9224165"/>
                    <a:gd name="connsiteX12" fmla="*/ 6090619 w 8389877"/>
                    <a:gd name="connsiteY12" fmla="*/ 2238393 h 9224165"/>
                    <a:gd name="connsiteX13" fmla="*/ 6639839 w 8389877"/>
                    <a:gd name="connsiteY13" fmla="*/ 1031385 h 9224165"/>
                    <a:gd name="connsiteX14" fmla="*/ 7757440 w 8389877"/>
                    <a:gd name="connsiteY14" fmla="*/ 2976297 h 9224165"/>
                    <a:gd name="connsiteX15" fmla="*/ 7989669 w 8389877"/>
                    <a:gd name="connsiteY15" fmla="*/ 4340640 h 9224165"/>
                    <a:gd name="connsiteX16" fmla="*/ 8389877 w 8389877"/>
                    <a:gd name="connsiteY16" fmla="*/ 5777404 h 9224165"/>
                    <a:gd name="connsiteX17" fmla="*/ 6266896 w 8389877"/>
                    <a:gd name="connsiteY17" fmla="*/ 9224162 h 9224165"/>
                    <a:gd name="connsiteX18" fmla="*/ 5057784 w 8389877"/>
                    <a:gd name="connsiteY18" fmla="*/ 8462696 h 9224165"/>
                    <a:gd name="connsiteX19" fmla="*/ 541518 w 8389877"/>
                    <a:gd name="connsiteY19" fmla="*/ 4050353 h 9224165"/>
                    <a:gd name="connsiteX0" fmla="*/ 541518 w 8389877"/>
                    <a:gd name="connsiteY0" fmla="*/ 4050353 h 9224165"/>
                    <a:gd name="connsiteX1" fmla="*/ 1163309 w 8389877"/>
                    <a:gd name="connsiteY1" fmla="*/ 3368184 h 9224165"/>
                    <a:gd name="connsiteX2" fmla="*/ 2967723 w 8389877"/>
                    <a:gd name="connsiteY2" fmla="*/ 5196984 h 9224165"/>
                    <a:gd name="connsiteX3" fmla="*/ 108411 w 8389877"/>
                    <a:gd name="connsiteY3" fmla="*/ 2221554 h 9224165"/>
                    <a:gd name="connsiteX4" fmla="*/ 1008296 w 8389877"/>
                    <a:gd name="connsiteY4" fmla="*/ 1510355 h 9224165"/>
                    <a:gd name="connsiteX5" fmla="*/ 3432182 w 8389877"/>
                    <a:gd name="connsiteY5" fmla="*/ 3948755 h 9224165"/>
                    <a:gd name="connsiteX6" fmla="*/ 718011 w 8389877"/>
                    <a:gd name="connsiteY6" fmla="*/ 1191041 h 9224165"/>
                    <a:gd name="connsiteX7" fmla="*/ 1719497 w 8389877"/>
                    <a:gd name="connsiteY7" fmla="*/ 494356 h 9224165"/>
                    <a:gd name="connsiteX8" fmla="*/ 4085326 w 8389877"/>
                    <a:gd name="connsiteY8" fmla="*/ 2976299 h 9224165"/>
                    <a:gd name="connsiteX9" fmla="*/ 2133444 w 8389877"/>
                    <a:gd name="connsiteY9" fmla="*/ 867083 h 9224165"/>
                    <a:gd name="connsiteX10" fmla="*/ 3170925 w 8389877"/>
                    <a:gd name="connsiteY10" fmla="*/ 276642 h 9224165"/>
                    <a:gd name="connsiteX11" fmla="*/ 6538239 w 8389877"/>
                    <a:gd name="connsiteY11" fmla="*/ 3731040 h 9224165"/>
                    <a:gd name="connsiteX12" fmla="*/ 6090619 w 8389877"/>
                    <a:gd name="connsiteY12" fmla="*/ 2238393 h 9224165"/>
                    <a:gd name="connsiteX13" fmla="*/ 6639839 w 8389877"/>
                    <a:gd name="connsiteY13" fmla="*/ 1031385 h 9224165"/>
                    <a:gd name="connsiteX14" fmla="*/ 7757440 w 8389877"/>
                    <a:gd name="connsiteY14" fmla="*/ 2976297 h 9224165"/>
                    <a:gd name="connsiteX15" fmla="*/ 7989669 w 8389877"/>
                    <a:gd name="connsiteY15" fmla="*/ 4340640 h 9224165"/>
                    <a:gd name="connsiteX16" fmla="*/ 8389877 w 8389877"/>
                    <a:gd name="connsiteY16" fmla="*/ 5777404 h 9224165"/>
                    <a:gd name="connsiteX17" fmla="*/ 6266896 w 8389877"/>
                    <a:gd name="connsiteY17" fmla="*/ 9224162 h 9224165"/>
                    <a:gd name="connsiteX18" fmla="*/ 5057784 w 8389877"/>
                    <a:gd name="connsiteY18" fmla="*/ 8462696 h 9224165"/>
                    <a:gd name="connsiteX19" fmla="*/ 541518 w 8389877"/>
                    <a:gd name="connsiteY19" fmla="*/ 4050353 h 9224165"/>
                    <a:gd name="connsiteX0" fmla="*/ 541518 w 8389877"/>
                    <a:gd name="connsiteY0" fmla="*/ 4050353 h 9224165"/>
                    <a:gd name="connsiteX1" fmla="*/ 1163309 w 8389877"/>
                    <a:gd name="connsiteY1" fmla="*/ 3368184 h 9224165"/>
                    <a:gd name="connsiteX2" fmla="*/ 2967723 w 8389877"/>
                    <a:gd name="connsiteY2" fmla="*/ 5196984 h 9224165"/>
                    <a:gd name="connsiteX3" fmla="*/ 108411 w 8389877"/>
                    <a:gd name="connsiteY3" fmla="*/ 2221554 h 9224165"/>
                    <a:gd name="connsiteX4" fmla="*/ 1008296 w 8389877"/>
                    <a:gd name="connsiteY4" fmla="*/ 1510355 h 9224165"/>
                    <a:gd name="connsiteX5" fmla="*/ 3432182 w 8389877"/>
                    <a:gd name="connsiteY5" fmla="*/ 3948755 h 9224165"/>
                    <a:gd name="connsiteX6" fmla="*/ 718011 w 8389877"/>
                    <a:gd name="connsiteY6" fmla="*/ 1191041 h 9224165"/>
                    <a:gd name="connsiteX7" fmla="*/ 1719497 w 8389877"/>
                    <a:gd name="connsiteY7" fmla="*/ 494356 h 9224165"/>
                    <a:gd name="connsiteX8" fmla="*/ 4085326 w 8389877"/>
                    <a:gd name="connsiteY8" fmla="*/ 2976299 h 9224165"/>
                    <a:gd name="connsiteX9" fmla="*/ 2133444 w 8389877"/>
                    <a:gd name="connsiteY9" fmla="*/ 867083 h 9224165"/>
                    <a:gd name="connsiteX10" fmla="*/ 3170925 w 8389877"/>
                    <a:gd name="connsiteY10" fmla="*/ 276642 h 9224165"/>
                    <a:gd name="connsiteX11" fmla="*/ 6538239 w 8389877"/>
                    <a:gd name="connsiteY11" fmla="*/ 3731040 h 9224165"/>
                    <a:gd name="connsiteX12" fmla="*/ 6090619 w 8389877"/>
                    <a:gd name="connsiteY12" fmla="*/ 2238393 h 9224165"/>
                    <a:gd name="connsiteX13" fmla="*/ 6639839 w 8389877"/>
                    <a:gd name="connsiteY13" fmla="*/ 1031385 h 9224165"/>
                    <a:gd name="connsiteX14" fmla="*/ 7757440 w 8389877"/>
                    <a:gd name="connsiteY14" fmla="*/ 2976297 h 9224165"/>
                    <a:gd name="connsiteX15" fmla="*/ 7989669 w 8389877"/>
                    <a:gd name="connsiteY15" fmla="*/ 4340640 h 9224165"/>
                    <a:gd name="connsiteX16" fmla="*/ 8389877 w 8389877"/>
                    <a:gd name="connsiteY16" fmla="*/ 5777404 h 9224165"/>
                    <a:gd name="connsiteX17" fmla="*/ 6266896 w 8389877"/>
                    <a:gd name="connsiteY17" fmla="*/ 9224162 h 9224165"/>
                    <a:gd name="connsiteX18" fmla="*/ 5057784 w 8389877"/>
                    <a:gd name="connsiteY18" fmla="*/ 8462696 h 9224165"/>
                    <a:gd name="connsiteX19" fmla="*/ 541518 w 8389877"/>
                    <a:gd name="connsiteY19" fmla="*/ 4050353 h 9224165"/>
                    <a:gd name="connsiteX0" fmla="*/ 541518 w 8359910"/>
                    <a:gd name="connsiteY0" fmla="*/ 4050353 h 9224165"/>
                    <a:gd name="connsiteX1" fmla="*/ 1163309 w 8359910"/>
                    <a:gd name="connsiteY1" fmla="*/ 3368184 h 9224165"/>
                    <a:gd name="connsiteX2" fmla="*/ 2967723 w 8359910"/>
                    <a:gd name="connsiteY2" fmla="*/ 5196984 h 9224165"/>
                    <a:gd name="connsiteX3" fmla="*/ 108411 w 8359910"/>
                    <a:gd name="connsiteY3" fmla="*/ 2221554 h 9224165"/>
                    <a:gd name="connsiteX4" fmla="*/ 1008296 w 8359910"/>
                    <a:gd name="connsiteY4" fmla="*/ 1510355 h 9224165"/>
                    <a:gd name="connsiteX5" fmla="*/ 3432182 w 8359910"/>
                    <a:gd name="connsiteY5" fmla="*/ 3948755 h 9224165"/>
                    <a:gd name="connsiteX6" fmla="*/ 718011 w 8359910"/>
                    <a:gd name="connsiteY6" fmla="*/ 1191041 h 9224165"/>
                    <a:gd name="connsiteX7" fmla="*/ 1719497 w 8359910"/>
                    <a:gd name="connsiteY7" fmla="*/ 494356 h 9224165"/>
                    <a:gd name="connsiteX8" fmla="*/ 4085326 w 8359910"/>
                    <a:gd name="connsiteY8" fmla="*/ 2976299 h 9224165"/>
                    <a:gd name="connsiteX9" fmla="*/ 2133444 w 8359910"/>
                    <a:gd name="connsiteY9" fmla="*/ 867083 h 9224165"/>
                    <a:gd name="connsiteX10" fmla="*/ 3170925 w 8359910"/>
                    <a:gd name="connsiteY10" fmla="*/ 276642 h 9224165"/>
                    <a:gd name="connsiteX11" fmla="*/ 6538239 w 8359910"/>
                    <a:gd name="connsiteY11" fmla="*/ 3731040 h 9224165"/>
                    <a:gd name="connsiteX12" fmla="*/ 6090619 w 8359910"/>
                    <a:gd name="connsiteY12" fmla="*/ 2238393 h 9224165"/>
                    <a:gd name="connsiteX13" fmla="*/ 6639839 w 8359910"/>
                    <a:gd name="connsiteY13" fmla="*/ 1031385 h 9224165"/>
                    <a:gd name="connsiteX14" fmla="*/ 7757440 w 8359910"/>
                    <a:gd name="connsiteY14" fmla="*/ 2976297 h 9224165"/>
                    <a:gd name="connsiteX15" fmla="*/ 7989669 w 8359910"/>
                    <a:gd name="connsiteY15" fmla="*/ 4340640 h 9224165"/>
                    <a:gd name="connsiteX16" fmla="*/ 8359907 w 8359910"/>
                    <a:gd name="connsiteY16" fmla="*/ 5645609 h 9224165"/>
                    <a:gd name="connsiteX17" fmla="*/ 6266896 w 8359910"/>
                    <a:gd name="connsiteY17" fmla="*/ 9224162 h 9224165"/>
                    <a:gd name="connsiteX18" fmla="*/ 5057784 w 8359910"/>
                    <a:gd name="connsiteY18" fmla="*/ 8462696 h 9224165"/>
                    <a:gd name="connsiteX19" fmla="*/ 541518 w 8359910"/>
                    <a:gd name="connsiteY19" fmla="*/ 4050353 h 9224165"/>
                    <a:gd name="connsiteX0" fmla="*/ 541518 w 8636226"/>
                    <a:gd name="connsiteY0" fmla="*/ 4050353 h 9224165"/>
                    <a:gd name="connsiteX1" fmla="*/ 1163309 w 8636226"/>
                    <a:gd name="connsiteY1" fmla="*/ 3368184 h 9224165"/>
                    <a:gd name="connsiteX2" fmla="*/ 2967723 w 8636226"/>
                    <a:gd name="connsiteY2" fmla="*/ 5196984 h 9224165"/>
                    <a:gd name="connsiteX3" fmla="*/ 108411 w 8636226"/>
                    <a:gd name="connsiteY3" fmla="*/ 2221554 h 9224165"/>
                    <a:gd name="connsiteX4" fmla="*/ 1008296 w 8636226"/>
                    <a:gd name="connsiteY4" fmla="*/ 1510355 h 9224165"/>
                    <a:gd name="connsiteX5" fmla="*/ 3432182 w 8636226"/>
                    <a:gd name="connsiteY5" fmla="*/ 3948755 h 9224165"/>
                    <a:gd name="connsiteX6" fmla="*/ 718011 w 8636226"/>
                    <a:gd name="connsiteY6" fmla="*/ 1191041 h 9224165"/>
                    <a:gd name="connsiteX7" fmla="*/ 1719497 w 8636226"/>
                    <a:gd name="connsiteY7" fmla="*/ 494356 h 9224165"/>
                    <a:gd name="connsiteX8" fmla="*/ 4085326 w 8636226"/>
                    <a:gd name="connsiteY8" fmla="*/ 2976299 h 9224165"/>
                    <a:gd name="connsiteX9" fmla="*/ 2133444 w 8636226"/>
                    <a:gd name="connsiteY9" fmla="*/ 867083 h 9224165"/>
                    <a:gd name="connsiteX10" fmla="*/ 3170925 w 8636226"/>
                    <a:gd name="connsiteY10" fmla="*/ 276642 h 9224165"/>
                    <a:gd name="connsiteX11" fmla="*/ 6538239 w 8636226"/>
                    <a:gd name="connsiteY11" fmla="*/ 3731040 h 9224165"/>
                    <a:gd name="connsiteX12" fmla="*/ 6090619 w 8636226"/>
                    <a:gd name="connsiteY12" fmla="*/ 2238393 h 9224165"/>
                    <a:gd name="connsiteX13" fmla="*/ 6639839 w 8636226"/>
                    <a:gd name="connsiteY13" fmla="*/ 1031385 h 9224165"/>
                    <a:gd name="connsiteX14" fmla="*/ 7757440 w 8636226"/>
                    <a:gd name="connsiteY14" fmla="*/ 2976297 h 9224165"/>
                    <a:gd name="connsiteX15" fmla="*/ 7989669 w 8636226"/>
                    <a:gd name="connsiteY15" fmla="*/ 4340640 h 9224165"/>
                    <a:gd name="connsiteX16" fmla="*/ 8636220 w 8636226"/>
                    <a:gd name="connsiteY16" fmla="*/ 6034120 h 9224165"/>
                    <a:gd name="connsiteX17" fmla="*/ 6266896 w 8636226"/>
                    <a:gd name="connsiteY17" fmla="*/ 9224162 h 9224165"/>
                    <a:gd name="connsiteX18" fmla="*/ 5057784 w 8636226"/>
                    <a:gd name="connsiteY18" fmla="*/ 8462696 h 9224165"/>
                    <a:gd name="connsiteX19" fmla="*/ 541518 w 8636226"/>
                    <a:gd name="connsiteY19" fmla="*/ 4050353 h 9224165"/>
                    <a:gd name="connsiteX0" fmla="*/ 541518 w 8752649"/>
                    <a:gd name="connsiteY0" fmla="*/ 4050353 h 9224165"/>
                    <a:gd name="connsiteX1" fmla="*/ 1163309 w 8752649"/>
                    <a:gd name="connsiteY1" fmla="*/ 3368184 h 9224165"/>
                    <a:gd name="connsiteX2" fmla="*/ 2967723 w 8752649"/>
                    <a:gd name="connsiteY2" fmla="*/ 5196984 h 9224165"/>
                    <a:gd name="connsiteX3" fmla="*/ 108411 w 8752649"/>
                    <a:gd name="connsiteY3" fmla="*/ 2221554 h 9224165"/>
                    <a:gd name="connsiteX4" fmla="*/ 1008296 w 8752649"/>
                    <a:gd name="connsiteY4" fmla="*/ 1510355 h 9224165"/>
                    <a:gd name="connsiteX5" fmla="*/ 3432182 w 8752649"/>
                    <a:gd name="connsiteY5" fmla="*/ 3948755 h 9224165"/>
                    <a:gd name="connsiteX6" fmla="*/ 718011 w 8752649"/>
                    <a:gd name="connsiteY6" fmla="*/ 1191041 h 9224165"/>
                    <a:gd name="connsiteX7" fmla="*/ 1719497 w 8752649"/>
                    <a:gd name="connsiteY7" fmla="*/ 494356 h 9224165"/>
                    <a:gd name="connsiteX8" fmla="*/ 4085326 w 8752649"/>
                    <a:gd name="connsiteY8" fmla="*/ 2976299 h 9224165"/>
                    <a:gd name="connsiteX9" fmla="*/ 2133444 w 8752649"/>
                    <a:gd name="connsiteY9" fmla="*/ 867083 h 9224165"/>
                    <a:gd name="connsiteX10" fmla="*/ 3170925 w 8752649"/>
                    <a:gd name="connsiteY10" fmla="*/ 276642 h 9224165"/>
                    <a:gd name="connsiteX11" fmla="*/ 6538239 w 8752649"/>
                    <a:gd name="connsiteY11" fmla="*/ 3731040 h 9224165"/>
                    <a:gd name="connsiteX12" fmla="*/ 6090619 w 8752649"/>
                    <a:gd name="connsiteY12" fmla="*/ 2238393 h 9224165"/>
                    <a:gd name="connsiteX13" fmla="*/ 6639839 w 8752649"/>
                    <a:gd name="connsiteY13" fmla="*/ 1031385 h 9224165"/>
                    <a:gd name="connsiteX14" fmla="*/ 7757440 w 8752649"/>
                    <a:gd name="connsiteY14" fmla="*/ 2976297 h 9224165"/>
                    <a:gd name="connsiteX15" fmla="*/ 7989669 w 8752649"/>
                    <a:gd name="connsiteY15" fmla="*/ 4340640 h 9224165"/>
                    <a:gd name="connsiteX16" fmla="*/ 8752654 w 8752649"/>
                    <a:gd name="connsiteY16" fmla="*/ 6193162 h 9224165"/>
                    <a:gd name="connsiteX17" fmla="*/ 6266896 w 8752649"/>
                    <a:gd name="connsiteY17" fmla="*/ 9224162 h 9224165"/>
                    <a:gd name="connsiteX18" fmla="*/ 5057784 w 8752649"/>
                    <a:gd name="connsiteY18" fmla="*/ 8462696 h 9224165"/>
                    <a:gd name="connsiteX19" fmla="*/ 541518 w 8752649"/>
                    <a:gd name="connsiteY19" fmla="*/ 4050353 h 9224165"/>
                    <a:gd name="connsiteX0" fmla="*/ 541518 w 8752649"/>
                    <a:gd name="connsiteY0" fmla="*/ 4050353 h 9656236"/>
                    <a:gd name="connsiteX1" fmla="*/ 1163309 w 8752649"/>
                    <a:gd name="connsiteY1" fmla="*/ 3368184 h 9656236"/>
                    <a:gd name="connsiteX2" fmla="*/ 2967723 w 8752649"/>
                    <a:gd name="connsiteY2" fmla="*/ 5196984 h 9656236"/>
                    <a:gd name="connsiteX3" fmla="*/ 108411 w 8752649"/>
                    <a:gd name="connsiteY3" fmla="*/ 2221554 h 9656236"/>
                    <a:gd name="connsiteX4" fmla="*/ 1008296 w 8752649"/>
                    <a:gd name="connsiteY4" fmla="*/ 1510355 h 9656236"/>
                    <a:gd name="connsiteX5" fmla="*/ 3432182 w 8752649"/>
                    <a:gd name="connsiteY5" fmla="*/ 3948755 h 9656236"/>
                    <a:gd name="connsiteX6" fmla="*/ 718011 w 8752649"/>
                    <a:gd name="connsiteY6" fmla="*/ 1191041 h 9656236"/>
                    <a:gd name="connsiteX7" fmla="*/ 1719497 w 8752649"/>
                    <a:gd name="connsiteY7" fmla="*/ 494356 h 9656236"/>
                    <a:gd name="connsiteX8" fmla="*/ 4085326 w 8752649"/>
                    <a:gd name="connsiteY8" fmla="*/ 2976299 h 9656236"/>
                    <a:gd name="connsiteX9" fmla="*/ 2133444 w 8752649"/>
                    <a:gd name="connsiteY9" fmla="*/ 867083 h 9656236"/>
                    <a:gd name="connsiteX10" fmla="*/ 3170925 w 8752649"/>
                    <a:gd name="connsiteY10" fmla="*/ 276642 h 9656236"/>
                    <a:gd name="connsiteX11" fmla="*/ 6538239 w 8752649"/>
                    <a:gd name="connsiteY11" fmla="*/ 3731040 h 9656236"/>
                    <a:gd name="connsiteX12" fmla="*/ 6090619 w 8752649"/>
                    <a:gd name="connsiteY12" fmla="*/ 2238393 h 9656236"/>
                    <a:gd name="connsiteX13" fmla="*/ 6639839 w 8752649"/>
                    <a:gd name="connsiteY13" fmla="*/ 1031385 h 9656236"/>
                    <a:gd name="connsiteX14" fmla="*/ 7757440 w 8752649"/>
                    <a:gd name="connsiteY14" fmla="*/ 2976297 h 9656236"/>
                    <a:gd name="connsiteX15" fmla="*/ 7989669 w 8752649"/>
                    <a:gd name="connsiteY15" fmla="*/ 4340640 h 9656236"/>
                    <a:gd name="connsiteX16" fmla="*/ 8752654 w 8752649"/>
                    <a:gd name="connsiteY16" fmla="*/ 6193162 h 9656236"/>
                    <a:gd name="connsiteX17" fmla="*/ 6613540 w 8752649"/>
                    <a:gd name="connsiteY17" fmla="*/ 9656230 h 9656236"/>
                    <a:gd name="connsiteX18" fmla="*/ 5057784 w 8752649"/>
                    <a:gd name="connsiteY18" fmla="*/ 8462696 h 9656236"/>
                    <a:gd name="connsiteX19" fmla="*/ 541518 w 8752649"/>
                    <a:gd name="connsiteY19" fmla="*/ 4050353 h 9656236"/>
                    <a:gd name="connsiteX0" fmla="*/ 541518 w 8455483"/>
                    <a:gd name="connsiteY0" fmla="*/ 4050353 h 9656236"/>
                    <a:gd name="connsiteX1" fmla="*/ 1163309 w 8455483"/>
                    <a:gd name="connsiteY1" fmla="*/ 3368184 h 9656236"/>
                    <a:gd name="connsiteX2" fmla="*/ 2967723 w 8455483"/>
                    <a:gd name="connsiteY2" fmla="*/ 5196984 h 9656236"/>
                    <a:gd name="connsiteX3" fmla="*/ 108411 w 8455483"/>
                    <a:gd name="connsiteY3" fmla="*/ 2221554 h 9656236"/>
                    <a:gd name="connsiteX4" fmla="*/ 1008296 w 8455483"/>
                    <a:gd name="connsiteY4" fmla="*/ 1510355 h 9656236"/>
                    <a:gd name="connsiteX5" fmla="*/ 3432182 w 8455483"/>
                    <a:gd name="connsiteY5" fmla="*/ 3948755 h 9656236"/>
                    <a:gd name="connsiteX6" fmla="*/ 718011 w 8455483"/>
                    <a:gd name="connsiteY6" fmla="*/ 1191041 h 9656236"/>
                    <a:gd name="connsiteX7" fmla="*/ 1719497 w 8455483"/>
                    <a:gd name="connsiteY7" fmla="*/ 494356 h 9656236"/>
                    <a:gd name="connsiteX8" fmla="*/ 4085326 w 8455483"/>
                    <a:gd name="connsiteY8" fmla="*/ 2976299 h 9656236"/>
                    <a:gd name="connsiteX9" fmla="*/ 2133444 w 8455483"/>
                    <a:gd name="connsiteY9" fmla="*/ 867083 h 9656236"/>
                    <a:gd name="connsiteX10" fmla="*/ 3170925 w 8455483"/>
                    <a:gd name="connsiteY10" fmla="*/ 276642 h 9656236"/>
                    <a:gd name="connsiteX11" fmla="*/ 6538239 w 8455483"/>
                    <a:gd name="connsiteY11" fmla="*/ 3731040 h 9656236"/>
                    <a:gd name="connsiteX12" fmla="*/ 6090619 w 8455483"/>
                    <a:gd name="connsiteY12" fmla="*/ 2238393 h 9656236"/>
                    <a:gd name="connsiteX13" fmla="*/ 6639839 w 8455483"/>
                    <a:gd name="connsiteY13" fmla="*/ 1031385 h 9656236"/>
                    <a:gd name="connsiteX14" fmla="*/ 7757440 w 8455483"/>
                    <a:gd name="connsiteY14" fmla="*/ 2976297 h 9656236"/>
                    <a:gd name="connsiteX15" fmla="*/ 7989669 w 8455483"/>
                    <a:gd name="connsiteY15" fmla="*/ 4340640 h 9656236"/>
                    <a:gd name="connsiteX16" fmla="*/ 8455477 w 8455483"/>
                    <a:gd name="connsiteY16" fmla="*/ 6151461 h 9656236"/>
                    <a:gd name="connsiteX17" fmla="*/ 6613540 w 8455483"/>
                    <a:gd name="connsiteY17" fmla="*/ 9656230 h 9656236"/>
                    <a:gd name="connsiteX18" fmla="*/ 5057784 w 8455483"/>
                    <a:gd name="connsiteY18" fmla="*/ 8462696 h 9656236"/>
                    <a:gd name="connsiteX19" fmla="*/ 541518 w 8455483"/>
                    <a:gd name="connsiteY19" fmla="*/ 4050353 h 9656236"/>
                    <a:gd name="connsiteX0" fmla="*/ 541518 w 8520757"/>
                    <a:gd name="connsiteY0" fmla="*/ 4050353 h 9656236"/>
                    <a:gd name="connsiteX1" fmla="*/ 1163309 w 8520757"/>
                    <a:gd name="connsiteY1" fmla="*/ 3368184 h 9656236"/>
                    <a:gd name="connsiteX2" fmla="*/ 2967723 w 8520757"/>
                    <a:gd name="connsiteY2" fmla="*/ 5196984 h 9656236"/>
                    <a:gd name="connsiteX3" fmla="*/ 108411 w 8520757"/>
                    <a:gd name="connsiteY3" fmla="*/ 2221554 h 9656236"/>
                    <a:gd name="connsiteX4" fmla="*/ 1008296 w 8520757"/>
                    <a:gd name="connsiteY4" fmla="*/ 1510355 h 9656236"/>
                    <a:gd name="connsiteX5" fmla="*/ 3432182 w 8520757"/>
                    <a:gd name="connsiteY5" fmla="*/ 3948755 h 9656236"/>
                    <a:gd name="connsiteX6" fmla="*/ 718011 w 8520757"/>
                    <a:gd name="connsiteY6" fmla="*/ 1191041 h 9656236"/>
                    <a:gd name="connsiteX7" fmla="*/ 1719497 w 8520757"/>
                    <a:gd name="connsiteY7" fmla="*/ 494356 h 9656236"/>
                    <a:gd name="connsiteX8" fmla="*/ 4085326 w 8520757"/>
                    <a:gd name="connsiteY8" fmla="*/ 2976299 h 9656236"/>
                    <a:gd name="connsiteX9" fmla="*/ 2133444 w 8520757"/>
                    <a:gd name="connsiteY9" fmla="*/ 867083 h 9656236"/>
                    <a:gd name="connsiteX10" fmla="*/ 3170925 w 8520757"/>
                    <a:gd name="connsiteY10" fmla="*/ 276642 h 9656236"/>
                    <a:gd name="connsiteX11" fmla="*/ 6538239 w 8520757"/>
                    <a:gd name="connsiteY11" fmla="*/ 3731040 h 9656236"/>
                    <a:gd name="connsiteX12" fmla="*/ 6090619 w 8520757"/>
                    <a:gd name="connsiteY12" fmla="*/ 2238393 h 9656236"/>
                    <a:gd name="connsiteX13" fmla="*/ 6639839 w 8520757"/>
                    <a:gd name="connsiteY13" fmla="*/ 1031385 h 9656236"/>
                    <a:gd name="connsiteX14" fmla="*/ 7757440 w 8520757"/>
                    <a:gd name="connsiteY14" fmla="*/ 2976297 h 9656236"/>
                    <a:gd name="connsiteX15" fmla="*/ 7989669 w 8520757"/>
                    <a:gd name="connsiteY15" fmla="*/ 4340640 h 9656236"/>
                    <a:gd name="connsiteX16" fmla="*/ 8520755 w 8520757"/>
                    <a:gd name="connsiteY16" fmla="*/ 6247765 h 9656236"/>
                    <a:gd name="connsiteX17" fmla="*/ 6613540 w 8520757"/>
                    <a:gd name="connsiteY17" fmla="*/ 9656230 h 9656236"/>
                    <a:gd name="connsiteX18" fmla="*/ 5057784 w 8520757"/>
                    <a:gd name="connsiteY18" fmla="*/ 8462696 h 9656236"/>
                    <a:gd name="connsiteX19" fmla="*/ 541518 w 8520757"/>
                    <a:gd name="connsiteY19" fmla="*/ 4050353 h 9656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520757" h="9656236">
                      <a:moveTo>
                        <a:pt x="541518" y="4050353"/>
                      </a:moveTo>
                      <a:cubicBezTo>
                        <a:pt x="125441" y="3629439"/>
                        <a:pt x="694015" y="2947268"/>
                        <a:pt x="1163309" y="3368184"/>
                      </a:cubicBezTo>
                      <a:lnTo>
                        <a:pt x="2967723" y="5196984"/>
                      </a:lnTo>
                      <a:lnTo>
                        <a:pt x="108411" y="2221554"/>
                      </a:lnTo>
                      <a:cubicBezTo>
                        <a:pt x="-288312" y="1549060"/>
                        <a:pt x="493523" y="1038543"/>
                        <a:pt x="1008296" y="1510355"/>
                      </a:cubicBezTo>
                      <a:lnTo>
                        <a:pt x="3432182" y="3948755"/>
                      </a:lnTo>
                      <a:lnTo>
                        <a:pt x="718011" y="1191041"/>
                      </a:lnTo>
                      <a:cubicBezTo>
                        <a:pt x="330963" y="465328"/>
                        <a:pt x="1235688" y="29898"/>
                        <a:pt x="1719497" y="494356"/>
                      </a:cubicBezTo>
                      <a:lnTo>
                        <a:pt x="4085326" y="2976299"/>
                      </a:lnTo>
                      <a:lnTo>
                        <a:pt x="2133444" y="867083"/>
                      </a:lnTo>
                      <a:cubicBezTo>
                        <a:pt x="1689694" y="110019"/>
                        <a:pt x="2618995" y="-311477"/>
                        <a:pt x="3170925" y="276642"/>
                      </a:cubicBezTo>
                      <a:lnTo>
                        <a:pt x="6538239" y="3731040"/>
                      </a:lnTo>
                      <a:cubicBezTo>
                        <a:pt x="6567268" y="3498812"/>
                        <a:pt x="6433736" y="2847992"/>
                        <a:pt x="6090619" y="2238393"/>
                      </a:cubicBezTo>
                      <a:cubicBezTo>
                        <a:pt x="5902707" y="1832574"/>
                        <a:pt x="6141515" y="1249099"/>
                        <a:pt x="6639839" y="1031385"/>
                      </a:cubicBezTo>
                      <a:cubicBezTo>
                        <a:pt x="7026887" y="1679688"/>
                        <a:pt x="7384906" y="2327993"/>
                        <a:pt x="7757440" y="2976297"/>
                      </a:cubicBezTo>
                      <a:lnTo>
                        <a:pt x="7989669" y="4340640"/>
                      </a:lnTo>
                      <a:cubicBezTo>
                        <a:pt x="8085131" y="4794167"/>
                        <a:pt x="8362938" y="6104719"/>
                        <a:pt x="8520755" y="6247765"/>
                      </a:cubicBezTo>
                      <a:cubicBezTo>
                        <a:pt x="7745476" y="7492361"/>
                        <a:pt x="7354037" y="8365842"/>
                        <a:pt x="6613540" y="9656230"/>
                      </a:cubicBezTo>
                      <a:cubicBezTo>
                        <a:pt x="6475654" y="9629619"/>
                        <a:pt x="5181156" y="8530430"/>
                        <a:pt x="5057784" y="8462696"/>
                      </a:cubicBezTo>
                      <a:cubicBezTo>
                        <a:pt x="4397384" y="8046620"/>
                        <a:pt x="768618" y="4236716"/>
                        <a:pt x="541518" y="4050353"/>
                      </a:cubicBezTo>
                      <a:close/>
                    </a:path>
                  </a:pathLst>
                </a:custGeom>
                <a:solidFill>
                  <a:srgbClr val="F19E6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sp>
              <p:nvSpPr>
                <p:cNvPr id="186" name="Rectangle 2"/>
                <p:cNvSpPr/>
                <p:nvPr/>
              </p:nvSpPr>
              <p:spPr>
                <a:xfrm rot="1070647" flipH="1">
                  <a:off x="1484228" y="1881969"/>
                  <a:ext cx="248550" cy="243665"/>
                </a:xfrm>
                <a:custGeom>
                  <a:avLst/>
                  <a:gdLst>
                    <a:gd name="connsiteX0" fmla="*/ 0 w 4659086"/>
                    <a:gd name="connsiteY0" fmla="*/ 0 h 2017485"/>
                    <a:gd name="connsiteX1" fmla="*/ 4659086 w 4659086"/>
                    <a:gd name="connsiteY1" fmla="*/ 0 h 2017485"/>
                    <a:gd name="connsiteX2" fmla="*/ 4659086 w 4659086"/>
                    <a:gd name="connsiteY2" fmla="*/ 2017485 h 2017485"/>
                    <a:gd name="connsiteX3" fmla="*/ 0 w 4659086"/>
                    <a:gd name="connsiteY3" fmla="*/ 2017485 h 2017485"/>
                    <a:gd name="connsiteX4" fmla="*/ 0 w 4659086"/>
                    <a:gd name="connsiteY4" fmla="*/ 0 h 2017485"/>
                    <a:gd name="connsiteX0" fmla="*/ 0 w 4804229"/>
                    <a:gd name="connsiteY0" fmla="*/ 0 h 2017485"/>
                    <a:gd name="connsiteX1" fmla="*/ 4659086 w 4804229"/>
                    <a:gd name="connsiteY1" fmla="*/ 0 h 2017485"/>
                    <a:gd name="connsiteX2" fmla="*/ 4804229 w 4804229"/>
                    <a:gd name="connsiteY2" fmla="*/ 1204685 h 2017485"/>
                    <a:gd name="connsiteX3" fmla="*/ 0 w 4804229"/>
                    <a:gd name="connsiteY3" fmla="*/ 2017485 h 2017485"/>
                    <a:gd name="connsiteX4" fmla="*/ 0 w 4804229"/>
                    <a:gd name="connsiteY4" fmla="*/ 0 h 2017485"/>
                    <a:gd name="connsiteX0" fmla="*/ 0 w 4804229"/>
                    <a:gd name="connsiteY0" fmla="*/ 0 h 4223656"/>
                    <a:gd name="connsiteX1" fmla="*/ 4659086 w 4804229"/>
                    <a:gd name="connsiteY1" fmla="*/ 0 h 4223656"/>
                    <a:gd name="connsiteX2" fmla="*/ 4804229 w 4804229"/>
                    <a:gd name="connsiteY2" fmla="*/ 1204685 h 4223656"/>
                    <a:gd name="connsiteX3" fmla="*/ 2002971 w 4804229"/>
                    <a:gd name="connsiteY3" fmla="*/ 4223656 h 4223656"/>
                    <a:gd name="connsiteX4" fmla="*/ 0 w 4804229"/>
                    <a:gd name="connsiteY4" fmla="*/ 0 h 4223656"/>
                    <a:gd name="connsiteX0" fmla="*/ 0 w 7634515"/>
                    <a:gd name="connsiteY0" fmla="*/ 0 h 4499428"/>
                    <a:gd name="connsiteX1" fmla="*/ 7489372 w 7634515"/>
                    <a:gd name="connsiteY1" fmla="*/ 275772 h 4499428"/>
                    <a:gd name="connsiteX2" fmla="*/ 7634515 w 7634515"/>
                    <a:gd name="connsiteY2" fmla="*/ 1480457 h 4499428"/>
                    <a:gd name="connsiteX3" fmla="*/ 4833257 w 7634515"/>
                    <a:gd name="connsiteY3" fmla="*/ 4499428 h 4499428"/>
                    <a:gd name="connsiteX4" fmla="*/ 0 w 7634515"/>
                    <a:gd name="connsiteY4" fmla="*/ 0 h 4499428"/>
                    <a:gd name="connsiteX0" fmla="*/ 0 w 7634515"/>
                    <a:gd name="connsiteY0" fmla="*/ 0 h 4499428"/>
                    <a:gd name="connsiteX1" fmla="*/ 7489372 w 7634515"/>
                    <a:gd name="connsiteY1" fmla="*/ 275772 h 4499428"/>
                    <a:gd name="connsiteX2" fmla="*/ 7634515 w 7634515"/>
                    <a:gd name="connsiteY2" fmla="*/ 1480457 h 4499428"/>
                    <a:gd name="connsiteX3" fmla="*/ 4833257 w 7634515"/>
                    <a:gd name="connsiteY3" fmla="*/ 4499428 h 4499428"/>
                    <a:gd name="connsiteX4" fmla="*/ 0 w 7634515"/>
                    <a:gd name="connsiteY4" fmla="*/ 0 h 4499428"/>
                    <a:gd name="connsiteX0" fmla="*/ 39552 w 7674067"/>
                    <a:gd name="connsiteY0" fmla="*/ 0 h 4895853"/>
                    <a:gd name="connsiteX1" fmla="*/ 7528924 w 7674067"/>
                    <a:gd name="connsiteY1" fmla="*/ 275772 h 4895853"/>
                    <a:gd name="connsiteX2" fmla="*/ 7674067 w 7674067"/>
                    <a:gd name="connsiteY2" fmla="*/ 1480457 h 4895853"/>
                    <a:gd name="connsiteX3" fmla="*/ 4872809 w 7674067"/>
                    <a:gd name="connsiteY3" fmla="*/ 4499428 h 4895853"/>
                    <a:gd name="connsiteX4" fmla="*/ 4582524 w 7674067"/>
                    <a:gd name="connsiteY4" fmla="*/ 4368799 h 4895853"/>
                    <a:gd name="connsiteX5" fmla="*/ 39552 w 7674067"/>
                    <a:gd name="connsiteY5" fmla="*/ 0 h 4895853"/>
                    <a:gd name="connsiteX0" fmla="*/ 38817 w 7673332"/>
                    <a:gd name="connsiteY0" fmla="*/ 0 h 4715686"/>
                    <a:gd name="connsiteX1" fmla="*/ 7528189 w 7673332"/>
                    <a:gd name="connsiteY1" fmla="*/ 275772 h 4715686"/>
                    <a:gd name="connsiteX2" fmla="*/ 7673332 w 7673332"/>
                    <a:gd name="connsiteY2" fmla="*/ 1480457 h 4715686"/>
                    <a:gd name="connsiteX3" fmla="*/ 4872074 w 7673332"/>
                    <a:gd name="connsiteY3" fmla="*/ 4499428 h 4715686"/>
                    <a:gd name="connsiteX4" fmla="*/ 4668875 w 7673332"/>
                    <a:gd name="connsiteY4" fmla="*/ 3860799 h 4715686"/>
                    <a:gd name="connsiteX5" fmla="*/ 38817 w 7673332"/>
                    <a:gd name="connsiteY5" fmla="*/ 0 h 4715686"/>
                    <a:gd name="connsiteX0" fmla="*/ 38817 w 7673332"/>
                    <a:gd name="connsiteY0" fmla="*/ 0 h 4614939"/>
                    <a:gd name="connsiteX1" fmla="*/ 7528189 w 7673332"/>
                    <a:gd name="connsiteY1" fmla="*/ 275772 h 4614939"/>
                    <a:gd name="connsiteX2" fmla="*/ 7673332 w 7673332"/>
                    <a:gd name="connsiteY2" fmla="*/ 1480457 h 4614939"/>
                    <a:gd name="connsiteX3" fmla="*/ 4872074 w 7673332"/>
                    <a:gd name="connsiteY3" fmla="*/ 4499428 h 4614939"/>
                    <a:gd name="connsiteX4" fmla="*/ 4668875 w 7673332"/>
                    <a:gd name="connsiteY4" fmla="*/ 3860799 h 4614939"/>
                    <a:gd name="connsiteX5" fmla="*/ 38817 w 7673332"/>
                    <a:gd name="connsiteY5" fmla="*/ 0 h 4614939"/>
                    <a:gd name="connsiteX0" fmla="*/ 38817 w 7673332"/>
                    <a:gd name="connsiteY0" fmla="*/ 0 h 4499428"/>
                    <a:gd name="connsiteX1" fmla="*/ 7528189 w 7673332"/>
                    <a:gd name="connsiteY1" fmla="*/ 275772 h 4499428"/>
                    <a:gd name="connsiteX2" fmla="*/ 7673332 w 7673332"/>
                    <a:gd name="connsiteY2" fmla="*/ 1480457 h 4499428"/>
                    <a:gd name="connsiteX3" fmla="*/ 4872074 w 7673332"/>
                    <a:gd name="connsiteY3" fmla="*/ 4499428 h 4499428"/>
                    <a:gd name="connsiteX4" fmla="*/ 4668875 w 7673332"/>
                    <a:gd name="connsiteY4" fmla="*/ 3860799 h 4499428"/>
                    <a:gd name="connsiteX5" fmla="*/ 38817 w 7673332"/>
                    <a:gd name="connsiteY5" fmla="*/ 0 h 4499428"/>
                    <a:gd name="connsiteX0" fmla="*/ 39428 w 7673943"/>
                    <a:gd name="connsiteY0" fmla="*/ 0 h 4499428"/>
                    <a:gd name="connsiteX1" fmla="*/ 7528800 w 7673943"/>
                    <a:gd name="connsiteY1" fmla="*/ 275772 h 4499428"/>
                    <a:gd name="connsiteX2" fmla="*/ 7673943 w 7673943"/>
                    <a:gd name="connsiteY2" fmla="*/ 1480457 h 4499428"/>
                    <a:gd name="connsiteX3" fmla="*/ 4872685 w 7673943"/>
                    <a:gd name="connsiteY3" fmla="*/ 4499428 h 4499428"/>
                    <a:gd name="connsiteX4" fmla="*/ 4596915 w 7673943"/>
                    <a:gd name="connsiteY4" fmla="*/ 4397828 h 4499428"/>
                    <a:gd name="connsiteX5" fmla="*/ 39428 w 7673943"/>
                    <a:gd name="connsiteY5" fmla="*/ 0 h 4499428"/>
                    <a:gd name="connsiteX0" fmla="*/ 39428 w 7673943"/>
                    <a:gd name="connsiteY0" fmla="*/ 0 h 4499428"/>
                    <a:gd name="connsiteX1" fmla="*/ 7528800 w 7673943"/>
                    <a:gd name="connsiteY1" fmla="*/ 275772 h 4499428"/>
                    <a:gd name="connsiteX2" fmla="*/ 7673943 w 7673943"/>
                    <a:gd name="connsiteY2" fmla="*/ 1480457 h 4499428"/>
                    <a:gd name="connsiteX3" fmla="*/ 4872685 w 7673943"/>
                    <a:gd name="connsiteY3" fmla="*/ 4499428 h 4499428"/>
                    <a:gd name="connsiteX4" fmla="*/ 4596915 w 7673943"/>
                    <a:gd name="connsiteY4" fmla="*/ 4397828 h 4499428"/>
                    <a:gd name="connsiteX5" fmla="*/ 39428 w 7673943"/>
                    <a:gd name="connsiteY5" fmla="*/ 0 h 4499428"/>
                    <a:gd name="connsiteX0" fmla="*/ 39428 w 7673943"/>
                    <a:gd name="connsiteY0" fmla="*/ 0 h 4499428"/>
                    <a:gd name="connsiteX1" fmla="*/ 7528800 w 7673943"/>
                    <a:gd name="connsiteY1" fmla="*/ 275772 h 4499428"/>
                    <a:gd name="connsiteX2" fmla="*/ 7673943 w 7673943"/>
                    <a:gd name="connsiteY2" fmla="*/ 1480457 h 4499428"/>
                    <a:gd name="connsiteX3" fmla="*/ 4872685 w 7673943"/>
                    <a:gd name="connsiteY3" fmla="*/ 4499428 h 4499428"/>
                    <a:gd name="connsiteX4" fmla="*/ 4596915 w 7673943"/>
                    <a:gd name="connsiteY4" fmla="*/ 4397828 h 4499428"/>
                    <a:gd name="connsiteX5" fmla="*/ 39428 w 7673943"/>
                    <a:gd name="connsiteY5" fmla="*/ 0 h 4499428"/>
                    <a:gd name="connsiteX0" fmla="*/ 39428 w 7673943"/>
                    <a:gd name="connsiteY0" fmla="*/ 0 h 4499428"/>
                    <a:gd name="connsiteX1" fmla="*/ 7528800 w 7673943"/>
                    <a:gd name="connsiteY1" fmla="*/ 275772 h 4499428"/>
                    <a:gd name="connsiteX2" fmla="*/ 7673943 w 7673943"/>
                    <a:gd name="connsiteY2" fmla="*/ 1480457 h 4499428"/>
                    <a:gd name="connsiteX3" fmla="*/ 4872685 w 7673943"/>
                    <a:gd name="connsiteY3" fmla="*/ 4499428 h 4499428"/>
                    <a:gd name="connsiteX4" fmla="*/ 4596915 w 7673943"/>
                    <a:gd name="connsiteY4" fmla="*/ 4397828 h 4499428"/>
                    <a:gd name="connsiteX5" fmla="*/ 39428 w 7673943"/>
                    <a:gd name="connsiteY5" fmla="*/ 0 h 4499428"/>
                    <a:gd name="connsiteX0" fmla="*/ 38245 w 7672760"/>
                    <a:gd name="connsiteY0" fmla="*/ 0 h 4499428"/>
                    <a:gd name="connsiteX1" fmla="*/ 7527617 w 7672760"/>
                    <a:gd name="connsiteY1" fmla="*/ 275772 h 4499428"/>
                    <a:gd name="connsiteX2" fmla="*/ 7672760 w 7672760"/>
                    <a:gd name="connsiteY2" fmla="*/ 1480457 h 4499428"/>
                    <a:gd name="connsiteX3" fmla="*/ 4871502 w 7672760"/>
                    <a:gd name="connsiteY3" fmla="*/ 4499428 h 4499428"/>
                    <a:gd name="connsiteX4" fmla="*/ 4595732 w 7672760"/>
                    <a:gd name="connsiteY4" fmla="*/ 4397828 h 4499428"/>
                    <a:gd name="connsiteX5" fmla="*/ 38245 w 7672760"/>
                    <a:gd name="connsiteY5" fmla="*/ 0 h 4499428"/>
                    <a:gd name="connsiteX0" fmla="*/ 0 w 7634515"/>
                    <a:gd name="connsiteY0" fmla="*/ 0 h 4499428"/>
                    <a:gd name="connsiteX1" fmla="*/ 7489372 w 7634515"/>
                    <a:gd name="connsiteY1" fmla="*/ 275772 h 4499428"/>
                    <a:gd name="connsiteX2" fmla="*/ 7634515 w 7634515"/>
                    <a:gd name="connsiteY2" fmla="*/ 1480457 h 4499428"/>
                    <a:gd name="connsiteX3" fmla="*/ 4833257 w 7634515"/>
                    <a:gd name="connsiteY3" fmla="*/ 4499428 h 4499428"/>
                    <a:gd name="connsiteX4" fmla="*/ 4557487 w 7634515"/>
                    <a:gd name="connsiteY4" fmla="*/ 4397828 h 4499428"/>
                    <a:gd name="connsiteX5" fmla="*/ 0 w 7634515"/>
                    <a:gd name="connsiteY5" fmla="*/ 0 h 4499428"/>
                    <a:gd name="connsiteX0" fmla="*/ 0 w 7634515"/>
                    <a:gd name="connsiteY0" fmla="*/ 0 h 4455885"/>
                    <a:gd name="connsiteX1" fmla="*/ 7489372 w 7634515"/>
                    <a:gd name="connsiteY1" fmla="*/ 275772 h 4455885"/>
                    <a:gd name="connsiteX2" fmla="*/ 7634515 w 7634515"/>
                    <a:gd name="connsiteY2" fmla="*/ 1480457 h 4455885"/>
                    <a:gd name="connsiteX3" fmla="*/ 4862285 w 7634515"/>
                    <a:gd name="connsiteY3" fmla="*/ 4455885 h 4455885"/>
                    <a:gd name="connsiteX4" fmla="*/ 4557487 w 7634515"/>
                    <a:gd name="connsiteY4" fmla="*/ 4397828 h 4455885"/>
                    <a:gd name="connsiteX5" fmla="*/ 0 w 7634515"/>
                    <a:gd name="connsiteY5" fmla="*/ 0 h 4455885"/>
                    <a:gd name="connsiteX0" fmla="*/ 0 w 7634515"/>
                    <a:gd name="connsiteY0" fmla="*/ 0 h 4484914"/>
                    <a:gd name="connsiteX1" fmla="*/ 7489372 w 7634515"/>
                    <a:gd name="connsiteY1" fmla="*/ 275772 h 4484914"/>
                    <a:gd name="connsiteX2" fmla="*/ 7634515 w 7634515"/>
                    <a:gd name="connsiteY2" fmla="*/ 1480457 h 4484914"/>
                    <a:gd name="connsiteX3" fmla="*/ 4833256 w 7634515"/>
                    <a:gd name="connsiteY3" fmla="*/ 4484914 h 4484914"/>
                    <a:gd name="connsiteX4" fmla="*/ 4557487 w 7634515"/>
                    <a:gd name="connsiteY4" fmla="*/ 4397828 h 4484914"/>
                    <a:gd name="connsiteX5" fmla="*/ 0 w 7634515"/>
                    <a:gd name="connsiteY5" fmla="*/ 0 h 4484914"/>
                    <a:gd name="connsiteX0" fmla="*/ 0 w 7634515"/>
                    <a:gd name="connsiteY0" fmla="*/ 0 h 4484914"/>
                    <a:gd name="connsiteX1" fmla="*/ 7489372 w 7634515"/>
                    <a:gd name="connsiteY1" fmla="*/ 275772 h 4484914"/>
                    <a:gd name="connsiteX2" fmla="*/ 7634515 w 7634515"/>
                    <a:gd name="connsiteY2" fmla="*/ 1480457 h 4484914"/>
                    <a:gd name="connsiteX3" fmla="*/ 4833256 w 7634515"/>
                    <a:gd name="connsiteY3" fmla="*/ 4484914 h 4484914"/>
                    <a:gd name="connsiteX4" fmla="*/ 4557487 w 7634515"/>
                    <a:gd name="connsiteY4" fmla="*/ 4397828 h 4484914"/>
                    <a:gd name="connsiteX5" fmla="*/ 0 w 7634515"/>
                    <a:gd name="connsiteY5" fmla="*/ 0 h 4484914"/>
                    <a:gd name="connsiteX0" fmla="*/ 0 w 7634515"/>
                    <a:gd name="connsiteY0" fmla="*/ 0 h 4484914"/>
                    <a:gd name="connsiteX1" fmla="*/ 5573485 w 7634515"/>
                    <a:gd name="connsiteY1" fmla="*/ 203200 h 4484914"/>
                    <a:gd name="connsiteX2" fmla="*/ 7489372 w 7634515"/>
                    <a:gd name="connsiteY2" fmla="*/ 275772 h 4484914"/>
                    <a:gd name="connsiteX3" fmla="*/ 7634515 w 7634515"/>
                    <a:gd name="connsiteY3" fmla="*/ 1480457 h 4484914"/>
                    <a:gd name="connsiteX4" fmla="*/ 4833256 w 7634515"/>
                    <a:gd name="connsiteY4" fmla="*/ 4484914 h 4484914"/>
                    <a:gd name="connsiteX5" fmla="*/ 4557487 w 7634515"/>
                    <a:gd name="connsiteY5" fmla="*/ 4397828 h 4484914"/>
                    <a:gd name="connsiteX6" fmla="*/ 0 w 7634515"/>
                    <a:gd name="connsiteY6" fmla="*/ 0 h 4484914"/>
                    <a:gd name="connsiteX0" fmla="*/ 0 w 7634515"/>
                    <a:gd name="connsiteY0" fmla="*/ 798285 h 5283199"/>
                    <a:gd name="connsiteX1" fmla="*/ 7082971 w 7634515"/>
                    <a:gd name="connsiteY1" fmla="*/ 0 h 5283199"/>
                    <a:gd name="connsiteX2" fmla="*/ 7489372 w 7634515"/>
                    <a:gd name="connsiteY2" fmla="*/ 1074057 h 5283199"/>
                    <a:gd name="connsiteX3" fmla="*/ 7634515 w 7634515"/>
                    <a:gd name="connsiteY3" fmla="*/ 2278742 h 5283199"/>
                    <a:gd name="connsiteX4" fmla="*/ 4833256 w 7634515"/>
                    <a:gd name="connsiteY4" fmla="*/ 5283199 h 5283199"/>
                    <a:gd name="connsiteX5" fmla="*/ 4557487 w 7634515"/>
                    <a:gd name="connsiteY5" fmla="*/ 5196113 h 5283199"/>
                    <a:gd name="connsiteX6" fmla="*/ 0 w 7634515"/>
                    <a:gd name="connsiteY6" fmla="*/ 798285 h 5283199"/>
                    <a:gd name="connsiteX0" fmla="*/ 0 w 7634515"/>
                    <a:gd name="connsiteY0" fmla="*/ 1088571 h 5573485"/>
                    <a:gd name="connsiteX1" fmla="*/ 7257143 w 7634515"/>
                    <a:gd name="connsiteY1" fmla="*/ 0 h 5573485"/>
                    <a:gd name="connsiteX2" fmla="*/ 7489372 w 7634515"/>
                    <a:gd name="connsiteY2" fmla="*/ 1364343 h 5573485"/>
                    <a:gd name="connsiteX3" fmla="*/ 7634515 w 7634515"/>
                    <a:gd name="connsiteY3" fmla="*/ 2569028 h 5573485"/>
                    <a:gd name="connsiteX4" fmla="*/ 4833256 w 7634515"/>
                    <a:gd name="connsiteY4" fmla="*/ 5573485 h 5573485"/>
                    <a:gd name="connsiteX5" fmla="*/ 4557487 w 7634515"/>
                    <a:gd name="connsiteY5" fmla="*/ 5486399 h 5573485"/>
                    <a:gd name="connsiteX6" fmla="*/ 0 w 7634515"/>
                    <a:gd name="connsiteY6" fmla="*/ 1088571 h 5573485"/>
                    <a:gd name="connsiteX0" fmla="*/ 0 w 7634515"/>
                    <a:gd name="connsiteY0" fmla="*/ 1088571 h 5573485"/>
                    <a:gd name="connsiteX1" fmla="*/ 5660571 w 7634515"/>
                    <a:gd name="connsiteY1" fmla="*/ 217715 h 5573485"/>
                    <a:gd name="connsiteX2" fmla="*/ 7257143 w 7634515"/>
                    <a:gd name="connsiteY2" fmla="*/ 0 h 5573485"/>
                    <a:gd name="connsiteX3" fmla="*/ 7489372 w 7634515"/>
                    <a:gd name="connsiteY3" fmla="*/ 1364343 h 5573485"/>
                    <a:gd name="connsiteX4" fmla="*/ 7634515 w 7634515"/>
                    <a:gd name="connsiteY4" fmla="*/ 2569028 h 5573485"/>
                    <a:gd name="connsiteX5" fmla="*/ 4833256 w 7634515"/>
                    <a:gd name="connsiteY5" fmla="*/ 5573485 h 5573485"/>
                    <a:gd name="connsiteX6" fmla="*/ 4557487 w 7634515"/>
                    <a:gd name="connsiteY6" fmla="*/ 5486399 h 5573485"/>
                    <a:gd name="connsiteX7" fmla="*/ 0 w 7634515"/>
                    <a:gd name="connsiteY7" fmla="*/ 1088571 h 5573485"/>
                    <a:gd name="connsiteX0" fmla="*/ 0 w 7634515"/>
                    <a:gd name="connsiteY0" fmla="*/ 1088571 h 5573485"/>
                    <a:gd name="connsiteX1" fmla="*/ 6110514 w 7634515"/>
                    <a:gd name="connsiteY1" fmla="*/ 740229 h 5573485"/>
                    <a:gd name="connsiteX2" fmla="*/ 7257143 w 7634515"/>
                    <a:gd name="connsiteY2" fmla="*/ 0 h 5573485"/>
                    <a:gd name="connsiteX3" fmla="*/ 7489372 w 7634515"/>
                    <a:gd name="connsiteY3" fmla="*/ 1364343 h 5573485"/>
                    <a:gd name="connsiteX4" fmla="*/ 7634515 w 7634515"/>
                    <a:gd name="connsiteY4" fmla="*/ 2569028 h 5573485"/>
                    <a:gd name="connsiteX5" fmla="*/ 4833256 w 7634515"/>
                    <a:gd name="connsiteY5" fmla="*/ 5573485 h 5573485"/>
                    <a:gd name="connsiteX6" fmla="*/ 4557487 w 7634515"/>
                    <a:gd name="connsiteY6" fmla="*/ 5486399 h 5573485"/>
                    <a:gd name="connsiteX7" fmla="*/ 0 w 7634515"/>
                    <a:gd name="connsiteY7" fmla="*/ 1088571 h 5573485"/>
                    <a:gd name="connsiteX0" fmla="*/ 0 w 7634515"/>
                    <a:gd name="connsiteY0" fmla="*/ 1088571 h 5573485"/>
                    <a:gd name="connsiteX1" fmla="*/ 6037942 w 7634515"/>
                    <a:gd name="connsiteY1" fmla="*/ 754743 h 5573485"/>
                    <a:gd name="connsiteX2" fmla="*/ 7257143 w 7634515"/>
                    <a:gd name="connsiteY2" fmla="*/ 0 h 5573485"/>
                    <a:gd name="connsiteX3" fmla="*/ 7489372 w 7634515"/>
                    <a:gd name="connsiteY3" fmla="*/ 1364343 h 5573485"/>
                    <a:gd name="connsiteX4" fmla="*/ 7634515 w 7634515"/>
                    <a:gd name="connsiteY4" fmla="*/ 2569028 h 5573485"/>
                    <a:gd name="connsiteX5" fmla="*/ 4833256 w 7634515"/>
                    <a:gd name="connsiteY5" fmla="*/ 5573485 h 5573485"/>
                    <a:gd name="connsiteX6" fmla="*/ 4557487 w 7634515"/>
                    <a:gd name="connsiteY6" fmla="*/ 5486399 h 5573485"/>
                    <a:gd name="connsiteX7" fmla="*/ 0 w 7634515"/>
                    <a:gd name="connsiteY7" fmla="*/ 1088571 h 5573485"/>
                    <a:gd name="connsiteX0" fmla="*/ 0 w 7634515"/>
                    <a:gd name="connsiteY0" fmla="*/ 1088571 h 5573485"/>
                    <a:gd name="connsiteX1" fmla="*/ 3164114 w 7634515"/>
                    <a:gd name="connsiteY1" fmla="*/ 914401 h 5573485"/>
                    <a:gd name="connsiteX2" fmla="*/ 6037942 w 7634515"/>
                    <a:gd name="connsiteY2" fmla="*/ 754743 h 5573485"/>
                    <a:gd name="connsiteX3" fmla="*/ 7257143 w 7634515"/>
                    <a:gd name="connsiteY3" fmla="*/ 0 h 5573485"/>
                    <a:gd name="connsiteX4" fmla="*/ 7489372 w 7634515"/>
                    <a:gd name="connsiteY4" fmla="*/ 1364343 h 5573485"/>
                    <a:gd name="connsiteX5" fmla="*/ 7634515 w 7634515"/>
                    <a:gd name="connsiteY5" fmla="*/ 2569028 h 5573485"/>
                    <a:gd name="connsiteX6" fmla="*/ 4833256 w 7634515"/>
                    <a:gd name="connsiteY6" fmla="*/ 5573485 h 5573485"/>
                    <a:gd name="connsiteX7" fmla="*/ 4557487 w 7634515"/>
                    <a:gd name="connsiteY7" fmla="*/ 5486399 h 5573485"/>
                    <a:gd name="connsiteX8" fmla="*/ 0 w 7634515"/>
                    <a:gd name="connsiteY8" fmla="*/ 1088571 h 5573485"/>
                    <a:gd name="connsiteX0" fmla="*/ 0 w 7634515"/>
                    <a:gd name="connsiteY0" fmla="*/ 1088571 h 5573485"/>
                    <a:gd name="connsiteX1" fmla="*/ 711199 w 7634515"/>
                    <a:gd name="connsiteY1" fmla="*/ 435430 h 5573485"/>
                    <a:gd name="connsiteX2" fmla="*/ 6037942 w 7634515"/>
                    <a:gd name="connsiteY2" fmla="*/ 754743 h 5573485"/>
                    <a:gd name="connsiteX3" fmla="*/ 7257143 w 7634515"/>
                    <a:gd name="connsiteY3" fmla="*/ 0 h 5573485"/>
                    <a:gd name="connsiteX4" fmla="*/ 7489372 w 7634515"/>
                    <a:gd name="connsiteY4" fmla="*/ 1364343 h 5573485"/>
                    <a:gd name="connsiteX5" fmla="*/ 7634515 w 7634515"/>
                    <a:gd name="connsiteY5" fmla="*/ 2569028 h 5573485"/>
                    <a:gd name="connsiteX6" fmla="*/ 4833256 w 7634515"/>
                    <a:gd name="connsiteY6" fmla="*/ 5573485 h 5573485"/>
                    <a:gd name="connsiteX7" fmla="*/ 4557487 w 7634515"/>
                    <a:gd name="connsiteY7" fmla="*/ 5486399 h 5573485"/>
                    <a:gd name="connsiteX8" fmla="*/ 0 w 7634515"/>
                    <a:gd name="connsiteY8" fmla="*/ 1088571 h 5573485"/>
                    <a:gd name="connsiteX0" fmla="*/ 0 w 7634515"/>
                    <a:gd name="connsiteY0" fmla="*/ 1088571 h 5573485"/>
                    <a:gd name="connsiteX1" fmla="*/ 711199 w 7634515"/>
                    <a:gd name="connsiteY1" fmla="*/ 435430 h 5573485"/>
                    <a:gd name="connsiteX2" fmla="*/ 6037942 w 7634515"/>
                    <a:gd name="connsiteY2" fmla="*/ 754743 h 5573485"/>
                    <a:gd name="connsiteX3" fmla="*/ 7257143 w 7634515"/>
                    <a:gd name="connsiteY3" fmla="*/ 0 h 5573485"/>
                    <a:gd name="connsiteX4" fmla="*/ 7489372 w 7634515"/>
                    <a:gd name="connsiteY4" fmla="*/ 1364343 h 5573485"/>
                    <a:gd name="connsiteX5" fmla="*/ 7634515 w 7634515"/>
                    <a:gd name="connsiteY5" fmla="*/ 2569028 h 5573485"/>
                    <a:gd name="connsiteX6" fmla="*/ 4833256 w 7634515"/>
                    <a:gd name="connsiteY6" fmla="*/ 5573485 h 5573485"/>
                    <a:gd name="connsiteX7" fmla="*/ 4557487 w 7634515"/>
                    <a:gd name="connsiteY7" fmla="*/ 5486399 h 5573485"/>
                    <a:gd name="connsiteX8" fmla="*/ 0 w 7634515"/>
                    <a:gd name="connsiteY8" fmla="*/ 1088571 h 5573485"/>
                    <a:gd name="connsiteX0" fmla="*/ 0 w 7605486"/>
                    <a:gd name="connsiteY0" fmla="*/ 1074056 h 5573485"/>
                    <a:gd name="connsiteX1" fmla="*/ 682170 w 7605486"/>
                    <a:gd name="connsiteY1" fmla="*/ 435430 h 5573485"/>
                    <a:gd name="connsiteX2" fmla="*/ 6008913 w 7605486"/>
                    <a:gd name="connsiteY2" fmla="*/ 754743 h 5573485"/>
                    <a:gd name="connsiteX3" fmla="*/ 7228114 w 7605486"/>
                    <a:gd name="connsiteY3" fmla="*/ 0 h 5573485"/>
                    <a:gd name="connsiteX4" fmla="*/ 7460343 w 7605486"/>
                    <a:gd name="connsiteY4" fmla="*/ 1364343 h 5573485"/>
                    <a:gd name="connsiteX5" fmla="*/ 7605486 w 7605486"/>
                    <a:gd name="connsiteY5" fmla="*/ 2569028 h 5573485"/>
                    <a:gd name="connsiteX6" fmla="*/ 4804227 w 7605486"/>
                    <a:gd name="connsiteY6" fmla="*/ 5573485 h 5573485"/>
                    <a:gd name="connsiteX7" fmla="*/ 4528458 w 7605486"/>
                    <a:gd name="connsiteY7" fmla="*/ 5486399 h 5573485"/>
                    <a:gd name="connsiteX8" fmla="*/ 0 w 7605486"/>
                    <a:gd name="connsiteY8" fmla="*/ 1074056 h 5573485"/>
                    <a:gd name="connsiteX0" fmla="*/ 145217 w 7750703"/>
                    <a:gd name="connsiteY0" fmla="*/ 1074056 h 5573485"/>
                    <a:gd name="connsiteX1" fmla="*/ 827387 w 7750703"/>
                    <a:gd name="connsiteY1" fmla="*/ 435430 h 5573485"/>
                    <a:gd name="connsiteX2" fmla="*/ 6154130 w 7750703"/>
                    <a:gd name="connsiteY2" fmla="*/ 754743 h 5573485"/>
                    <a:gd name="connsiteX3" fmla="*/ 7373331 w 7750703"/>
                    <a:gd name="connsiteY3" fmla="*/ 0 h 5573485"/>
                    <a:gd name="connsiteX4" fmla="*/ 7605560 w 7750703"/>
                    <a:gd name="connsiteY4" fmla="*/ 1364343 h 5573485"/>
                    <a:gd name="connsiteX5" fmla="*/ 7750703 w 7750703"/>
                    <a:gd name="connsiteY5" fmla="*/ 2569028 h 5573485"/>
                    <a:gd name="connsiteX6" fmla="*/ 4949444 w 7750703"/>
                    <a:gd name="connsiteY6" fmla="*/ 5573485 h 5573485"/>
                    <a:gd name="connsiteX7" fmla="*/ 4673675 w 7750703"/>
                    <a:gd name="connsiteY7" fmla="*/ 5486399 h 5573485"/>
                    <a:gd name="connsiteX8" fmla="*/ 145217 w 7750703"/>
                    <a:gd name="connsiteY8" fmla="*/ 1074056 h 5573485"/>
                    <a:gd name="connsiteX0" fmla="*/ 143276 w 7748762"/>
                    <a:gd name="connsiteY0" fmla="*/ 1074056 h 5573485"/>
                    <a:gd name="connsiteX1" fmla="*/ 825446 w 7748762"/>
                    <a:gd name="connsiteY1" fmla="*/ 435430 h 5573485"/>
                    <a:gd name="connsiteX2" fmla="*/ 6152189 w 7748762"/>
                    <a:gd name="connsiteY2" fmla="*/ 754743 h 5573485"/>
                    <a:gd name="connsiteX3" fmla="*/ 7371390 w 7748762"/>
                    <a:gd name="connsiteY3" fmla="*/ 0 h 5573485"/>
                    <a:gd name="connsiteX4" fmla="*/ 7603619 w 7748762"/>
                    <a:gd name="connsiteY4" fmla="*/ 1364343 h 5573485"/>
                    <a:gd name="connsiteX5" fmla="*/ 7748762 w 7748762"/>
                    <a:gd name="connsiteY5" fmla="*/ 2569028 h 5573485"/>
                    <a:gd name="connsiteX6" fmla="*/ 4947503 w 7748762"/>
                    <a:gd name="connsiteY6" fmla="*/ 5573485 h 5573485"/>
                    <a:gd name="connsiteX7" fmla="*/ 4671734 w 7748762"/>
                    <a:gd name="connsiteY7" fmla="*/ 5486399 h 5573485"/>
                    <a:gd name="connsiteX8" fmla="*/ 143276 w 7748762"/>
                    <a:gd name="connsiteY8" fmla="*/ 1074056 h 5573485"/>
                    <a:gd name="connsiteX0" fmla="*/ 143276 w 7748762"/>
                    <a:gd name="connsiteY0" fmla="*/ 1074056 h 5573485"/>
                    <a:gd name="connsiteX1" fmla="*/ 825446 w 7748762"/>
                    <a:gd name="connsiteY1" fmla="*/ 435430 h 5573485"/>
                    <a:gd name="connsiteX2" fmla="*/ 3365445 w 7748762"/>
                    <a:gd name="connsiteY2" fmla="*/ 566058 h 5573485"/>
                    <a:gd name="connsiteX3" fmla="*/ 6152189 w 7748762"/>
                    <a:gd name="connsiteY3" fmla="*/ 754743 h 5573485"/>
                    <a:gd name="connsiteX4" fmla="*/ 7371390 w 7748762"/>
                    <a:gd name="connsiteY4" fmla="*/ 0 h 5573485"/>
                    <a:gd name="connsiteX5" fmla="*/ 7603619 w 7748762"/>
                    <a:gd name="connsiteY5" fmla="*/ 1364343 h 5573485"/>
                    <a:gd name="connsiteX6" fmla="*/ 7748762 w 7748762"/>
                    <a:gd name="connsiteY6" fmla="*/ 2569028 h 5573485"/>
                    <a:gd name="connsiteX7" fmla="*/ 4947503 w 7748762"/>
                    <a:gd name="connsiteY7" fmla="*/ 5573485 h 5573485"/>
                    <a:gd name="connsiteX8" fmla="*/ 4671734 w 7748762"/>
                    <a:gd name="connsiteY8" fmla="*/ 5486399 h 5573485"/>
                    <a:gd name="connsiteX9" fmla="*/ 143276 w 7748762"/>
                    <a:gd name="connsiteY9" fmla="*/ 1074056 h 5573485"/>
                    <a:gd name="connsiteX0" fmla="*/ 143276 w 7748762"/>
                    <a:gd name="connsiteY0" fmla="*/ 1074056 h 5573485"/>
                    <a:gd name="connsiteX1" fmla="*/ 825446 w 7748762"/>
                    <a:gd name="connsiteY1" fmla="*/ 435430 h 5573485"/>
                    <a:gd name="connsiteX2" fmla="*/ 2494588 w 7748762"/>
                    <a:gd name="connsiteY2" fmla="*/ 2249715 h 5573485"/>
                    <a:gd name="connsiteX3" fmla="*/ 6152189 w 7748762"/>
                    <a:gd name="connsiteY3" fmla="*/ 754743 h 5573485"/>
                    <a:gd name="connsiteX4" fmla="*/ 7371390 w 7748762"/>
                    <a:gd name="connsiteY4" fmla="*/ 0 h 5573485"/>
                    <a:gd name="connsiteX5" fmla="*/ 7603619 w 7748762"/>
                    <a:gd name="connsiteY5" fmla="*/ 1364343 h 5573485"/>
                    <a:gd name="connsiteX6" fmla="*/ 7748762 w 7748762"/>
                    <a:gd name="connsiteY6" fmla="*/ 2569028 h 5573485"/>
                    <a:gd name="connsiteX7" fmla="*/ 4947503 w 7748762"/>
                    <a:gd name="connsiteY7" fmla="*/ 5573485 h 5573485"/>
                    <a:gd name="connsiteX8" fmla="*/ 4671734 w 7748762"/>
                    <a:gd name="connsiteY8" fmla="*/ 5486399 h 5573485"/>
                    <a:gd name="connsiteX9" fmla="*/ 143276 w 7748762"/>
                    <a:gd name="connsiteY9" fmla="*/ 1074056 h 5573485"/>
                    <a:gd name="connsiteX0" fmla="*/ 225462 w 7830948"/>
                    <a:gd name="connsiteY0" fmla="*/ 1074056 h 5573485"/>
                    <a:gd name="connsiteX1" fmla="*/ 530261 w 7830948"/>
                    <a:gd name="connsiteY1" fmla="*/ 595087 h 5573485"/>
                    <a:gd name="connsiteX2" fmla="*/ 2576774 w 7830948"/>
                    <a:gd name="connsiteY2" fmla="*/ 2249715 h 5573485"/>
                    <a:gd name="connsiteX3" fmla="*/ 6234375 w 7830948"/>
                    <a:gd name="connsiteY3" fmla="*/ 754743 h 5573485"/>
                    <a:gd name="connsiteX4" fmla="*/ 7453576 w 7830948"/>
                    <a:gd name="connsiteY4" fmla="*/ 0 h 5573485"/>
                    <a:gd name="connsiteX5" fmla="*/ 7685805 w 7830948"/>
                    <a:gd name="connsiteY5" fmla="*/ 1364343 h 5573485"/>
                    <a:gd name="connsiteX6" fmla="*/ 7830948 w 7830948"/>
                    <a:gd name="connsiteY6" fmla="*/ 2569028 h 5573485"/>
                    <a:gd name="connsiteX7" fmla="*/ 5029689 w 7830948"/>
                    <a:gd name="connsiteY7" fmla="*/ 5573485 h 5573485"/>
                    <a:gd name="connsiteX8" fmla="*/ 4753920 w 7830948"/>
                    <a:gd name="connsiteY8" fmla="*/ 5486399 h 5573485"/>
                    <a:gd name="connsiteX9" fmla="*/ 225462 w 7830948"/>
                    <a:gd name="connsiteY9" fmla="*/ 1074056 h 5573485"/>
                    <a:gd name="connsiteX0" fmla="*/ 154662 w 7760148"/>
                    <a:gd name="connsiteY0" fmla="*/ 1074056 h 5573485"/>
                    <a:gd name="connsiteX1" fmla="*/ 764261 w 7760148"/>
                    <a:gd name="connsiteY1" fmla="*/ 391887 h 5573485"/>
                    <a:gd name="connsiteX2" fmla="*/ 2505974 w 7760148"/>
                    <a:gd name="connsiteY2" fmla="*/ 2249715 h 5573485"/>
                    <a:gd name="connsiteX3" fmla="*/ 6163575 w 7760148"/>
                    <a:gd name="connsiteY3" fmla="*/ 754743 h 5573485"/>
                    <a:gd name="connsiteX4" fmla="*/ 7382776 w 7760148"/>
                    <a:gd name="connsiteY4" fmla="*/ 0 h 5573485"/>
                    <a:gd name="connsiteX5" fmla="*/ 7615005 w 7760148"/>
                    <a:gd name="connsiteY5" fmla="*/ 1364343 h 5573485"/>
                    <a:gd name="connsiteX6" fmla="*/ 7760148 w 7760148"/>
                    <a:gd name="connsiteY6" fmla="*/ 2569028 h 5573485"/>
                    <a:gd name="connsiteX7" fmla="*/ 4958889 w 7760148"/>
                    <a:gd name="connsiteY7" fmla="*/ 5573485 h 5573485"/>
                    <a:gd name="connsiteX8" fmla="*/ 4683120 w 7760148"/>
                    <a:gd name="connsiteY8" fmla="*/ 5486399 h 5573485"/>
                    <a:gd name="connsiteX9" fmla="*/ 154662 w 7760148"/>
                    <a:gd name="connsiteY9" fmla="*/ 1074056 h 5573485"/>
                    <a:gd name="connsiteX0" fmla="*/ 146294 w 7751780"/>
                    <a:gd name="connsiteY0" fmla="*/ 1074056 h 5573485"/>
                    <a:gd name="connsiteX1" fmla="*/ 755893 w 7751780"/>
                    <a:gd name="connsiteY1" fmla="*/ 391887 h 5573485"/>
                    <a:gd name="connsiteX2" fmla="*/ 2497606 w 7751780"/>
                    <a:gd name="connsiteY2" fmla="*/ 2249715 h 5573485"/>
                    <a:gd name="connsiteX3" fmla="*/ 6155207 w 7751780"/>
                    <a:gd name="connsiteY3" fmla="*/ 754743 h 5573485"/>
                    <a:gd name="connsiteX4" fmla="*/ 7374408 w 7751780"/>
                    <a:gd name="connsiteY4" fmla="*/ 0 h 5573485"/>
                    <a:gd name="connsiteX5" fmla="*/ 7606637 w 7751780"/>
                    <a:gd name="connsiteY5" fmla="*/ 1364343 h 5573485"/>
                    <a:gd name="connsiteX6" fmla="*/ 7751780 w 7751780"/>
                    <a:gd name="connsiteY6" fmla="*/ 2569028 h 5573485"/>
                    <a:gd name="connsiteX7" fmla="*/ 4950521 w 7751780"/>
                    <a:gd name="connsiteY7" fmla="*/ 5573485 h 5573485"/>
                    <a:gd name="connsiteX8" fmla="*/ 4674752 w 7751780"/>
                    <a:gd name="connsiteY8" fmla="*/ 5486399 h 5573485"/>
                    <a:gd name="connsiteX9" fmla="*/ 146294 w 7751780"/>
                    <a:gd name="connsiteY9" fmla="*/ 1074056 h 5573485"/>
                    <a:gd name="connsiteX0" fmla="*/ 146294 w 7751780"/>
                    <a:gd name="connsiteY0" fmla="*/ 1074056 h 5573485"/>
                    <a:gd name="connsiteX1" fmla="*/ 755893 w 7751780"/>
                    <a:gd name="connsiteY1" fmla="*/ 391887 h 5573485"/>
                    <a:gd name="connsiteX2" fmla="*/ 2584691 w 7751780"/>
                    <a:gd name="connsiteY2" fmla="*/ 2220687 h 5573485"/>
                    <a:gd name="connsiteX3" fmla="*/ 6155207 w 7751780"/>
                    <a:gd name="connsiteY3" fmla="*/ 754743 h 5573485"/>
                    <a:gd name="connsiteX4" fmla="*/ 7374408 w 7751780"/>
                    <a:gd name="connsiteY4" fmla="*/ 0 h 5573485"/>
                    <a:gd name="connsiteX5" fmla="*/ 7606637 w 7751780"/>
                    <a:gd name="connsiteY5" fmla="*/ 1364343 h 5573485"/>
                    <a:gd name="connsiteX6" fmla="*/ 7751780 w 7751780"/>
                    <a:gd name="connsiteY6" fmla="*/ 2569028 h 5573485"/>
                    <a:gd name="connsiteX7" fmla="*/ 4950521 w 7751780"/>
                    <a:gd name="connsiteY7" fmla="*/ 5573485 h 5573485"/>
                    <a:gd name="connsiteX8" fmla="*/ 4674752 w 7751780"/>
                    <a:gd name="connsiteY8" fmla="*/ 5486399 h 5573485"/>
                    <a:gd name="connsiteX9" fmla="*/ 146294 w 7751780"/>
                    <a:gd name="connsiteY9" fmla="*/ 1074056 h 5573485"/>
                    <a:gd name="connsiteX0" fmla="*/ 146294 w 7751780"/>
                    <a:gd name="connsiteY0" fmla="*/ 1074056 h 5573485"/>
                    <a:gd name="connsiteX1" fmla="*/ 755893 w 7751780"/>
                    <a:gd name="connsiteY1" fmla="*/ 391887 h 5573485"/>
                    <a:gd name="connsiteX2" fmla="*/ 2584691 w 7751780"/>
                    <a:gd name="connsiteY2" fmla="*/ 2220687 h 5573485"/>
                    <a:gd name="connsiteX3" fmla="*/ 4094178 w 7751780"/>
                    <a:gd name="connsiteY3" fmla="*/ 1611086 h 5573485"/>
                    <a:gd name="connsiteX4" fmla="*/ 6155207 w 7751780"/>
                    <a:gd name="connsiteY4" fmla="*/ 754743 h 5573485"/>
                    <a:gd name="connsiteX5" fmla="*/ 7374408 w 7751780"/>
                    <a:gd name="connsiteY5" fmla="*/ 0 h 5573485"/>
                    <a:gd name="connsiteX6" fmla="*/ 7606637 w 7751780"/>
                    <a:gd name="connsiteY6" fmla="*/ 1364343 h 5573485"/>
                    <a:gd name="connsiteX7" fmla="*/ 7751780 w 7751780"/>
                    <a:gd name="connsiteY7" fmla="*/ 2569028 h 5573485"/>
                    <a:gd name="connsiteX8" fmla="*/ 4950521 w 7751780"/>
                    <a:gd name="connsiteY8" fmla="*/ 5573485 h 5573485"/>
                    <a:gd name="connsiteX9" fmla="*/ 4674752 w 7751780"/>
                    <a:gd name="connsiteY9" fmla="*/ 5486399 h 5573485"/>
                    <a:gd name="connsiteX10" fmla="*/ 146294 w 7751780"/>
                    <a:gd name="connsiteY10" fmla="*/ 1074056 h 5573485"/>
                    <a:gd name="connsiteX0" fmla="*/ 362859 w 7968345"/>
                    <a:gd name="connsiteY0" fmla="*/ 1944913 h 6444342"/>
                    <a:gd name="connsiteX1" fmla="*/ 972458 w 7968345"/>
                    <a:gd name="connsiteY1" fmla="*/ 1262744 h 6444342"/>
                    <a:gd name="connsiteX2" fmla="*/ 2801256 w 7968345"/>
                    <a:gd name="connsiteY2" fmla="*/ 3091544 h 6444342"/>
                    <a:gd name="connsiteX3" fmla="*/ 0 w 7968345"/>
                    <a:gd name="connsiteY3" fmla="*/ 0 h 6444342"/>
                    <a:gd name="connsiteX4" fmla="*/ 6371772 w 7968345"/>
                    <a:gd name="connsiteY4" fmla="*/ 1625600 h 6444342"/>
                    <a:gd name="connsiteX5" fmla="*/ 7590973 w 7968345"/>
                    <a:gd name="connsiteY5" fmla="*/ 870857 h 6444342"/>
                    <a:gd name="connsiteX6" fmla="*/ 7823202 w 7968345"/>
                    <a:gd name="connsiteY6" fmla="*/ 2235200 h 6444342"/>
                    <a:gd name="connsiteX7" fmla="*/ 7968345 w 7968345"/>
                    <a:gd name="connsiteY7" fmla="*/ 3439885 h 6444342"/>
                    <a:gd name="connsiteX8" fmla="*/ 5167086 w 7968345"/>
                    <a:gd name="connsiteY8" fmla="*/ 6444342 h 6444342"/>
                    <a:gd name="connsiteX9" fmla="*/ 4891317 w 7968345"/>
                    <a:gd name="connsiteY9" fmla="*/ 6357256 h 6444342"/>
                    <a:gd name="connsiteX10" fmla="*/ 362859 w 7968345"/>
                    <a:gd name="connsiteY10" fmla="*/ 1944913 h 6444342"/>
                    <a:gd name="connsiteX0" fmla="*/ 449944 w 8055430"/>
                    <a:gd name="connsiteY0" fmla="*/ 1857827 h 6357256"/>
                    <a:gd name="connsiteX1" fmla="*/ 1059543 w 8055430"/>
                    <a:gd name="connsiteY1" fmla="*/ 1175658 h 6357256"/>
                    <a:gd name="connsiteX2" fmla="*/ 2888341 w 8055430"/>
                    <a:gd name="connsiteY2" fmla="*/ 3004458 h 6357256"/>
                    <a:gd name="connsiteX3" fmla="*/ 0 w 8055430"/>
                    <a:gd name="connsiteY3" fmla="*/ 0 h 6357256"/>
                    <a:gd name="connsiteX4" fmla="*/ 6458857 w 8055430"/>
                    <a:gd name="connsiteY4" fmla="*/ 1538514 h 6357256"/>
                    <a:gd name="connsiteX5" fmla="*/ 7678058 w 8055430"/>
                    <a:gd name="connsiteY5" fmla="*/ 783771 h 6357256"/>
                    <a:gd name="connsiteX6" fmla="*/ 7910287 w 8055430"/>
                    <a:gd name="connsiteY6" fmla="*/ 2148114 h 6357256"/>
                    <a:gd name="connsiteX7" fmla="*/ 8055430 w 8055430"/>
                    <a:gd name="connsiteY7" fmla="*/ 3352799 h 6357256"/>
                    <a:gd name="connsiteX8" fmla="*/ 5254171 w 8055430"/>
                    <a:gd name="connsiteY8" fmla="*/ 6357256 h 6357256"/>
                    <a:gd name="connsiteX9" fmla="*/ 4978402 w 8055430"/>
                    <a:gd name="connsiteY9" fmla="*/ 6270170 h 6357256"/>
                    <a:gd name="connsiteX10" fmla="*/ 449944 w 8055430"/>
                    <a:gd name="connsiteY10" fmla="*/ 1857827 h 6357256"/>
                    <a:gd name="connsiteX0" fmla="*/ 406401 w 8011887"/>
                    <a:gd name="connsiteY0" fmla="*/ 1828799 h 6328228"/>
                    <a:gd name="connsiteX1" fmla="*/ 1016000 w 8011887"/>
                    <a:gd name="connsiteY1" fmla="*/ 1146630 h 6328228"/>
                    <a:gd name="connsiteX2" fmla="*/ 2844798 w 8011887"/>
                    <a:gd name="connsiteY2" fmla="*/ 2975430 h 6328228"/>
                    <a:gd name="connsiteX3" fmla="*/ 0 w 8011887"/>
                    <a:gd name="connsiteY3" fmla="*/ 0 h 6328228"/>
                    <a:gd name="connsiteX4" fmla="*/ 6415314 w 8011887"/>
                    <a:gd name="connsiteY4" fmla="*/ 1509486 h 6328228"/>
                    <a:gd name="connsiteX5" fmla="*/ 7634515 w 8011887"/>
                    <a:gd name="connsiteY5" fmla="*/ 754743 h 6328228"/>
                    <a:gd name="connsiteX6" fmla="*/ 7866744 w 8011887"/>
                    <a:gd name="connsiteY6" fmla="*/ 2119086 h 6328228"/>
                    <a:gd name="connsiteX7" fmla="*/ 8011887 w 8011887"/>
                    <a:gd name="connsiteY7" fmla="*/ 3323771 h 6328228"/>
                    <a:gd name="connsiteX8" fmla="*/ 5210628 w 8011887"/>
                    <a:gd name="connsiteY8" fmla="*/ 6328228 h 6328228"/>
                    <a:gd name="connsiteX9" fmla="*/ 4934859 w 8011887"/>
                    <a:gd name="connsiteY9" fmla="*/ 6241142 h 6328228"/>
                    <a:gd name="connsiteX10" fmla="*/ 406401 w 8011887"/>
                    <a:gd name="connsiteY10" fmla="*/ 1828799 h 6328228"/>
                    <a:gd name="connsiteX0" fmla="*/ 420915 w 8026401"/>
                    <a:gd name="connsiteY0" fmla="*/ 1828799 h 6328228"/>
                    <a:gd name="connsiteX1" fmla="*/ 1030514 w 8026401"/>
                    <a:gd name="connsiteY1" fmla="*/ 1146630 h 6328228"/>
                    <a:gd name="connsiteX2" fmla="*/ 2859312 w 8026401"/>
                    <a:gd name="connsiteY2" fmla="*/ 2975430 h 6328228"/>
                    <a:gd name="connsiteX3" fmla="*/ 0 w 8026401"/>
                    <a:gd name="connsiteY3" fmla="*/ 0 h 6328228"/>
                    <a:gd name="connsiteX4" fmla="*/ 6429828 w 8026401"/>
                    <a:gd name="connsiteY4" fmla="*/ 1509486 h 6328228"/>
                    <a:gd name="connsiteX5" fmla="*/ 7649029 w 8026401"/>
                    <a:gd name="connsiteY5" fmla="*/ 754743 h 6328228"/>
                    <a:gd name="connsiteX6" fmla="*/ 7881258 w 8026401"/>
                    <a:gd name="connsiteY6" fmla="*/ 2119086 h 6328228"/>
                    <a:gd name="connsiteX7" fmla="*/ 8026401 w 8026401"/>
                    <a:gd name="connsiteY7" fmla="*/ 3323771 h 6328228"/>
                    <a:gd name="connsiteX8" fmla="*/ 5225142 w 8026401"/>
                    <a:gd name="connsiteY8" fmla="*/ 6328228 h 6328228"/>
                    <a:gd name="connsiteX9" fmla="*/ 4949373 w 8026401"/>
                    <a:gd name="connsiteY9" fmla="*/ 6241142 h 6328228"/>
                    <a:gd name="connsiteX10" fmla="*/ 420915 w 8026401"/>
                    <a:gd name="connsiteY10" fmla="*/ 1828799 h 6328228"/>
                    <a:gd name="connsiteX0" fmla="*/ 420915 w 8026401"/>
                    <a:gd name="connsiteY0" fmla="*/ 1828799 h 6328228"/>
                    <a:gd name="connsiteX1" fmla="*/ 1030514 w 8026401"/>
                    <a:gd name="connsiteY1" fmla="*/ 1146630 h 6328228"/>
                    <a:gd name="connsiteX2" fmla="*/ 2859312 w 8026401"/>
                    <a:gd name="connsiteY2" fmla="*/ 2975430 h 6328228"/>
                    <a:gd name="connsiteX3" fmla="*/ 0 w 8026401"/>
                    <a:gd name="connsiteY3" fmla="*/ 0 h 6328228"/>
                    <a:gd name="connsiteX4" fmla="*/ 1698171 w 8026401"/>
                    <a:gd name="connsiteY4" fmla="*/ 377372 h 6328228"/>
                    <a:gd name="connsiteX5" fmla="*/ 6429828 w 8026401"/>
                    <a:gd name="connsiteY5" fmla="*/ 1509486 h 6328228"/>
                    <a:gd name="connsiteX6" fmla="*/ 7649029 w 8026401"/>
                    <a:gd name="connsiteY6" fmla="*/ 754743 h 6328228"/>
                    <a:gd name="connsiteX7" fmla="*/ 7881258 w 8026401"/>
                    <a:gd name="connsiteY7" fmla="*/ 2119086 h 6328228"/>
                    <a:gd name="connsiteX8" fmla="*/ 8026401 w 8026401"/>
                    <a:gd name="connsiteY8" fmla="*/ 3323771 h 6328228"/>
                    <a:gd name="connsiteX9" fmla="*/ 5225142 w 8026401"/>
                    <a:gd name="connsiteY9" fmla="*/ 6328228 h 6328228"/>
                    <a:gd name="connsiteX10" fmla="*/ 4949373 w 8026401"/>
                    <a:gd name="connsiteY10" fmla="*/ 6241142 h 6328228"/>
                    <a:gd name="connsiteX11" fmla="*/ 420915 w 8026401"/>
                    <a:gd name="connsiteY11" fmla="*/ 1828799 h 6328228"/>
                    <a:gd name="connsiteX0" fmla="*/ 420915 w 8026401"/>
                    <a:gd name="connsiteY0" fmla="*/ 2539998 h 7039427"/>
                    <a:gd name="connsiteX1" fmla="*/ 1030514 w 8026401"/>
                    <a:gd name="connsiteY1" fmla="*/ 1857829 h 7039427"/>
                    <a:gd name="connsiteX2" fmla="*/ 2859312 w 8026401"/>
                    <a:gd name="connsiteY2" fmla="*/ 3686629 h 7039427"/>
                    <a:gd name="connsiteX3" fmla="*/ 0 w 8026401"/>
                    <a:gd name="connsiteY3" fmla="*/ 711199 h 7039427"/>
                    <a:gd name="connsiteX4" fmla="*/ 899885 w 8026401"/>
                    <a:gd name="connsiteY4" fmla="*/ 0 h 7039427"/>
                    <a:gd name="connsiteX5" fmla="*/ 6429828 w 8026401"/>
                    <a:gd name="connsiteY5" fmla="*/ 2220685 h 7039427"/>
                    <a:gd name="connsiteX6" fmla="*/ 7649029 w 8026401"/>
                    <a:gd name="connsiteY6" fmla="*/ 1465942 h 7039427"/>
                    <a:gd name="connsiteX7" fmla="*/ 7881258 w 8026401"/>
                    <a:gd name="connsiteY7" fmla="*/ 2830285 h 7039427"/>
                    <a:gd name="connsiteX8" fmla="*/ 8026401 w 8026401"/>
                    <a:gd name="connsiteY8" fmla="*/ 4034970 h 7039427"/>
                    <a:gd name="connsiteX9" fmla="*/ 5225142 w 8026401"/>
                    <a:gd name="connsiteY9" fmla="*/ 7039427 h 7039427"/>
                    <a:gd name="connsiteX10" fmla="*/ 4949373 w 8026401"/>
                    <a:gd name="connsiteY10" fmla="*/ 6952341 h 7039427"/>
                    <a:gd name="connsiteX11" fmla="*/ 420915 w 8026401"/>
                    <a:gd name="connsiteY11" fmla="*/ 2539998 h 7039427"/>
                    <a:gd name="connsiteX0" fmla="*/ 420915 w 8026401"/>
                    <a:gd name="connsiteY0" fmla="*/ 2665438 h 7164867"/>
                    <a:gd name="connsiteX1" fmla="*/ 1030514 w 8026401"/>
                    <a:gd name="connsiteY1" fmla="*/ 1983269 h 7164867"/>
                    <a:gd name="connsiteX2" fmla="*/ 2859312 w 8026401"/>
                    <a:gd name="connsiteY2" fmla="*/ 3812069 h 7164867"/>
                    <a:gd name="connsiteX3" fmla="*/ 0 w 8026401"/>
                    <a:gd name="connsiteY3" fmla="*/ 836639 h 7164867"/>
                    <a:gd name="connsiteX4" fmla="*/ 899885 w 8026401"/>
                    <a:gd name="connsiteY4" fmla="*/ 125440 h 7164867"/>
                    <a:gd name="connsiteX5" fmla="*/ 6429828 w 8026401"/>
                    <a:gd name="connsiteY5" fmla="*/ 2346125 h 7164867"/>
                    <a:gd name="connsiteX6" fmla="*/ 7649029 w 8026401"/>
                    <a:gd name="connsiteY6" fmla="*/ 1591382 h 7164867"/>
                    <a:gd name="connsiteX7" fmla="*/ 7881258 w 8026401"/>
                    <a:gd name="connsiteY7" fmla="*/ 2955725 h 7164867"/>
                    <a:gd name="connsiteX8" fmla="*/ 8026401 w 8026401"/>
                    <a:gd name="connsiteY8" fmla="*/ 4160410 h 7164867"/>
                    <a:gd name="connsiteX9" fmla="*/ 5225142 w 8026401"/>
                    <a:gd name="connsiteY9" fmla="*/ 7164867 h 7164867"/>
                    <a:gd name="connsiteX10" fmla="*/ 4949373 w 8026401"/>
                    <a:gd name="connsiteY10" fmla="*/ 7077781 h 7164867"/>
                    <a:gd name="connsiteX11" fmla="*/ 420915 w 8026401"/>
                    <a:gd name="connsiteY11" fmla="*/ 2665438 h 7164867"/>
                    <a:gd name="connsiteX0" fmla="*/ 534938 w 8140424"/>
                    <a:gd name="connsiteY0" fmla="*/ 2718214 h 7217643"/>
                    <a:gd name="connsiteX1" fmla="*/ 1144537 w 8140424"/>
                    <a:gd name="connsiteY1" fmla="*/ 2036045 h 7217643"/>
                    <a:gd name="connsiteX2" fmla="*/ 2973335 w 8140424"/>
                    <a:gd name="connsiteY2" fmla="*/ 3864845 h 7217643"/>
                    <a:gd name="connsiteX3" fmla="*/ 114023 w 8140424"/>
                    <a:gd name="connsiteY3" fmla="*/ 889415 h 7217643"/>
                    <a:gd name="connsiteX4" fmla="*/ 1013908 w 8140424"/>
                    <a:gd name="connsiteY4" fmla="*/ 178216 h 7217643"/>
                    <a:gd name="connsiteX5" fmla="*/ 6543851 w 8140424"/>
                    <a:gd name="connsiteY5" fmla="*/ 2398901 h 7217643"/>
                    <a:gd name="connsiteX6" fmla="*/ 7763052 w 8140424"/>
                    <a:gd name="connsiteY6" fmla="*/ 1644158 h 7217643"/>
                    <a:gd name="connsiteX7" fmla="*/ 7995281 w 8140424"/>
                    <a:gd name="connsiteY7" fmla="*/ 3008501 h 7217643"/>
                    <a:gd name="connsiteX8" fmla="*/ 8140424 w 8140424"/>
                    <a:gd name="connsiteY8" fmla="*/ 4213186 h 7217643"/>
                    <a:gd name="connsiteX9" fmla="*/ 5339165 w 8140424"/>
                    <a:gd name="connsiteY9" fmla="*/ 7217643 h 7217643"/>
                    <a:gd name="connsiteX10" fmla="*/ 5063396 w 8140424"/>
                    <a:gd name="connsiteY10" fmla="*/ 7130557 h 7217643"/>
                    <a:gd name="connsiteX11" fmla="*/ 534938 w 8140424"/>
                    <a:gd name="connsiteY11" fmla="*/ 2718214 h 7217643"/>
                    <a:gd name="connsiteX0" fmla="*/ 534938 w 8140424"/>
                    <a:gd name="connsiteY0" fmla="*/ 2718214 h 7217643"/>
                    <a:gd name="connsiteX1" fmla="*/ 1144537 w 8140424"/>
                    <a:gd name="connsiteY1" fmla="*/ 2036045 h 7217643"/>
                    <a:gd name="connsiteX2" fmla="*/ 2973335 w 8140424"/>
                    <a:gd name="connsiteY2" fmla="*/ 3864845 h 7217643"/>
                    <a:gd name="connsiteX3" fmla="*/ 114023 w 8140424"/>
                    <a:gd name="connsiteY3" fmla="*/ 889415 h 7217643"/>
                    <a:gd name="connsiteX4" fmla="*/ 1013908 w 8140424"/>
                    <a:gd name="connsiteY4" fmla="*/ 178216 h 7217643"/>
                    <a:gd name="connsiteX5" fmla="*/ 3510366 w 8140424"/>
                    <a:gd name="connsiteY5" fmla="*/ 1194217 h 7217643"/>
                    <a:gd name="connsiteX6" fmla="*/ 6543851 w 8140424"/>
                    <a:gd name="connsiteY6" fmla="*/ 2398901 h 7217643"/>
                    <a:gd name="connsiteX7" fmla="*/ 7763052 w 8140424"/>
                    <a:gd name="connsiteY7" fmla="*/ 1644158 h 7217643"/>
                    <a:gd name="connsiteX8" fmla="*/ 7995281 w 8140424"/>
                    <a:gd name="connsiteY8" fmla="*/ 3008501 h 7217643"/>
                    <a:gd name="connsiteX9" fmla="*/ 8140424 w 8140424"/>
                    <a:gd name="connsiteY9" fmla="*/ 4213186 h 7217643"/>
                    <a:gd name="connsiteX10" fmla="*/ 5339165 w 8140424"/>
                    <a:gd name="connsiteY10" fmla="*/ 7217643 h 7217643"/>
                    <a:gd name="connsiteX11" fmla="*/ 5063396 w 8140424"/>
                    <a:gd name="connsiteY11" fmla="*/ 7130557 h 7217643"/>
                    <a:gd name="connsiteX12" fmla="*/ 534938 w 8140424"/>
                    <a:gd name="connsiteY12" fmla="*/ 2718214 h 7217643"/>
                    <a:gd name="connsiteX0" fmla="*/ 534938 w 8140424"/>
                    <a:gd name="connsiteY0" fmla="*/ 2718214 h 7217643"/>
                    <a:gd name="connsiteX1" fmla="*/ 1144537 w 8140424"/>
                    <a:gd name="connsiteY1" fmla="*/ 2036045 h 7217643"/>
                    <a:gd name="connsiteX2" fmla="*/ 2973335 w 8140424"/>
                    <a:gd name="connsiteY2" fmla="*/ 3864845 h 7217643"/>
                    <a:gd name="connsiteX3" fmla="*/ 114023 w 8140424"/>
                    <a:gd name="connsiteY3" fmla="*/ 889415 h 7217643"/>
                    <a:gd name="connsiteX4" fmla="*/ 1013908 w 8140424"/>
                    <a:gd name="connsiteY4" fmla="*/ 178216 h 7217643"/>
                    <a:gd name="connsiteX5" fmla="*/ 3379737 w 8140424"/>
                    <a:gd name="connsiteY5" fmla="*/ 2631131 h 7217643"/>
                    <a:gd name="connsiteX6" fmla="*/ 6543851 w 8140424"/>
                    <a:gd name="connsiteY6" fmla="*/ 2398901 h 7217643"/>
                    <a:gd name="connsiteX7" fmla="*/ 7763052 w 8140424"/>
                    <a:gd name="connsiteY7" fmla="*/ 1644158 h 7217643"/>
                    <a:gd name="connsiteX8" fmla="*/ 7995281 w 8140424"/>
                    <a:gd name="connsiteY8" fmla="*/ 3008501 h 7217643"/>
                    <a:gd name="connsiteX9" fmla="*/ 8140424 w 8140424"/>
                    <a:gd name="connsiteY9" fmla="*/ 4213186 h 7217643"/>
                    <a:gd name="connsiteX10" fmla="*/ 5339165 w 8140424"/>
                    <a:gd name="connsiteY10" fmla="*/ 7217643 h 7217643"/>
                    <a:gd name="connsiteX11" fmla="*/ 5063396 w 8140424"/>
                    <a:gd name="connsiteY11" fmla="*/ 7130557 h 7217643"/>
                    <a:gd name="connsiteX12" fmla="*/ 534938 w 8140424"/>
                    <a:gd name="connsiteY12" fmla="*/ 2718214 h 7217643"/>
                    <a:gd name="connsiteX0" fmla="*/ 534938 w 8140424"/>
                    <a:gd name="connsiteY0" fmla="*/ 2718214 h 7217643"/>
                    <a:gd name="connsiteX1" fmla="*/ 1144537 w 8140424"/>
                    <a:gd name="connsiteY1" fmla="*/ 2036045 h 7217643"/>
                    <a:gd name="connsiteX2" fmla="*/ 2973335 w 8140424"/>
                    <a:gd name="connsiteY2" fmla="*/ 3864845 h 7217643"/>
                    <a:gd name="connsiteX3" fmla="*/ 114023 w 8140424"/>
                    <a:gd name="connsiteY3" fmla="*/ 889415 h 7217643"/>
                    <a:gd name="connsiteX4" fmla="*/ 1013908 w 8140424"/>
                    <a:gd name="connsiteY4" fmla="*/ 178216 h 7217643"/>
                    <a:gd name="connsiteX5" fmla="*/ 3437794 w 8140424"/>
                    <a:gd name="connsiteY5" fmla="*/ 2616616 h 7217643"/>
                    <a:gd name="connsiteX6" fmla="*/ 6543851 w 8140424"/>
                    <a:gd name="connsiteY6" fmla="*/ 2398901 h 7217643"/>
                    <a:gd name="connsiteX7" fmla="*/ 7763052 w 8140424"/>
                    <a:gd name="connsiteY7" fmla="*/ 1644158 h 7217643"/>
                    <a:gd name="connsiteX8" fmla="*/ 7995281 w 8140424"/>
                    <a:gd name="connsiteY8" fmla="*/ 3008501 h 7217643"/>
                    <a:gd name="connsiteX9" fmla="*/ 8140424 w 8140424"/>
                    <a:gd name="connsiteY9" fmla="*/ 4213186 h 7217643"/>
                    <a:gd name="connsiteX10" fmla="*/ 5339165 w 8140424"/>
                    <a:gd name="connsiteY10" fmla="*/ 7217643 h 7217643"/>
                    <a:gd name="connsiteX11" fmla="*/ 5063396 w 8140424"/>
                    <a:gd name="connsiteY11" fmla="*/ 7130557 h 7217643"/>
                    <a:gd name="connsiteX12" fmla="*/ 534938 w 8140424"/>
                    <a:gd name="connsiteY12" fmla="*/ 2718214 h 7217643"/>
                    <a:gd name="connsiteX0" fmla="*/ 534938 w 8140424"/>
                    <a:gd name="connsiteY0" fmla="*/ 2718214 h 7217643"/>
                    <a:gd name="connsiteX1" fmla="*/ 1144537 w 8140424"/>
                    <a:gd name="connsiteY1" fmla="*/ 2036045 h 7217643"/>
                    <a:gd name="connsiteX2" fmla="*/ 2973335 w 8140424"/>
                    <a:gd name="connsiteY2" fmla="*/ 3864845 h 7217643"/>
                    <a:gd name="connsiteX3" fmla="*/ 114023 w 8140424"/>
                    <a:gd name="connsiteY3" fmla="*/ 889415 h 7217643"/>
                    <a:gd name="connsiteX4" fmla="*/ 1013908 w 8140424"/>
                    <a:gd name="connsiteY4" fmla="*/ 178216 h 7217643"/>
                    <a:gd name="connsiteX5" fmla="*/ 3437794 w 8140424"/>
                    <a:gd name="connsiteY5" fmla="*/ 2616616 h 7217643"/>
                    <a:gd name="connsiteX6" fmla="*/ 4932766 w 8140424"/>
                    <a:gd name="connsiteY6" fmla="*/ 2471474 h 7217643"/>
                    <a:gd name="connsiteX7" fmla="*/ 6543851 w 8140424"/>
                    <a:gd name="connsiteY7" fmla="*/ 2398901 h 7217643"/>
                    <a:gd name="connsiteX8" fmla="*/ 7763052 w 8140424"/>
                    <a:gd name="connsiteY8" fmla="*/ 1644158 h 7217643"/>
                    <a:gd name="connsiteX9" fmla="*/ 7995281 w 8140424"/>
                    <a:gd name="connsiteY9" fmla="*/ 3008501 h 7217643"/>
                    <a:gd name="connsiteX10" fmla="*/ 8140424 w 8140424"/>
                    <a:gd name="connsiteY10" fmla="*/ 4213186 h 7217643"/>
                    <a:gd name="connsiteX11" fmla="*/ 5339165 w 8140424"/>
                    <a:gd name="connsiteY11" fmla="*/ 7217643 h 7217643"/>
                    <a:gd name="connsiteX12" fmla="*/ 5063396 w 8140424"/>
                    <a:gd name="connsiteY12" fmla="*/ 7130557 h 7217643"/>
                    <a:gd name="connsiteX13" fmla="*/ 534938 w 8140424"/>
                    <a:gd name="connsiteY13" fmla="*/ 2718214 h 7217643"/>
                    <a:gd name="connsiteX0" fmla="*/ 534938 w 8140424"/>
                    <a:gd name="connsiteY0" fmla="*/ 2859312 h 7358741"/>
                    <a:gd name="connsiteX1" fmla="*/ 1144537 w 8140424"/>
                    <a:gd name="connsiteY1" fmla="*/ 2177143 h 7358741"/>
                    <a:gd name="connsiteX2" fmla="*/ 2973335 w 8140424"/>
                    <a:gd name="connsiteY2" fmla="*/ 4005943 h 7358741"/>
                    <a:gd name="connsiteX3" fmla="*/ 114023 w 8140424"/>
                    <a:gd name="connsiteY3" fmla="*/ 1030513 h 7358741"/>
                    <a:gd name="connsiteX4" fmla="*/ 1013908 w 8140424"/>
                    <a:gd name="connsiteY4" fmla="*/ 319314 h 7358741"/>
                    <a:gd name="connsiteX5" fmla="*/ 3437794 w 8140424"/>
                    <a:gd name="connsiteY5" fmla="*/ 2757714 h 7358741"/>
                    <a:gd name="connsiteX6" fmla="*/ 723623 w 8140424"/>
                    <a:gd name="connsiteY6" fmla="*/ 0 h 7358741"/>
                    <a:gd name="connsiteX7" fmla="*/ 6543851 w 8140424"/>
                    <a:gd name="connsiteY7" fmla="*/ 2539999 h 7358741"/>
                    <a:gd name="connsiteX8" fmla="*/ 7763052 w 8140424"/>
                    <a:gd name="connsiteY8" fmla="*/ 1785256 h 7358741"/>
                    <a:gd name="connsiteX9" fmla="*/ 7995281 w 8140424"/>
                    <a:gd name="connsiteY9" fmla="*/ 3149599 h 7358741"/>
                    <a:gd name="connsiteX10" fmla="*/ 8140424 w 8140424"/>
                    <a:gd name="connsiteY10" fmla="*/ 4354284 h 7358741"/>
                    <a:gd name="connsiteX11" fmla="*/ 5339165 w 8140424"/>
                    <a:gd name="connsiteY11" fmla="*/ 7358741 h 7358741"/>
                    <a:gd name="connsiteX12" fmla="*/ 5063396 w 8140424"/>
                    <a:gd name="connsiteY12" fmla="*/ 7271655 h 7358741"/>
                    <a:gd name="connsiteX13" fmla="*/ 534938 w 8140424"/>
                    <a:gd name="connsiteY13" fmla="*/ 2859312 h 7358741"/>
                    <a:gd name="connsiteX0" fmla="*/ 534938 w 8140424"/>
                    <a:gd name="connsiteY0" fmla="*/ 2859312 h 7358741"/>
                    <a:gd name="connsiteX1" fmla="*/ 1144537 w 8140424"/>
                    <a:gd name="connsiteY1" fmla="*/ 2177143 h 7358741"/>
                    <a:gd name="connsiteX2" fmla="*/ 2973335 w 8140424"/>
                    <a:gd name="connsiteY2" fmla="*/ 4005943 h 7358741"/>
                    <a:gd name="connsiteX3" fmla="*/ 114023 w 8140424"/>
                    <a:gd name="connsiteY3" fmla="*/ 1030513 h 7358741"/>
                    <a:gd name="connsiteX4" fmla="*/ 1013908 w 8140424"/>
                    <a:gd name="connsiteY4" fmla="*/ 319314 h 7358741"/>
                    <a:gd name="connsiteX5" fmla="*/ 3437794 w 8140424"/>
                    <a:gd name="connsiteY5" fmla="*/ 2757714 h 7358741"/>
                    <a:gd name="connsiteX6" fmla="*/ 723623 w 8140424"/>
                    <a:gd name="connsiteY6" fmla="*/ 0 h 7358741"/>
                    <a:gd name="connsiteX7" fmla="*/ 3713566 w 8140424"/>
                    <a:gd name="connsiteY7" fmla="*/ 1291772 h 7358741"/>
                    <a:gd name="connsiteX8" fmla="*/ 6543851 w 8140424"/>
                    <a:gd name="connsiteY8" fmla="*/ 2539999 h 7358741"/>
                    <a:gd name="connsiteX9" fmla="*/ 7763052 w 8140424"/>
                    <a:gd name="connsiteY9" fmla="*/ 1785256 h 7358741"/>
                    <a:gd name="connsiteX10" fmla="*/ 7995281 w 8140424"/>
                    <a:gd name="connsiteY10" fmla="*/ 3149599 h 7358741"/>
                    <a:gd name="connsiteX11" fmla="*/ 8140424 w 8140424"/>
                    <a:gd name="connsiteY11" fmla="*/ 4354284 h 7358741"/>
                    <a:gd name="connsiteX12" fmla="*/ 5339165 w 8140424"/>
                    <a:gd name="connsiteY12" fmla="*/ 7358741 h 7358741"/>
                    <a:gd name="connsiteX13" fmla="*/ 5063396 w 8140424"/>
                    <a:gd name="connsiteY13" fmla="*/ 7271655 h 7358741"/>
                    <a:gd name="connsiteX14" fmla="*/ 534938 w 8140424"/>
                    <a:gd name="connsiteY14" fmla="*/ 2859312 h 7358741"/>
                    <a:gd name="connsiteX0" fmla="*/ 534938 w 8140424"/>
                    <a:gd name="connsiteY0" fmla="*/ 3555997 h 8055426"/>
                    <a:gd name="connsiteX1" fmla="*/ 1144537 w 8140424"/>
                    <a:gd name="connsiteY1" fmla="*/ 2873828 h 8055426"/>
                    <a:gd name="connsiteX2" fmla="*/ 2973335 w 8140424"/>
                    <a:gd name="connsiteY2" fmla="*/ 4702628 h 8055426"/>
                    <a:gd name="connsiteX3" fmla="*/ 114023 w 8140424"/>
                    <a:gd name="connsiteY3" fmla="*/ 1727198 h 8055426"/>
                    <a:gd name="connsiteX4" fmla="*/ 1013908 w 8140424"/>
                    <a:gd name="connsiteY4" fmla="*/ 1015999 h 8055426"/>
                    <a:gd name="connsiteX5" fmla="*/ 3437794 w 8140424"/>
                    <a:gd name="connsiteY5" fmla="*/ 3454399 h 8055426"/>
                    <a:gd name="connsiteX6" fmla="*/ 723623 w 8140424"/>
                    <a:gd name="connsiteY6" fmla="*/ 696685 h 8055426"/>
                    <a:gd name="connsiteX7" fmla="*/ 1696080 w 8140424"/>
                    <a:gd name="connsiteY7" fmla="*/ 0 h 8055426"/>
                    <a:gd name="connsiteX8" fmla="*/ 6543851 w 8140424"/>
                    <a:gd name="connsiteY8" fmla="*/ 3236684 h 8055426"/>
                    <a:gd name="connsiteX9" fmla="*/ 7763052 w 8140424"/>
                    <a:gd name="connsiteY9" fmla="*/ 2481941 h 8055426"/>
                    <a:gd name="connsiteX10" fmla="*/ 7995281 w 8140424"/>
                    <a:gd name="connsiteY10" fmla="*/ 3846284 h 8055426"/>
                    <a:gd name="connsiteX11" fmla="*/ 8140424 w 8140424"/>
                    <a:gd name="connsiteY11" fmla="*/ 5050969 h 8055426"/>
                    <a:gd name="connsiteX12" fmla="*/ 5339165 w 8140424"/>
                    <a:gd name="connsiteY12" fmla="*/ 8055426 h 8055426"/>
                    <a:gd name="connsiteX13" fmla="*/ 5063396 w 8140424"/>
                    <a:gd name="connsiteY13" fmla="*/ 7968340 h 8055426"/>
                    <a:gd name="connsiteX14" fmla="*/ 534938 w 8140424"/>
                    <a:gd name="connsiteY14" fmla="*/ 3555997 h 8055426"/>
                    <a:gd name="connsiteX0" fmla="*/ 534938 w 8140424"/>
                    <a:gd name="connsiteY0" fmla="*/ 3662537 h 8161966"/>
                    <a:gd name="connsiteX1" fmla="*/ 1144537 w 8140424"/>
                    <a:gd name="connsiteY1" fmla="*/ 2980368 h 8161966"/>
                    <a:gd name="connsiteX2" fmla="*/ 2973335 w 8140424"/>
                    <a:gd name="connsiteY2" fmla="*/ 4809168 h 8161966"/>
                    <a:gd name="connsiteX3" fmla="*/ 114023 w 8140424"/>
                    <a:gd name="connsiteY3" fmla="*/ 1833738 h 8161966"/>
                    <a:gd name="connsiteX4" fmla="*/ 1013908 w 8140424"/>
                    <a:gd name="connsiteY4" fmla="*/ 1122539 h 8161966"/>
                    <a:gd name="connsiteX5" fmla="*/ 3437794 w 8140424"/>
                    <a:gd name="connsiteY5" fmla="*/ 3560939 h 8161966"/>
                    <a:gd name="connsiteX6" fmla="*/ 723623 w 8140424"/>
                    <a:gd name="connsiteY6" fmla="*/ 803225 h 8161966"/>
                    <a:gd name="connsiteX7" fmla="*/ 1696080 w 8140424"/>
                    <a:gd name="connsiteY7" fmla="*/ 106540 h 8161966"/>
                    <a:gd name="connsiteX8" fmla="*/ 6543851 w 8140424"/>
                    <a:gd name="connsiteY8" fmla="*/ 3343224 h 8161966"/>
                    <a:gd name="connsiteX9" fmla="*/ 7763052 w 8140424"/>
                    <a:gd name="connsiteY9" fmla="*/ 2588481 h 8161966"/>
                    <a:gd name="connsiteX10" fmla="*/ 7995281 w 8140424"/>
                    <a:gd name="connsiteY10" fmla="*/ 3952824 h 8161966"/>
                    <a:gd name="connsiteX11" fmla="*/ 8140424 w 8140424"/>
                    <a:gd name="connsiteY11" fmla="*/ 5157509 h 8161966"/>
                    <a:gd name="connsiteX12" fmla="*/ 5339165 w 8140424"/>
                    <a:gd name="connsiteY12" fmla="*/ 8161966 h 8161966"/>
                    <a:gd name="connsiteX13" fmla="*/ 5063396 w 8140424"/>
                    <a:gd name="connsiteY13" fmla="*/ 8074880 h 8161966"/>
                    <a:gd name="connsiteX14" fmla="*/ 534938 w 8140424"/>
                    <a:gd name="connsiteY14" fmla="*/ 3662537 h 8161966"/>
                    <a:gd name="connsiteX0" fmla="*/ 534938 w 8140424"/>
                    <a:gd name="connsiteY0" fmla="*/ 3662537 h 8161966"/>
                    <a:gd name="connsiteX1" fmla="*/ 1144537 w 8140424"/>
                    <a:gd name="connsiteY1" fmla="*/ 2980368 h 8161966"/>
                    <a:gd name="connsiteX2" fmla="*/ 2973335 w 8140424"/>
                    <a:gd name="connsiteY2" fmla="*/ 4809168 h 8161966"/>
                    <a:gd name="connsiteX3" fmla="*/ 114023 w 8140424"/>
                    <a:gd name="connsiteY3" fmla="*/ 1833738 h 8161966"/>
                    <a:gd name="connsiteX4" fmla="*/ 1013908 w 8140424"/>
                    <a:gd name="connsiteY4" fmla="*/ 1122539 h 8161966"/>
                    <a:gd name="connsiteX5" fmla="*/ 3437794 w 8140424"/>
                    <a:gd name="connsiteY5" fmla="*/ 3560939 h 8161966"/>
                    <a:gd name="connsiteX6" fmla="*/ 723623 w 8140424"/>
                    <a:gd name="connsiteY6" fmla="*/ 803225 h 8161966"/>
                    <a:gd name="connsiteX7" fmla="*/ 1725109 w 8140424"/>
                    <a:gd name="connsiteY7" fmla="*/ 106540 h 8161966"/>
                    <a:gd name="connsiteX8" fmla="*/ 6543851 w 8140424"/>
                    <a:gd name="connsiteY8" fmla="*/ 3343224 h 8161966"/>
                    <a:gd name="connsiteX9" fmla="*/ 7763052 w 8140424"/>
                    <a:gd name="connsiteY9" fmla="*/ 2588481 h 8161966"/>
                    <a:gd name="connsiteX10" fmla="*/ 7995281 w 8140424"/>
                    <a:gd name="connsiteY10" fmla="*/ 3952824 h 8161966"/>
                    <a:gd name="connsiteX11" fmla="*/ 8140424 w 8140424"/>
                    <a:gd name="connsiteY11" fmla="*/ 5157509 h 8161966"/>
                    <a:gd name="connsiteX12" fmla="*/ 5339165 w 8140424"/>
                    <a:gd name="connsiteY12" fmla="*/ 8161966 h 8161966"/>
                    <a:gd name="connsiteX13" fmla="*/ 5063396 w 8140424"/>
                    <a:gd name="connsiteY13" fmla="*/ 8074880 h 8161966"/>
                    <a:gd name="connsiteX14" fmla="*/ 534938 w 8140424"/>
                    <a:gd name="connsiteY14" fmla="*/ 3662537 h 8161966"/>
                    <a:gd name="connsiteX0" fmla="*/ 534938 w 8140424"/>
                    <a:gd name="connsiteY0" fmla="*/ 3722591 h 8222020"/>
                    <a:gd name="connsiteX1" fmla="*/ 1144537 w 8140424"/>
                    <a:gd name="connsiteY1" fmla="*/ 3040422 h 8222020"/>
                    <a:gd name="connsiteX2" fmla="*/ 2973335 w 8140424"/>
                    <a:gd name="connsiteY2" fmla="*/ 4869222 h 8222020"/>
                    <a:gd name="connsiteX3" fmla="*/ 114023 w 8140424"/>
                    <a:gd name="connsiteY3" fmla="*/ 1893792 h 8222020"/>
                    <a:gd name="connsiteX4" fmla="*/ 1013908 w 8140424"/>
                    <a:gd name="connsiteY4" fmla="*/ 1182593 h 8222020"/>
                    <a:gd name="connsiteX5" fmla="*/ 3437794 w 8140424"/>
                    <a:gd name="connsiteY5" fmla="*/ 3620993 h 8222020"/>
                    <a:gd name="connsiteX6" fmla="*/ 723623 w 8140424"/>
                    <a:gd name="connsiteY6" fmla="*/ 863279 h 8222020"/>
                    <a:gd name="connsiteX7" fmla="*/ 1725109 w 8140424"/>
                    <a:gd name="connsiteY7" fmla="*/ 166594 h 8222020"/>
                    <a:gd name="connsiteX8" fmla="*/ 6543851 w 8140424"/>
                    <a:gd name="connsiteY8" fmla="*/ 3403278 h 8222020"/>
                    <a:gd name="connsiteX9" fmla="*/ 7763052 w 8140424"/>
                    <a:gd name="connsiteY9" fmla="*/ 2648535 h 8222020"/>
                    <a:gd name="connsiteX10" fmla="*/ 7995281 w 8140424"/>
                    <a:gd name="connsiteY10" fmla="*/ 4012878 h 8222020"/>
                    <a:gd name="connsiteX11" fmla="*/ 8140424 w 8140424"/>
                    <a:gd name="connsiteY11" fmla="*/ 5217563 h 8222020"/>
                    <a:gd name="connsiteX12" fmla="*/ 5339165 w 8140424"/>
                    <a:gd name="connsiteY12" fmla="*/ 8222020 h 8222020"/>
                    <a:gd name="connsiteX13" fmla="*/ 5063396 w 8140424"/>
                    <a:gd name="connsiteY13" fmla="*/ 8134934 h 8222020"/>
                    <a:gd name="connsiteX14" fmla="*/ 534938 w 8140424"/>
                    <a:gd name="connsiteY14" fmla="*/ 3722591 h 822202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6543851 w 8140424"/>
                    <a:gd name="connsiteY8" fmla="*/ 3428628 h 8247370"/>
                    <a:gd name="connsiteX9" fmla="*/ 7763052 w 8140424"/>
                    <a:gd name="connsiteY9" fmla="*/ 2673885 h 8247370"/>
                    <a:gd name="connsiteX10" fmla="*/ 7995281 w 8140424"/>
                    <a:gd name="connsiteY10" fmla="*/ 4038228 h 8247370"/>
                    <a:gd name="connsiteX11" fmla="*/ 8140424 w 8140424"/>
                    <a:gd name="connsiteY11" fmla="*/ 5242913 h 8247370"/>
                    <a:gd name="connsiteX12" fmla="*/ 5339165 w 8140424"/>
                    <a:gd name="connsiteY12" fmla="*/ 8247370 h 8247370"/>
                    <a:gd name="connsiteX13" fmla="*/ 5063396 w 8140424"/>
                    <a:gd name="connsiteY13" fmla="*/ 8160284 h 8247370"/>
                    <a:gd name="connsiteX14" fmla="*/ 534938 w 8140424"/>
                    <a:gd name="connsiteY14" fmla="*/ 3747941 h 824737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3931280 w 8140424"/>
                    <a:gd name="connsiteY8" fmla="*/ 1672401 h 8247370"/>
                    <a:gd name="connsiteX9" fmla="*/ 6543851 w 8140424"/>
                    <a:gd name="connsiteY9" fmla="*/ 3428628 h 8247370"/>
                    <a:gd name="connsiteX10" fmla="*/ 7763052 w 8140424"/>
                    <a:gd name="connsiteY10" fmla="*/ 2673885 h 8247370"/>
                    <a:gd name="connsiteX11" fmla="*/ 7995281 w 8140424"/>
                    <a:gd name="connsiteY11" fmla="*/ 4038228 h 8247370"/>
                    <a:gd name="connsiteX12" fmla="*/ 8140424 w 8140424"/>
                    <a:gd name="connsiteY12" fmla="*/ 5242913 h 8247370"/>
                    <a:gd name="connsiteX13" fmla="*/ 5339165 w 8140424"/>
                    <a:gd name="connsiteY13" fmla="*/ 8247370 h 8247370"/>
                    <a:gd name="connsiteX14" fmla="*/ 5063396 w 8140424"/>
                    <a:gd name="connsiteY14" fmla="*/ 8160284 h 8247370"/>
                    <a:gd name="connsiteX15" fmla="*/ 534938 w 8140424"/>
                    <a:gd name="connsiteY15" fmla="*/ 3747941 h 824737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4090938 w 8140424"/>
                    <a:gd name="connsiteY8" fmla="*/ 2673887 h 8247370"/>
                    <a:gd name="connsiteX9" fmla="*/ 6543851 w 8140424"/>
                    <a:gd name="connsiteY9" fmla="*/ 3428628 h 8247370"/>
                    <a:gd name="connsiteX10" fmla="*/ 7763052 w 8140424"/>
                    <a:gd name="connsiteY10" fmla="*/ 2673885 h 8247370"/>
                    <a:gd name="connsiteX11" fmla="*/ 7995281 w 8140424"/>
                    <a:gd name="connsiteY11" fmla="*/ 4038228 h 8247370"/>
                    <a:gd name="connsiteX12" fmla="*/ 8140424 w 8140424"/>
                    <a:gd name="connsiteY12" fmla="*/ 5242913 h 8247370"/>
                    <a:gd name="connsiteX13" fmla="*/ 5339165 w 8140424"/>
                    <a:gd name="connsiteY13" fmla="*/ 8247370 h 8247370"/>
                    <a:gd name="connsiteX14" fmla="*/ 5063396 w 8140424"/>
                    <a:gd name="connsiteY14" fmla="*/ 8160284 h 8247370"/>
                    <a:gd name="connsiteX15" fmla="*/ 534938 w 8140424"/>
                    <a:gd name="connsiteY15" fmla="*/ 3747941 h 824737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4090938 w 8140424"/>
                    <a:gd name="connsiteY8" fmla="*/ 2673887 h 8247370"/>
                    <a:gd name="connsiteX9" fmla="*/ 5847166 w 8140424"/>
                    <a:gd name="connsiteY9" fmla="*/ 3196401 h 8247370"/>
                    <a:gd name="connsiteX10" fmla="*/ 6543851 w 8140424"/>
                    <a:gd name="connsiteY10" fmla="*/ 3428628 h 8247370"/>
                    <a:gd name="connsiteX11" fmla="*/ 7763052 w 8140424"/>
                    <a:gd name="connsiteY11" fmla="*/ 2673885 h 8247370"/>
                    <a:gd name="connsiteX12" fmla="*/ 7995281 w 8140424"/>
                    <a:gd name="connsiteY12" fmla="*/ 4038228 h 8247370"/>
                    <a:gd name="connsiteX13" fmla="*/ 8140424 w 8140424"/>
                    <a:gd name="connsiteY13" fmla="*/ 5242913 h 8247370"/>
                    <a:gd name="connsiteX14" fmla="*/ 5339165 w 8140424"/>
                    <a:gd name="connsiteY14" fmla="*/ 8247370 h 8247370"/>
                    <a:gd name="connsiteX15" fmla="*/ 5063396 w 8140424"/>
                    <a:gd name="connsiteY15" fmla="*/ 8160284 h 8247370"/>
                    <a:gd name="connsiteX16" fmla="*/ 534938 w 8140424"/>
                    <a:gd name="connsiteY16" fmla="*/ 3747941 h 824737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4090938 w 8140424"/>
                    <a:gd name="connsiteY8" fmla="*/ 2673887 h 8247370"/>
                    <a:gd name="connsiteX9" fmla="*/ 2058937 w 8140424"/>
                    <a:gd name="connsiteY9" fmla="*/ 540287 h 8247370"/>
                    <a:gd name="connsiteX10" fmla="*/ 6543851 w 8140424"/>
                    <a:gd name="connsiteY10" fmla="*/ 3428628 h 8247370"/>
                    <a:gd name="connsiteX11" fmla="*/ 7763052 w 8140424"/>
                    <a:gd name="connsiteY11" fmla="*/ 2673885 h 8247370"/>
                    <a:gd name="connsiteX12" fmla="*/ 7995281 w 8140424"/>
                    <a:gd name="connsiteY12" fmla="*/ 4038228 h 8247370"/>
                    <a:gd name="connsiteX13" fmla="*/ 8140424 w 8140424"/>
                    <a:gd name="connsiteY13" fmla="*/ 5242913 h 8247370"/>
                    <a:gd name="connsiteX14" fmla="*/ 5339165 w 8140424"/>
                    <a:gd name="connsiteY14" fmla="*/ 8247370 h 8247370"/>
                    <a:gd name="connsiteX15" fmla="*/ 5063396 w 8140424"/>
                    <a:gd name="connsiteY15" fmla="*/ 8160284 h 8247370"/>
                    <a:gd name="connsiteX16" fmla="*/ 534938 w 8140424"/>
                    <a:gd name="connsiteY16" fmla="*/ 3747941 h 824737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4090938 w 8140424"/>
                    <a:gd name="connsiteY8" fmla="*/ 2673887 h 8247370"/>
                    <a:gd name="connsiteX9" fmla="*/ 2102480 w 8140424"/>
                    <a:gd name="connsiteY9" fmla="*/ 540287 h 8247370"/>
                    <a:gd name="connsiteX10" fmla="*/ 6543851 w 8140424"/>
                    <a:gd name="connsiteY10" fmla="*/ 3428628 h 8247370"/>
                    <a:gd name="connsiteX11" fmla="*/ 7763052 w 8140424"/>
                    <a:gd name="connsiteY11" fmla="*/ 2673885 h 8247370"/>
                    <a:gd name="connsiteX12" fmla="*/ 7995281 w 8140424"/>
                    <a:gd name="connsiteY12" fmla="*/ 4038228 h 8247370"/>
                    <a:gd name="connsiteX13" fmla="*/ 8140424 w 8140424"/>
                    <a:gd name="connsiteY13" fmla="*/ 5242913 h 8247370"/>
                    <a:gd name="connsiteX14" fmla="*/ 5339165 w 8140424"/>
                    <a:gd name="connsiteY14" fmla="*/ 8247370 h 8247370"/>
                    <a:gd name="connsiteX15" fmla="*/ 5063396 w 8140424"/>
                    <a:gd name="connsiteY15" fmla="*/ 8160284 h 8247370"/>
                    <a:gd name="connsiteX16" fmla="*/ 534938 w 8140424"/>
                    <a:gd name="connsiteY16" fmla="*/ 3747941 h 824737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4090938 w 8140424"/>
                    <a:gd name="connsiteY8" fmla="*/ 2673887 h 8247370"/>
                    <a:gd name="connsiteX9" fmla="*/ 2102480 w 8140424"/>
                    <a:gd name="connsiteY9" fmla="*/ 540287 h 8247370"/>
                    <a:gd name="connsiteX10" fmla="*/ 3887737 w 8140424"/>
                    <a:gd name="connsiteY10" fmla="*/ 1730458 h 8247370"/>
                    <a:gd name="connsiteX11" fmla="*/ 6543851 w 8140424"/>
                    <a:gd name="connsiteY11" fmla="*/ 3428628 h 8247370"/>
                    <a:gd name="connsiteX12" fmla="*/ 7763052 w 8140424"/>
                    <a:gd name="connsiteY12" fmla="*/ 2673885 h 8247370"/>
                    <a:gd name="connsiteX13" fmla="*/ 7995281 w 8140424"/>
                    <a:gd name="connsiteY13" fmla="*/ 4038228 h 8247370"/>
                    <a:gd name="connsiteX14" fmla="*/ 8140424 w 8140424"/>
                    <a:gd name="connsiteY14" fmla="*/ 5242913 h 8247370"/>
                    <a:gd name="connsiteX15" fmla="*/ 5339165 w 8140424"/>
                    <a:gd name="connsiteY15" fmla="*/ 8247370 h 8247370"/>
                    <a:gd name="connsiteX16" fmla="*/ 5063396 w 8140424"/>
                    <a:gd name="connsiteY16" fmla="*/ 8160284 h 8247370"/>
                    <a:gd name="connsiteX17" fmla="*/ 534938 w 8140424"/>
                    <a:gd name="connsiteY17" fmla="*/ 3747941 h 8247370"/>
                    <a:gd name="connsiteX0" fmla="*/ 534938 w 8140424"/>
                    <a:gd name="connsiteY0" fmla="*/ 3773711 h 8273140"/>
                    <a:gd name="connsiteX1" fmla="*/ 1144537 w 8140424"/>
                    <a:gd name="connsiteY1" fmla="*/ 3091542 h 8273140"/>
                    <a:gd name="connsiteX2" fmla="*/ 2973335 w 8140424"/>
                    <a:gd name="connsiteY2" fmla="*/ 4920342 h 8273140"/>
                    <a:gd name="connsiteX3" fmla="*/ 114023 w 8140424"/>
                    <a:gd name="connsiteY3" fmla="*/ 1944912 h 8273140"/>
                    <a:gd name="connsiteX4" fmla="*/ 1013908 w 8140424"/>
                    <a:gd name="connsiteY4" fmla="*/ 1233713 h 8273140"/>
                    <a:gd name="connsiteX5" fmla="*/ 3437794 w 8140424"/>
                    <a:gd name="connsiteY5" fmla="*/ 3672113 h 8273140"/>
                    <a:gd name="connsiteX6" fmla="*/ 723623 w 8140424"/>
                    <a:gd name="connsiteY6" fmla="*/ 914399 h 8273140"/>
                    <a:gd name="connsiteX7" fmla="*/ 1725109 w 8140424"/>
                    <a:gd name="connsiteY7" fmla="*/ 217714 h 8273140"/>
                    <a:gd name="connsiteX8" fmla="*/ 4090938 w 8140424"/>
                    <a:gd name="connsiteY8" fmla="*/ 2699657 h 8273140"/>
                    <a:gd name="connsiteX9" fmla="*/ 2102480 w 8140424"/>
                    <a:gd name="connsiteY9" fmla="*/ 566057 h 8273140"/>
                    <a:gd name="connsiteX10" fmla="*/ 3176537 w 8140424"/>
                    <a:gd name="connsiteY10" fmla="*/ 0 h 8273140"/>
                    <a:gd name="connsiteX11" fmla="*/ 6543851 w 8140424"/>
                    <a:gd name="connsiteY11" fmla="*/ 3454398 h 8273140"/>
                    <a:gd name="connsiteX12" fmla="*/ 7763052 w 8140424"/>
                    <a:gd name="connsiteY12" fmla="*/ 2699655 h 8273140"/>
                    <a:gd name="connsiteX13" fmla="*/ 7995281 w 8140424"/>
                    <a:gd name="connsiteY13" fmla="*/ 4063998 h 8273140"/>
                    <a:gd name="connsiteX14" fmla="*/ 8140424 w 8140424"/>
                    <a:gd name="connsiteY14" fmla="*/ 5268683 h 8273140"/>
                    <a:gd name="connsiteX15" fmla="*/ 5339165 w 8140424"/>
                    <a:gd name="connsiteY15" fmla="*/ 8273140 h 8273140"/>
                    <a:gd name="connsiteX16" fmla="*/ 5063396 w 8140424"/>
                    <a:gd name="connsiteY16" fmla="*/ 8186054 h 8273140"/>
                    <a:gd name="connsiteX17" fmla="*/ 534938 w 8140424"/>
                    <a:gd name="connsiteY17" fmla="*/ 3773711 h 8273140"/>
                    <a:gd name="connsiteX0" fmla="*/ 534938 w 8140424"/>
                    <a:gd name="connsiteY0" fmla="*/ 3773711 h 8273140"/>
                    <a:gd name="connsiteX1" fmla="*/ 1144537 w 8140424"/>
                    <a:gd name="connsiteY1" fmla="*/ 3091542 h 8273140"/>
                    <a:gd name="connsiteX2" fmla="*/ 2973335 w 8140424"/>
                    <a:gd name="connsiteY2" fmla="*/ 4920342 h 8273140"/>
                    <a:gd name="connsiteX3" fmla="*/ 114023 w 8140424"/>
                    <a:gd name="connsiteY3" fmla="*/ 1944912 h 8273140"/>
                    <a:gd name="connsiteX4" fmla="*/ 1013908 w 8140424"/>
                    <a:gd name="connsiteY4" fmla="*/ 1233713 h 8273140"/>
                    <a:gd name="connsiteX5" fmla="*/ 3437794 w 8140424"/>
                    <a:gd name="connsiteY5" fmla="*/ 3672113 h 8273140"/>
                    <a:gd name="connsiteX6" fmla="*/ 723623 w 8140424"/>
                    <a:gd name="connsiteY6" fmla="*/ 914399 h 8273140"/>
                    <a:gd name="connsiteX7" fmla="*/ 1725109 w 8140424"/>
                    <a:gd name="connsiteY7" fmla="*/ 217714 h 8273140"/>
                    <a:gd name="connsiteX8" fmla="*/ 4090938 w 8140424"/>
                    <a:gd name="connsiteY8" fmla="*/ 2699657 h 8273140"/>
                    <a:gd name="connsiteX9" fmla="*/ 2175052 w 8140424"/>
                    <a:gd name="connsiteY9" fmla="*/ 566057 h 8273140"/>
                    <a:gd name="connsiteX10" fmla="*/ 3176537 w 8140424"/>
                    <a:gd name="connsiteY10" fmla="*/ 0 h 8273140"/>
                    <a:gd name="connsiteX11" fmla="*/ 6543851 w 8140424"/>
                    <a:gd name="connsiteY11" fmla="*/ 3454398 h 8273140"/>
                    <a:gd name="connsiteX12" fmla="*/ 7763052 w 8140424"/>
                    <a:gd name="connsiteY12" fmla="*/ 2699655 h 8273140"/>
                    <a:gd name="connsiteX13" fmla="*/ 7995281 w 8140424"/>
                    <a:gd name="connsiteY13" fmla="*/ 4063998 h 8273140"/>
                    <a:gd name="connsiteX14" fmla="*/ 8140424 w 8140424"/>
                    <a:gd name="connsiteY14" fmla="*/ 5268683 h 8273140"/>
                    <a:gd name="connsiteX15" fmla="*/ 5339165 w 8140424"/>
                    <a:gd name="connsiteY15" fmla="*/ 8273140 h 8273140"/>
                    <a:gd name="connsiteX16" fmla="*/ 5063396 w 8140424"/>
                    <a:gd name="connsiteY16" fmla="*/ 8186054 h 8273140"/>
                    <a:gd name="connsiteX17" fmla="*/ 534938 w 8140424"/>
                    <a:gd name="connsiteY17" fmla="*/ 3773711 h 8273140"/>
                    <a:gd name="connsiteX0" fmla="*/ 534938 w 8140424"/>
                    <a:gd name="connsiteY0" fmla="*/ 3773711 h 8273140"/>
                    <a:gd name="connsiteX1" fmla="*/ 1144537 w 8140424"/>
                    <a:gd name="connsiteY1" fmla="*/ 3091542 h 8273140"/>
                    <a:gd name="connsiteX2" fmla="*/ 2973335 w 8140424"/>
                    <a:gd name="connsiteY2" fmla="*/ 4920342 h 8273140"/>
                    <a:gd name="connsiteX3" fmla="*/ 114023 w 8140424"/>
                    <a:gd name="connsiteY3" fmla="*/ 1944912 h 8273140"/>
                    <a:gd name="connsiteX4" fmla="*/ 1013908 w 8140424"/>
                    <a:gd name="connsiteY4" fmla="*/ 1233713 h 8273140"/>
                    <a:gd name="connsiteX5" fmla="*/ 3437794 w 8140424"/>
                    <a:gd name="connsiteY5" fmla="*/ 3672113 h 8273140"/>
                    <a:gd name="connsiteX6" fmla="*/ 723623 w 8140424"/>
                    <a:gd name="connsiteY6" fmla="*/ 914399 h 8273140"/>
                    <a:gd name="connsiteX7" fmla="*/ 1725109 w 8140424"/>
                    <a:gd name="connsiteY7" fmla="*/ 217714 h 8273140"/>
                    <a:gd name="connsiteX8" fmla="*/ 4090938 w 8140424"/>
                    <a:gd name="connsiteY8" fmla="*/ 2699657 h 8273140"/>
                    <a:gd name="connsiteX9" fmla="*/ 2102480 w 8140424"/>
                    <a:gd name="connsiteY9" fmla="*/ 566057 h 8273140"/>
                    <a:gd name="connsiteX10" fmla="*/ 3176537 w 8140424"/>
                    <a:gd name="connsiteY10" fmla="*/ 0 h 8273140"/>
                    <a:gd name="connsiteX11" fmla="*/ 6543851 w 8140424"/>
                    <a:gd name="connsiteY11" fmla="*/ 3454398 h 8273140"/>
                    <a:gd name="connsiteX12" fmla="*/ 7763052 w 8140424"/>
                    <a:gd name="connsiteY12" fmla="*/ 2699655 h 8273140"/>
                    <a:gd name="connsiteX13" fmla="*/ 7995281 w 8140424"/>
                    <a:gd name="connsiteY13" fmla="*/ 4063998 h 8273140"/>
                    <a:gd name="connsiteX14" fmla="*/ 8140424 w 8140424"/>
                    <a:gd name="connsiteY14" fmla="*/ 5268683 h 8273140"/>
                    <a:gd name="connsiteX15" fmla="*/ 5339165 w 8140424"/>
                    <a:gd name="connsiteY15" fmla="*/ 8273140 h 8273140"/>
                    <a:gd name="connsiteX16" fmla="*/ 5063396 w 8140424"/>
                    <a:gd name="connsiteY16" fmla="*/ 8186054 h 8273140"/>
                    <a:gd name="connsiteX17" fmla="*/ 534938 w 8140424"/>
                    <a:gd name="connsiteY17" fmla="*/ 3773711 h 8273140"/>
                    <a:gd name="connsiteX0" fmla="*/ 534938 w 8140424"/>
                    <a:gd name="connsiteY0" fmla="*/ 3773711 h 8273140"/>
                    <a:gd name="connsiteX1" fmla="*/ 1144537 w 8140424"/>
                    <a:gd name="connsiteY1" fmla="*/ 3091542 h 8273140"/>
                    <a:gd name="connsiteX2" fmla="*/ 2973335 w 8140424"/>
                    <a:gd name="connsiteY2" fmla="*/ 4920342 h 8273140"/>
                    <a:gd name="connsiteX3" fmla="*/ 114023 w 8140424"/>
                    <a:gd name="connsiteY3" fmla="*/ 1944912 h 8273140"/>
                    <a:gd name="connsiteX4" fmla="*/ 1013908 w 8140424"/>
                    <a:gd name="connsiteY4" fmla="*/ 1233713 h 8273140"/>
                    <a:gd name="connsiteX5" fmla="*/ 3437794 w 8140424"/>
                    <a:gd name="connsiteY5" fmla="*/ 3672113 h 8273140"/>
                    <a:gd name="connsiteX6" fmla="*/ 723623 w 8140424"/>
                    <a:gd name="connsiteY6" fmla="*/ 914399 h 8273140"/>
                    <a:gd name="connsiteX7" fmla="*/ 1725109 w 8140424"/>
                    <a:gd name="connsiteY7" fmla="*/ 217714 h 8273140"/>
                    <a:gd name="connsiteX8" fmla="*/ 4090938 w 8140424"/>
                    <a:gd name="connsiteY8" fmla="*/ 2699657 h 8273140"/>
                    <a:gd name="connsiteX9" fmla="*/ 2102480 w 8140424"/>
                    <a:gd name="connsiteY9" fmla="*/ 566057 h 8273140"/>
                    <a:gd name="connsiteX10" fmla="*/ 3176537 w 8140424"/>
                    <a:gd name="connsiteY10" fmla="*/ 0 h 8273140"/>
                    <a:gd name="connsiteX11" fmla="*/ 6543851 w 8140424"/>
                    <a:gd name="connsiteY11" fmla="*/ 3454398 h 8273140"/>
                    <a:gd name="connsiteX12" fmla="*/ 7763052 w 8140424"/>
                    <a:gd name="connsiteY12" fmla="*/ 2699655 h 8273140"/>
                    <a:gd name="connsiteX13" fmla="*/ 7995281 w 8140424"/>
                    <a:gd name="connsiteY13" fmla="*/ 4063998 h 8273140"/>
                    <a:gd name="connsiteX14" fmla="*/ 8140424 w 8140424"/>
                    <a:gd name="connsiteY14" fmla="*/ 5268683 h 8273140"/>
                    <a:gd name="connsiteX15" fmla="*/ 5339165 w 8140424"/>
                    <a:gd name="connsiteY15" fmla="*/ 8273140 h 8273140"/>
                    <a:gd name="connsiteX16" fmla="*/ 5063396 w 8140424"/>
                    <a:gd name="connsiteY16" fmla="*/ 8186054 h 8273140"/>
                    <a:gd name="connsiteX17" fmla="*/ 534938 w 8140424"/>
                    <a:gd name="connsiteY17" fmla="*/ 3773711 h 8273140"/>
                    <a:gd name="connsiteX0" fmla="*/ 534938 w 8140424"/>
                    <a:gd name="connsiteY0" fmla="*/ 4045114 h 8544543"/>
                    <a:gd name="connsiteX1" fmla="*/ 1144537 w 8140424"/>
                    <a:gd name="connsiteY1" fmla="*/ 3362945 h 8544543"/>
                    <a:gd name="connsiteX2" fmla="*/ 2973335 w 8140424"/>
                    <a:gd name="connsiteY2" fmla="*/ 5191745 h 8544543"/>
                    <a:gd name="connsiteX3" fmla="*/ 114023 w 8140424"/>
                    <a:gd name="connsiteY3" fmla="*/ 2216315 h 8544543"/>
                    <a:gd name="connsiteX4" fmla="*/ 1013908 w 8140424"/>
                    <a:gd name="connsiteY4" fmla="*/ 1505116 h 8544543"/>
                    <a:gd name="connsiteX5" fmla="*/ 3437794 w 8140424"/>
                    <a:gd name="connsiteY5" fmla="*/ 3943516 h 8544543"/>
                    <a:gd name="connsiteX6" fmla="*/ 723623 w 8140424"/>
                    <a:gd name="connsiteY6" fmla="*/ 1185802 h 8544543"/>
                    <a:gd name="connsiteX7" fmla="*/ 1725109 w 8140424"/>
                    <a:gd name="connsiteY7" fmla="*/ 489117 h 8544543"/>
                    <a:gd name="connsiteX8" fmla="*/ 4090938 w 8140424"/>
                    <a:gd name="connsiteY8" fmla="*/ 2971060 h 8544543"/>
                    <a:gd name="connsiteX9" fmla="*/ 2102480 w 8140424"/>
                    <a:gd name="connsiteY9" fmla="*/ 837460 h 8544543"/>
                    <a:gd name="connsiteX10" fmla="*/ 3176537 w 8140424"/>
                    <a:gd name="connsiteY10" fmla="*/ 271403 h 8544543"/>
                    <a:gd name="connsiteX11" fmla="*/ 6543851 w 8140424"/>
                    <a:gd name="connsiteY11" fmla="*/ 3725801 h 8544543"/>
                    <a:gd name="connsiteX12" fmla="*/ 7763052 w 8140424"/>
                    <a:gd name="connsiteY12" fmla="*/ 2971058 h 8544543"/>
                    <a:gd name="connsiteX13" fmla="*/ 7995281 w 8140424"/>
                    <a:gd name="connsiteY13" fmla="*/ 4335401 h 8544543"/>
                    <a:gd name="connsiteX14" fmla="*/ 8140424 w 8140424"/>
                    <a:gd name="connsiteY14" fmla="*/ 5540086 h 8544543"/>
                    <a:gd name="connsiteX15" fmla="*/ 5339165 w 8140424"/>
                    <a:gd name="connsiteY15" fmla="*/ 8544543 h 8544543"/>
                    <a:gd name="connsiteX16" fmla="*/ 5063396 w 8140424"/>
                    <a:gd name="connsiteY16" fmla="*/ 8457457 h 8544543"/>
                    <a:gd name="connsiteX17" fmla="*/ 534938 w 8140424"/>
                    <a:gd name="connsiteY17" fmla="*/ 4045114 h 8544543"/>
                    <a:gd name="connsiteX0" fmla="*/ 534938 w 8140424"/>
                    <a:gd name="connsiteY0" fmla="*/ 4041454 h 8540883"/>
                    <a:gd name="connsiteX1" fmla="*/ 1144537 w 8140424"/>
                    <a:gd name="connsiteY1" fmla="*/ 3359285 h 8540883"/>
                    <a:gd name="connsiteX2" fmla="*/ 2973335 w 8140424"/>
                    <a:gd name="connsiteY2" fmla="*/ 5188085 h 8540883"/>
                    <a:gd name="connsiteX3" fmla="*/ 114023 w 8140424"/>
                    <a:gd name="connsiteY3" fmla="*/ 2212655 h 8540883"/>
                    <a:gd name="connsiteX4" fmla="*/ 1013908 w 8140424"/>
                    <a:gd name="connsiteY4" fmla="*/ 1501456 h 8540883"/>
                    <a:gd name="connsiteX5" fmla="*/ 3437794 w 8140424"/>
                    <a:gd name="connsiteY5" fmla="*/ 3939856 h 8540883"/>
                    <a:gd name="connsiteX6" fmla="*/ 723623 w 8140424"/>
                    <a:gd name="connsiteY6" fmla="*/ 1182142 h 8540883"/>
                    <a:gd name="connsiteX7" fmla="*/ 1725109 w 8140424"/>
                    <a:gd name="connsiteY7" fmla="*/ 485457 h 8540883"/>
                    <a:gd name="connsiteX8" fmla="*/ 4090938 w 8140424"/>
                    <a:gd name="connsiteY8" fmla="*/ 2967400 h 8540883"/>
                    <a:gd name="connsiteX9" fmla="*/ 2102480 w 8140424"/>
                    <a:gd name="connsiteY9" fmla="*/ 833800 h 8540883"/>
                    <a:gd name="connsiteX10" fmla="*/ 3176537 w 8140424"/>
                    <a:gd name="connsiteY10" fmla="*/ 267743 h 8540883"/>
                    <a:gd name="connsiteX11" fmla="*/ 6543851 w 8140424"/>
                    <a:gd name="connsiteY11" fmla="*/ 3722141 h 8540883"/>
                    <a:gd name="connsiteX12" fmla="*/ 7763052 w 8140424"/>
                    <a:gd name="connsiteY12" fmla="*/ 2967398 h 8540883"/>
                    <a:gd name="connsiteX13" fmla="*/ 7995281 w 8140424"/>
                    <a:gd name="connsiteY13" fmla="*/ 4331741 h 8540883"/>
                    <a:gd name="connsiteX14" fmla="*/ 8140424 w 8140424"/>
                    <a:gd name="connsiteY14" fmla="*/ 5536426 h 8540883"/>
                    <a:gd name="connsiteX15" fmla="*/ 5339165 w 8140424"/>
                    <a:gd name="connsiteY15" fmla="*/ 8540883 h 8540883"/>
                    <a:gd name="connsiteX16" fmla="*/ 5063396 w 8140424"/>
                    <a:gd name="connsiteY16" fmla="*/ 8453797 h 8540883"/>
                    <a:gd name="connsiteX17" fmla="*/ 534938 w 8140424"/>
                    <a:gd name="connsiteY17" fmla="*/ 4041454 h 8540883"/>
                    <a:gd name="connsiteX0" fmla="*/ 534938 w 8140424"/>
                    <a:gd name="connsiteY0" fmla="*/ 4047870 h 8547299"/>
                    <a:gd name="connsiteX1" fmla="*/ 1144537 w 8140424"/>
                    <a:gd name="connsiteY1" fmla="*/ 3365701 h 8547299"/>
                    <a:gd name="connsiteX2" fmla="*/ 2973335 w 8140424"/>
                    <a:gd name="connsiteY2" fmla="*/ 5194501 h 8547299"/>
                    <a:gd name="connsiteX3" fmla="*/ 114023 w 8140424"/>
                    <a:gd name="connsiteY3" fmla="*/ 2219071 h 8547299"/>
                    <a:gd name="connsiteX4" fmla="*/ 1013908 w 8140424"/>
                    <a:gd name="connsiteY4" fmla="*/ 1507872 h 8547299"/>
                    <a:gd name="connsiteX5" fmla="*/ 3437794 w 8140424"/>
                    <a:gd name="connsiteY5" fmla="*/ 3946272 h 8547299"/>
                    <a:gd name="connsiteX6" fmla="*/ 723623 w 8140424"/>
                    <a:gd name="connsiteY6" fmla="*/ 1188558 h 8547299"/>
                    <a:gd name="connsiteX7" fmla="*/ 1725109 w 8140424"/>
                    <a:gd name="connsiteY7" fmla="*/ 491873 h 8547299"/>
                    <a:gd name="connsiteX8" fmla="*/ 4090938 w 8140424"/>
                    <a:gd name="connsiteY8" fmla="*/ 2973816 h 8547299"/>
                    <a:gd name="connsiteX9" fmla="*/ 2102480 w 8140424"/>
                    <a:gd name="connsiteY9" fmla="*/ 840216 h 8547299"/>
                    <a:gd name="connsiteX10" fmla="*/ 3176537 w 8140424"/>
                    <a:gd name="connsiteY10" fmla="*/ 274159 h 8547299"/>
                    <a:gd name="connsiteX11" fmla="*/ 6543851 w 8140424"/>
                    <a:gd name="connsiteY11" fmla="*/ 3728557 h 8547299"/>
                    <a:gd name="connsiteX12" fmla="*/ 7763052 w 8140424"/>
                    <a:gd name="connsiteY12" fmla="*/ 2973814 h 8547299"/>
                    <a:gd name="connsiteX13" fmla="*/ 7995281 w 8140424"/>
                    <a:gd name="connsiteY13" fmla="*/ 4338157 h 8547299"/>
                    <a:gd name="connsiteX14" fmla="*/ 8140424 w 8140424"/>
                    <a:gd name="connsiteY14" fmla="*/ 5542842 h 8547299"/>
                    <a:gd name="connsiteX15" fmla="*/ 5339165 w 8140424"/>
                    <a:gd name="connsiteY15" fmla="*/ 8547299 h 8547299"/>
                    <a:gd name="connsiteX16" fmla="*/ 5063396 w 8140424"/>
                    <a:gd name="connsiteY16" fmla="*/ 8460213 h 8547299"/>
                    <a:gd name="connsiteX17" fmla="*/ 534938 w 8140424"/>
                    <a:gd name="connsiteY17" fmla="*/ 4047870 h 8547299"/>
                    <a:gd name="connsiteX0" fmla="*/ 534938 w 8140424"/>
                    <a:gd name="connsiteY0" fmla="*/ 4023705 h 8523134"/>
                    <a:gd name="connsiteX1" fmla="*/ 1144537 w 8140424"/>
                    <a:gd name="connsiteY1" fmla="*/ 3341536 h 8523134"/>
                    <a:gd name="connsiteX2" fmla="*/ 2973335 w 8140424"/>
                    <a:gd name="connsiteY2" fmla="*/ 5170336 h 8523134"/>
                    <a:gd name="connsiteX3" fmla="*/ 114023 w 8140424"/>
                    <a:gd name="connsiteY3" fmla="*/ 2194906 h 8523134"/>
                    <a:gd name="connsiteX4" fmla="*/ 1013908 w 8140424"/>
                    <a:gd name="connsiteY4" fmla="*/ 1483707 h 8523134"/>
                    <a:gd name="connsiteX5" fmla="*/ 3437794 w 8140424"/>
                    <a:gd name="connsiteY5" fmla="*/ 3922107 h 8523134"/>
                    <a:gd name="connsiteX6" fmla="*/ 723623 w 8140424"/>
                    <a:gd name="connsiteY6" fmla="*/ 1164393 h 8523134"/>
                    <a:gd name="connsiteX7" fmla="*/ 1725109 w 8140424"/>
                    <a:gd name="connsiteY7" fmla="*/ 467708 h 8523134"/>
                    <a:gd name="connsiteX8" fmla="*/ 4090938 w 8140424"/>
                    <a:gd name="connsiteY8" fmla="*/ 2949651 h 8523134"/>
                    <a:gd name="connsiteX9" fmla="*/ 2102480 w 8140424"/>
                    <a:gd name="connsiteY9" fmla="*/ 816051 h 8523134"/>
                    <a:gd name="connsiteX10" fmla="*/ 3176537 w 8140424"/>
                    <a:gd name="connsiteY10" fmla="*/ 249994 h 8523134"/>
                    <a:gd name="connsiteX11" fmla="*/ 6543851 w 8140424"/>
                    <a:gd name="connsiteY11" fmla="*/ 3704392 h 8523134"/>
                    <a:gd name="connsiteX12" fmla="*/ 7763052 w 8140424"/>
                    <a:gd name="connsiteY12" fmla="*/ 2949649 h 8523134"/>
                    <a:gd name="connsiteX13" fmla="*/ 7995281 w 8140424"/>
                    <a:gd name="connsiteY13" fmla="*/ 4313992 h 8523134"/>
                    <a:gd name="connsiteX14" fmla="*/ 8140424 w 8140424"/>
                    <a:gd name="connsiteY14" fmla="*/ 5518677 h 8523134"/>
                    <a:gd name="connsiteX15" fmla="*/ 5339165 w 8140424"/>
                    <a:gd name="connsiteY15" fmla="*/ 8523134 h 8523134"/>
                    <a:gd name="connsiteX16" fmla="*/ 5063396 w 8140424"/>
                    <a:gd name="connsiteY16" fmla="*/ 8436048 h 8523134"/>
                    <a:gd name="connsiteX17" fmla="*/ 534938 w 8140424"/>
                    <a:gd name="connsiteY17" fmla="*/ 4023705 h 852313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7763052 w 8140424"/>
                    <a:gd name="connsiteY12" fmla="*/ 2968999 h 8542484"/>
                    <a:gd name="connsiteX13" fmla="*/ 7995281 w 8140424"/>
                    <a:gd name="connsiteY13" fmla="*/ 4333342 h 8542484"/>
                    <a:gd name="connsiteX14" fmla="*/ 8140424 w 8140424"/>
                    <a:gd name="connsiteY14" fmla="*/ 5538027 h 8542484"/>
                    <a:gd name="connsiteX15" fmla="*/ 5339165 w 8140424"/>
                    <a:gd name="connsiteY15" fmla="*/ 8542484 h 8542484"/>
                    <a:gd name="connsiteX16" fmla="*/ 5063396 w 8140424"/>
                    <a:gd name="connsiteY16" fmla="*/ 8455398 h 8542484"/>
                    <a:gd name="connsiteX17" fmla="*/ 534938 w 8140424"/>
                    <a:gd name="connsiteY17"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7037337 w 8140424"/>
                    <a:gd name="connsiteY12" fmla="*/ 3389915 h 8542484"/>
                    <a:gd name="connsiteX13" fmla="*/ 7763052 w 8140424"/>
                    <a:gd name="connsiteY13" fmla="*/ 2968999 h 8542484"/>
                    <a:gd name="connsiteX14" fmla="*/ 7995281 w 8140424"/>
                    <a:gd name="connsiteY14" fmla="*/ 4333342 h 8542484"/>
                    <a:gd name="connsiteX15" fmla="*/ 8140424 w 8140424"/>
                    <a:gd name="connsiteY15" fmla="*/ 5538027 h 8542484"/>
                    <a:gd name="connsiteX16" fmla="*/ 5339165 w 8140424"/>
                    <a:gd name="connsiteY16" fmla="*/ 8542484 h 8542484"/>
                    <a:gd name="connsiteX17" fmla="*/ 5063396 w 8140424"/>
                    <a:gd name="connsiteY17" fmla="*/ 8455398 h 8542484"/>
                    <a:gd name="connsiteX18" fmla="*/ 534938 w 8140424"/>
                    <a:gd name="connsiteY18"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51966 w 8140424"/>
                    <a:gd name="connsiteY12" fmla="*/ 2243287 h 8542484"/>
                    <a:gd name="connsiteX13" fmla="*/ 7763052 w 8140424"/>
                    <a:gd name="connsiteY13" fmla="*/ 2968999 h 8542484"/>
                    <a:gd name="connsiteX14" fmla="*/ 7995281 w 8140424"/>
                    <a:gd name="connsiteY14" fmla="*/ 4333342 h 8542484"/>
                    <a:gd name="connsiteX15" fmla="*/ 8140424 w 8140424"/>
                    <a:gd name="connsiteY15" fmla="*/ 5538027 h 8542484"/>
                    <a:gd name="connsiteX16" fmla="*/ 5339165 w 8140424"/>
                    <a:gd name="connsiteY16" fmla="*/ 8542484 h 8542484"/>
                    <a:gd name="connsiteX17" fmla="*/ 5063396 w 8140424"/>
                    <a:gd name="connsiteY17" fmla="*/ 8455398 h 8542484"/>
                    <a:gd name="connsiteX18" fmla="*/ 534938 w 8140424"/>
                    <a:gd name="connsiteY18"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51966 w 8140424"/>
                    <a:gd name="connsiteY12" fmla="*/ 2243287 h 8542484"/>
                    <a:gd name="connsiteX13" fmla="*/ 7763052 w 8140424"/>
                    <a:gd name="connsiteY13" fmla="*/ 2968999 h 8542484"/>
                    <a:gd name="connsiteX14" fmla="*/ 7995281 w 8140424"/>
                    <a:gd name="connsiteY14" fmla="*/ 4333342 h 8542484"/>
                    <a:gd name="connsiteX15" fmla="*/ 8140424 w 8140424"/>
                    <a:gd name="connsiteY15" fmla="*/ 5538027 h 8542484"/>
                    <a:gd name="connsiteX16" fmla="*/ 5339165 w 8140424"/>
                    <a:gd name="connsiteY16" fmla="*/ 8542484 h 8542484"/>
                    <a:gd name="connsiteX17" fmla="*/ 5063396 w 8140424"/>
                    <a:gd name="connsiteY17" fmla="*/ 8455398 h 8542484"/>
                    <a:gd name="connsiteX18" fmla="*/ 534938 w 8140424"/>
                    <a:gd name="connsiteY18"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51966 w 8140424"/>
                    <a:gd name="connsiteY12" fmla="*/ 2243287 h 8542484"/>
                    <a:gd name="connsiteX13" fmla="*/ 7763052 w 8140424"/>
                    <a:gd name="connsiteY13" fmla="*/ 2968999 h 8542484"/>
                    <a:gd name="connsiteX14" fmla="*/ 7995281 w 8140424"/>
                    <a:gd name="connsiteY14" fmla="*/ 4333342 h 8542484"/>
                    <a:gd name="connsiteX15" fmla="*/ 8140424 w 8140424"/>
                    <a:gd name="connsiteY15" fmla="*/ 5538027 h 8542484"/>
                    <a:gd name="connsiteX16" fmla="*/ 5339165 w 8140424"/>
                    <a:gd name="connsiteY16" fmla="*/ 8542484 h 8542484"/>
                    <a:gd name="connsiteX17" fmla="*/ 5063396 w 8140424"/>
                    <a:gd name="connsiteY17" fmla="*/ 8455398 h 8542484"/>
                    <a:gd name="connsiteX18" fmla="*/ 534938 w 8140424"/>
                    <a:gd name="connsiteY18"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7763052 w 8140424"/>
                    <a:gd name="connsiteY13" fmla="*/ 2968999 h 8542484"/>
                    <a:gd name="connsiteX14" fmla="*/ 7995281 w 8140424"/>
                    <a:gd name="connsiteY14" fmla="*/ 4333342 h 8542484"/>
                    <a:gd name="connsiteX15" fmla="*/ 8140424 w 8140424"/>
                    <a:gd name="connsiteY15" fmla="*/ 5538027 h 8542484"/>
                    <a:gd name="connsiteX16" fmla="*/ 5339165 w 8140424"/>
                    <a:gd name="connsiteY16" fmla="*/ 8542484 h 8542484"/>
                    <a:gd name="connsiteX17" fmla="*/ 5063396 w 8140424"/>
                    <a:gd name="connsiteY17" fmla="*/ 8455398 h 8542484"/>
                    <a:gd name="connsiteX18" fmla="*/ 534938 w 8140424"/>
                    <a:gd name="connsiteY18"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7269566 w 8140424"/>
                    <a:gd name="connsiteY13" fmla="*/ 2780315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68921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47130 w 8140424"/>
                    <a:gd name="connsiteY0" fmla="*/ 4043055 h 8542484"/>
                    <a:gd name="connsiteX1" fmla="*/ 1168921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47130 w 8140424"/>
                    <a:gd name="connsiteY19" fmla="*/ 4043055 h 8542484"/>
                    <a:gd name="connsiteX0" fmla="*/ 547130 w 8140424"/>
                    <a:gd name="connsiteY0" fmla="*/ 4043055 h 8542484"/>
                    <a:gd name="connsiteX1" fmla="*/ 1168921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47130 w 8140424"/>
                    <a:gd name="connsiteY19" fmla="*/ 4043055 h 8542484"/>
                    <a:gd name="connsiteX0" fmla="*/ 541518 w 8134812"/>
                    <a:gd name="connsiteY0" fmla="*/ 4043055 h 8542484"/>
                    <a:gd name="connsiteX1" fmla="*/ 1163309 w 8134812"/>
                    <a:gd name="connsiteY1" fmla="*/ 3360886 h 8542484"/>
                    <a:gd name="connsiteX2" fmla="*/ 2967723 w 8134812"/>
                    <a:gd name="connsiteY2" fmla="*/ 5189686 h 8542484"/>
                    <a:gd name="connsiteX3" fmla="*/ 108411 w 8134812"/>
                    <a:gd name="connsiteY3" fmla="*/ 2214256 h 8542484"/>
                    <a:gd name="connsiteX4" fmla="*/ 1008296 w 8134812"/>
                    <a:gd name="connsiteY4" fmla="*/ 1503057 h 8542484"/>
                    <a:gd name="connsiteX5" fmla="*/ 3432182 w 8134812"/>
                    <a:gd name="connsiteY5" fmla="*/ 3941457 h 8542484"/>
                    <a:gd name="connsiteX6" fmla="*/ 718011 w 8134812"/>
                    <a:gd name="connsiteY6" fmla="*/ 1183743 h 8542484"/>
                    <a:gd name="connsiteX7" fmla="*/ 1719497 w 8134812"/>
                    <a:gd name="connsiteY7" fmla="*/ 487058 h 8542484"/>
                    <a:gd name="connsiteX8" fmla="*/ 4085326 w 8134812"/>
                    <a:gd name="connsiteY8" fmla="*/ 2969001 h 8542484"/>
                    <a:gd name="connsiteX9" fmla="*/ 2096868 w 8134812"/>
                    <a:gd name="connsiteY9" fmla="*/ 835401 h 8542484"/>
                    <a:gd name="connsiteX10" fmla="*/ 3170925 w 8134812"/>
                    <a:gd name="connsiteY10" fmla="*/ 269344 h 8542484"/>
                    <a:gd name="connsiteX11" fmla="*/ 6538239 w 8134812"/>
                    <a:gd name="connsiteY11" fmla="*/ 3723742 h 8542484"/>
                    <a:gd name="connsiteX12" fmla="*/ 6102811 w 8134812"/>
                    <a:gd name="connsiteY12" fmla="*/ 2243287 h 8542484"/>
                    <a:gd name="connsiteX13" fmla="*/ 6639839 w 8134812"/>
                    <a:gd name="connsiteY13" fmla="*/ 1024087 h 8542484"/>
                    <a:gd name="connsiteX14" fmla="*/ 7757440 w 8134812"/>
                    <a:gd name="connsiteY14" fmla="*/ 2968999 h 8542484"/>
                    <a:gd name="connsiteX15" fmla="*/ 7989669 w 8134812"/>
                    <a:gd name="connsiteY15" fmla="*/ 4333342 h 8542484"/>
                    <a:gd name="connsiteX16" fmla="*/ 8134812 w 8134812"/>
                    <a:gd name="connsiteY16" fmla="*/ 5538027 h 8542484"/>
                    <a:gd name="connsiteX17" fmla="*/ 5333553 w 8134812"/>
                    <a:gd name="connsiteY17" fmla="*/ 8542484 h 8542484"/>
                    <a:gd name="connsiteX18" fmla="*/ 5057784 w 8134812"/>
                    <a:gd name="connsiteY18" fmla="*/ 8455398 h 8542484"/>
                    <a:gd name="connsiteX19" fmla="*/ 541518 w 8134812"/>
                    <a:gd name="connsiteY19" fmla="*/ 4043055 h 8542484"/>
                    <a:gd name="connsiteX0" fmla="*/ 541518 w 8134812"/>
                    <a:gd name="connsiteY0" fmla="*/ 4043055 h 8542484"/>
                    <a:gd name="connsiteX1" fmla="*/ 1163309 w 8134812"/>
                    <a:gd name="connsiteY1" fmla="*/ 3360886 h 8542484"/>
                    <a:gd name="connsiteX2" fmla="*/ 2967723 w 8134812"/>
                    <a:gd name="connsiteY2" fmla="*/ 5189686 h 8542484"/>
                    <a:gd name="connsiteX3" fmla="*/ 108411 w 8134812"/>
                    <a:gd name="connsiteY3" fmla="*/ 2214256 h 8542484"/>
                    <a:gd name="connsiteX4" fmla="*/ 1008296 w 8134812"/>
                    <a:gd name="connsiteY4" fmla="*/ 1503057 h 8542484"/>
                    <a:gd name="connsiteX5" fmla="*/ 3432182 w 8134812"/>
                    <a:gd name="connsiteY5" fmla="*/ 3941457 h 8542484"/>
                    <a:gd name="connsiteX6" fmla="*/ 718011 w 8134812"/>
                    <a:gd name="connsiteY6" fmla="*/ 1183743 h 8542484"/>
                    <a:gd name="connsiteX7" fmla="*/ 1719497 w 8134812"/>
                    <a:gd name="connsiteY7" fmla="*/ 487058 h 8542484"/>
                    <a:gd name="connsiteX8" fmla="*/ 4085326 w 8134812"/>
                    <a:gd name="connsiteY8" fmla="*/ 2969001 h 8542484"/>
                    <a:gd name="connsiteX9" fmla="*/ 2096868 w 8134812"/>
                    <a:gd name="connsiteY9" fmla="*/ 835401 h 8542484"/>
                    <a:gd name="connsiteX10" fmla="*/ 3170925 w 8134812"/>
                    <a:gd name="connsiteY10" fmla="*/ 269344 h 8542484"/>
                    <a:gd name="connsiteX11" fmla="*/ 6538239 w 8134812"/>
                    <a:gd name="connsiteY11" fmla="*/ 3723742 h 8542484"/>
                    <a:gd name="connsiteX12" fmla="*/ 6090619 w 8134812"/>
                    <a:gd name="connsiteY12" fmla="*/ 2231095 h 8542484"/>
                    <a:gd name="connsiteX13" fmla="*/ 6639839 w 8134812"/>
                    <a:gd name="connsiteY13" fmla="*/ 1024087 h 8542484"/>
                    <a:gd name="connsiteX14" fmla="*/ 7757440 w 8134812"/>
                    <a:gd name="connsiteY14" fmla="*/ 2968999 h 8542484"/>
                    <a:gd name="connsiteX15" fmla="*/ 7989669 w 8134812"/>
                    <a:gd name="connsiteY15" fmla="*/ 4333342 h 8542484"/>
                    <a:gd name="connsiteX16" fmla="*/ 8134812 w 8134812"/>
                    <a:gd name="connsiteY16" fmla="*/ 5538027 h 8542484"/>
                    <a:gd name="connsiteX17" fmla="*/ 5333553 w 8134812"/>
                    <a:gd name="connsiteY17" fmla="*/ 8542484 h 8542484"/>
                    <a:gd name="connsiteX18" fmla="*/ 5057784 w 8134812"/>
                    <a:gd name="connsiteY18" fmla="*/ 8455398 h 8542484"/>
                    <a:gd name="connsiteX19" fmla="*/ 541518 w 8134812"/>
                    <a:gd name="connsiteY19" fmla="*/ 4043055 h 8542484"/>
                    <a:gd name="connsiteX0" fmla="*/ 541518 w 8134812"/>
                    <a:gd name="connsiteY0" fmla="*/ 4043055 h 8542484"/>
                    <a:gd name="connsiteX1" fmla="*/ 1163309 w 8134812"/>
                    <a:gd name="connsiteY1" fmla="*/ 3360886 h 8542484"/>
                    <a:gd name="connsiteX2" fmla="*/ 2967723 w 8134812"/>
                    <a:gd name="connsiteY2" fmla="*/ 5189686 h 8542484"/>
                    <a:gd name="connsiteX3" fmla="*/ 108411 w 8134812"/>
                    <a:gd name="connsiteY3" fmla="*/ 2214256 h 8542484"/>
                    <a:gd name="connsiteX4" fmla="*/ 1008296 w 8134812"/>
                    <a:gd name="connsiteY4" fmla="*/ 1503057 h 8542484"/>
                    <a:gd name="connsiteX5" fmla="*/ 3432182 w 8134812"/>
                    <a:gd name="connsiteY5" fmla="*/ 3941457 h 8542484"/>
                    <a:gd name="connsiteX6" fmla="*/ 718011 w 8134812"/>
                    <a:gd name="connsiteY6" fmla="*/ 1183743 h 8542484"/>
                    <a:gd name="connsiteX7" fmla="*/ 1719497 w 8134812"/>
                    <a:gd name="connsiteY7" fmla="*/ 487058 h 8542484"/>
                    <a:gd name="connsiteX8" fmla="*/ 4085326 w 8134812"/>
                    <a:gd name="connsiteY8" fmla="*/ 2969001 h 8542484"/>
                    <a:gd name="connsiteX9" fmla="*/ 2096868 w 8134812"/>
                    <a:gd name="connsiteY9" fmla="*/ 835401 h 8542484"/>
                    <a:gd name="connsiteX10" fmla="*/ 3170925 w 8134812"/>
                    <a:gd name="connsiteY10" fmla="*/ 269344 h 8542484"/>
                    <a:gd name="connsiteX11" fmla="*/ 6538239 w 8134812"/>
                    <a:gd name="connsiteY11" fmla="*/ 3723742 h 8542484"/>
                    <a:gd name="connsiteX12" fmla="*/ 6090619 w 8134812"/>
                    <a:gd name="connsiteY12" fmla="*/ 2231095 h 8542484"/>
                    <a:gd name="connsiteX13" fmla="*/ 6639839 w 8134812"/>
                    <a:gd name="connsiteY13" fmla="*/ 1024087 h 8542484"/>
                    <a:gd name="connsiteX14" fmla="*/ 7757440 w 8134812"/>
                    <a:gd name="connsiteY14" fmla="*/ 2968999 h 8542484"/>
                    <a:gd name="connsiteX15" fmla="*/ 7989669 w 8134812"/>
                    <a:gd name="connsiteY15" fmla="*/ 4333342 h 8542484"/>
                    <a:gd name="connsiteX16" fmla="*/ 8134812 w 8134812"/>
                    <a:gd name="connsiteY16" fmla="*/ 5538027 h 8542484"/>
                    <a:gd name="connsiteX17" fmla="*/ 5333553 w 8134812"/>
                    <a:gd name="connsiteY17" fmla="*/ 8542484 h 8542484"/>
                    <a:gd name="connsiteX18" fmla="*/ 5057784 w 8134812"/>
                    <a:gd name="connsiteY18" fmla="*/ 8455398 h 8542484"/>
                    <a:gd name="connsiteX19" fmla="*/ 541518 w 8134812"/>
                    <a:gd name="connsiteY19" fmla="*/ 4043055 h 8542484"/>
                    <a:gd name="connsiteX0" fmla="*/ 541518 w 8134812"/>
                    <a:gd name="connsiteY0" fmla="*/ 4043055 h 8542484"/>
                    <a:gd name="connsiteX1" fmla="*/ 1163309 w 8134812"/>
                    <a:gd name="connsiteY1" fmla="*/ 3360886 h 8542484"/>
                    <a:gd name="connsiteX2" fmla="*/ 2967723 w 8134812"/>
                    <a:gd name="connsiteY2" fmla="*/ 5189686 h 8542484"/>
                    <a:gd name="connsiteX3" fmla="*/ 108411 w 8134812"/>
                    <a:gd name="connsiteY3" fmla="*/ 2214256 h 8542484"/>
                    <a:gd name="connsiteX4" fmla="*/ 1008296 w 8134812"/>
                    <a:gd name="connsiteY4" fmla="*/ 1503057 h 8542484"/>
                    <a:gd name="connsiteX5" fmla="*/ 3432182 w 8134812"/>
                    <a:gd name="connsiteY5" fmla="*/ 3941457 h 8542484"/>
                    <a:gd name="connsiteX6" fmla="*/ 718011 w 8134812"/>
                    <a:gd name="connsiteY6" fmla="*/ 1183743 h 8542484"/>
                    <a:gd name="connsiteX7" fmla="*/ 1719497 w 8134812"/>
                    <a:gd name="connsiteY7" fmla="*/ 487058 h 8542484"/>
                    <a:gd name="connsiteX8" fmla="*/ 4085326 w 8134812"/>
                    <a:gd name="connsiteY8" fmla="*/ 2969001 h 8542484"/>
                    <a:gd name="connsiteX9" fmla="*/ 2096868 w 8134812"/>
                    <a:gd name="connsiteY9" fmla="*/ 835401 h 8542484"/>
                    <a:gd name="connsiteX10" fmla="*/ 3170925 w 8134812"/>
                    <a:gd name="connsiteY10" fmla="*/ 269344 h 8542484"/>
                    <a:gd name="connsiteX11" fmla="*/ 6538239 w 8134812"/>
                    <a:gd name="connsiteY11" fmla="*/ 3723742 h 8542484"/>
                    <a:gd name="connsiteX12" fmla="*/ 6090619 w 8134812"/>
                    <a:gd name="connsiteY12" fmla="*/ 2231095 h 8542484"/>
                    <a:gd name="connsiteX13" fmla="*/ 6639839 w 8134812"/>
                    <a:gd name="connsiteY13" fmla="*/ 1024087 h 8542484"/>
                    <a:gd name="connsiteX14" fmla="*/ 7757440 w 8134812"/>
                    <a:gd name="connsiteY14" fmla="*/ 2968999 h 8542484"/>
                    <a:gd name="connsiteX15" fmla="*/ 7989669 w 8134812"/>
                    <a:gd name="connsiteY15" fmla="*/ 4333342 h 8542484"/>
                    <a:gd name="connsiteX16" fmla="*/ 8134812 w 8134812"/>
                    <a:gd name="connsiteY16" fmla="*/ 5538027 h 8542484"/>
                    <a:gd name="connsiteX17" fmla="*/ 5333553 w 8134812"/>
                    <a:gd name="connsiteY17" fmla="*/ 8542484 h 8542484"/>
                    <a:gd name="connsiteX18" fmla="*/ 5057784 w 8134812"/>
                    <a:gd name="connsiteY18" fmla="*/ 8455398 h 8542484"/>
                    <a:gd name="connsiteX19" fmla="*/ 541518 w 8134812"/>
                    <a:gd name="connsiteY19" fmla="*/ 4043055 h 8542484"/>
                    <a:gd name="connsiteX0" fmla="*/ 541518 w 8134812"/>
                    <a:gd name="connsiteY0" fmla="*/ 4043055 h 8542484"/>
                    <a:gd name="connsiteX1" fmla="*/ 1163309 w 8134812"/>
                    <a:gd name="connsiteY1" fmla="*/ 3360886 h 8542484"/>
                    <a:gd name="connsiteX2" fmla="*/ 2967723 w 8134812"/>
                    <a:gd name="connsiteY2" fmla="*/ 5189686 h 8542484"/>
                    <a:gd name="connsiteX3" fmla="*/ 108411 w 8134812"/>
                    <a:gd name="connsiteY3" fmla="*/ 2214256 h 8542484"/>
                    <a:gd name="connsiteX4" fmla="*/ 1008296 w 8134812"/>
                    <a:gd name="connsiteY4" fmla="*/ 1503057 h 8542484"/>
                    <a:gd name="connsiteX5" fmla="*/ 3432182 w 8134812"/>
                    <a:gd name="connsiteY5" fmla="*/ 3941457 h 8542484"/>
                    <a:gd name="connsiteX6" fmla="*/ 718011 w 8134812"/>
                    <a:gd name="connsiteY6" fmla="*/ 1183743 h 8542484"/>
                    <a:gd name="connsiteX7" fmla="*/ 1719497 w 8134812"/>
                    <a:gd name="connsiteY7" fmla="*/ 487058 h 8542484"/>
                    <a:gd name="connsiteX8" fmla="*/ 4085326 w 8134812"/>
                    <a:gd name="connsiteY8" fmla="*/ 2969001 h 8542484"/>
                    <a:gd name="connsiteX9" fmla="*/ 2096868 w 8134812"/>
                    <a:gd name="connsiteY9" fmla="*/ 835401 h 8542484"/>
                    <a:gd name="connsiteX10" fmla="*/ 3170925 w 8134812"/>
                    <a:gd name="connsiteY10" fmla="*/ 269344 h 8542484"/>
                    <a:gd name="connsiteX11" fmla="*/ 6538239 w 8134812"/>
                    <a:gd name="connsiteY11" fmla="*/ 3723742 h 8542484"/>
                    <a:gd name="connsiteX12" fmla="*/ 6090619 w 8134812"/>
                    <a:gd name="connsiteY12" fmla="*/ 2231095 h 8542484"/>
                    <a:gd name="connsiteX13" fmla="*/ 6639839 w 8134812"/>
                    <a:gd name="connsiteY13" fmla="*/ 1024087 h 8542484"/>
                    <a:gd name="connsiteX14" fmla="*/ 7757440 w 8134812"/>
                    <a:gd name="connsiteY14" fmla="*/ 2968999 h 8542484"/>
                    <a:gd name="connsiteX15" fmla="*/ 7989669 w 8134812"/>
                    <a:gd name="connsiteY15" fmla="*/ 4333342 h 8542484"/>
                    <a:gd name="connsiteX16" fmla="*/ 8134812 w 8134812"/>
                    <a:gd name="connsiteY16" fmla="*/ 5538027 h 8542484"/>
                    <a:gd name="connsiteX17" fmla="*/ 5333553 w 8134812"/>
                    <a:gd name="connsiteY17" fmla="*/ 8542484 h 8542484"/>
                    <a:gd name="connsiteX18" fmla="*/ 5057784 w 8134812"/>
                    <a:gd name="connsiteY18" fmla="*/ 8455398 h 8542484"/>
                    <a:gd name="connsiteX19" fmla="*/ 541518 w 8134812"/>
                    <a:gd name="connsiteY19" fmla="*/ 4043055 h 8542484"/>
                    <a:gd name="connsiteX0" fmla="*/ 541518 w 8134812"/>
                    <a:gd name="connsiteY0" fmla="*/ 4036746 h 8536175"/>
                    <a:gd name="connsiteX1" fmla="*/ 1163309 w 8134812"/>
                    <a:gd name="connsiteY1" fmla="*/ 3354577 h 8536175"/>
                    <a:gd name="connsiteX2" fmla="*/ 2967723 w 8134812"/>
                    <a:gd name="connsiteY2" fmla="*/ 5183377 h 8536175"/>
                    <a:gd name="connsiteX3" fmla="*/ 108411 w 8134812"/>
                    <a:gd name="connsiteY3" fmla="*/ 2207947 h 8536175"/>
                    <a:gd name="connsiteX4" fmla="*/ 1008296 w 8134812"/>
                    <a:gd name="connsiteY4" fmla="*/ 1496748 h 8536175"/>
                    <a:gd name="connsiteX5" fmla="*/ 3432182 w 8134812"/>
                    <a:gd name="connsiteY5" fmla="*/ 3935148 h 8536175"/>
                    <a:gd name="connsiteX6" fmla="*/ 718011 w 8134812"/>
                    <a:gd name="connsiteY6" fmla="*/ 1177434 h 8536175"/>
                    <a:gd name="connsiteX7" fmla="*/ 1719497 w 8134812"/>
                    <a:gd name="connsiteY7" fmla="*/ 480749 h 8536175"/>
                    <a:gd name="connsiteX8" fmla="*/ 4085326 w 8134812"/>
                    <a:gd name="connsiteY8" fmla="*/ 2962692 h 8536175"/>
                    <a:gd name="connsiteX9" fmla="*/ 2133444 w 8134812"/>
                    <a:gd name="connsiteY9" fmla="*/ 853476 h 8536175"/>
                    <a:gd name="connsiteX10" fmla="*/ 3170925 w 8134812"/>
                    <a:gd name="connsiteY10" fmla="*/ 263035 h 8536175"/>
                    <a:gd name="connsiteX11" fmla="*/ 6538239 w 8134812"/>
                    <a:gd name="connsiteY11" fmla="*/ 3717433 h 8536175"/>
                    <a:gd name="connsiteX12" fmla="*/ 6090619 w 8134812"/>
                    <a:gd name="connsiteY12" fmla="*/ 2224786 h 8536175"/>
                    <a:gd name="connsiteX13" fmla="*/ 6639839 w 8134812"/>
                    <a:gd name="connsiteY13" fmla="*/ 1017778 h 8536175"/>
                    <a:gd name="connsiteX14" fmla="*/ 7757440 w 8134812"/>
                    <a:gd name="connsiteY14" fmla="*/ 2962690 h 8536175"/>
                    <a:gd name="connsiteX15" fmla="*/ 7989669 w 8134812"/>
                    <a:gd name="connsiteY15" fmla="*/ 4327033 h 8536175"/>
                    <a:gd name="connsiteX16" fmla="*/ 8134812 w 8134812"/>
                    <a:gd name="connsiteY16" fmla="*/ 5531718 h 8536175"/>
                    <a:gd name="connsiteX17" fmla="*/ 5333553 w 8134812"/>
                    <a:gd name="connsiteY17" fmla="*/ 8536175 h 8536175"/>
                    <a:gd name="connsiteX18" fmla="*/ 5057784 w 8134812"/>
                    <a:gd name="connsiteY18" fmla="*/ 8449089 h 8536175"/>
                    <a:gd name="connsiteX19" fmla="*/ 541518 w 8134812"/>
                    <a:gd name="connsiteY19" fmla="*/ 4036746 h 8536175"/>
                    <a:gd name="connsiteX0" fmla="*/ 541518 w 8134812"/>
                    <a:gd name="connsiteY0" fmla="*/ 4036746 h 8536175"/>
                    <a:gd name="connsiteX1" fmla="*/ 1163309 w 8134812"/>
                    <a:gd name="connsiteY1" fmla="*/ 3354577 h 8536175"/>
                    <a:gd name="connsiteX2" fmla="*/ 2967723 w 8134812"/>
                    <a:gd name="connsiteY2" fmla="*/ 5183377 h 8536175"/>
                    <a:gd name="connsiteX3" fmla="*/ 108411 w 8134812"/>
                    <a:gd name="connsiteY3" fmla="*/ 2207947 h 8536175"/>
                    <a:gd name="connsiteX4" fmla="*/ 1008296 w 8134812"/>
                    <a:gd name="connsiteY4" fmla="*/ 1496748 h 8536175"/>
                    <a:gd name="connsiteX5" fmla="*/ 3432182 w 8134812"/>
                    <a:gd name="connsiteY5" fmla="*/ 3935148 h 8536175"/>
                    <a:gd name="connsiteX6" fmla="*/ 718011 w 8134812"/>
                    <a:gd name="connsiteY6" fmla="*/ 1177434 h 8536175"/>
                    <a:gd name="connsiteX7" fmla="*/ 1719497 w 8134812"/>
                    <a:gd name="connsiteY7" fmla="*/ 480749 h 8536175"/>
                    <a:gd name="connsiteX8" fmla="*/ 4085326 w 8134812"/>
                    <a:gd name="connsiteY8" fmla="*/ 2962692 h 8536175"/>
                    <a:gd name="connsiteX9" fmla="*/ 2133444 w 8134812"/>
                    <a:gd name="connsiteY9" fmla="*/ 853476 h 8536175"/>
                    <a:gd name="connsiteX10" fmla="*/ 3170925 w 8134812"/>
                    <a:gd name="connsiteY10" fmla="*/ 263035 h 8536175"/>
                    <a:gd name="connsiteX11" fmla="*/ 6538239 w 8134812"/>
                    <a:gd name="connsiteY11" fmla="*/ 3717433 h 8536175"/>
                    <a:gd name="connsiteX12" fmla="*/ 6090619 w 8134812"/>
                    <a:gd name="connsiteY12" fmla="*/ 2224786 h 8536175"/>
                    <a:gd name="connsiteX13" fmla="*/ 6639839 w 8134812"/>
                    <a:gd name="connsiteY13" fmla="*/ 1017778 h 8536175"/>
                    <a:gd name="connsiteX14" fmla="*/ 7757440 w 8134812"/>
                    <a:gd name="connsiteY14" fmla="*/ 2962690 h 8536175"/>
                    <a:gd name="connsiteX15" fmla="*/ 7989669 w 8134812"/>
                    <a:gd name="connsiteY15" fmla="*/ 4327033 h 8536175"/>
                    <a:gd name="connsiteX16" fmla="*/ 8134812 w 8134812"/>
                    <a:gd name="connsiteY16" fmla="*/ 5531718 h 8536175"/>
                    <a:gd name="connsiteX17" fmla="*/ 5333553 w 8134812"/>
                    <a:gd name="connsiteY17" fmla="*/ 8536175 h 8536175"/>
                    <a:gd name="connsiteX18" fmla="*/ 5057784 w 8134812"/>
                    <a:gd name="connsiteY18" fmla="*/ 8449089 h 8536175"/>
                    <a:gd name="connsiteX19" fmla="*/ 541518 w 8134812"/>
                    <a:gd name="connsiteY19" fmla="*/ 4036746 h 8536175"/>
                    <a:gd name="connsiteX0" fmla="*/ 541518 w 8134812"/>
                    <a:gd name="connsiteY0" fmla="*/ 4036746 h 8536175"/>
                    <a:gd name="connsiteX1" fmla="*/ 1163309 w 8134812"/>
                    <a:gd name="connsiteY1" fmla="*/ 3354577 h 8536175"/>
                    <a:gd name="connsiteX2" fmla="*/ 2967723 w 8134812"/>
                    <a:gd name="connsiteY2" fmla="*/ 5183377 h 8536175"/>
                    <a:gd name="connsiteX3" fmla="*/ 108411 w 8134812"/>
                    <a:gd name="connsiteY3" fmla="*/ 2207947 h 8536175"/>
                    <a:gd name="connsiteX4" fmla="*/ 1008296 w 8134812"/>
                    <a:gd name="connsiteY4" fmla="*/ 1496748 h 8536175"/>
                    <a:gd name="connsiteX5" fmla="*/ 3432182 w 8134812"/>
                    <a:gd name="connsiteY5" fmla="*/ 3935148 h 8536175"/>
                    <a:gd name="connsiteX6" fmla="*/ 718011 w 8134812"/>
                    <a:gd name="connsiteY6" fmla="*/ 1177434 h 8536175"/>
                    <a:gd name="connsiteX7" fmla="*/ 1719497 w 8134812"/>
                    <a:gd name="connsiteY7" fmla="*/ 480749 h 8536175"/>
                    <a:gd name="connsiteX8" fmla="*/ 4085326 w 8134812"/>
                    <a:gd name="connsiteY8" fmla="*/ 2962692 h 8536175"/>
                    <a:gd name="connsiteX9" fmla="*/ 2133444 w 8134812"/>
                    <a:gd name="connsiteY9" fmla="*/ 853476 h 8536175"/>
                    <a:gd name="connsiteX10" fmla="*/ 3170925 w 8134812"/>
                    <a:gd name="connsiteY10" fmla="*/ 263035 h 8536175"/>
                    <a:gd name="connsiteX11" fmla="*/ 6538239 w 8134812"/>
                    <a:gd name="connsiteY11" fmla="*/ 3717433 h 8536175"/>
                    <a:gd name="connsiteX12" fmla="*/ 6090619 w 8134812"/>
                    <a:gd name="connsiteY12" fmla="*/ 2224786 h 8536175"/>
                    <a:gd name="connsiteX13" fmla="*/ 6639839 w 8134812"/>
                    <a:gd name="connsiteY13" fmla="*/ 1017778 h 8536175"/>
                    <a:gd name="connsiteX14" fmla="*/ 7757440 w 8134812"/>
                    <a:gd name="connsiteY14" fmla="*/ 2962690 h 8536175"/>
                    <a:gd name="connsiteX15" fmla="*/ 7989669 w 8134812"/>
                    <a:gd name="connsiteY15" fmla="*/ 4327033 h 8536175"/>
                    <a:gd name="connsiteX16" fmla="*/ 8134812 w 8134812"/>
                    <a:gd name="connsiteY16" fmla="*/ 5531718 h 8536175"/>
                    <a:gd name="connsiteX17" fmla="*/ 5333553 w 8134812"/>
                    <a:gd name="connsiteY17" fmla="*/ 8536175 h 8536175"/>
                    <a:gd name="connsiteX18" fmla="*/ 5057784 w 8134812"/>
                    <a:gd name="connsiteY18" fmla="*/ 8449089 h 8536175"/>
                    <a:gd name="connsiteX19" fmla="*/ 541518 w 8134812"/>
                    <a:gd name="connsiteY19" fmla="*/ 4036746 h 8536175"/>
                    <a:gd name="connsiteX0" fmla="*/ 541518 w 8134812"/>
                    <a:gd name="connsiteY0" fmla="*/ 4053000 h 8552429"/>
                    <a:gd name="connsiteX1" fmla="*/ 1163309 w 8134812"/>
                    <a:gd name="connsiteY1" fmla="*/ 3370831 h 8552429"/>
                    <a:gd name="connsiteX2" fmla="*/ 2967723 w 8134812"/>
                    <a:gd name="connsiteY2" fmla="*/ 5199631 h 8552429"/>
                    <a:gd name="connsiteX3" fmla="*/ 108411 w 8134812"/>
                    <a:gd name="connsiteY3" fmla="*/ 2224201 h 8552429"/>
                    <a:gd name="connsiteX4" fmla="*/ 1008296 w 8134812"/>
                    <a:gd name="connsiteY4" fmla="*/ 1513002 h 8552429"/>
                    <a:gd name="connsiteX5" fmla="*/ 3432182 w 8134812"/>
                    <a:gd name="connsiteY5" fmla="*/ 3951402 h 8552429"/>
                    <a:gd name="connsiteX6" fmla="*/ 718011 w 8134812"/>
                    <a:gd name="connsiteY6" fmla="*/ 1193688 h 8552429"/>
                    <a:gd name="connsiteX7" fmla="*/ 1719497 w 8134812"/>
                    <a:gd name="connsiteY7" fmla="*/ 497003 h 8552429"/>
                    <a:gd name="connsiteX8" fmla="*/ 4085326 w 8134812"/>
                    <a:gd name="connsiteY8" fmla="*/ 2978946 h 8552429"/>
                    <a:gd name="connsiteX9" fmla="*/ 2133444 w 8134812"/>
                    <a:gd name="connsiteY9" fmla="*/ 869730 h 8552429"/>
                    <a:gd name="connsiteX10" fmla="*/ 3170925 w 8134812"/>
                    <a:gd name="connsiteY10" fmla="*/ 279289 h 8552429"/>
                    <a:gd name="connsiteX11" fmla="*/ 6538239 w 8134812"/>
                    <a:gd name="connsiteY11" fmla="*/ 3733687 h 8552429"/>
                    <a:gd name="connsiteX12" fmla="*/ 6090619 w 8134812"/>
                    <a:gd name="connsiteY12" fmla="*/ 2241040 h 8552429"/>
                    <a:gd name="connsiteX13" fmla="*/ 6639839 w 8134812"/>
                    <a:gd name="connsiteY13" fmla="*/ 1034032 h 8552429"/>
                    <a:gd name="connsiteX14" fmla="*/ 7757440 w 8134812"/>
                    <a:gd name="connsiteY14" fmla="*/ 2978944 h 8552429"/>
                    <a:gd name="connsiteX15" fmla="*/ 7989669 w 8134812"/>
                    <a:gd name="connsiteY15" fmla="*/ 4343287 h 8552429"/>
                    <a:gd name="connsiteX16" fmla="*/ 8134812 w 8134812"/>
                    <a:gd name="connsiteY16" fmla="*/ 5547972 h 8552429"/>
                    <a:gd name="connsiteX17" fmla="*/ 5333553 w 8134812"/>
                    <a:gd name="connsiteY17" fmla="*/ 8552429 h 8552429"/>
                    <a:gd name="connsiteX18" fmla="*/ 5057784 w 8134812"/>
                    <a:gd name="connsiteY18" fmla="*/ 8465343 h 8552429"/>
                    <a:gd name="connsiteX19" fmla="*/ 541518 w 8134812"/>
                    <a:gd name="connsiteY19" fmla="*/ 4053000 h 8552429"/>
                    <a:gd name="connsiteX0" fmla="*/ 541518 w 8134812"/>
                    <a:gd name="connsiteY0" fmla="*/ 4050353 h 8549782"/>
                    <a:gd name="connsiteX1" fmla="*/ 1163309 w 8134812"/>
                    <a:gd name="connsiteY1" fmla="*/ 3368184 h 8549782"/>
                    <a:gd name="connsiteX2" fmla="*/ 2967723 w 8134812"/>
                    <a:gd name="connsiteY2" fmla="*/ 5196984 h 8549782"/>
                    <a:gd name="connsiteX3" fmla="*/ 108411 w 8134812"/>
                    <a:gd name="connsiteY3" fmla="*/ 2221554 h 8549782"/>
                    <a:gd name="connsiteX4" fmla="*/ 1008296 w 8134812"/>
                    <a:gd name="connsiteY4" fmla="*/ 1510355 h 8549782"/>
                    <a:gd name="connsiteX5" fmla="*/ 3432182 w 8134812"/>
                    <a:gd name="connsiteY5" fmla="*/ 3948755 h 8549782"/>
                    <a:gd name="connsiteX6" fmla="*/ 718011 w 8134812"/>
                    <a:gd name="connsiteY6" fmla="*/ 1191041 h 8549782"/>
                    <a:gd name="connsiteX7" fmla="*/ 1719497 w 8134812"/>
                    <a:gd name="connsiteY7" fmla="*/ 494356 h 8549782"/>
                    <a:gd name="connsiteX8" fmla="*/ 4085326 w 8134812"/>
                    <a:gd name="connsiteY8" fmla="*/ 2976299 h 8549782"/>
                    <a:gd name="connsiteX9" fmla="*/ 2133444 w 8134812"/>
                    <a:gd name="connsiteY9" fmla="*/ 867083 h 8549782"/>
                    <a:gd name="connsiteX10" fmla="*/ 3170925 w 8134812"/>
                    <a:gd name="connsiteY10" fmla="*/ 276642 h 8549782"/>
                    <a:gd name="connsiteX11" fmla="*/ 6538239 w 8134812"/>
                    <a:gd name="connsiteY11" fmla="*/ 3731040 h 8549782"/>
                    <a:gd name="connsiteX12" fmla="*/ 6090619 w 8134812"/>
                    <a:gd name="connsiteY12" fmla="*/ 2238393 h 8549782"/>
                    <a:gd name="connsiteX13" fmla="*/ 6639839 w 8134812"/>
                    <a:gd name="connsiteY13" fmla="*/ 1031385 h 8549782"/>
                    <a:gd name="connsiteX14" fmla="*/ 7757440 w 8134812"/>
                    <a:gd name="connsiteY14" fmla="*/ 2976297 h 8549782"/>
                    <a:gd name="connsiteX15" fmla="*/ 7989669 w 8134812"/>
                    <a:gd name="connsiteY15" fmla="*/ 4340640 h 8549782"/>
                    <a:gd name="connsiteX16" fmla="*/ 8134812 w 8134812"/>
                    <a:gd name="connsiteY16" fmla="*/ 5545325 h 8549782"/>
                    <a:gd name="connsiteX17" fmla="*/ 5333553 w 8134812"/>
                    <a:gd name="connsiteY17" fmla="*/ 8549782 h 8549782"/>
                    <a:gd name="connsiteX18" fmla="*/ 5057784 w 8134812"/>
                    <a:gd name="connsiteY18" fmla="*/ 8462696 h 8549782"/>
                    <a:gd name="connsiteX19" fmla="*/ 541518 w 8134812"/>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9315726"/>
                    <a:gd name="connsiteX1" fmla="*/ 1163309 w 8389877"/>
                    <a:gd name="connsiteY1" fmla="*/ 3368184 h 9315726"/>
                    <a:gd name="connsiteX2" fmla="*/ 2967723 w 8389877"/>
                    <a:gd name="connsiteY2" fmla="*/ 5196984 h 9315726"/>
                    <a:gd name="connsiteX3" fmla="*/ 108411 w 8389877"/>
                    <a:gd name="connsiteY3" fmla="*/ 2221554 h 9315726"/>
                    <a:gd name="connsiteX4" fmla="*/ 1008296 w 8389877"/>
                    <a:gd name="connsiteY4" fmla="*/ 1510355 h 9315726"/>
                    <a:gd name="connsiteX5" fmla="*/ 3432182 w 8389877"/>
                    <a:gd name="connsiteY5" fmla="*/ 3948755 h 9315726"/>
                    <a:gd name="connsiteX6" fmla="*/ 718011 w 8389877"/>
                    <a:gd name="connsiteY6" fmla="*/ 1191041 h 9315726"/>
                    <a:gd name="connsiteX7" fmla="*/ 1719497 w 8389877"/>
                    <a:gd name="connsiteY7" fmla="*/ 494356 h 9315726"/>
                    <a:gd name="connsiteX8" fmla="*/ 4085326 w 8389877"/>
                    <a:gd name="connsiteY8" fmla="*/ 2976299 h 9315726"/>
                    <a:gd name="connsiteX9" fmla="*/ 2133444 w 8389877"/>
                    <a:gd name="connsiteY9" fmla="*/ 867083 h 9315726"/>
                    <a:gd name="connsiteX10" fmla="*/ 3170925 w 8389877"/>
                    <a:gd name="connsiteY10" fmla="*/ 276642 h 9315726"/>
                    <a:gd name="connsiteX11" fmla="*/ 6538239 w 8389877"/>
                    <a:gd name="connsiteY11" fmla="*/ 3731040 h 9315726"/>
                    <a:gd name="connsiteX12" fmla="*/ 6090619 w 8389877"/>
                    <a:gd name="connsiteY12" fmla="*/ 2238393 h 9315726"/>
                    <a:gd name="connsiteX13" fmla="*/ 6639839 w 8389877"/>
                    <a:gd name="connsiteY13" fmla="*/ 1031385 h 9315726"/>
                    <a:gd name="connsiteX14" fmla="*/ 7757440 w 8389877"/>
                    <a:gd name="connsiteY14" fmla="*/ 2976297 h 9315726"/>
                    <a:gd name="connsiteX15" fmla="*/ 7989669 w 8389877"/>
                    <a:gd name="connsiteY15" fmla="*/ 4340640 h 9315726"/>
                    <a:gd name="connsiteX16" fmla="*/ 8389877 w 8389877"/>
                    <a:gd name="connsiteY16" fmla="*/ 5777404 h 9315726"/>
                    <a:gd name="connsiteX17" fmla="*/ 6336452 w 8389877"/>
                    <a:gd name="connsiteY17" fmla="*/ 9315727 h 9315726"/>
                    <a:gd name="connsiteX18" fmla="*/ 5057784 w 8389877"/>
                    <a:gd name="connsiteY18" fmla="*/ 8462696 h 9315726"/>
                    <a:gd name="connsiteX19" fmla="*/ 541518 w 8389877"/>
                    <a:gd name="connsiteY19" fmla="*/ 4050353 h 9315726"/>
                    <a:gd name="connsiteX0" fmla="*/ 541518 w 8389877"/>
                    <a:gd name="connsiteY0" fmla="*/ 4050353 h 9224165"/>
                    <a:gd name="connsiteX1" fmla="*/ 1163309 w 8389877"/>
                    <a:gd name="connsiteY1" fmla="*/ 3368184 h 9224165"/>
                    <a:gd name="connsiteX2" fmla="*/ 2967723 w 8389877"/>
                    <a:gd name="connsiteY2" fmla="*/ 5196984 h 9224165"/>
                    <a:gd name="connsiteX3" fmla="*/ 108411 w 8389877"/>
                    <a:gd name="connsiteY3" fmla="*/ 2221554 h 9224165"/>
                    <a:gd name="connsiteX4" fmla="*/ 1008296 w 8389877"/>
                    <a:gd name="connsiteY4" fmla="*/ 1510355 h 9224165"/>
                    <a:gd name="connsiteX5" fmla="*/ 3432182 w 8389877"/>
                    <a:gd name="connsiteY5" fmla="*/ 3948755 h 9224165"/>
                    <a:gd name="connsiteX6" fmla="*/ 718011 w 8389877"/>
                    <a:gd name="connsiteY6" fmla="*/ 1191041 h 9224165"/>
                    <a:gd name="connsiteX7" fmla="*/ 1719497 w 8389877"/>
                    <a:gd name="connsiteY7" fmla="*/ 494356 h 9224165"/>
                    <a:gd name="connsiteX8" fmla="*/ 4085326 w 8389877"/>
                    <a:gd name="connsiteY8" fmla="*/ 2976299 h 9224165"/>
                    <a:gd name="connsiteX9" fmla="*/ 2133444 w 8389877"/>
                    <a:gd name="connsiteY9" fmla="*/ 867083 h 9224165"/>
                    <a:gd name="connsiteX10" fmla="*/ 3170925 w 8389877"/>
                    <a:gd name="connsiteY10" fmla="*/ 276642 h 9224165"/>
                    <a:gd name="connsiteX11" fmla="*/ 6538239 w 8389877"/>
                    <a:gd name="connsiteY11" fmla="*/ 3731040 h 9224165"/>
                    <a:gd name="connsiteX12" fmla="*/ 6090619 w 8389877"/>
                    <a:gd name="connsiteY12" fmla="*/ 2238393 h 9224165"/>
                    <a:gd name="connsiteX13" fmla="*/ 6639839 w 8389877"/>
                    <a:gd name="connsiteY13" fmla="*/ 1031385 h 9224165"/>
                    <a:gd name="connsiteX14" fmla="*/ 7757440 w 8389877"/>
                    <a:gd name="connsiteY14" fmla="*/ 2976297 h 9224165"/>
                    <a:gd name="connsiteX15" fmla="*/ 7989669 w 8389877"/>
                    <a:gd name="connsiteY15" fmla="*/ 4340640 h 9224165"/>
                    <a:gd name="connsiteX16" fmla="*/ 8389877 w 8389877"/>
                    <a:gd name="connsiteY16" fmla="*/ 5777404 h 9224165"/>
                    <a:gd name="connsiteX17" fmla="*/ 6266896 w 8389877"/>
                    <a:gd name="connsiteY17" fmla="*/ 9224162 h 9224165"/>
                    <a:gd name="connsiteX18" fmla="*/ 5057784 w 8389877"/>
                    <a:gd name="connsiteY18" fmla="*/ 8462696 h 9224165"/>
                    <a:gd name="connsiteX19" fmla="*/ 541518 w 8389877"/>
                    <a:gd name="connsiteY19" fmla="*/ 4050353 h 9224165"/>
                    <a:gd name="connsiteX0" fmla="*/ 541518 w 8389877"/>
                    <a:gd name="connsiteY0" fmla="*/ 4050353 h 9224165"/>
                    <a:gd name="connsiteX1" fmla="*/ 1163309 w 8389877"/>
                    <a:gd name="connsiteY1" fmla="*/ 3368184 h 9224165"/>
                    <a:gd name="connsiteX2" fmla="*/ 2967723 w 8389877"/>
                    <a:gd name="connsiteY2" fmla="*/ 5196984 h 9224165"/>
                    <a:gd name="connsiteX3" fmla="*/ 108411 w 8389877"/>
                    <a:gd name="connsiteY3" fmla="*/ 2221554 h 9224165"/>
                    <a:gd name="connsiteX4" fmla="*/ 1008296 w 8389877"/>
                    <a:gd name="connsiteY4" fmla="*/ 1510355 h 9224165"/>
                    <a:gd name="connsiteX5" fmla="*/ 3432182 w 8389877"/>
                    <a:gd name="connsiteY5" fmla="*/ 3948755 h 9224165"/>
                    <a:gd name="connsiteX6" fmla="*/ 718011 w 8389877"/>
                    <a:gd name="connsiteY6" fmla="*/ 1191041 h 9224165"/>
                    <a:gd name="connsiteX7" fmla="*/ 1719497 w 8389877"/>
                    <a:gd name="connsiteY7" fmla="*/ 494356 h 9224165"/>
                    <a:gd name="connsiteX8" fmla="*/ 4085326 w 8389877"/>
                    <a:gd name="connsiteY8" fmla="*/ 2976299 h 9224165"/>
                    <a:gd name="connsiteX9" fmla="*/ 2133444 w 8389877"/>
                    <a:gd name="connsiteY9" fmla="*/ 867083 h 9224165"/>
                    <a:gd name="connsiteX10" fmla="*/ 3170925 w 8389877"/>
                    <a:gd name="connsiteY10" fmla="*/ 276642 h 9224165"/>
                    <a:gd name="connsiteX11" fmla="*/ 6538239 w 8389877"/>
                    <a:gd name="connsiteY11" fmla="*/ 3731040 h 9224165"/>
                    <a:gd name="connsiteX12" fmla="*/ 6090619 w 8389877"/>
                    <a:gd name="connsiteY12" fmla="*/ 2238393 h 9224165"/>
                    <a:gd name="connsiteX13" fmla="*/ 6639839 w 8389877"/>
                    <a:gd name="connsiteY13" fmla="*/ 1031385 h 9224165"/>
                    <a:gd name="connsiteX14" fmla="*/ 7757440 w 8389877"/>
                    <a:gd name="connsiteY14" fmla="*/ 2976297 h 9224165"/>
                    <a:gd name="connsiteX15" fmla="*/ 7989669 w 8389877"/>
                    <a:gd name="connsiteY15" fmla="*/ 4340640 h 9224165"/>
                    <a:gd name="connsiteX16" fmla="*/ 8389877 w 8389877"/>
                    <a:gd name="connsiteY16" fmla="*/ 5777404 h 9224165"/>
                    <a:gd name="connsiteX17" fmla="*/ 6266896 w 8389877"/>
                    <a:gd name="connsiteY17" fmla="*/ 9224162 h 9224165"/>
                    <a:gd name="connsiteX18" fmla="*/ 5057784 w 8389877"/>
                    <a:gd name="connsiteY18" fmla="*/ 8462696 h 9224165"/>
                    <a:gd name="connsiteX19" fmla="*/ 541518 w 8389877"/>
                    <a:gd name="connsiteY19" fmla="*/ 4050353 h 9224165"/>
                    <a:gd name="connsiteX0" fmla="*/ 541518 w 8389877"/>
                    <a:gd name="connsiteY0" fmla="*/ 4050353 h 9224165"/>
                    <a:gd name="connsiteX1" fmla="*/ 1163309 w 8389877"/>
                    <a:gd name="connsiteY1" fmla="*/ 3368184 h 9224165"/>
                    <a:gd name="connsiteX2" fmla="*/ 2967723 w 8389877"/>
                    <a:gd name="connsiteY2" fmla="*/ 5196984 h 9224165"/>
                    <a:gd name="connsiteX3" fmla="*/ 108411 w 8389877"/>
                    <a:gd name="connsiteY3" fmla="*/ 2221554 h 9224165"/>
                    <a:gd name="connsiteX4" fmla="*/ 1008296 w 8389877"/>
                    <a:gd name="connsiteY4" fmla="*/ 1510355 h 9224165"/>
                    <a:gd name="connsiteX5" fmla="*/ 3432182 w 8389877"/>
                    <a:gd name="connsiteY5" fmla="*/ 3948755 h 9224165"/>
                    <a:gd name="connsiteX6" fmla="*/ 718011 w 8389877"/>
                    <a:gd name="connsiteY6" fmla="*/ 1191041 h 9224165"/>
                    <a:gd name="connsiteX7" fmla="*/ 1719497 w 8389877"/>
                    <a:gd name="connsiteY7" fmla="*/ 494356 h 9224165"/>
                    <a:gd name="connsiteX8" fmla="*/ 4085326 w 8389877"/>
                    <a:gd name="connsiteY8" fmla="*/ 2976299 h 9224165"/>
                    <a:gd name="connsiteX9" fmla="*/ 2133444 w 8389877"/>
                    <a:gd name="connsiteY9" fmla="*/ 867083 h 9224165"/>
                    <a:gd name="connsiteX10" fmla="*/ 3170925 w 8389877"/>
                    <a:gd name="connsiteY10" fmla="*/ 276642 h 9224165"/>
                    <a:gd name="connsiteX11" fmla="*/ 6538239 w 8389877"/>
                    <a:gd name="connsiteY11" fmla="*/ 3731040 h 9224165"/>
                    <a:gd name="connsiteX12" fmla="*/ 6090619 w 8389877"/>
                    <a:gd name="connsiteY12" fmla="*/ 2238393 h 9224165"/>
                    <a:gd name="connsiteX13" fmla="*/ 6639839 w 8389877"/>
                    <a:gd name="connsiteY13" fmla="*/ 1031385 h 9224165"/>
                    <a:gd name="connsiteX14" fmla="*/ 7757440 w 8389877"/>
                    <a:gd name="connsiteY14" fmla="*/ 2976297 h 9224165"/>
                    <a:gd name="connsiteX15" fmla="*/ 7989669 w 8389877"/>
                    <a:gd name="connsiteY15" fmla="*/ 4340640 h 9224165"/>
                    <a:gd name="connsiteX16" fmla="*/ 8389877 w 8389877"/>
                    <a:gd name="connsiteY16" fmla="*/ 5777404 h 9224165"/>
                    <a:gd name="connsiteX17" fmla="*/ 6266896 w 8389877"/>
                    <a:gd name="connsiteY17" fmla="*/ 9224162 h 9224165"/>
                    <a:gd name="connsiteX18" fmla="*/ 5057784 w 8389877"/>
                    <a:gd name="connsiteY18" fmla="*/ 8462696 h 9224165"/>
                    <a:gd name="connsiteX19" fmla="*/ 541518 w 8389877"/>
                    <a:gd name="connsiteY19" fmla="*/ 4050353 h 9224165"/>
                    <a:gd name="connsiteX0" fmla="*/ 541518 w 8359910"/>
                    <a:gd name="connsiteY0" fmla="*/ 4050353 h 9224165"/>
                    <a:gd name="connsiteX1" fmla="*/ 1163309 w 8359910"/>
                    <a:gd name="connsiteY1" fmla="*/ 3368184 h 9224165"/>
                    <a:gd name="connsiteX2" fmla="*/ 2967723 w 8359910"/>
                    <a:gd name="connsiteY2" fmla="*/ 5196984 h 9224165"/>
                    <a:gd name="connsiteX3" fmla="*/ 108411 w 8359910"/>
                    <a:gd name="connsiteY3" fmla="*/ 2221554 h 9224165"/>
                    <a:gd name="connsiteX4" fmla="*/ 1008296 w 8359910"/>
                    <a:gd name="connsiteY4" fmla="*/ 1510355 h 9224165"/>
                    <a:gd name="connsiteX5" fmla="*/ 3432182 w 8359910"/>
                    <a:gd name="connsiteY5" fmla="*/ 3948755 h 9224165"/>
                    <a:gd name="connsiteX6" fmla="*/ 718011 w 8359910"/>
                    <a:gd name="connsiteY6" fmla="*/ 1191041 h 9224165"/>
                    <a:gd name="connsiteX7" fmla="*/ 1719497 w 8359910"/>
                    <a:gd name="connsiteY7" fmla="*/ 494356 h 9224165"/>
                    <a:gd name="connsiteX8" fmla="*/ 4085326 w 8359910"/>
                    <a:gd name="connsiteY8" fmla="*/ 2976299 h 9224165"/>
                    <a:gd name="connsiteX9" fmla="*/ 2133444 w 8359910"/>
                    <a:gd name="connsiteY9" fmla="*/ 867083 h 9224165"/>
                    <a:gd name="connsiteX10" fmla="*/ 3170925 w 8359910"/>
                    <a:gd name="connsiteY10" fmla="*/ 276642 h 9224165"/>
                    <a:gd name="connsiteX11" fmla="*/ 6538239 w 8359910"/>
                    <a:gd name="connsiteY11" fmla="*/ 3731040 h 9224165"/>
                    <a:gd name="connsiteX12" fmla="*/ 6090619 w 8359910"/>
                    <a:gd name="connsiteY12" fmla="*/ 2238393 h 9224165"/>
                    <a:gd name="connsiteX13" fmla="*/ 6639839 w 8359910"/>
                    <a:gd name="connsiteY13" fmla="*/ 1031385 h 9224165"/>
                    <a:gd name="connsiteX14" fmla="*/ 7757440 w 8359910"/>
                    <a:gd name="connsiteY14" fmla="*/ 2976297 h 9224165"/>
                    <a:gd name="connsiteX15" fmla="*/ 7989669 w 8359910"/>
                    <a:gd name="connsiteY15" fmla="*/ 4340640 h 9224165"/>
                    <a:gd name="connsiteX16" fmla="*/ 8359907 w 8359910"/>
                    <a:gd name="connsiteY16" fmla="*/ 5645609 h 9224165"/>
                    <a:gd name="connsiteX17" fmla="*/ 6266896 w 8359910"/>
                    <a:gd name="connsiteY17" fmla="*/ 9224162 h 9224165"/>
                    <a:gd name="connsiteX18" fmla="*/ 5057784 w 8359910"/>
                    <a:gd name="connsiteY18" fmla="*/ 8462696 h 9224165"/>
                    <a:gd name="connsiteX19" fmla="*/ 541518 w 8359910"/>
                    <a:gd name="connsiteY19" fmla="*/ 4050353 h 9224165"/>
                    <a:gd name="connsiteX0" fmla="*/ 541518 w 8636226"/>
                    <a:gd name="connsiteY0" fmla="*/ 4050353 h 9224165"/>
                    <a:gd name="connsiteX1" fmla="*/ 1163309 w 8636226"/>
                    <a:gd name="connsiteY1" fmla="*/ 3368184 h 9224165"/>
                    <a:gd name="connsiteX2" fmla="*/ 2967723 w 8636226"/>
                    <a:gd name="connsiteY2" fmla="*/ 5196984 h 9224165"/>
                    <a:gd name="connsiteX3" fmla="*/ 108411 w 8636226"/>
                    <a:gd name="connsiteY3" fmla="*/ 2221554 h 9224165"/>
                    <a:gd name="connsiteX4" fmla="*/ 1008296 w 8636226"/>
                    <a:gd name="connsiteY4" fmla="*/ 1510355 h 9224165"/>
                    <a:gd name="connsiteX5" fmla="*/ 3432182 w 8636226"/>
                    <a:gd name="connsiteY5" fmla="*/ 3948755 h 9224165"/>
                    <a:gd name="connsiteX6" fmla="*/ 718011 w 8636226"/>
                    <a:gd name="connsiteY6" fmla="*/ 1191041 h 9224165"/>
                    <a:gd name="connsiteX7" fmla="*/ 1719497 w 8636226"/>
                    <a:gd name="connsiteY7" fmla="*/ 494356 h 9224165"/>
                    <a:gd name="connsiteX8" fmla="*/ 4085326 w 8636226"/>
                    <a:gd name="connsiteY8" fmla="*/ 2976299 h 9224165"/>
                    <a:gd name="connsiteX9" fmla="*/ 2133444 w 8636226"/>
                    <a:gd name="connsiteY9" fmla="*/ 867083 h 9224165"/>
                    <a:gd name="connsiteX10" fmla="*/ 3170925 w 8636226"/>
                    <a:gd name="connsiteY10" fmla="*/ 276642 h 9224165"/>
                    <a:gd name="connsiteX11" fmla="*/ 6538239 w 8636226"/>
                    <a:gd name="connsiteY11" fmla="*/ 3731040 h 9224165"/>
                    <a:gd name="connsiteX12" fmla="*/ 6090619 w 8636226"/>
                    <a:gd name="connsiteY12" fmla="*/ 2238393 h 9224165"/>
                    <a:gd name="connsiteX13" fmla="*/ 6639839 w 8636226"/>
                    <a:gd name="connsiteY13" fmla="*/ 1031385 h 9224165"/>
                    <a:gd name="connsiteX14" fmla="*/ 7757440 w 8636226"/>
                    <a:gd name="connsiteY14" fmla="*/ 2976297 h 9224165"/>
                    <a:gd name="connsiteX15" fmla="*/ 7989669 w 8636226"/>
                    <a:gd name="connsiteY15" fmla="*/ 4340640 h 9224165"/>
                    <a:gd name="connsiteX16" fmla="*/ 8636220 w 8636226"/>
                    <a:gd name="connsiteY16" fmla="*/ 6034120 h 9224165"/>
                    <a:gd name="connsiteX17" fmla="*/ 6266896 w 8636226"/>
                    <a:gd name="connsiteY17" fmla="*/ 9224162 h 9224165"/>
                    <a:gd name="connsiteX18" fmla="*/ 5057784 w 8636226"/>
                    <a:gd name="connsiteY18" fmla="*/ 8462696 h 9224165"/>
                    <a:gd name="connsiteX19" fmla="*/ 541518 w 8636226"/>
                    <a:gd name="connsiteY19" fmla="*/ 4050353 h 9224165"/>
                    <a:gd name="connsiteX0" fmla="*/ 541518 w 8752649"/>
                    <a:gd name="connsiteY0" fmla="*/ 4050353 h 9224165"/>
                    <a:gd name="connsiteX1" fmla="*/ 1163309 w 8752649"/>
                    <a:gd name="connsiteY1" fmla="*/ 3368184 h 9224165"/>
                    <a:gd name="connsiteX2" fmla="*/ 2967723 w 8752649"/>
                    <a:gd name="connsiteY2" fmla="*/ 5196984 h 9224165"/>
                    <a:gd name="connsiteX3" fmla="*/ 108411 w 8752649"/>
                    <a:gd name="connsiteY3" fmla="*/ 2221554 h 9224165"/>
                    <a:gd name="connsiteX4" fmla="*/ 1008296 w 8752649"/>
                    <a:gd name="connsiteY4" fmla="*/ 1510355 h 9224165"/>
                    <a:gd name="connsiteX5" fmla="*/ 3432182 w 8752649"/>
                    <a:gd name="connsiteY5" fmla="*/ 3948755 h 9224165"/>
                    <a:gd name="connsiteX6" fmla="*/ 718011 w 8752649"/>
                    <a:gd name="connsiteY6" fmla="*/ 1191041 h 9224165"/>
                    <a:gd name="connsiteX7" fmla="*/ 1719497 w 8752649"/>
                    <a:gd name="connsiteY7" fmla="*/ 494356 h 9224165"/>
                    <a:gd name="connsiteX8" fmla="*/ 4085326 w 8752649"/>
                    <a:gd name="connsiteY8" fmla="*/ 2976299 h 9224165"/>
                    <a:gd name="connsiteX9" fmla="*/ 2133444 w 8752649"/>
                    <a:gd name="connsiteY9" fmla="*/ 867083 h 9224165"/>
                    <a:gd name="connsiteX10" fmla="*/ 3170925 w 8752649"/>
                    <a:gd name="connsiteY10" fmla="*/ 276642 h 9224165"/>
                    <a:gd name="connsiteX11" fmla="*/ 6538239 w 8752649"/>
                    <a:gd name="connsiteY11" fmla="*/ 3731040 h 9224165"/>
                    <a:gd name="connsiteX12" fmla="*/ 6090619 w 8752649"/>
                    <a:gd name="connsiteY12" fmla="*/ 2238393 h 9224165"/>
                    <a:gd name="connsiteX13" fmla="*/ 6639839 w 8752649"/>
                    <a:gd name="connsiteY13" fmla="*/ 1031385 h 9224165"/>
                    <a:gd name="connsiteX14" fmla="*/ 7757440 w 8752649"/>
                    <a:gd name="connsiteY14" fmla="*/ 2976297 h 9224165"/>
                    <a:gd name="connsiteX15" fmla="*/ 7989669 w 8752649"/>
                    <a:gd name="connsiteY15" fmla="*/ 4340640 h 9224165"/>
                    <a:gd name="connsiteX16" fmla="*/ 8752654 w 8752649"/>
                    <a:gd name="connsiteY16" fmla="*/ 6193162 h 9224165"/>
                    <a:gd name="connsiteX17" fmla="*/ 6266896 w 8752649"/>
                    <a:gd name="connsiteY17" fmla="*/ 9224162 h 9224165"/>
                    <a:gd name="connsiteX18" fmla="*/ 5057784 w 8752649"/>
                    <a:gd name="connsiteY18" fmla="*/ 8462696 h 9224165"/>
                    <a:gd name="connsiteX19" fmla="*/ 541518 w 8752649"/>
                    <a:gd name="connsiteY19" fmla="*/ 4050353 h 9224165"/>
                    <a:gd name="connsiteX0" fmla="*/ 541518 w 8752649"/>
                    <a:gd name="connsiteY0" fmla="*/ 4050353 h 9656236"/>
                    <a:gd name="connsiteX1" fmla="*/ 1163309 w 8752649"/>
                    <a:gd name="connsiteY1" fmla="*/ 3368184 h 9656236"/>
                    <a:gd name="connsiteX2" fmla="*/ 2967723 w 8752649"/>
                    <a:gd name="connsiteY2" fmla="*/ 5196984 h 9656236"/>
                    <a:gd name="connsiteX3" fmla="*/ 108411 w 8752649"/>
                    <a:gd name="connsiteY3" fmla="*/ 2221554 h 9656236"/>
                    <a:gd name="connsiteX4" fmla="*/ 1008296 w 8752649"/>
                    <a:gd name="connsiteY4" fmla="*/ 1510355 h 9656236"/>
                    <a:gd name="connsiteX5" fmla="*/ 3432182 w 8752649"/>
                    <a:gd name="connsiteY5" fmla="*/ 3948755 h 9656236"/>
                    <a:gd name="connsiteX6" fmla="*/ 718011 w 8752649"/>
                    <a:gd name="connsiteY6" fmla="*/ 1191041 h 9656236"/>
                    <a:gd name="connsiteX7" fmla="*/ 1719497 w 8752649"/>
                    <a:gd name="connsiteY7" fmla="*/ 494356 h 9656236"/>
                    <a:gd name="connsiteX8" fmla="*/ 4085326 w 8752649"/>
                    <a:gd name="connsiteY8" fmla="*/ 2976299 h 9656236"/>
                    <a:gd name="connsiteX9" fmla="*/ 2133444 w 8752649"/>
                    <a:gd name="connsiteY9" fmla="*/ 867083 h 9656236"/>
                    <a:gd name="connsiteX10" fmla="*/ 3170925 w 8752649"/>
                    <a:gd name="connsiteY10" fmla="*/ 276642 h 9656236"/>
                    <a:gd name="connsiteX11" fmla="*/ 6538239 w 8752649"/>
                    <a:gd name="connsiteY11" fmla="*/ 3731040 h 9656236"/>
                    <a:gd name="connsiteX12" fmla="*/ 6090619 w 8752649"/>
                    <a:gd name="connsiteY12" fmla="*/ 2238393 h 9656236"/>
                    <a:gd name="connsiteX13" fmla="*/ 6639839 w 8752649"/>
                    <a:gd name="connsiteY13" fmla="*/ 1031385 h 9656236"/>
                    <a:gd name="connsiteX14" fmla="*/ 7757440 w 8752649"/>
                    <a:gd name="connsiteY14" fmla="*/ 2976297 h 9656236"/>
                    <a:gd name="connsiteX15" fmla="*/ 7989669 w 8752649"/>
                    <a:gd name="connsiteY15" fmla="*/ 4340640 h 9656236"/>
                    <a:gd name="connsiteX16" fmla="*/ 8752654 w 8752649"/>
                    <a:gd name="connsiteY16" fmla="*/ 6193162 h 9656236"/>
                    <a:gd name="connsiteX17" fmla="*/ 6613540 w 8752649"/>
                    <a:gd name="connsiteY17" fmla="*/ 9656230 h 9656236"/>
                    <a:gd name="connsiteX18" fmla="*/ 5057784 w 8752649"/>
                    <a:gd name="connsiteY18" fmla="*/ 8462696 h 9656236"/>
                    <a:gd name="connsiteX19" fmla="*/ 541518 w 8752649"/>
                    <a:gd name="connsiteY19" fmla="*/ 4050353 h 9656236"/>
                    <a:gd name="connsiteX0" fmla="*/ 541518 w 8455483"/>
                    <a:gd name="connsiteY0" fmla="*/ 4050353 h 9656236"/>
                    <a:gd name="connsiteX1" fmla="*/ 1163309 w 8455483"/>
                    <a:gd name="connsiteY1" fmla="*/ 3368184 h 9656236"/>
                    <a:gd name="connsiteX2" fmla="*/ 2967723 w 8455483"/>
                    <a:gd name="connsiteY2" fmla="*/ 5196984 h 9656236"/>
                    <a:gd name="connsiteX3" fmla="*/ 108411 w 8455483"/>
                    <a:gd name="connsiteY3" fmla="*/ 2221554 h 9656236"/>
                    <a:gd name="connsiteX4" fmla="*/ 1008296 w 8455483"/>
                    <a:gd name="connsiteY4" fmla="*/ 1510355 h 9656236"/>
                    <a:gd name="connsiteX5" fmla="*/ 3432182 w 8455483"/>
                    <a:gd name="connsiteY5" fmla="*/ 3948755 h 9656236"/>
                    <a:gd name="connsiteX6" fmla="*/ 718011 w 8455483"/>
                    <a:gd name="connsiteY6" fmla="*/ 1191041 h 9656236"/>
                    <a:gd name="connsiteX7" fmla="*/ 1719497 w 8455483"/>
                    <a:gd name="connsiteY7" fmla="*/ 494356 h 9656236"/>
                    <a:gd name="connsiteX8" fmla="*/ 4085326 w 8455483"/>
                    <a:gd name="connsiteY8" fmla="*/ 2976299 h 9656236"/>
                    <a:gd name="connsiteX9" fmla="*/ 2133444 w 8455483"/>
                    <a:gd name="connsiteY9" fmla="*/ 867083 h 9656236"/>
                    <a:gd name="connsiteX10" fmla="*/ 3170925 w 8455483"/>
                    <a:gd name="connsiteY10" fmla="*/ 276642 h 9656236"/>
                    <a:gd name="connsiteX11" fmla="*/ 6538239 w 8455483"/>
                    <a:gd name="connsiteY11" fmla="*/ 3731040 h 9656236"/>
                    <a:gd name="connsiteX12" fmla="*/ 6090619 w 8455483"/>
                    <a:gd name="connsiteY12" fmla="*/ 2238393 h 9656236"/>
                    <a:gd name="connsiteX13" fmla="*/ 6639839 w 8455483"/>
                    <a:gd name="connsiteY13" fmla="*/ 1031385 h 9656236"/>
                    <a:gd name="connsiteX14" fmla="*/ 7757440 w 8455483"/>
                    <a:gd name="connsiteY14" fmla="*/ 2976297 h 9656236"/>
                    <a:gd name="connsiteX15" fmla="*/ 7989669 w 8455483"/>
                    <a:gd name="connsiteY15" fmla="*/ 4340640 h 9656236"/>
                    <a:gd name="connsiteX16" fmla="*/ 8455477 w 8455483"/>
                    <a:gd name="connsiteY16" fmla="*/ 6151461 h 9656236"/>
                    <a:gd name="connsiteX17" fmla="*/ 6613540 w 8455483"/>
                    <a:gd name="connsiteY17" fmla="*/ 9656230 h 9656236"/>
                    <a:gd name="connsiteX18" fmla="*/ 5057784 w 8455483"/>
                    <a:gd name="connsiteY18" fmla="*/ 8462696 h 9656236"/>
                    <a:gd name="connsiteX19" fmla="*/ 541518 w 8455483"/>
                    <a:gd name="connsiteY19" fmla="*/ 4050353 h 9656236"/>
                    <a:gd name="connsiteX0" fmla="*/ 541518 w 8520757"/>
                    <a:gd name="connsiteY0" fmla="*/ 4050353 h 9656236"/>
                    <a:gd name="connsiteX1" fmla="*/ 1163309 w 8520757"/>
                    <a:gd name="connsiteY1" fmla="*/ 3368184 h 9656236"/>
                    <a:gd name="connsiteX2" fmla="*/ 2967723 w 8520757"/>
                    <a:gd name="connsiteY2" fmla="*/ 5196984 h 9656236"/>
                    <a:gd name="connsiteX3" fmla="*/ 108411 w 8520757"/>
                    <a:gd name="connsiteY3" fmla="*/ 2221554 h 9656236"/>
                    <a:gd name="connsiteX4" fmla="*/ 1008296 w 8520757"/>
                    <a:gd name="connsiteY4" fmla="*/ 1510355 h 9656236"/>
                    <a:gd name="connsiteX5" fmla="*/ 3432182 w 8520757"/>
                    <a:gd name="connsiteY5" fmla="*/ 3948755 h 9656236"/>
                    <a:gd name="connsiteX6" fmla="*/ 718011 w 8520757"/>
                    <a:gd name="connsiteY6" fmla="*/ 1191041 h 9656236"/>
                    <a:gd name="connsiteX7" fmla="*/ 1719497 w 8520757"/>
                    <a:gd name="connsiteY7" fmla="*/ 494356 h 9656236"/>
                    <a:gd name="connsiteX8" fmla="*/ 4085326 w 8520757"/>
                    <a:gd name="connsiteY8" fmla="*/ 2976299 h 9656236"/>
                    <a:gd name="connsiteX9" fmla="*/ 2133444 w 8520757"/>
                    <a:gd name="connsiteY9" fmla="*/ 867083 h 9656236"/>
                    <a:gd name="connsiteX10" fmla="*/ 3170925 w 8520757"/>
                    <a:gd name="connsiteY10" fmla="*/ 276642 h 9656236"/>
                    <a:gd name="connsiteX11" fmla="*/ 6538239 w 8520757"/>
                    <a:gd name="connsiteY11" fmla="*/ 3731040 h 9656236"/>
                    <a:gd name="connsiteX12" fmla="*/ 6090619 w 8520757"/>
                    <a:gd name="connsiteY12" fmla="*/ 2238393 h 9656236"/>
                    <a:gd name="connsiteX13" fmla="*/ 6639839 w 8520757"/>
                    <a:gd name="connsiteY13" fmla="*/ 1031385 h 9656236"/>
                    <a:gd name="connsiteX14" fmla="*/ 7757440 w 8520757"/>
                    <a:gd name="connsiteY14" fmla="*/ 2976297 h 9656236"/>
                    <a:gd name="connsiteX15" fmla="*/ 7989669 w 8520757"/>
                    <a:gd name="connsiteY15" fmla="*/ 4340640 h 9656236"/>
                    <a:gd name="connsiteX16" fmla="*/ 8520755 w 8520757"/>
                    <a:gd name="connsiteY16" fmla="*/ 6247765 h 9656236"/>
                    <a:gd name="connsiteX17" fmla="*/ 6613540 w 8520757"/>
                    <a:gd name="connsiteY17" fmla="*/ 9656230 h 9656236"/>
                    <a:gd name="connsiteX18" fmla="*/ 5057784 w 8520757"/>
                    <a:gd name="connsiteY18" fmla="*/ 8462696 h 9656236"/>
                    <a:gd name="connsiteX19" fmla="*/ 541518 w 8520757"/>
                    <a:gd name="connsiteY19" fmla="*/ 4050353 h 9656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520757" h="9656236">
                      <a:moveTo>
                        <a:pt x="541518" y="4050353"/>
                      </a:moveTo>
                      <a:cubicBezTo>
                        <a:pt x="125441" y="3629439"/>
                        <a:pt x="694015" y="2947268"/>
                        <a:pt x="1163309" y="3368184"/>
                      </a:cubicBezTo>
                      <a:lnTo>
                        <a:pt x="2967723" y="5196984"/>
                      </a:lnTo>
                      <a:lnTo>
                        <a:pt x="108411" y="2221554"/>
                      </a:lnTo>
                      <a:cubicBezTo>
                        <a:pt x="-288312" y="1549060"/>
                        <a:pt x="493523" y="1038543"/>
                        <a:pt x="1008296" y="1510355"/>
                      </a:cubicBezTo>
                      <a:lnTo>
                        <a:pt x="3432182" y="3948755"/>
                      </a:lnTo>
                      <a:lnTo>
                        <a:pt x="718011" y="1191041"/>
                      </a:lnTo>
                      <a:cubicBezTo>
                        <a:pt x="330963" y="465328"/>
                        <a:pt x="1235688" y="29898"/>
                        <a:pt x="1719497" y="494356"/>
                      </a:cubicBezTo>
                      <a:lnTo>
                        <a:pt x="4085326" y="2976299"/>
                      </a:lnTo>
                      <a:lnTo>
                        <a:pt x="2133444" y="867083"/>
                      </a:lnTo>
                      <a:cubicBezTo>
                        <a:pt x="1689694" y="110019"/>
                        <a:pt x="2618995" y="-311477"/>
                        <a:pt x="3170925" y="276642"/>
                      </a:cubicBezTo>
                      <a:lnTo>
                        <a:pt x="6538239" y="3731040"/>
                      </a:lnTo>
                      <a:cubicBezTo>
                        <a:pt x="6567268" y="3498812"/>
                        <a:pt x="6433736" y="2847992"/>
                        <a:pt x="6090619" y="2238393"/>
                      </a:cubicBezTo>
                      <a:cubicBezTo>
                        <a:pt x="5902707" y="1832574"/>
                        <a:pt x="6141515" y="1249099"/>
                        <a:pt x="6639839" y="1031385"/>
                      </a:cubicBezTo>
                      <a:cubicBezTo>
                        <a:pt x="7026887" y="1679688"/>
                        <a:pt x="7384906" y="2327993"/>
                        <a:pt x="7757440" y="2976297"/>
                      </a:cubicBezTo>
                      <a:lnTo>
                        <a:pt x="7989669" y="4340640"/>
                      </a:lnTo>
                      <a:cubicBezTo>
                        <a:pt x="8085131" y="4794167"/>
                        <a:pt x="8362938" y="6104719"/>
                        <a:pt x="8520755" y="6247765"/>
                      </a:cubicBezTo>
                      <a:cubicBezTo>
                        <a:pt x="7745476" y="7492361"/>
                        <a:pt x="7354037" y="8365842"/>
                        <a:pt x="6613540" y="9656230"/>
                      </a:cubicBezTo>
                      <a:cubicBezTo>
                        <a:pt x="6475654" y="9629619"/>
                        <a:pt x="5181156" y="8530430"/>
                        <a:pt x="5057784" y="8462696"/>
                      </a:cubicBezTo>
                      <a:cubicBezTo>
                        <a:pt x="4397384" y="8046620"/>
                        <a:pt x="768618" y="4236716"/>
                        <a:pt x="541518" y="4050353"/>
                      </a:cubicBezTo>
                      <a:close/>
                    </a:path>
                  </a:pathLst>
                </a:custGeom>
                <a:solidFill>
                  <a:srgbClr val="F19E6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sp>
              <p:nvSpPr>
                <p:cNvPr id="187" name="Rectangle 186"/>
                <p:cNvSpPr/>
                <p:nvPr/>
              </p:nvSpPr>
              <p:spPr>
                <a:xfrm rot="19130068">
                  <a:off x="1408514" y="1472797"/>
                  <a:ext cx="150702" cy="28072"/>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sp>
              <p:nvSpPr>
                <p:cNvPr id="188" name="Rectangle 187"/>
                <p:cNvSpPr/>
                <p:nvPr/>
              </p:nvSpPr>
              <p:spPr>
                <a:xfrm rot="4559419" flipV="1">
                  <a:off x="1406903" y="2042706"/>
                  <a:ext cx="150701" cy="28072"/>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sp>
              <p:nvSpPr>
                <p:cNvPr id="189" name="Rectangle 119"/>
                <p:cNvSpPr/>
                <p:nvPr/>
              </p:nvSpPr>
              <p:spPr>
                <a:xfrm>
                  <a:off x="435555" y="1018822"/>
                  <a:ext cx="1108710" cy="1208730"/>
                </a:xfrm>
                <a:custGeom>
                  <a:avLst/>
                  <a:gdLst>
                    <a:gd name="connsiteX0" fmla="*/ 0 w 1149532"/>
                    <a:gd name="connsiteY0" fmla="*/ 0 h 1291398"/>
                    <a:gd name="connsiteX1" fmla="*/ 1149532 w 1149532"/>
                    <a:gd name="connsiteY1" fmla="*/ 0 h 1291398"/>
                    <a:gd name="connsiteX2" fmla="*/ 1149532 w 1149532"/>
                    <a:gd name="connsiteY2" fmla="*/ 1291398 h 1291398"/>
                    <a:gd name="connsiteX3" fmla="*/ 0 w 1149532"/>
                    <a:gd name="connsiteY3" fmla="*/ 1291398 h 1291398"/>
                    <a:gd name="connsiteX4" fmla="*/ 0 w 1149532"/>
                    <a:gd name="connsiteY4" fmla="*/ 0 h 1291398"/>
                    <a:gd name="connsiteX0" fmla="*/ 0 w 1324126"/>
                    <a:gd name="connsiteY0" fmla="*/ 665825 h 1291398"/>
                    <a:gd name="connsiteX1" fmla="*/ 1324126 w 1324126"/>
                    <a:gd name="connsiteY1" fmla="*/ 0 h 1291398"/>
                    <a:gd name="connsiteX2" fmla="*/ 1324126 w 1324126"/>
                    <a:gd name="connsiteY2" fmla="*/ 1291398 h 1291398"/>
                    <a:gd name="connsiteX3" fmla="*/ 174594 w 1324126"/>
                    <a:gd name="connsiteY3" fmla="*/ 1291398 h 1291398"/>
                    <a:gd name="connsiteX4" fmla="*/ 0 w 1324126"/>
                    <a:gd name="connsiteY4" fmla="*/ 665825 h 1291398"/>
                    <a:gd name="connsiteX0" fmla="*/ 0 w 1324126"/>
                    <a:gd name="connsiteY0" fmla="*/ 1009095 h 1634668"/>
                    <a:gd name="connsiteX1" fmla="*/ 1229431 w 1324126"/>
                    <a:gd name="connsiteY1" fmla="*/ 0 h 1634668"/>
                    <a:gd name="connsiteX2" fmla="*/ 1324126 w 1324126"/>
                    <a:gd name="connsiteY2" fmla="*/ 1634668 h 1634668"/>
                    <a:gd name="connsiteX3" fmla="*/ 174594 w 1324126"/>
                    <a:gd name="connsiteY3" fmla="*/ 1634668 h 1634668"/>
                    <a:gd name="connsiteX4" fmla="*/ 0 w 1324126"/>
                    <a:gd name="connsiteY4" fmla="*/ 1009095 h 1634668"/>
                    <a:gd name="connsiteX0" fmla="*/ 0 w 1324126"/>
                    <a:gd name="connsiteY0" fmla="*/ 1009095 h 1634668"/>
                    <a:gd name="connsiteX1" fmla="*/ 1229431 w 1324126"/>
                    <a:gd name="connsiteY1" fmla="*/ 0 h 1634668"/>
                    <a:gd name="connsiteX2" fmla="*/ 1324126 w 1324126"/>
                    <a:gd name="connsiteY2" fmla="*/ 1634668 h 1634668"/>
                    <a:gd name="connsiteX3" fmla="*/ 174594 w 1324126"/>
                    <a:gd name="connsiteY3" fmla="*/ 1634668 h 1634668"/>
                    <a:gd name="connsiteX4" fmla="*/ 0 w 1324126"/>
                    <a:gd name="connsiteY4" fmla="*/ 1009095 h 1634668"/>
                    <a:gd name="connsiteX0" fmla="*/ 0 w 1324126"/>
                    <a:gd name="connsiteY0" fmla="*/ 1009095 h 1634668"/>
                    <a:gd name="connsiteX1" fmla="*/ 1229431 w 1324126"/>
                    <a:gd name="connsiteY1" fmla="*/ 0 h 1634668"/>
                    <a:gd name="connsiteX2" fmla="*/ 1324126 w 1324126"/>
                    <a:gd name="connsiteY2" fmla="*/ 1634668 h 1634668"/>
                    <a:gd name="connsiteX3" fmla="*/ 174594 w 1324126"/>
                    <a:gd name="connsiteY3" fmla="*/ 1634668 h 1634668"/>
                    <a:gd name="connsiteX4" fmla="*/ 0 w 1324126"/>
                    <a:gd name="connsiteY4" fmla="*/ 1009095 h 1634668"/>
                    <a:gd name="connsiteX0" fmla="*/ 0 w 1324126"/>
                    <a:gd name="connsiteY0" fmla="*/ 1009095 h 1634668"/>
                    <a:gd name="connsiteX1" fmla="*/ 1229431 w 1324126"/>
                    <a:gd name="connsiteY1" fmla="*/ 0 h 1634668"/>
                    <a:gd name="connsiteX2" fmla="*/ 1324126 w 1324126"/>
                    <a:gd name="connsiteY2" fmla="*/ 1634668 h 1634668"/>
                    <a:gd name="connsiteX3" fmla="*/ 174594 w 1324126"/>
                    <a:gd name="connsiteY3" fmla="*/ 1634668 h 1634668"/>
                    <a:gd name="connsiteX4" fmla="*/ 0 w 1324126"/>
                    <a:gd name="connsiteY4" fmla="*/ 1009095 h 1634668"/>
                    <a:gd name="connsiteX0" fmla="*/ 0 w 1324126"/>
                    <a:gd name="connsiteY0" fmla="*/ 1009095 h 1634668"/>
                    <a:gd name="connsiteX1" fmla="*/ 1229431 w 1324126"/>
                    <a:gd name="connsiteY1" fmla="*/ 0 h 1634668"/>
                    <a:gd name="connsiteX2" fmla="*/ 1324126 w 1324126"/>
                    <a:gd name="connsiteY2" fmla="*/ 1634668 h 1634668"/>
                    <a:gd name="connsiteX3" fmla="*/ 174594 w 1324126"/>
                    <a:gd name="connsiteY3" fmla="*/ 1634668 h 1634668"/>
                    <a:gd name="connsiteX4" fmla="*/ 0 w 1324126"/>
                    <a:gd name="connsiteY4" fmla="*/ 1009095 h 1634668"/>
                    <a:gd name="connsiteX0" fmla="*/ 0 w 1324126"/>
                    <a:gd name="connsiteY0" fmla="*/ 1090537 h 1716110"/>
                    <a:gd name="connsiteX1" fmla="*/ 1229431 w 1324126"/>
                    <a:gd name="connsiteY1" fmla="*/ 81442 h 1716110"/>
                    <a:gd name="connsiteX2" fmla="*/ 1324126 w 1324126"/>
                    <a:gd name="connsiteY2" fmla="*/ 1716110 h 1716110"/>
                    <a:gd name="connsiteX3" fmla="*/ 174594 w 1324126"/>
                    <a:gd name="connsiteY3" fmla="*/ 1716110 h 1716110"/>
                    <a:gd name="connsiteX4" fmla="*/ 0 w 1324126"/>
                    <a:gd name="connsiteY4" fmla="*/ 1090537 h 1716110"/>
                    <a:gd name="connsiteX0" fmla="*/ 0 w 1324126"/>
                    <a:gd name="connsiteY0" fmla="*/ 1085218 h 1710791"/>
                    <a:gd name="connsiteX1" fmla="*/ 1232390 w 1324126"/>
                    <a:gd name="connsiteY1" fmla="*/ 82042 h 1710791"/>
                    <a:gd name="connsiteX2" fmla="*/ 1324126 w 1324126"/>
                    <a:gd name="connsiteY2" fmla="*/ 1710791 h 1710791"/>
                    <a:gd name="connsiteX3" fmla="*/ 174594 w 1324126"/>
                    <a:gd name="connsiteY3" fmla="*/ 1710791 h 1710791"/>
                    <a:gd name="connsiteX4" fmla="*/ 0 w 1324126"/>
                    <a:gd name="connsiteY4" fmla="*/ 1085218 h 1710791"/>
                    <a:gd name="connsiteX0" fmla="*/ 0 w 1324126"/>
                    <a:gd name="connsiteY0" fmla="*/ 1093173 h 1718746"/>
                    <a:gd name="connsiteX1" fmla="*/ 1232390 w 1324126"/>
                    <a:gd name="connsiteY1" fmla="*/ 89997 h 1718746"/>
                    <a:gd name="connsiteX2" fmla="*/ 1324126 w 1324126"/>
                    <a:gd name="connsiteY2" fmla="*/ 1718746 h 1718746"/>
                    <a:gd name="connsiteX3" fmla="*/ 174594 w 1324126"/>
                    <a:gd name="connsiteY3" fmla="*/ 1718746 h 1718746"/>
                    <a:gd name="connsiteX4" fmla="*/ 0 w 1324126"/>
                    <a:gd name="connsiteY4" fmla="*/ 1093173 h 1718746"/>
                    <a:gd name="connsiteX0" fmla="*/ 0 w 1324126"/>
                    <a:gd name="connsiteY0" fmla="*/ 1093173 h 1718746"/>
                    <a:gd name="connsiteX1" fmla="*/ 1232390 w 1324126"/>
                    <a:gd name="connsiteY1" fmla="*/ 89997 h 1718746"/>
                    <a:gd name="connsiteX2" fmla="*/ 1268904 w 1324126"/>
                    <a:gd name="connsiteY2" fmla="*/ 806575 h 1718746"/>
                    <a:gd name="connsiteX3" fmla="*/ 1324126 w 1324126"/>
                    <a:gd name="connsiteY3" fmla="*/ 1718746 h 1718746"/>
                    <a:gd name="connsiteX4" fmla="*/ 174594 w 1324126"/>
                    <a:gd name="connsiteY4" fmla="*/ 1718746 h 1718746"/>
                    <a:gd name="connsiteX5" fmla="*/ 0 w 1324126"/>
                    <a:gd name="connsiteY5" fmla="*/ 1093173 h 1718746"/>
                    <a:gd name="connsiteX0" fmla="*/ 0 w 1914015"/>
                    <a:gd name="connsiteY0" fmla="*/ 1093173 h 1718746"/>
                    <a:gd name="connsiteX1" fmla="*/ 1232390 w 1914015"/>
                    <a:gd name="connsiteY1" fmla="*/ 89997 h 1718746"/>
                    <a:gd name="connsiteX2" fmla="*/ 1914015 w 1914015"/>
                    <a:gd name="connsiteY2" fmla="*/ 241363 h 1718746"/>
                    <a:gd name="connsiteX3" fmla="*/ 1324126 w 1914015"/>
                    <a:gd name="connsiteY3" fmla="*/ 1718746 h 1718746"/>
                    <a:gd name="connsiteX4" fmla="*/ 174594 w 1914015"/>
                    <a:gd name="connsiteY4" fmla="*/ 1718746 h 1718746"/>
                    <a:gd name="connsiteX5" fmla="*/ 0 w 1914015"/>
                    <a:gd name="connsiteY5" fmla="*/ 1093173 h 1718746"/>
                    <a:gd name="connsiteX0" fmla="*/ 0 w 1905137"/>
                    <a:gd name="connsiteY0" fmla="*/ 1093173 h 1718746"/>
                    <a:gd name="connsiteX1" fmla="*/ 1232390 w 1905137"/>
                    <a:gd name="connsiteY1" fmla="*/ 89997 h 1718746"/>
                    <a:gd name="connsiteX2" fmla="*/ 1905137 w 1905137"/>
                    <a:gd name="connsiteY2" fmla="*/ 223607 h 1718746"/>
                    <a:gd name="connsiteX3" fmla="*/ 1324126 w 1905137"/>
                    <a:gd name="connsiteY3" fmla="*/ 1718746 h 1718746"/>
                    <a:gd name="connsiteX4" fmla="*/ 174594 w 1905137"/>
                    <a:gd name="connsiteY4" fmla="*/ 1718746 h 1718746"/>
                    <a:gd name="connsiteX5" fmla="*/ 0 w 1905137"/>
                    <a:gd name="connsiteY5" fmla="*/ 1093173 h 1718746"/>
                    <a:gd name="connsiteX0" fmla="*/ 0 w 1905137"/>
                    <a:gd name="connsiteY0" fmla="*/ 1093173 h 1718746"/>
                    <a:gd name="connsiteX1" fmla="*/ 1232390 w 1905137"/>
                    <a:gd name="connsiteY1" fmla="*/ 89997 h 1718746"/>
                    <a:gd name="connsiteX2" fmla="*/ 1905137 w 1905137"/>
                    <a:gd name="connsiteY2" fmla="*/ 223607 h 1718746"/>
                    <a:gd name="connsiteX3" fmla="*/ 1324126 w 1905137"/>
                    <a:gd name="connsiteY3" fmla="*/ 1718746 h 1718746"/>
                    <a:gd name="connsiteX4" fmla="*/ 174594 w 1905137"/>
                    <a:gd name="connsiteY4" fmla="*/ 1718746 h 1718746"/>
                    <a:gd name="connsiteX5" fmla="*/ 0 w 1905137"/>
                    <a:gd name="connsiteY5" fmla="*/ 1093173 h 1718746"/>
                    <a:gd name="connsiteX0" fmla="*/ 0 w 1905137"/>
                    <a:gd name="connsiteY0" fmla="*/ 1093173 h 1718746"/>
                    <a:gd name="connsiteX1" fmla="*/ 1232390 w 1905137"/>
                    <a:gd name="connsiteY1" fmla="*/ 89997 h 1718746"/>
                    <a:gd name="connsiteX2" fmla="*/ 1905137 w 1905137"/>
                    <a:gd name="connsiteY2" fmla="*/ 223607 h 1718746"/>
                    <a:gd name="connsiteX3" fmla="*/ 1324126 w 1905137"/>
                    <a:gd name="connsiteY3" fmla="*/ 1718746 h 1718746"/>
                    <a:gd name="connsiteX4" fmla="*/ 174594 w 1905137"/>
                    <a:gd name="connsiteY4" fmla="*/ 1718746 h 1718746"/>
                    <a:gd name="connsiteX5" fmla="*/ 0 w 1905137"/>
                    <a:gd name="connsiteY5" fmla="*/ 1093173 h 1718746"/>
                    <a:gd name="connsiteX0" fmla="*/ 0 w 1905137"/>
                    <a:gd name="connsiteY0" fmla="*/ 1093173 h 1718746"/>
                    <a:gd name="connsiteX1" fmla="*/ 1232390 w 1905137"/>
                    <a:gd name="connsiteY1" fmla="*/ 89997 h 1718746"/>
                    <a:gd name="connsiteX2" fmla="*/ 1905137 w 1905137"/>
                    <a:gd name="connsiteY2" fmla="*/ 223607 h 1718746"/>
                    <a:gd name="connsiteX3" fmla="*/ 1730543 w 1905137"/>
                    <a:gd name="connsiteY3" fmla="*/ 670451 h 1718746"/>
                    <a:gd name="connsiteX4" fmla="*/ 1324126 w 1905137"/>
                    <a:gd name="connsiteY4" fmla="*/ 1718746 h 1718746"/>
                    <a:gd name="connsiteX5" fmla="*/ 174594 w 1905137"/>
                    <a:gd name="connsiteY5" fmla="*/ 1718746 h 1718746"/>
                    <a:gd name="connsiteX6" fmla="*/ 0 w 1905137"/>
                    <a:gd name="connsiteY6" fmla="*/ 1093173 h 1718746"/>
                    <a:gd name="connsiteX0" fmla="*/ 0 w 2050140"/>
                    <a:gd name="connsiteY0" fmla="*/ 1093173 h 1718746"/>
                    <a:gd name="connsiteX1" fmla="*/ 1232390 w 2050140"/>
                    <a:gd name="connsiteY1" fmla="*/ 89997 h 1718746"/>
                    <a:gd name="connsiteX2" fmla="*/ 1905137 w 2050140"/>
                    <a:gd name="connsiteY2" fmla="*/ 223607 h 1718746"/>
                    <a:gd name="connsiteX3" fmla="*/ 2050140 w 2050140"/>
                    <a:gd name="connsiteY3" fmla="*/ 359732 h 1718746"/>
                    <a:gd name="connsiteX4" fmla="*/ 1324126 w 2050140"/>
                    <a:gd name="connsiteY4" fmla="*/ 1718746 h 1718746"/>
                    <a:gd name="connsiteX5" fmla="*/ 174594 w 2050140"/>
                    <a:gd name="connsiteY5" fmla="*/ 1718746 h 1718746"/>
                    <a:gd name="connsiteX6" fmla="*/ 0 w 2050140"/>
                    <a:gd name="connsiteY6" fmla="*/ 1093173 h 1718746"/>
                    <a:gd name="connsiteX0" fmla="*/ 0 w 2050140"/>
                    <a:gd name="connsiteY0" fmla="*/ 1093173 h 1718746"/>
                    <a:gd name="connsiteX1" fmla="*/ 1232390 w 2050140"/>
                    <a:gd name="connsiteY1" fmla="*/ 89997 h 1718746"/>
                    <a:gd name="connsiteX2" fmla="*/ 1905137 w 2050140"/>
                    <a:gd name="connsiteY2" fmla="*/ 223607 h 1718746"/>
                    <a:gd name="connsiteX3" fmla="*/ 2050140 w 2050140"/>
                    <a:gd name="connsiteY3" fmla="*/ 359732 h 1718746"/>
                    <a:gd name="connsiteX4" fmla="*/ 1324126 w 2050140"/>
                    <a:gd name="connsiteY4" fmla="*/ 1718746 h 1718746"/>
                    <a:gd name="connsiteX5" fmla="*/ 174594 w 2050140"/>
                    <a:gd name="connsiteY5" fmla="*/ 1718746 h 1718746"/>
                    <a:gd name="connsiteX6" fmla="*/ 0 w 2050140"/>
                    <a:gd name="connsiteY6" fmla="*/ 1093173 h 1718746"/>
                    <a:gd name="connsiteX0" fmla="*/ 0 w 2050140"/>
                    <a:gd name="connsiteY0" fmla="*/ 1093173 h 1718746"/>
                    <a:gd name="connsiteX1" fmla="*/ 1232390 w 2050140"/>
                    <a:gd name="connsiteY1" fmla="*/ 89997 h 1718746"/>
                    <a:gd name="connsiteX2" fmla="*/ 1905137 w 2050140"/>
                    <a:gd name="connsiteY2" fmla="*/ 223607 h 1718746"/>
                    <a:gd name="connsiteX3" fmla="*/ 2050140 w 2050140"/>
                    <a:gd name="connsiteY3" fmla="*/ 359732 h 1718746"/>
                    <a:gd name="connsiteX4" fmla="*/ 1324126 w 2050140"/>
                    <a:gd name="connsiteY4" fmla="*/ 1718746 h 1718746"/>
                    <a:gd name="connsiteX5" fmla="*/ 174594 w 2050140"/>
                    <a:gd name="connsiteY5" fmla="*/ 1718746 h 1718746"/>
                    <a:gd name="connsiteX6" fmla="*/ 0 w 2050140"/>
                    <a:gd name="connsiteY6" fmla="*/ 1093173 h 1718746"/>
                    <a:gd name="connsiteX0" fmla="*/ 0 w 2050140"/>
                    <a:gd name="connsiteY0" fmla="*/ 1093173 h 1718746"/>
                    <a:gd name="connsiteX1" fmla="*/ 1232390 w 2050140"/>
                    <a:gd name="connsiteY1" fmla="*/ 89997 h 1718746"/>
                    <a:gd name="connsiteX2" fmla="*/ 1905137 w 2050140"/>
                    <a:gd name="connsiteY2" fmla="*/ 223607 h 1718746"/>
                    <a:gd name="connsiteX3" fmla="*/ 2050140 w 2050140"/>
                    <a:gd name="connsiteY3" fmla="*/ 359732 h 1718746"/>
                    <a:gd name="connsiteX4" fmla="*/ 1324126 w 2050140"/>
                    <a:gd name="connsiteY4" fmla="*/ 1718746 h 1718746"/>
                    <a:gd name="connsiteX5" fmla="*/ 174594 w 2050140"/>
                    <a:gd name="connsiteY5" fmla="*/ 1718746 h 1718746"/>
                    <a:gd name="connsiteX6" fmla="*/ 0 w 2050140"/>
                    <a:gd name="connsiteY6" fmla="*/ 1093173 h 1718746"/>
                    <a:gd name="connsiteX0" fmla="*/ 0 w 2050140"/>
                    <a:gd name="connsiteY0" fmla="*/ 1093173 h 1718746"/>
                    <a:gd name="connsiteX1" fmla="*/ 1232390 w 2050140"/>
                    <a:gd name="connsiteY1" fmla="*/ 89997 h 1718746"/>
                    <a:gd name="connsiteX2" fmla="*/ 1905137 w 2050140"/>
                    <a:gd name="connsiteY2" fmla="*/ 223607 h 1718746"/>
                    <a:gd name="connsiteX3" fmla="*/ 2050140 w 2050140"/>
                    <a:gd name="connsiteY3" fmla="*/ 350854 h 1718746"/>
                    <a:gd name="connsiteX4" fmla="*/ 1324126 w 2050140"/>
                    <a:gd name="connsiteY4" fmla="*/ 1718746 h 1718746"/>
                    <a:gd name="connsiteX5" fmla="*/ 174594 w 2050140"/>
                    <a:gd name="connsiteY5" fmla="*/ 1718746 h 1718746"/>
                    <a:gd name="connsiteX6" fmla="*/ 0 w 2050140"/>
                    <a:gd name="connsiteY6" fmla="*/ 1093173 h 1718746"/>
                    <a:gd name="connsiteX0" fmla="*/ 0 w 2050140"/>
                    <a:gd name="connsiteY0" fmla="*/ 1093173 h 1718746"/>
                    <a:gd name="connsiteX1" fmla="*/ 1232390 w 2050140"/>
                    <a:gd name="connsiteY1" fmla="*/ 89997 h 1718746"/>
                    <a:gd name="connsiteX2" fmla="*/ 1905137 w 2050140"/>
                    <a:gd name="connsiteY2" fmla="*/ 223607 h 1718746"/>
                    <a:gd name="connsiteX3" fmla="*/ 2050140 w 2050140"/>
                    <a:gd name="connsiteY3" fmla="*/ 350854 h 1718746"/>
                    <a:gd name="connsiteX4" fmla="*/ 1763093 w 2050140"/>
                    <a:gd name="connsiteY4" fmla="*/ 895352 h 1718746"/>
                    <a:gd name="connsiteX5" fmla="*/ 1324126 w 2050140"/>
                    <a:gd name="connsiteY5" fmla="*/ 1718746 h 1718746"/>
                    <a:gd name="connsiteX6" fmla="*/ 174594 w 2050140"/>
                    <a:gd name="connsiteY6" fmla="*/ 1718746 h 1718746"/>
                    <a:gd name="connsiteX7" fmla="*/ 0 w 2050140"/>
                    <a:gd name="connsiteY7" fmla="*/ 1093173 h 1718746"/>
                    <a:gd name="connsiteX0" fmla="*/ 0 w 2582798"/>
                    <a:gd name="connsiteY0" fmla="*/ 1093173 h 1718746"/>
                    <a:gd name="connsiteX1" fmla="*/ 1232390 w 2582798"/>
                    <a:gd name="connsiteY1" fmla="*/ 89997 h 1718746"/>
                    <a:gd name="connsiteX2" fmla="*/ 1905137 w 2582798"/>
                    <a:gd name="connsiteY2" fmla="*/ 223607 h 1718746"/>
                    <a:gd name="connsiteX3" fmla="*/ 2050140 w 2582798"/>
                    <a:gd name="connsiteY3" fmla="*/ 350854 h 1718746"/>
                    <a:gd name="connsiteX4" fmla="*/ 2582798 w 2582798"/>
                    <a:gd name="connsiteY4" fmla="*/ 984129 h 1718746"/>
                    <a:gd name="connsiteX5" fmla="*/ 1324126 w 2582798"/>
                    <a:gd name="connsiteY5" fmla="*/ 1718746 h 1718746"/>
                    <a:gd name="connsiteX6" fmla="*/ 174594 w 2582798"/>
                    <a:gd name="connsiteY6" fmla="*/ 1718746 h 1718746"/>
                    <a:gd name="connsiteX7" fmla="*/ 0 w 2582798"/>
                    <a:gd name="connsiteY7" fmla="*/ 1093173 h 1718746"/>
                    <a:gd name="connsiteX0" fmla="*/ 0 w 2582798"/>
                    <a:gd name="connsiteY0" fmla="*/ 1093173 h 1718746"/>
                    <a:gd name="connsiteX1" fmla="*/ 1232390 w 2582798"/>
                    <a:gd name="connsiteY1" fmla="*/ 89997 h 1718746"/>
                    <a:gd name="connsiteX2" fmla="*/ 1905137 w 2582798"/>
                    <a:gd name="connsiteY2" fmla="*/ 223607 h 1718746"/>
                    <a:gd name="connsiteX3" fmla="*/ 2050140 w 2582798"/>
                    <a:gd name="connsiteY3" fmla="*/ 350854 h 1718746"/>
                    <a:gd name="connsiteX4" fmla="*/ 2582798 w 2582798"/>
                    <a:gd name="connsiteY4" fmla="*/ 984129 h 1718746"/>
                    <a:gd name="connsiteX5" fmla="*/ 2067893 w 2582798"/>
                    <a:gd name="connsiteY5" fmla="*/ 1277092 h 1718746"/>
                    <a:gd name="connsiteX6" fmla="*/ 1324126 w 2582798"/>
                    <a:gd name="connsiteY6" fmla="*/ 1718746 h 1718746"/>
                    <a:gd name="connsiteX7" fmla="*/ 174594 w 2582798"/>
                    <a:gd name="connsiteY7" fmla="*/ 1718746 h 1718746"/>
                    <a:gd name="connsiteX8" fmla="*/ 0 w 2582798"/>
                    <a:gd name="connsiteY8" fmla="*/ 1093173 h 1718746"/>
                    <a:gd name="connsiteX0" fmla="*/ 0 w 2582798"/>
                    <a:gd name="connsiteY0" fmla="*/ 1093173 h 1718746"/>
                    <a:gd name="connsiteX1" fmla="*/ 1232390 w 2582798"/>
                    <a:gd name="connsiteY1" fmla="*/ 89997 h 1718746"/>
                    <a:gd name="connsiteX2" fmla="*/ 1905137 w 2582798"/>
                    <a:gd name="connsiteY2" fmla="*/ 223607 h 1718746"/>
                    <a:gd name="connsiteX3" fmla="*/ 2050140 w 2582798"/>
                    <a:gd name="connsiteY3" fmla="*/ 350854 h 1718746"/>
                    <a:gd name="connsiteX4" fmla="*/ 2582798 w 2582798"/>
                    <a:gd name="connsiteY4" fmla="*/ 984129 h 1718746"/>
                    <a:gd name="connsiteX5" fmla="*/ 2245446 w 2582798"/>
                    <a:gd name="connsiteY5" fmla="*/ 1262296 h 1718746"/>
                    <a:gd name="connsiteX6" fmla="*/ 1324126 w 2582798"/>
                    <a:gd name="connsiteY6" fmla="*/ 1718746 h 1718746"/>
                    <a:gd name="connsiteX7" fmla="*/ 174594 w 2582798"/>
                    <a:gd name="connsiteY7" fmla="*/ 1718746 h 1718746"/>
                    <a:gd name="connsiteX8" fmla="*/ 0 w 2582798"/>
                    <a:gd name="connsiteY8" fmla="*/ 1093173 h 1718746"/>
                    <a:gd name="connsiteX0" fmla="*/ 0 w 2582798"/>
                    <a:gd name="connsiteY0" fmla="*/ 1093173 h 1718746"/>
                    <a:gd name="connsiteX1" fmla="*/ 1232390 w 2582798"/>
                    <a:gd name="connsiteY1" fmla="*/ 89997 h 1718746"/>
                    <a:gd name="connsiteX2" fmla="*/ 1905137 w 2582798"/>
                    <a:gd name="connsiteY2" fmla="*/ 223607 h 1718746"/>
                    <a:gd name="connsiteX3" fmla="*/ 2050140 w 2582798"/>
                    <a:gd name="connsiteY3" fmla="*/ 350854 h 1718746"/>
                    <a:gd name="connsiteX4" fmla="*/ 2582798 w 2582798"/>
                    <a:gd name="connsiteY4" fmla="*/ 984129 h 1718746"/>
                    <a:gd name="connsiteX5" fmla="*/ 2245446 w 2582798"/>
                    <a:gd name="connsiteY5" fmla="*/ 1262296 h 1718746"/>
                    <a:gd name="connsiteX6" fmla="*/ 1804522 w 2582798"/>
                    <a:gd name="connsiteY6" fmla="*/ 1484237 h 1718746"/>
                    <a:gd name="connsiteX7" fmla="*/ 1324126 w 2582798"/>
                    <a:gd name="connsiteY7" fmla="*/ 1718746 h 1718746"/>
                    <a:gd name="connsiteX8" fmla="*/ 174594 w 2582798"/>
                    <a:gd name="connsiteY8" fmla="*/ 1718746 h 1718746"/>
                    <a:gd name="connsiteX9" fmla="*/ 0 w 2582798"/>
                    <a:gd name="connsiteY9" fmla="*/ 1093173 h 1718746"/>
                    <a:gd name="connsiteX0" fmla="*/ 0 w 2582798"/>
                    <a:gd name="connsiteY0" fmla="*/ 1093173 h 1718746"/>
                    <a:gd name="connsiteX1" fmla="*/ 1232390 w 2582798"/>
                    <a:gd name="connsiteY1" fmla="*/ 89997 h 1718746"/>
                    <a:gd name="connsiteX2" fmla="*/ 1905137 w 2582798"/>
                    <a:gd name="connsiteY2" fmla="*/ 223607 h 1718746"/>
                    <a:gd name="connsiteX3" fmla="*/ 2050140 w 2582798"/>
                    <a:gd name="connsiteY3" fmla="*/ 350854 h 1718746"/>
                    <a:gd name="connsiteX4" fmla="*/ 2582798 w 2582798"/>
                    <a:gd name="connsiteY4" fmla="*/ 984129 h 1718746"/>
                    <a:gd name="connsiteX5" fmla="*/ 2245446 w 2582798"/>
                    <a:gd name="connsiteY5" fmla="*/ 1262296 h 1718746"/>
                    <a:gd name="connsiteX6" fmla="*/ 1757174 w 2582798"/>
                    <a:gd name="connsiteY6" fmla="*/ 646777 h 1718746"/>
                    <a:gd name="connsiteX7" fmla="*/ 1324126 w 2582798"/>
                    <a:gd name="connsiteY7" fmla="*/ 1718746 h 1718746"/>
                    <a:gd name="connsiteX8" fmla="*/ 174594 w 2582798"/>
                    <a:gd name="connsiteY8" fmla="*/ 1718746 h 1718746"/>
                    <a:gd name="connsiteX9" fmla="*/ 0 w 2582798"/>
                    <a:gd name="connsiteY9" fmla="*/ 1093173 h 1718746"/>
                    <a:gd name="connsiteX0" fmla="*/ 0 w 2582798"/>
                    <a:gd name="connsiteY0" fmla="*/ 1093173 h 1718746"/>
                    <a:gd name="connsiteX1" fmla="*/ 1232390 w 2582798"/>
                    <a:gd name="connsiteY1" fmla="*/ 89997 h 1718746"/>
                    <a:gd name="connsiteX2" fmla="*/ 1905137 w 2582798"/>
                    <a:gd name="connsiteY2" fmla="*/ 223607 h 1718746"/>
                    <a:gd name="connsiteX3" fmla="*/ 2050140 w 2582798"/>
                    <a:gd name="connsiteY3" fmla="*/ 350854 h 1718746"/>
                    <a:gd name="connsiteX4" fmla="*/ 2582798 w 2582798"/>
                    <a:gd name="connsiteY4" fmla="*/ 984129 h 1718746"/>
                    <a:gd name="connsiteX5" fmla="*/ 2248405 w 2582798"/>
                    <a:gd name="connsiteY5" fmla="*/ 1277092 h 1718746"/>
                    <a:gd name="connsiteX6" fmla="*/ 1757174 w 2582798"/>
                    <a:gd name="connsiteY6" fmla="*/ 646777 h 1718746"/>
                    <a:gd name="connsiteX7" fmla="*/ 1324126 w 2582798"/>
                    <a:gd name="connsiteY7" fmla="*/ 1718746 h 1718746"/>
                    <a:gd name="connsiteX8" fmla="*/ 174594 w 2582798"/>
                    <a:gd name="connsiteY8" fmla="*/ 1718746 h 1718746"/>
                    <a:gd name="connsiteX9" fmla="*/ 0 w 2582798"/>
                    <a:gd name="connsiteY9" fmla="*/ 1093173 h 1718746"/>
                    <a:gd name="connsiteX0" fmla="*/ 0 w 2582798"/>
                    <a:gd name="connsiteY0" fmla="*/ 1093173 h 1718746"/>
                    <a:gd name="connsiteX1" fmla="*/ 1232390 w 2582798"/>
                    <a:gd name="connsiteY1" fmla="*/ 89997 h 1718746"/>
                    <a:gd name="connsiteX2" fmla="*/ 1905137 w 2582798"/>
                    <a:gd name="connsiteY2" fmla="*/ 223607 h 1718746"/>
                    <a:gd name="connsiteX3" fmla="*/ 2050140 w 2582798"/>
                    <a:gd name="connsiteY3" fmla="*/ 350854 h 1718746"/>
                    <a:gd name="connsiteX4" fmla="*/ 2582798 w 2582798"/>
                    <a:gd name="connsiteY4" fmla="*/ 984129 h 1718746"/>
                    <a:gd name="connsiteX5" fmla="*/ 2248405 w 2582798"/>
                    <a:gd name="connsiteY5" fmla="*/ 1277092 h 1718746"/>
                    <a:gd name="connsiteX6" fmla="*/ 1754215 w 2582798"/>
                    <a:gd name="connsiteY6" fmla="*/ 655654 h 1718746"/>
                    <a:gd name="connsiteX7" fmla="*/ 1324126 w 2582798"/>
                    <a:gd name="connsiteY7" fmla="*/ 1718746 h 1718746"/>
                    <a:gd name="connsiteX8" fmla="*/ 174594 w 2582798"/>
                    <a:gd name="connsiteY8" fmla="*/ 1718746 h 1718746"/>
                    <a:gd name="connsiteX9" fmla="*/ 0 w 2582798"/>
                    <a:gd name="connsiteY9" fmla="*/ 1093173 h 1718746"/>
                    <a:gd name="connsiteX0" fmla="*/ 0 w 2582798"/>
                    <a:gd name="connsiteY0" fmla="*/ 1093173 h 1718746"/>
                    <a:gd name="connsiteX1" fmla="*/ 1232390 w 2582798"/>
                    <a:gd name="connsiteY1" fmla="*/ 89997 h 1718746"/>
                    <a:gd name="connsiteX2" fmla="*/ 1905137 w 2582798"/>
                    <a:gd name="connsiteY2" fmla="*/ 223607 h 1718746"/>
                    <a:gd name="connsiteX3" fmla="*/ 2050140 w 2582798"/>
                    <a:gd name="connsiteY3" fmla="*/ 350854 h 1718746"/>
                    <a:gd name="connsiteX4" fmla="*/ 2582798 w 2582798"/>
                    <a:gd name="connsiteY4" fmla="*/ 984129 h 1718746"/>
                    <a:gd name="connsiteX5" fmla="*/ 2248405 w 2582798"/>
                    <a:gd name="connsiteY5" fmla="*/ 1277092 h 1718746"/>
                    <a:gd name="connsiteX6" fmla="*/ 1754215 w 2582798"/>
                    <a:gd name="connsiteY6" fmla="*/ 655654 h 1718746"/>
                    <a:gd name="connsiteX7" fmla="*/ 1526355 w 2582798"/>
                    <a:gd name="connsiteY7" fmla="*/ 1211989 h 1718746"/>
                    <a:gd name="connsiteX8" fmla="*/ 1324126 w 2582798"/>
                    <a:gd name="connsiteY8" fmla="*/ 1718746 h 1718746"/>
                    <a:gd name="connsiteX9" fmla="*/ 174594 w 2582798"/>
                    <a:gd name="connsiteY9" fmla="*/ 1718746 h 1718746"/>
                    <a:gd name="connsiteX10" fmla="*/ 0 w 2582798"/>
                    <a:gd name="connsiteY10" fmla="*/ 1093173 h 1718746"/>
                    <a:gd name="connsiteX0" fmla="*/ 0 w 2582798"/>
                    <a:gd name="connsiteY0" fmla="*/ 1093173 h 1718746"/>
                    <a:gd name="connsiteX1" fmla="*/ 1232390 w 2582798"/>
                    <a:gd name="connsiteY1" fmla="*/ 89997 h 1718746"/>
                    <a:gd name="connsiteX2" fmla="*/ 1905137 w 2582798"/>
                    <a:gd name="connsiteY2" fmla="*/ 223607 h 1718746"/>
                    <a:gd name="connsiteX3" fmla="*/ 2050140 w 2582798"/>
                    <a:gd name="connsiteY3" fmla="*/ 350854 h 1718746"/>
                    <a:gd name="connsiteX4" fmla="*/ 2582798 w 2582798"/>
                    <a:gd name="connsiteY4" fmla="*/ 984129 h 1718746"/>
                    <a:gd name="connsiteX5" fmla="*/ 2248405 w 2582798"/>
                    <a:gd name="connsiteY5" fmla="*/ 1277092 h 1718746"/>
                    <a:gd name="connsiteX6" fmla="*/ 1754215 w 2582798"/>
                    <a:gd name="connsiteY6" fmla="*/ 655654 h 1718746"/>
                    <a:gd name="connsiteX7" fmla="*/ 1123900 w 2582798"/>
                    <a:gd name="connsiteY7" fmla="*/ 566878 h 1718746"/>
                    <a:gd name="connsiteX8" fmla="*/ 1324126 w 2582798"/>
                    <a:gd name="connsiteY8" fmla="*/ 1718746 h 1718746"/>
                    <a:gd name="connsiteX9" fmla="*/ 174594 w 2582798"/>
                    <a:gd name="connsiteY9" fmla="*/ 1718746 h 1718746"/>
                    <a:gd name="connsiteX10" fmla="*/ 0 w 2582798"/>
                    <a:gd name="connsiteY10" fmla="*/ 1093173 h 1718746"/>
                    <a:gd name="connsiteX0" fmla="*/ 0 w 2582798"/>
                    <a:gd name="connsiteY0" fmla="*/ 1093173 h 1718746"/>
                    <a:gd name="connsiteX1" fmla="*/ 1232390 w 2582798"/>
                    <a:gd name="connsiteY1" fmla="*/ 89997 h 1718746"/>
                    <a:gd name="connsiteX2" fmla="*/ 1905137 w 2582798"/>
                    <a:gd name="connsiteY2" fmla="*/ 223607 h 1718746"/>
                    <a:gd name="connsiteX3" fmla="*/ 2050140 w 2582798"/>
                    <a:gd name="connsiteY3" fmla="*/ 350854 h 1718746"/>
                    <a:gd name="connsiteX4" fmla="*/ 2582798 w 2582798"/>
                    <a:gd name="connsiteY4" fmla="*/ 984129 h 1718746"/>
                    <a:gd name="connsiteX5" fmla="*/ 2248405 w 2582798"/>
                    <a:gd name="connsiteY5" fmla="*/ 1277092 h 1718746"/>
                    <a:gd name="connsiteX6" fmla="*/ 1754215 w 2582798"/>
                    <a:gd name="connsiteY6" fmla="*/ 655654 h 1718746"/>
                    <a:gd name="connsiteX7" fmla="*/ 1126860 w 2582798"/>
                    <a:gd name="connsiteY7" fmla="*/ 587593 h 1718746"/>
                    <a:gd name="connsiteX8" fmla="*/ 1324126 w 2582798"/>
                    <a:gd name="connsiteY8" fmla="*/ 1718746 h 1718746"/>
                    <a:gd name="connsiteX9" fmla="*/ 174594 w 2582798"/>
                    <a:gd name="connsiteY9" fmla="*/ 1718746 h 1718746"/>
                    <a:gd name="connsiteX10" fmla="*/ 0 w 2582798"/>
                    <a:gd name="connsiteY10" fmla="*/ 1093173 h 1718746"/>
                    <a:gd name="connsiteX0" fmla="*/ 0 w 2582798"/>
                    <a:gd name="connsiteY0" fmla="*/ 1093173 h 1718746"/>
                    <a:gd name="connsiteX1" fmla="*/ 1232390 w 2582798"/>
                    <a:gd name="connsiteY1" fmla="*/ 89997 h 1718746"/>
                    <a:gd name="connsiteX2" fmla="*/ 1905137 w 2582798"/>
                    <a:gd name="connsiteY2" fmla="*/ 223607 h 1718746"/>
                    <a:gd name="connsiteX3" fmla="*/ 2050140 w 2582798"/>
                    <a:gd name="connsiteY3" fmla="*/ 350854 h 1718746"/>
                    <a:gd name="connsiteX4" fmla="*/ 2582798 w 2582798"/>
                    <a:gd name="connsiteY4" fmla="*/ 984129 h 1718746"/>
                    <a:gd name="connsiteX5" fmla="*/ 2248405 w 2582798"/>
                    <a:gd name="connsiteY5" fmla="*/ 1277092 h 1718746"/>
                    <a:gd name="connsiteX6" fmla="*/ 1754215 w 2582798"/>
                    <a:gd name="connsiteY6" fmla="*/ 655654 h 1718746"/>
                    <a:gd name="connsiteX7" fmla="*/ 1126860 w 2582798"/>
                    <a:gd name="connsiteY7" fmla="*/ 587593 h 1718746"/>
                    <a:gd name="connsiteX8" fmla="*/ 1200841 w 2582798"/>
                    <a:gd name="connsiteY8" fmla="*/ 1037395 h 1718746"/>
                    <a:gd name="connsiteX9" fmla="*/ 1324126 w 2582798"/>
                    <a:gd name="connsiteY9" fmla="*/ 1718746 h 1718746"/>
                    <a:gd name="connsiteX10" fmla="*/ 174594 w 2582798"/>
                    <a:gd name="connsiteY10" fmla="*/ 1718746 h 1718746"/>
                    <a:gd name="connsiteX11" fmla="*/ 0 w 2582798"/>
                    <a:gd name="connsiteY11" fmla="*/ 1093173 h 1718746"/>
                    <a:gd name="connsiteX0" fmla="*/ 0 w 2582798"/>
                    <a:gd name="connsiteY0" fmla="*/ 1093173 h 1718746"/>
                    <a:gd name="connsiteX1" fmla="*/ 1232390 w 2582798"/>
                    <a:gd name="connsiteY1" fmla="*/ 89997 h 1718746"/>
                    <a:gd name="connsiteX2" fmla="*/ 1905137 w 2582798"/>
                    <a:gd name="connsiteY2" fmla="*/ 223607 h 1718746"/>
                    <a:gd name="connsiteX3" fmla="*/ 2050140 w 2582798"/>
                    <a:gd name="connsiteY3" fmla="*/ 350854 h 1718746"/>
                    <a:gd name="connsiteX4" fmla="*/ 2582798 w 2582798"/>
                    <a:gd name="connsiteY4" fmla="*/ 984129 h 1718746"/>
                    <a:gd name="connsiteX5" fmla="*/ 2248405 w 2582798"/>
                    <a:gd name="connsiteY5" fmla="*/ 1277092 h 1718746"/>
                    <a:gd name="connsiteX6" fmla="*/ 1754215 w 2582798"/>
                    <a:gd name="connsiteY6" fmla="*/ 655654 h 1718746"/>
                    <a:gd name="connsiteX7" fmla="*/ 1126860 w 2582798"/>
                    <a:gd name="connsiteY7" fmla="*/ 587593 h 1718746"/>
                    <a:gd name="connsiteX8" fmla="*/ 1109106 w 2582798"/>
                    <a:gd name="connsiteY8" fmla="*/ 969332 h 1718746"/>
                    <a:gd name="connsiteX9" fmla="*/ 1324126 w 2582798"/>
                    <a:gd name="connsiteY9" fmla="*/ 1718746 h 1718746"/>
                    <a:gd name="connsiteX10" fmla="*/ 174594 w 2582798"/>
                    <a:gd name="connsiteY10" fmla="*/ 1718746 h 1718746"/>
                    <a:gd name="connsiteX11" fmla="*/ 0 w 2582798"/>
                    <a:gd name="connsiteY11" fmla="*/ 1093173 h 1718746"/>
                    <a:gd name="connsiteX0" fmla="*/ 0 w 2582798"/>
                    <a:gd name="connsiteY0" fmla="*/ 1093173 h 1718746"/>
                    <a:gd name="connsiteX1" fmla="*/ 1232390 w 2582798"/>
                    <a:gd name="connsiteY1" fmla="*/ 89997 h 1718746"/>
                    <a:gd name="connsiteX2" fmla="*/ 1905137 w 2582798"/>
                    <a:gd name="connsiteY2" fmla="*/ 223607 h 1718746"/>
                    <a:gd name="connsiteX3" fmla="*/ 2050140 w 2582798"/>
                    <a:gd name="connsiteY3" fmla="*/ 350854 h 1718746"/>
                    <a:gd name="connsiteX4" fmla="*/ 2582798 w 2582798"/>
                    <a:gd name="connsiteY4" fmla="*/ 984129 h 1718746"/>
                    <a:gd name="connsiteX5" fmla="*/ 2248405 w 2582798"/>
                    <a:gd name="connsiteY5" fmla="*/ 1277092 h 1718746"/>
                    <a:gd name="connsiteX6" fmla="*/ 1754215 w 2582798"/>
                    <a:gd name="connsiteY6" fmla="*/ 655654 h 1718746"/>
                    <a:gd name="connsiteX7" fmla="*/ 1112064 w 2582798"/>
                    <a:gd name="connsiteY7" fmla="*/ 578716 h 1718746"/>
                    <a:gd name="connsiteX8" fmla="*/ 1109106 w 2582798"/>
                    <a:gd name="connsiteY8" fmla="*/ 969332 h 1718746"/>
                    <a:gd name="connsiteX9" fmla="*/ 1324126 w 2582798"/>
                    <a:gd name="connsiteY9" fmla="*/ 1718746 h 1718746"/>
                    <a:gd name="connsiteX10" fmla="*/ 174594 w 2582798"/>
                    <a:gd name="connsiteY10" fmla="*/ 1718746 h 1718746"/>
                    <a:gd name="connsiteX11" fmla="*/ 0 w 2582798"/>
                    <a:gd name="connsiteY11" fmla="*/ 1093173 h 1718746"/>
                    <a:gd name="connsiteX0" fmla="*/ 0 w 2582798"/>
                    <a:gd name="connsiteY0" fmla="*/ 1093173 h 1982117"/>
                    <a:gd name="connsiteX1" fmla="*/ 1232390 w 2582798"/>
                    <a:gd name="connsiteY1" fmla="*/ 89997 h 1982117"/>
                    <a:gd name="connsiteX2" fmla="*/ 1905137 w 2582798"/>
                    <a:gd name="connsiteY2" fmla="*/ 223607 h 1982117"/>
                    <a:gd name="connsiteX3" fmla="*/ 2050140 w 2582798"/>
                    <a:gd name="connsiteY3" fmla="*/ 350854 h 1982117"/>
                    <a:gd name="connsiteX4" fmla="*/ 2582798 w 2582798"/>
                    <a:gd name="connsiteY4" fmla="*/ 984129 h 1982117"/>
                    <a:gd name="connsiteX5" fmla="*/ 2248405 w 2582798"/>
                    <a:gd name="connsiteY5" fmla="*/ 1277092 h 1982117"/>
                    <a:gd name="connsiteX6" fmla="*/ 1754215 w 2582798"/>
                    <a:gd name="connsiteY6" fmla="*/ 655654 h 1982117"/>
                    <a:gd name="connsiteX7" fmla="*/ 1112064 w 2582798"/>
                    <a:gd name="connsiteY7" fmla="*/ 578716 h 1982117"/>
                    <a:gd name="connsiteX8" fmla="*/ 1109106 w 2582798"/>
                    <a:gd name="connsiteY8" fmla="*/ 969332 h 1982117"/>
                    <a:gd name="connsiteX9" fmla="*/ 770751 w 2582798"/>
                    <a:gd name="connsiteY9" fmla="*/ 1982117 h 1982117"/>
                    <a:gd name="connsiteX10" fmla="*/ 174594 w 2582798"/>
                    <a:gd name="connsiteY10" fmla="*/ 1718746 h 1982117"/>
                    <a:gd name="connsiteX11" fmla="*/ 0 w 2582798"/>
                    <a:gd name="connsiteY11" fmla="*/ 1093173 h 1982117"/>
                    <a:gd name="connsiteX0" fmla="*/ 0 w 2582798"/>
                    <a:gd name="connsiteY0" fmla="*/ 1093173 h 1982117"/>
                    <a:gd name="connsiteX1" fmla="*/ 1232390 w 2582798"/>
                    <a:gd name="connsiteY1" fmla="*/ 89997 h 1982117"/>
                    <a:gd name="connsiteX2" fmla="*/ 1905137 w 2582798"/>
                    <a:gd name="connsiteY2" fmla="*/ 223607 h 1982117"/>
                    <a:gd name="connsiteX3" fmla="*/ 2050140 w 2582798"/>
                    <a:gd name="connsiteY3" fmla="*/ 350854 h 1982117"/>
                    <a:gd name="connsiteX4" fmla="*/ 2582798 w 2582798"/>
                    <a:gd name="connsiteY4" fmla="*/ 984129 h 1982117"/>
                    <a:gd name="connsiteX5" fmla="*/ 2248405 w 2582798"/>
                    <a:gd name="connsiteY5" fmla="*/ 1277092 h 1982117"/>
                    <a:gd name="connsiteX6" fmla="*/ 1754215 w 2582798"/>
                    <a:gd name="connsiteY6" fmla="*/ 655654 h 1982117"/>
                    <a:gd name="connsiteX7" fmla="*/ 1112064 w 2582798"/>
                    <a:gd name="connsiteY7" fmla="*/ 578716 h 1982117"/>
                    <a:gd name="connsiteX8" fmla="*/ 1109106 w 2582798"/>
                    <a:gd name="connsiteY8" fmla="*/ 969332 h 1982117"/>
                    <a:gd name="connsiteX9" fmla="*/ 770751 w 2582798"/>
                    <a:gd name="connsiteY9" fmla="*/ 1982117 h 1982117"/>
                    <a:gd name="connsiteX10" fmla="*/ 458076 w 2582798"/>
                    <a:gd name="connsiteY10" fmla="*/ 1842303 h 1982117"/>
                    <a:gd name="connsiteX11" fmla="*/ 174594 w 2582798"/>
                    <a:gd name="connsiteY11" fmla="*/ 1718746 h 1982117"/>
                    <a:gd name="connsiteX12" fmla="*/ 0 w 2582798"/>
                    <a:gd name="connsiteY12" fmla="*/ 1093173 h 1982117"/>
                    <a:gd name="connsiteX0" fmla="*/ 0 w 2582798"/>
                    <a:gd name="connsiteY0" fmla="*/ 1093173 h 2191491"/>
                    <a:gd name="connsiteX1" fmla="*/ 1232390 w 2582798"/>
                    <a:gd name="connsiteY1" fmla="*/ 89997 h 2191491"/>
                    <a:gd name="connsiteX2" fmla="*/ 1905137 w 2582798"/>
                    <a:gd name="connsiteY2" fmla="*/ 223607 h 2191491"/>
                    <a:gd name="connsiteX3" fmla="*/ 2050140 w 2582798"/>
                    <a:gd name="connsiteY3" fmla="*/ 350854 h 2191491"/>
                    <a:gd name="connsiteX4" fmla="*/ 2582798 w 2582798"/>
                    <a:gd name="connsiteY4" fmla="*/ 984129 h 2191491"/>
                    <a:gd name="connsiteX5" fmla="*/ 2248405 w 2582798"/>
                    <a:gd name="connsiteY5" fmla="*/ 1277092 h 2191491"/>
                    <a:gd name="connsiteX6" fmla="*/ 1754215 w 2582798"/>
                    <a:gd name="connsiteY6" fmla="*/ 655654 h 2191491"/>
                    <a:gd name="connsiteX7" fmla="*/ 1112064 w 2582798"/>
                    <a:gd name="connsiteY7" fmla="*/ 578716 h 2191491"/>
                    <a:gd name="connsiteX8" fmla="*/ 1109106 w 2582798"/>
                    <a:gd name="connsiteY8" fmla="*/ 969332 h 2191491"/>
                    <a:gd name="connsiteX9" fmla="*/ 770751 w 2582798"/>
                    <a:gd name="connsiteY9" fmla="*/ 1982117 h 2191491"/>
                    <a:gd name="connsiteX10" fmla="*/ 674099 w 2582798"/>
                    <a:gd name="connsiteY10" fmla="*/ 2191491 h 2191491"/>
                    <a:gd name="connsiteX11" fmla="*/ 174594 w 2582798"/>
                    <a:gd name="connsiteY11" fmla="*/ 1718746 h 2191491"/>
                    <a:gd name="connsiteX12" fmla="*/ 0 w 2582798"/>
                    <a:gd name="connsiteY12" fmla="*/ 1093173 h 2191491"/>
                    <a:gd name="connsiteX0" fmla="*/ 0 w 2582798"/>
                    <a:gd name="connsiteY0" fmla="*/ 1093173 h 2191491"/>
                    <a:gd name="connsiteX1" fmla="*/ 1232390 w 2582798"/>
                    <a:gd name="connsiteY1" fmla="*/ 89997 h 2191491"/>
                    <a:gd name="connsiteX2" fmla="*/ 1905137 w 2582798"/>
                    <a:gd name="connsiteY2" fmla="*/ 223607 h 2191491"/>
                    <a:gd name="connsiteX3" fmla="*/ 2050140 w 2582798"/>
                    <a:gd name="connsiteY3" fmla="*/ 350854 h 2191491"/>
                    <a:gd name="connsiteX4" fmla="*/ 2582798 w 2582798"/>
                    <a:gd name="connsiteY4" fmla="*/ 984129 h 2191491"/>
                    <a:gd name="connsiteX5" fmla="*/ 2248405 w 2582798"/>
                    <a:gd name="connsiteY5" fmla="*/ 1277092 h 2191491"/>
                    <a:gd name="connsiteX6" fmla="*/ 1754215 w 2582798"/>
                    <a:gd name="connsiteY6" fmla="*/ 655654 h 2191491"/>
                    <a:gd name="connsiteX7" fmla="*/ 1112064 w 2582798"/>
                    <a:gd name="connsiteY7" fmla="*/ 578716 h 2191491"/>
                    <a:gd name="connsiteX8" fmla="*/ 1109106 w 2582798"/>
                    <a:gd name="connsiteY8" fmla="*/ 969332 h 2191491"/>
                    <a:gd name="connsiteX9" fmla="*/ 770751 w 2582798"/>
                    <a:gd name="connsiteY9" fmla="*/ 1982117 h 2191491"/>
                    <a:gd name="connsiteX10" fmla="*/ 674099 w 2582798"/>
                    <a:gd name="connsiteY10" fmla="*/ 2191491 h 2191491"/>
                    <a:gd name="connsiteX11" fmla="*/ 381136 w 2582798"/>
                    <a:gd name="connsiteY11" fmla="*/ 1919243 h 2191491"/>
                    <a:gd name="connsiteX12" fmla="*/ 174594 w 2582798"/>
                    <a:gd name="connsiteY12" fmla="*/ 1718746 h 2191491"/>
                    <a:gd name="connsiteX13" fmla="*/ 0 w 2582798"/>
                    <a:gd name="connsiteY13" fmla="*/ 1093173 h 2191491"/>
                    <a:gd name="connsiteX0" fmla="*/ 0 w 2582798"/>
                    <a:gd name="connsiteY0" fmla="*/ 1093173 h 2582109"/>
                    <a:gd name="connsiteX1" fmla="*/ 1232390 w 2582798"/>
                    <a:gd name="connsiteY1" fmla="*/ 89997 h 2582109"/>
                    <a:gd name="connsiteX2" fmla="*/ 1905137 w 2582798"/>
                    <a:gd name="connsiteY2" fmla="*/ 223607 h 2582109"/>
                    <a:gd name="connsiteX3" fmla="*/ 2050140 w 2582798"/>
                    <a:gd name="connsiteY3" fmla="*/ 350854 h 2582109"/>
                    <a:gd name="connsiteX4" fmla="*/ 2582798 w 2582798"/>
                    <a:gd name="connsiteY4" fmla="*/ 984129 h 2582109"/>
                    <a:gd name="connsiteX5" fmla="*/ 2248405 w 2582798"/>
                    <a:gd name="connsiteY5" fmla="*/ 1277092 h 2582109"/>
                    <a:gd name="connsiteX6" fmla="*/ 1754215 w 2582798"/>
                    <a:gd name="connsiteY6" fmla="*/ 655654 h 2582109"/>
                    <a:gd name="connsiteX7" fmla="*/ 1112064 w 2582798"/>
                    <a:gd name="connsiteY7" fmla="*/ 578716 h 2582109"/>
                    <a:gd name="connsiteX8" fmla="*/ 1109106 w 2582798"/>
                    <a:gd name="connsiteY8" fmla="*/ 969332 h 2582109"/>
                    <a:gd name="connsiteX9" fmla="*/ 770751 w 2582798"/>
                    <a:gd name="connsiteY9" fmla="*/ 1982117 h 2582109"/>
                    <a:gd name="connsiteX10" fmla="*/ 674099 w 2582798"/>
                    <a:gd name="connsiteY10" fmla="*/ 2191491 h 2582109"/>
                    <a:gd name="connsiteX11" fmla="*/ 1449416 w 2582798"/>
                    <a:gd name="connsiteY11" fmla="*/ 2582109 h 2582109"/>
                    <a:gd name="connsiteX12" fmla="*/ 174594 w 2582798"/>
                    <a:gd name="connsiteY12" fmla="*/ 1718746 h 2582109"/>
                    <a:gd name="connsiteX13" fmla="*/ 0 w 2582798"/>
                    <a:gd name="connsiteY13" fmla="*/ 1093173 h 2582109"/>
                    <a:gd name="connsiteX0" fmla="*/ 0 w 2582798"/>
                    <a:gd name="connsiteY0" fmla="*/ 1093173 h 2582109"/>
                    <a:gd name="connsiteX1" fmla="*/ 1232390 w 2582798"/>
                    <a:gd name="connsiteY1" fmla="*/ 89997 h 2582109"/>
                    <a:gd name="connsiteX2" fmla="*/ 1905137 w 2582798"/>
                    <a:gd name="connsiteY2" fmla="*/ 223607 h 2582109"/>
                    <a:gd name="connsiteX3" fmla="*/ 2050140 w 2582798"/>
                    <a:gd name="connsiteY3" fmla="*/ 350854 h 2582109"/>
                    <a:gd name="connsiteX4" fmla="*/ 2582798 w 2582798"/>
                    <a:gd name="connsiteY4" fmla="*/ 984129 h 2582109"/>
                    <a:gd name="connsiteX5" fmla="*/ 2248405 w 2582798"/>
                    <a:gd name="connsiteY5" fmla="*/ 1277092 h 2582109"/>
                    <a:gd name="connsiteX6" fmla="*/ 1754215 w 2582798"/>
                    <a:gd name="connsiteY6" fmla="*/ 655654 h 2582109"/>
                    <a:gd name="connsiteX7" fmla="*/ 1112064 w 2582798"/>
                    <a:gd name="connsiteY7" fmla="*/ 578716 h 2582109"/>
                    <a:gd name="connsiteX8" fmla="*/ 1109106 w 2582798"/>
                    <a:gd name="connsiteY8" fmla="*/ 969332 h 2582109"/>
                    <a:gd name="connsiteX9" fmla="*/ 770751 w 2582798"/>
                    <a:gd name="connsiteY9" fmla="*/ 1982117 h 2582109"/>
                    <a:gd name="connsiteX10" fmla="*/ 674099 w 2582798"/>
                    <a:gd name="connsiteY10" fmla="*/ 2191491 h 2582109"/>
                    <a:gd name="connsiteX11" fmla="*/ 1449416 w 2582798"/>
                    <a:gd name="connsiteY11" fmla="*/ 2582109 h 2582109"/>
                    <a:gd name="connsiteX12" fmla="*/ 671140 w 2582798"/>
                    <a:gd name="connsiteY12" fmla="*/ 2055367 h 2582109"/>
                    <a:gd name="connsiteX13" fmla="*/ 174594 w 2582798"/>
                    <a:gd name="connsiteY13" fmla="*/ 1718746 h 2582109"/>
                    <a:gd name="connsiteX14" fmla="*/ 0 w 2582798"/>
                    <a:gd name="connsiteY14" fmla="*/ 1093173 h 2582109"/>
                    <a:gd name="connsiteX0" fmla="*/ 0 w 2582798"/>
                    <a:gd name="connsiteY0" fmla="*/ 1093173 h 2582109"/>
                    <a:gd name="connsiteX1" fmla="*/ 1232390 w 2582798"/>
                    <a:gd name="connsiteY1" fmla="*/ 89997 h 2582109"/>
                    <a:gd name="connsiteX2" fmla="*/ 1905137 w 2582798"/>
                    <a:gd name="connsiteY2" fmla="*/ 223607 h 2582109"/>
                    <a:gd name="connsiteX3" fmla="*/ 2050140 w 2582798"/>
                    <a:gd name="connsiteY3" fmla="*/ 350854 h 2582109"/>
                    <a:gd name="connsiteX4" fmla="*/ 2582798 w 2582798"/>
                    <a:gd name="connsiteY4" fmla="*/ 984129 h 2582109"/>
                    <a:gd name="connsiteX5" fmla="*/ 2248405 w 2582798"/>
                    <a:gd name="connsiteY5" fmla="*/ 1277092 h 2582109"/>
                    <a:gd name="connsiteX6" fmla="*/ 1754215 w 2582798"/>
                    <a:gd name="connsiteY6" fmla="*/ 655654 h 2582109"/>
                    <a:gd name="connsiteX7" fmla="*/ 1112064 w 2582798"/>
                    <a:gd name="connsiteY7" fmla="*/ 578716 h 2582109"/>
                    <a:gd name="connsiteX8" fmla="*/ 1109106 w 2582798"/>
                    <a:gd name="connsiteY8" fmla="*/ 969332 h 2582109"/>
                    <a:gd name="connsiteX9" fmla="*/ 770751 w 2582798"/>
                    <a:gd name="connsiteY9" fmla="*/ 1982117 h 2582109"/>
                    <a:gd name="connsiteX10" fmla="*/ 674099 w 2582798"/>
                    <a:gd name="connsiteY10" fmla="*/ 2191491 h 2582109"/>
                    <a:gd name="connsiteX11" fmla="*/ 1449416 w 2582798"/>
                    <a:gd name="connsiteY11" fmla="*/ 2582109 h 2582109"/>
                    <a:gd name="connsiteX12" fmla="*/ 2346061 w 2582798"/>
                    <a:gd name="connsiteY12" fmla="*/ 2369045 h 2582109"/>
                    <a:gd name="connsiteX13" fmla="*/ 174594 w 2582798"/>
                    <a:gd name="connsiteY13" fmla="*/ 1718746 h 2582109"/>
                    <a:gd name="connsiteX14" fmla="*/ 0 w 2582798"/>
                    <a:gd name="connsiteY14" fmla="*/ 1093173 h 2582109"/>
                    <a:gd name="connsiteX0" fmla="*/ 0 w 2582798"/>
                    <a:gd name="connsiteY0" fmla="*/ 1093173 h 2582109"/>
                    <a:gd name="connsiteX1" fmla="*/ 1232390 w 2582798"/>
                    <a:gd name="connsiteY1" fmla="*/ 89997 h 2582109"/>
                    <a:gd name="connsiteX2" fmla="*/ 1905137 w 2582798"/>
                    <a:gd name="connsiteY2" fmla="*/ 223607 h 2582109"/>
                    <a:gd name="connsiteX3" fmla="*/ 2050140 w 2582798"/>
                    <a:gd name="connsiteY3" fmla="*/ 350854 h 2582109"/>
                    <a:gd name="connsiteX4" fmla="*/ 2582798 w 2582798"/>
                    <a:gd name="connsiteY4" fmla="*/ 984129 h 2582109"/>
                    <a:gd name="connsiteX5" fmla="*/ 2248405 w 2582798"/>
                    <a:gd name="connsiteY5" fmla="*/ 1277092 h 2582109"/>
                    <a:gd name="connsiteX6" fmla="*/ 1754215 w 2582798"/>
                    <a:gd name="connsiteY6" fmla="*/ 655654 h 2582109"/>
                    <a:gd name="connsiteX7" fmla="*/ 1112064 w 2582798"/>
                    <a:gd name="connsiteY7" fmla="*/ 578716 h 2582109"/>
                    <a:gd name="connsiteX8" fmla="*/ 1109106 w 2582798"/>
                    <a:gd name="connsiteY8" fmla="*/ 969332 h 2582109"/>
                    <a:gd name="connsiteX9" fmla="*/ 770751 w 2582798"/>
                    <a:gd name="connsiteY9" fmla="*/ 1982117 h 2582109"/>
                    <a:gd name="connsiteX10" fmla="*/ 674099 w 2582798"/>
                    <a:gd name="connsiteY10" fmla="*/ 2191491 h 2582109"/>
                    <a:gd name="connsiteX11" fmla="*/ 1449416 w 2582798"/>
                    <a:gd name="connsiteY11" fmla="*/ 2582109 h 2582109"/>
                    <a:gd name="connsiteX12" fmla="*/ 2346061 w 2582798"/>
                    <a:gd name="connsiteY12" fmla="*/ 2369045 h 2582109"/>
                    <a:gd name="connsiteX13" fmla="*/ 1262984 w 2582798"/>
                    <a:gd name="connsiteY13" fmla="*/ 2040571 h 2582109"/>
                    <a:gd name="connsiteX14" fmla="*/ 174594 w 2582798"/>
                    <a:gd name="connsiteY14" fmla="*/ 1718746 h 2582109"/>
                    <a:gd name="connsiteX15" fmla="*/ 0 w 2582798"/>
                    <a:gd name="connsiteY15" fmla="*/ 1093173 h 2582109"/>
                    <a:gd name="connsiteX0" fmla="*/ 0 w 2582798"/>
                    <a:gd name="connsiteY0" fmla="*/ 1093173 h 2901705"/>
                    <a:gd name="connsiteX1" fmla="*/ 1232390 w 2582798"/>
                    <a:gd name="connsiteY1" fmla="*/ 89997 h 2901705"/>
                    <a:gd name="connsiteX2" fmla="*/ 1905137 w 2582798"/>
                    <a:gd name="connsiteY2" fmla="*/ 223607 h 2901705"/>
                    <a:gd name="connsiteX3" fmla="*/ 2050140 w 2582798"/>
                    <a:gd name="connsiteY3" fmla="*/ 350854 h 2901705"/>
                    <a:gd name="connsiteX4" fmla="*/ 2582798 w 2582798"/>
                    <a:gd name="connsiteY4" fmla="*/ 984129 h 2901705"/>
                    <a:gd name="connsiteX5" fmla="*/ 2248405 w 2582798"/>
                    <a:gd name="connsiteY5" fmla="*/ 1277092 h 2901705"/>
                    <a:gd name="connsiteX6" fmla="*/ 1754215 w 2582798"/>
                    <a:gd name="connsiteY6" fmla="*/ 655654 h 2901705"/>
                    <a:gd name="connsiteX7" fmla="*/ 1112064 w 2582798"/>
                    <a:gd name="connsiteY7" fmla="*/ 578716 h 2901705"/>
                    <a:gd name="connsiteX8" fmla="*/ 1109106 w 2582798"/>
                    <a:gd name="connsiteY8" fmla="*/ 969332 h 2901705"/>
                    <a:gd name="connsiteX9" fmla="*/ 770751 w 2582798"/>
                    <a:gd name="connsiteY9" fmla="*/ 1982117 h 2901705"/>
                    <a:gd name="connsiteX10" fmla="*/ 674099 w 2582798"/>
                    <a:gd name="connsiteY10" fmla="*/ 2191491 h 2901705"/>
                    <a:gd name="connsiteX11" fmla="*/ 1449416 w 2582798"/>
                    <a:gd name="connsiteY11" fmla="*/ 2582109 h 2901705"/>
                    <a:gd name="connsiteX12" fmla="*/ 2346061 w 2582798"/>
                    <a:gd name="connsiteY12" fmla="*/ 2369045 h 2901705"/>
                    <a:gd name="connsiteX13" fmla="*/ 2449633 w 2582798"/>
                    <a:gd name="connsiteY13" fmla="*/ 2901705 h 2901705"/>
                    <a:gd name="connsiteX14" fmla="*/ 174594 w 2582798"/>
                    <a:gd name="connsiteY14" fmla="*/ 1718746 h 2901705"/>
                    <a:gd name="connsiteX15" fmla="*/ 0 w 2582798"/>
                    <a:gd name="connsiteY15" fmla="*/ 1093173 h 2901705"/>
                    <a:gd name="connsiteX0" fmla="*/ 0 w 2582798"/>
                    <a:gd name="connsiteY0" fmla="*/ 1093173 h 2789255"/>
                    <a:gd name="connsiteX1" fmla="*/ 1232390 w 2582798"/>
                    <a:gd name="connsiteY1" fmla="*/ 89997 h 2789255"/>
                    <a:gd name="connsiteX2" fmla="*/ 1905137 w 2582798"/>
                    <a:gd name="connsiteY2" fmla="*/ 223607 h 2789255"/>
                    <a:gd name="connsiteX3" fmla="*/ 2050140 w 2582798"/>
                    <a:gd name="connsiteY3" fmla="*/ 350854 h 2789255"/>
                    <a:gd name="connsiteX4" fmla="*/ 2582798 w 2582798"/>
                    <a:gd name="connsiteY4" fmla="*/ 984129 h 2789255"/>
                    <a:gd name="connsiteX5" fmla="*/ 2248405 w 2582798"/>
                    <a:gd name="connsiteY5" fmla="*/ 1277092 h 2789255"/>
                    <a:gd name="connsiteX6" fmla="*/ 1754215 w 2582798"/>
                    <a:gd name="connsiteY6" fmla="*/ 655654 h 2789255"/>
                    <a:gd name="connsiteX7" fmla="*/ 1112064 w 2582798"/>
                    <a:gd name="connsiteY7" fmla="*/ 578716 h 2789255"/>
                    <a:gd name="connsiteX8" fmla="*/ 1109106 w 2582798"/>
                    <a:gd name="connsiteY8" fmla="*/ 969332 h 2789255"/>
                    <a:gd name="connsiteX9" fmla="*/ 770751 w 2582798"/>
                    <a:gd name="connsiteY9" fmla="*/ 1982117 h 2789255"/>
                    <a:gd name="connsiteX10" fmla="*/ 674099 w 2582798"/>
                    <a:gd name="connsiteY10" fmla="*/ 2191491 h 2789255"/>
                    <a:gd name="connsiteX11" fmla="*/ 1449416 w 2582798"/>
                    <a:gd name="connsiteY11" fmla="*/ 2582109 h 2789255"/>
                    <a:gd name="connsiteX12" fmla="*/ 2346061 w 2582798"/>
                    <a:gd name="connsiteY12" fmla="*/ 2369045 h 2789255"/>
                    <a:gd name="connsiteX13" fmla="*/ 2446674 w 2582798"/>
                    <a:gd name="connsiteY13" fmla="*/ 2789255 h 2789255"/>
                    <a:gd name="connsiteX14" fmla="*/ 174594 w 2582798"/>
                    <a:gd name="connsiteY14" fmla="*/ 1718746 h 2789255"/>
                    <a:gd name="connsiteX15" fmla="*/ 0 w 2582798"/>
                    <a:gd name="connsiteY15" fmla="*/ 1093173 h 2789255"/>
                    <a:gd name="connsiteX0" fmla="*/ 0 w 2582798"/>
                    <a:gd name="connsiteY0" fmla="*/ 1093173 h 2789255"/>
                    <a:gd name="connsiteX1" fmla="*/ 1232390 w 2582798"/>
                    <a:gd name="connsiteY1" fmla="*/ 89997 h 2789255"/>
                    <a:gd name="connsiteX2" fmla="*/ 1905137 w 2582798"/>
                    <a:gd name="connsiteY2" fmla="*/ 223607 h 2789255"/>
                    <a:gd name="connsiteX3" fmla="*/ 2050140 w 2582798"/>
                    <a:gd name="connsiteY3" fmla="*/ 350854 h 2789255"/>
                    <a:gd name="connsiteX4" fmla="*/ 2582798 w 2582798"/>
                    <a:gd name="connsiteY4" fmla="*/ 984129 h 2789255"/>
                    <a:gd name="connsiteX5" fmla="*/ 2248405 w 2582798"/>
                    <a:gd name="connsiteY5" fmla="*/ 1277092 h 2789255"/>
                    <a:gd name="connsiteX6" fmla="*/ 1754215 w 2582798"/>
                    <a:gd name="connsiteY6" fmla="*/ 655654 h 2789255"/>
                    <a:gd name="connsiteX7" fmla="*/ 1112064 w 2582798"/>
                    <a:gd name="connsiteY7" fmla="*/ 578716 h 2789255"/>
                    <a:gd name="connsiteX8" fmla="*/ 1109106 w 2582798"/>
                    <a:gd name="connsiteY8" fmla="*/ 969332 h 2789255"/>
                    <a:gd name="connsiteX9" fmla="*/ 770751 w 2582798"/>
                    <a:gd name="connsiteY9" fmla="*/ 1982117 h 2789255"/>
                    <a:gd name="connsiteX10" fmla="*/ 674099 w 2582798"/>
                    <a:gd name="connsiteY10" fmla="*/ 2191491 h 2789255"/>
                    <a:gd name="connsiteX11" fmla="*/ 1449416 w 2582798"/>
                    <a:gd name="connsiteY11" fmla="*/ 2582109 h 2789255"/>
                    <a:gd name="connsiteX12" fmla="*/ 2346061 w 2582798"/>
                    <a:gd name="connsiteY12" fmla="*/ 2369045 h 2789255"/>
                    <a:gd name="connsiteX13" fmla="*/ 2446674 w 2582798"/>
                    <a:gd name="connsiteY13" fmla="*/ 2789255 h 2789255"/>
                    <a:gd name="connsiteX14" fmla="*/ 1493804 w 2582798"/>
                    <a:gd name="connsiteY14" fmla="*/ 2342412 h 2789255"/>
                    <a:gd name="connsiteX15" fmla="*/ 174594 w 2582798"/>
                    <a:gd name="connsiteY15" fmla="*/ 1718746 h 2789255"/>
                    <a:gd name="connsiteX16" fmla="*/ 0 w 2582798"/>
                    <a:gd name="connsiteY16" fmla="*/ 1093173 h 2789255"/>
                    <a:gd name="connsiteX0" fmla="*/ 0 w 2582798"/>
                    <a:gd name="connsiteY0" fmla="*/ 1093173 h 2789255"/>
                    <a:gd name="connsiteX1" fmla="*/ 1232390 w 2582798"/>
                    <a:gd name="connsiteY1" fmla="*/ 89997 h 2789255"/>
                    <a:gd name="connsiteX2" fmla="*/ 1905137 w 2582798"/>
                    <a:gd name="connsiteY2" fmla="*/ 223607 h 2789255"/>
                    <a:gd name="connsiteX3" fmla="*/ 2050140 w 2582798"/>
                    <a:gd name="connsiteY3" fmla="*/ 350854 h 2789255"/>
                    <a:gd name="connsiteX4" fmla="*/ 2582798 w 2582798"/>
                    <a:gd name="connsiteY4" fmla="*/ 984129 h 2789255"/>
                    <a:gd name="connsiteX5" fmla="*/ 2248405 w 2582798"/>
                    <a:gd name="connsiteY5" fmla="*/ 1277092 h 2789255"/>
                    <a:gd name="connsiteX6" fmla="*/ 1754215 w 2582798"/>
                    <a:gd name="connsiteY6" fmla="*/ 655654 h 2789255"/>
                    <a:gd name="connsiteX7" fmla="*/ 1112064 w 2582798"/>
                    <a:gd name="connsiteY7" fmla="*/ 578716 h 2789255"/>
                    <a:gd name="connsiteX8" fmla="*/ 1109106 w 2582798"/>
                    <a:gd name="connsiteY8" fmla="*/ 969332 h 2789255"/>
                    <a:gd name="connsiteX9" fmla="*/ 770751 w 2582798"/>
                    <a:gd name="connsiteY9" fmla="*/ 1982117 h 2789255"/>
                    <a:gd name="connsiteX10" fmla="*/ 674099 w 2582798"/>
                    <a:gd name="connsiteY10" fmla="*/ 2191491 h 2789255"/>
                    <a:gd name="connsiteX11" fmla="*/ 1449416 w 2582798"/>
                    <a:gd name="connsiteY11" fmla="*/ 2582109 h 2789255"/>
                    <a:gd name="connsiteX12" fmla="*/ 2346061 w 2582798"/>
                    <a:gd name="connsiteY12" fmla="*/ 2369045 h 2789255"/>
                    <a:gd name="connsiteX13" fmla="*/ 2446674 w 2582798"/>
                    <a:gd name="connsiteY13" fmla="*/ 2789255 h 2789255"/>
                    <a:gd name="connsiteX14" fmla="*/ 1493804 w 2582798"/>
                    <a:gd name="connsiteY14" fmla="*/ 2342412 h 2789255"/>
                    <a:gd name="connsiteX15" fmla="*/ 1473089 w 2582798"/>
                    <a:gd name="connsiteY15" fmla="*/ 2333534 h 2789255"/>
                    <a:gd name="connsiteX16" fmla="*/ 174594 w 2582798"/>
                    <a:gd name="connsiteY16" fmla="*/ 1718746 h 2789255"/>
                    <a:gd name="connsiteX17" fmla="*/ 0 w 2582798"/>
                    <a:gd name="connsiteY17" fmla="*/ 1093173 h 2789255"/>
                    <a:gd name="connsiteX0" fmla="*/ 0 w 2582798"/>
                    <a:gd name="connsiteY0" fmla="*/ 1093173 h 2984563"/>
                    <a:gd name="connsiteX1" fmla="*/ 1232390 w 2582798"/>
                    <a:gd name="connsiteY1" fmla="*/ 89997 h 2984563"/>
                    <a:gd name="connsiteX2" fmla="*/ 1905137 w 2582798"/>
                    <a:gd name="connsiteY2" fmla="*/ 223607 h 2984563"/>
                    <a:gd name="connsiteX3" fmla="*/ 2050140 w 2582798"/>
                    <a:gd name="connsiteY3" fmla="*/ 350854 h 2984563"/>
                    <a:gd name="connsiteX4" fmla="*/ 2582798 w 2582798"/>
                    <a:gd name="connsiteY4" fmla="*/ 984129 h 2984563"/>
                    <a:gd name="connsiteX5" fmla="*/ 2248405 w 2582798"/>
                    <a:gd name="connsiteY5" fmla="*/ 1277092 h 2984563"/>
                    <a:gd name="connsiteX6" fmla="*/ 1754215 w 2582798"/>
                    <a:gd name="connsiteY6" fmla="*/ 655654 h 2984563"/>
                    <a:gd name="connsiteX7" fmla="*/ 1112064 w 2582798"/>
                    <a:gd name="connsiteY7" fmla="*/ 578716 h 2984563"/>
                    <a:gd name="connsiteX8" fmla="*/ 1109106 w 2582798"/>
                    <a:gd name="connsiteY8" fmla="*/ 969332 h 2984563"/>
                    <a:gd name="connsiteX9" fmla="*/ 770751 w 2582798"/>
                    <a:gd name="connsiteY9" fmla="*/ 1982117 h 2984563"/>
                    <a:gd name="connsiteX10" fmla="*/ 674099 w 2582798"/>
                    <a:gd name="connsiteY10" fmla="*/ 2191491 h 2984563"/>
                    <a:gd name="connsiteX11" fmla="*/ 1449416 w 2582798"/>
                    <a:gd name="connsiteY11" fmla="*/ 2582109 h 2984563"/>
                    <a:gd name="connsiteX12" fmla="*/ 2346061 w 2582798"/>
                    <a:gd name="connsiteY12" fmla="*/ 2369045 h 2984563"/>
                    <a:gd name="connsiteX13" fmla="*/ 2446674 w 2582798"/>
                    <a:gd name="connsiteY13" fmla="*/ 2789255 h 2984563"/>
                    <a:gd name="connsiteX14" fmla="*/ 1541151 w 2582798"/>
                    <a:gd name="connsiteY14" fmla="*/ 2984563 h 2984563"/>
                    <a:gd name="connsiteX15" fmla="*/ 1473089 w 2582798"/>
                    <a:gd name="connsiteY15" fmla="*/ 2333534 h 2984563"/>
                    <a:gd name="connsiteX16" fmla="*/ 174594 w 2582798"/>
                    <a:gd name="connsiteY16" fmla="*/ 1718746 h 2984563"/>
                    <a:gd name="connsiteX17" fmla="*/ 0 w 2582798"/>
                    <a:gd name="connsiteY17" fmla="*/ 1093173 h 2984563"/>
                    <a:gd name="connsiteX0" fmla="*/ 0 w 2582798"/>
                    <a:gd name="connsiteY0" fmla="*/ 1093173 h 2984563"/>
                    <a:gd name="connsiteX1" fmla="*/ 1232390 w 2582798"/>
                    <a:gd name="connsiteY1" fmla="*/ 89997 h 2984563"/>
                    <a:gd name="connsiteX2" fmla="*/ 1905137 w 2582798"/>
                    <a:gd name="connsiteY2" fmla="*/ 223607 h 2984563"/>
                    <a:gd name="connsiteX3" fmla="*/ 2050140 w 2582798"/>
                    <a:gd name="connsiteY3" fmla="*/ 350854 h 2984563"/>
                    <a:gd name="connsiteX4" fmla="*/ 2582798 w 2582798"/>
                    <a:gd name="connsiteY4" fmla="*/ 984129 h 2984563"/>
                    <a:gd name="connsiteX5" fmla="*/ 2248405 w 2582798"/>
                    <a:gd name="connsiteY5" fmla="*/ 1277092 h 2984563"/>
                    <a:gd name="connsiteX6" fmla="*/ 1754215 w 2582798"/>
                    <a:gd name="connsiteY6" fmla="*/ 655654 h 2984563"/>
                    <a:gd name="connsiteX7" fmla="*/ 1112064 w 2582798"/>
                    <a:gd name="connsiteY7" fmla="*/ 578716 h 2984563"/>
                    <a:gd name="connsiteX8" fmla="*/ 1109106 w 2582798"/>
                    <a:gd name="connsiteY8" fmla="*/ 969332 h 2984563"/>
                    <a:gd name="connsiteX9" fmla="*/ 770751 w 2582798"/>
                    <a:gd name="connsiteY9" fmla="*/ 1982117 h 2984563"/>
                    <a:gd name="connsiteX10" fmla="*/ 674099 w 2582798"/>
                    <a:gd name="connsiteY10" fmla="*/ 2191491 h 2984563"/>
                    <a:gd name="connsiteX11" fmla="*/ 1449416 w 2582798"/>
                    <a:gd name="connsiteY11" fmla="*/ 2582109 h 2984563"/>
                    <a:gd name="connsiteX12" fmla="*/ 2346061 w 2582798"/>
                    <a:gd name="connsiteY12" fmla="*/ 2369045 h 2984563"/>
                    <a:gd name="connsiteX13" fmla="*/ 2446674 w 2582798"/>
                    <a:gd name="connsiteY13" fmla="*/ 2789255 h 2984563"/>
                    <a:gd name="connsiteX14" fmla="*/ 1541151 w 2582798"/>
                    <a:gd name="connsiteY14" fmla="*/ 2984563 h 2984563"/>
                    <a:gd name="connsiteX15" fmla="*/ 1271862 w 2582798"/>
                    <a:gd name="connsiteY15" fmla="*/ 2949053 h 2984563"/>
                    <a:gd name="connsiteX16" fmla="*/ 174594 w 2582798"/>
                    <a:gd name="connsiteY16" fmla="*/ 1718746 h 2984563"/>
                    <a:gd name="connsiteX17" fmla="*/ 0 w 2582798"/>
                    <a:gd name="connsiteY17" fmla="*/ 1093173 h 2984563"/>
                    <a:gd name="connsiteX0" fmla="*/ 0 w 2582798"/>
                    <a:gd name="connsiteY0" fmla="*/ 1093173 h 2984563"/>
                    <a:gd name="connsiteX1" fmla="*/ 1232390 w 2582798"/>
                    <a:gd name="connsiteY1" fmla="*/ 89997 h 2984563"/>
                    <a:gd name="connsiteX2" fmla="*/ 1905137 w 2582798"/>
                    <a:gd name="connsiteY2" fmla="*/ 223607 h 2984563"/>
                    <a:gd name="connsiteX3" fmla="*/ 2050140 w 2582798"/>
                    <a:gd name="connsiteY3" fmla="*/ 350854 h 2984563"/>
                    <a:gd name="connsiteX4" fmla="*/ 2582798 w 2582798"/>
                    <a:gd name="connsiteY4" fmla="*/ 984129 h 2984563"/>
                    <a:gd name="connsiteX5" fmla="*/ 2248405 w 2582798"/>
                    <a:gd name="connsiteY5" fmla="*/ 1277092 h 2984563"/>
                    <a:gd name="connsiteX6" fmla="*/ 1754215 w 2582798"/>
                    <a:gd name="connsiteY6" fmla="*/ 655654 h 2984563"/>
                    <a:gd name="connsiteX7" fmla="*/ 1112064 w 2582798"/>
                    <a:gd name="connsiteY7" fmla="*/ 578716 h 2984563"/>
                    <a:gd name="connsiteX8" fmla="*/ 1109106 w 2582798"/>
                    <a:gd name="connsiteY8" fmla="*/ 969332 h 2984563"/>
                    <a:gd name="connsiteX9" fmla="*/ 770751 w 2582798"/>
                    <a:gd name="connsiteY9" fmla="*/ 1982117 h 2984563"/>
                    <a:gd name="connsiteX10" fmla="*/ 674099 w 2582798"/>
                    <a:gd name="connsiteY10" fmla="*/ 2191491 h 2984563"/>
                    <a:gd name="connsiteX11" fmla="*/ 1449416 w 2582798"/>
                    <a:gd name="connsiteY11" fmla="*/ 2582109 h 2984563"/>
                    <a:gd name="connsiteX12" fmla="*/ 2346061 w 2582798"/>
                    <a:gd name="connsiteY12" fmla="*/ 2369045 h 2984563"/>
                    <a:gd name="connsiteX13" fmla="*/ 2446674 w 2582798"/>
                    <a:gd name="connsiteY13" fmla="*/ 2789255 h 2984563"/>
                    <a:gd name="connsiteX14" fmla="*/ 1541151 w 2582798"/>
                    <a:gd name="connsiteY14" fmla="*/ 2984563 h 2984563"/>
                    <a:gd name="connsiteX15" fmla="*/ 1271862 w 2582798"/>
                    <a:gd name="connsiteY15" fmla="*/ 2949053 h 2984563"/>
                    <a:gd name="connsiteX16" fmla="*/ 174594 w 2582798"/>
                    <a:gd name="connsiteY16" fmla="*/ 1718746 h 2984563"/>
                    <a:gd name="connsiteX17" fmla="*/ 0 w 2582798"/>
                    <a:gd name="connsiteY17" fmla="*/ 1093173 h 2984563"/>
                    <a:gd name="connsiteX0" fmla="*/ 0 w 2582798"/>
                    <a:gd name="connsiteY0" fmla="*/ 1093173 h 2995085"/>
                    <a:gd name="connsiteX1" fmla="*/ 1232390 w 2582798"/>
                    <a:gd name="connsiteY1" fmla="*/ 89997 h 2995085"/>
                    <a:gd name="connsiteX2" fmla="*/ 1905137 w 2582798"/>
                    <a:gd name="connsiteY2" fmla="*/ 223607 h 2995085"/>
                    <a:gd name="connsiteX3" fmla="*/ 2050140 w 2582798"/>
                    <a:gd name="connsiteY3" fmla="*/ 350854 h 2995085"/>
                    <a:gd name="connsiteX4" fmla="*/ 2582798 w 2582798"/>
                    <a:gd name="connsiteY4" fmla="*/ 984129 h 2995085"/>
                    <a:gd name="connsiteX5" fmla="*/ 2248405 w 2582798"/>
                    <a:gd name="connsiteY5" fmla="*/ 1277092 h 2995085"/>
                    <a:gd name="connsiteX6" fmla="*/ 1754215 w 2582798"/>
                    <a:gd name="connsiteY6" fmla="*/ 655654 h 2995085"/>
                    <a:gd name="connsiteX7" fmla="*/ 1112064 w 2582798"/>
                    <a:gd name="connsiteY7" fmla="*/ 578716 h 2995085"/>
                    <a:gd name="connsiteX8" fmla="*/ 1109106 w 2582798"/>
                    <a:gd name="connsiteY8" fmla="*/ 969332 h 2995085"/>
                    <a:gd name="connsiteX9" fmla="*/ 770751 w 2582798"/>
                    <a:gd name="connsiteY9" fmla="*/ 1982117 h 2995085"/>
                    <a:gd name="connsiteX10" fmla="*/ 674099 w 2582798"/>
                    <a:gd name="connsiteY10" fmla="*/ 2191491 h 2995085"/>
                    <a:gd name="connsiteX11" fmla="*/ 1449416 w 2582798"/>
                    <a:gd name="connsiteY11" fmla="*/ 2582109 h 2995085"/>
                    <a:gd name="connsiteX12" fmla="*/ 2346061 w 2582798"/>
                    <a:gd name="connsiteY12" fmla="*/ 2369045 h 2995085"/>
                    <a:gd name="connsiteX13" fmla="*/ 2446674 w 2582798"/>
                    <a:gd name="connsiteY13" fmla="*/ 2789255 h 2995085"/>
                    <a:gd name="connsiteX14" fmla="*/ 1541151 w 2582798"/>
                    <a:gd name="connsiteY14" fmla="*/ 2984563 h 2995085"/>
                    <a:gd name="connsiteX15" fmla="*/ 1271862 w 2582798"/>
                    <a:gd name="connsiteY15" fmla="*/ 2949053 h 2995085"/>
                    <a:gd name="connsiteX16" fmla="*/ 174594 w 2582798"/>
                    <a:gd name="connsiteY16" fmla="*/ 1718746 h 2995085"/>
                    <a:gd name="connsiteX17" fmla="*/ 0 w 2582798"/>
                    <a:gd name="connsiteY17" fmla="*/ 1093173 h 2995085"/>
                    <a:gd name="connsiteX0" fmla="*/ 0 w 2582798"/>
                    <a:gd name="connsiteY0" fmla="*/ 1093173 h 2995085"/>
                    <a:gd name="connsiteX1" fmla="*/ 1232390 w 2582798"/>
                    <a:gd name="connsiteY1" fmla="*/ 89997 h 2995085"/>
                    <a:gd name="connsiteX2" fmla="*/ 1905137 w 2582798"/>
                    <a:gd name="connsiteY2" fmla="*/ 223607 h 2995085"/>
                    <a:gd name="connsiteX3" fmla="*/ 2050140 w 2582798"/>
                    <a:gd name="connsiteY3" fmla="*/ 350854 h 2995085"/>
                    <a:gd name="connsiteX4" fmla="*/ 2582798 w 2582798"/>
                    <a:gd name="connsiteY4" fmla="*/ 984129 h 2995085"/>
                    <a:gd name="connsiteX5" fmla="*/ 2248405 w 2582798"/>
                    <a:gd name="connsiteY5" fmla="*/ 1277092 h 2995085"/>
                    <a:gd name="connsiteX6" fmla="*/ 1754215 w 2582798"/>
                    <a:gd name="connsiteY6" fmla="*/ 655654 h 2995085"/>
                    <a:gd name="connsiteX7" fmla="*/ 1112064 w 2582798"/>
                    <a:gd name="connsiteY7" fmla="*/ 578716 h 2995085"/>
                    <a:gd name="connsiteX8" fmla="*/ 1109106 w 2582798"/>
                    <a:gd name="connsiteY8" fmla="*/ 969332 h 2995085"/>
                    <a:gd name="connsiteX9" fmla="*/ 770751 w 2582798"/>
                    <a:gd name="connsiteY9" fmla="*/ 1982117 h 2995085"/>
                    <a:gd name="connsiteX10" fmla="*/ 674099 w 2582798"/>
                    <a:gd name="connsiteY10" fmla="*/ 2191491 h 2995085"/>
                    <a:gd name="connsiteX11" fmla="*/ 1449416 w 2582798"/>
                    <a:gd name="connsiteY11" fmla="*/ 2582109 h 2995085"/>
                    <a:gd name="connsiteX12" fmla="*/ 2346061 w 2582798"/>
                    <a:gd name="connsiteY12" fmla="*/ 2369045 h 2995085"/>
                    <a:gd name="connsiteX13" fmla="*/ 2446674 w 2582798"/>
                    <a:gd name="connsiteY13" fmla="*/ 2789255 h 2995085"/>
                    <a:gd name="connsiteX14" fmla="*/ 1541151 w 2582798"/>
                    <a:gd name="connsiteY14" fmla="*/ 2984563 h 2995085"/>
                    <a:gd name="connsiteX15" fmla="*/ 1271862 w 2582798"/>
                    <a:gd name="connsiteY15" fmla="*/ 2949053 h 2995085"/>
                    <a:gd name="connsiteX16" fmla="*/ 638588 w 2582798"/>
                    <a:gd name="connsiteY16" fmla="*/ 2227002 h 2995085"/>
                    <a:gd name="connsiteX17" fmla="*/ 174594 w 2582798"/>
                    <a:gd name="connsiteY17" fmla="*/ 1718746 h 2995085"/>
                    <a:gd name="connsiteX18" fmla="*/ 0 w 2582798"/>
                    <a:gd name="connsiteY18" fmla="*/ 1093173 h 2995085"/>
                    <a:gd name="connsiteX0" fmla="*/ 0 w 2582798"/>
                    <a:gd name="connsiteY0" fmla="*/ 1093173 h 2995085"/>
                    <a:gd name="connsiteX1" fmla="*/ 1232390 w 2582798"/>
                    <a:gd name="connsiteY1" fmla="*/ 89997 h 2995085"/>
                    <a:gd name="connsiteX2" fmla="*/ 1905137 w 2582798"/>
                    <a:gd name="connsiteY2" fmla="*/ 223607 h 2995085"/>
                    <a:gd name="connsiteX3" fmla="*/ 2050140 w 2582798"/>
                    <a:gd name="connsiteY3" fmla="*/ 350854 h 2995085"/>
                    <a:gd name="connsiteX4" fmla="*/ 2582798 w 2582798"/>
                    <a:gd name="connsiteY4" fmla="*/ 984129 h 2995085"/>
                    <a:gd name="connsiteX5" fmla="*/ 2248405 w 2582798"/>
                    <a:gd name="connsiteY5" fmla="*/ 1277092 h 2995085"/>
                    <a:gd name="connsiteX6" fmla="*/ 1754215 w 2582798"/>
                    <a:gd name="connsiteY6" fmla="*/ 655654 h 2995085"/>
                    <a:gd name="connsiteX7" fmla="*/ 1112064 w 2582798"/>
                    <a:gd name="connsiteY7" fmla="*/ 578716 h 2995085"/>
                    <a:gd name="connsiteX8" fmla="*/ 1109106 w 2582798"/>
                    <a:gd name="connsiteY8" fmla="*/ 969332 h 2995085"/>
                    <a:gd name="connsiteX9" fmla="*/ 770751 w 2582798"/>
                    <a:gd name="connsiteY9" fmla="*/ 1982117 h 2995085"/>
                    <a:gd name="connsiteX10" fmla="*/ 674099 w 2582798"/>
                    <a:gd name="connsiteY10" fmla="*/ 2191491 h 2995085"/>
                    <a:gd name="connsiteX11" fmla="*/ 1449416 w 2582798"/>
                    <a:gd name="connsiteY11" fmla="*/ 2582109 h 2995085"/>
                    <a:gd name="connsiteX12" fmla="*/ 2346061 w 2582798"/>
                    <a:gd name="connsiteY12" fmla="*/ 2369045 h 2995085"/>
                    <a:gd name="connsiteX13" fmla="*/ 2446674 w 2582798"/>
                    <a:gd name="connsiteY13" fmla="*/ 2789255 h 2995085"/>
                    <a:gd name="connsiteX14" fmla="*/ 1541151 w 2582798"/>
                    <a:gd name="connsiteY14" fmla="*/ 2984563 h 2995085"/>
                    <a:gd name="connsiteX15" fmla="*/ 1271862 w 2582798"/>
                    <a:gd name="connsiteY15" fmla="*/ 2949053 h 2995085"/>
                    <a:gd name="connsiteX16" fmla="*/ 437361 w 2582798"/>
                    <a:gd name="connsiteY16" fmla="*/ 2738947 h 2995085"/>
                    <a:gd name="connsiteX17" fmla="*/ 174594 w 2582798"/>
                    <a:gd name="connsiteY17" fmla="*/ 1718746 h 2995085"/>
                    <a:gd name="connsiteX18" fmla="*/ 0 w 2582798"/>
                    <a:gd name="connsiteY18" fmla="*/ 1093173 h 2995085"/>
                    <a:gd name="connsiteX0" fmla="*/ 0 w 2582798"/>
                    <a:gd name="connsiteY0" fmla="*/ 1093173 h 2995085"/>
                    <a:gd name="connsiteX1" fmla="*/ 1232390 w 2582798"/>
                    <a:gd name="connsiteY1" fmla="*/ 89997 h 2995085"/>
                    <a:gd name="connsiteX2" fmla="*/ 1905137 w 2582798"/>
                    <a:gd name="connsiteY2" fmla="*/ 223607 h 2995085"/>
                    <a:gd name="connsiteX3" fmla="*/ 2050140 w 2582798"/>
                    <a:gd name="connsiteY3" fmla="*/ 350854 h 2995085"/>
                    <a:gd name="connsiteX4" fmla="*/ 2582798 w 2582798"/>
                    <a:gd name="connsiteY4" fmla="*/ 984129 h 2995085"/>
                    <a:gd name="connsiteX5" fmla="*/ 2248405 w 2582798"/>
                    <a:gd name="connsiteY5" fmla="*/ 1277092 h 2995085"/>
                    <a:gd name="connsiteX6" fmla="*/ 1754215 w 2582798"/>
                    <a:gd name="connsiteY6" fmla="*/ 655654 h 2995085"/>
                    <a:gd name="connsiteX7" fmla="*/ 1112064 w 2582798"/>
                    <a:gd name="connsiteY7" fmla="*/ 578716 h 2995085"/>
                    <a:gd name="connsiteX8" fmla="*/ 1109106 w 2582798"/>
                    <a:gd name="connsiteY8" fmla="*/ 969332 h 2995085"/>
                    <a:gd name="connsiteX9" fmla="*/ 770751 w 2582798"/>
                    <a:gd name="connsiteY9" fmla="*/ 1982117 h 2995085"/>
                    <a:gd name="connsiteX10" fmla="*/ 674099 w 2582798"/>
                    <a:gd name="connsiteY10" fmla="*/ 2191491 h 2995085"/>
                    <a:gd name="connsiteX11" fmla="*/ 1449416 w 2582798"/>
                    <a:gd name="connsiteY11" fmla="*/ 2582109 h 2995085"/>
                    <a:gd name="connsiteX12" fmla="*/ 2346061 w 2582798"/>
                    <a:gd name="connsiteY12" fmla="*/ 2369045 h 2995085"/>
                    <a:gd name="connsiteX13" fmla="*/ 2446674 w 2582798"/>
                    <a:gd name="connsiteY13" fmla="*/ 2789255 h 2995085"/>
                    <a:gd name="connsiteX14" fmla="*/ 1541151 w 2582798"/>
                    <a:gd name="connsiteY14" fmla="*/ 2984563 h 2995085"/>
                    <a:gd name="connsiteX15" fmla="*/ 1271862 w 2582798"/>
                    <a:gd name="connsiteY15" fmla="*/ 2949053 h 2995085"/>
                    <a:gd name="connsiteX16" fmla="*/ 437361 w 2582798"/>
                    <a:gd name="connsiteY16" fmla="*/ 2727110 h 2995085"/>
                    <a:gd name="connsiteX17" fmla="*/ 174594 w 2582798"/>
                    <a:gd name="connsiteY17" fmla="*/ 1718746 h 2995085"/>
                    <a:gd name="connsiteX18" fmla="*/ 0 w 2582798"/>
                    <a:gd name="connsiteY18" fmla="*/ 1093173 h 2995085"/>
                    <a:gd name="connsiteX0" fmla="*/ 0 w 2582798"/>
                    <a:gd name="connsiteY0" fmla="*/ 1093173 h 2995085"/>
                    <a:gd name="connsiteX1" fmla="*/ 1232390 w 2582798"/>
                    <a:gd name="connsiteY1" fmla="*/ 89997 h 2995085"/>
                    <a:gd name="connsiteX2" fmla="*/ 1905137 w 2582798"/>
                    <a:gd name="connsiteY2" fmla="*/ 223607 h 2995085"/>
                    <a:gd name="connsiteX3" fmla="*/ 2050140 w 2582798"/>
                    <a:gd name="connsiteY3" fmla="*/ 350854 h 2995085"/>
                    <a:gd name="connsiteX4" fmla="*/ 2582798 w 2582798"/>
                    <a:gd name="connsiteY4" fmla="*/ 984129 h 2995085"/>
                    <a:gd name="connsiteX5" fmla="*/ 2248405 w 2582798"/>
                    <a:gd name="connsiteY5" fmla="*/ 1277092 h 2995085"/>
                    <a:gd name="connsiteX6" fmla="*/ 1754215 w 2582798"/>
                    <a:gd name="connsiteY6" fmla="*/ 655654 h 2995085"/>
                    <a:gd name="connsiteX7" fmla="*/ 1112064 w 2582798"/>
                    <a:gd name="connsiteY7" fmla="*/ 578716 h 2995085"/>
                    <a:gd name="connsiteX8" fmla="*/ 1109106 w 2582798"/>
                    <a:gd name="connsiteY8" fmla="*/ 969332 h 2995085"/>
                    <a:gd name="connsiteX9" fmla="*/ 770751 w 2582798"/>
                    <a:gd name="connsiteY9" fmla="*/ 1982117 h 2995085"/>
                    <a:gd name="connsiteX10" fmla="*/ 674099 w 2582798"/>
                    <a:gd name="connsiteY10" fmla="*/ 2191491 h 2995085"/>
                    <a:gd name="connsiteX11" fmla="*/ 1449416 w 2582798"/>
                    <a:gd name="connsiteY11" fmla="*/ 2582109 h 2995085"/>
                    <a:gd name="connsiteX12" fmla="*/ 2346061 w 2582798"/>
                    <a:gd name="connsiteY12" fmla="*/ 2369045 h 2995085"/>
                    <a:gd name="connsiteX13" fmla="*/ 2446674 w 2582798"/>
                    <a:gd name="connsiteY13" fmla="*/ 2789255 h 2995085"/>
                    <a:gd name="connsiteX14" fmla="*/ 1541151 w 2582798"/>
                    <a:gd name="connsiteY14" fmla="*/ 2984563 h 2995085"/>
                    <a:gd name="connsiteX15" fmla="*/ 1271862 w 2582798"/>
                    <a:gd name="connsiteY15" fmla="*/ 2949053 h 2995085"/>
                    <a:gd name="connsiteX16" fmla="*/ 437361 w 2582798"/>
                    <a:gd name="connsiteY16" fmla="*/ 2727110 h 2995085"/>
                    <a:gd name="connsiteX17" fmla="*/ 295318 w 2582798"/>
                    <a:gd name="connsiteY17" fmla="*/ 2182614 h 2995085"/>
                    <a:gd name="connsiteX18" fmla="*/ 174594 w 2582798"/>
                    <a:gd name="connsiteY18" fmla="*/ 1718746 h 2995085"/>
                    <a:gd name="connsiteX19" fmla="*/ 0 w 2582798"/>
                    <a:gd name="connsiteY19" fmla="*/ 1093173 h 2995085"/>
                    <a:gd name="connsiteX0" fmla="*/ 130810 w 2713608"/>
                    <a:gd name="connsiteY0" fmla="*/ 1093173 h 2995085"/>
                    <a:gd name="connsiteX1" fmla="*/ 1363200 w 2713608"/>
                    <a:gd name="connsiteY1" fmla="*/ 89997 h 2995085"/>
                    <a:gd name="connsiteX2" fmla="*/ 2035947 w 2713608"/>
                    <a:gd name="connsiteY2" fmla="*/ 223607 h 2995085"/>
                    <a:gd name="connsiteX3" fmla="*/ 2180950 w 2713608"/>
                    <a:gd name="connsiteY3" fmla="*/ 350854 h 2995085"/>
                    <a:gd name="connsiteX4" fmla="*/ 2713608 w 2713608"/>
                    <a:gd name="connsiteY4" fmla="*/ 984129 h 2995085"/>
                    <a:gd name="connsiteX5" fmla="*/ 2379215 w 2713608"/>
                    <a:gd name="connsiteY5" fmla="*/ 1277092 h 2995085"/>
                    <a:gd name="connsiteX6" fmla="*/ 1885025 w 2713608"/>
                    <a:gd name="connsiteY6" fmla="*/ 655654 h 2995085"/>
                    <a:gd name="connsiteX7" fmla="*/ 1242874 w 2713608"/>
                    <a:gd name="connsiteY7" fmla="*/ 578716 h 2995085"/>
                    <a:gd name="connsiteX8" fmla="*/ 1239916 w 2713608"/>
                    <a:gd name="connsiteY8" fmla="*/ 969332 h 2995085"/>
                    <a:gd name="connsiteX9" fmla="*/ 901561 w 2713608"/>
                    <a:gd name="connsiteY9" fmla="*/ 1982117 h 2995085"/>
                    <a:gd name="connsiteX10" fmla="*/ 804909 w 2713608"/>
                    <a:gd name="connsiteY10" fmla="*/ 2191491 h 2995085"/>
                    <a:gd name="connsiteX11" fmla="*/ 1580226 w 2713608"/>
                    <a:gd name="connsiteY11" fmla="*/ 2582109 h 2995085"/>
                    <a:gd name="connsiteX12" fmla="*/ 2476871 w 2713608"/>
                    <a:gd name="connsiteY12" fmla="*/ 2369045 h 2995085"/>
                    <a:gd name="connsiteX13" fmla="*/ 2577484 w 2713608"/>
                    <a:gd name="connsiteY13" fmla="*/ 2789255 h 2995085"/>
                    <a:gd name="connsiteX14" fmla="*/ 1671961 w 2713608"/>
                    <a:gd name="connsiteY14" fmla="*/ 2984563 h 2995085"/>
                    <a:gd name="connsiteX15" fmla="*/ 1402672 w 2713608"/>
                    <a:gd name="connsiteY15" fmla="*/ 2949053 h 2995085"/>
                    <a:gd name="connsiteX16" fmla="*/ 568171 w 2713608"/>
                    <a:gd name="connsiteY16" fmla="*/ 2727110 h 2995085"/>
                    <a:gd name="connsiteX17" fmla="*/ 0 w 2713608"/>
                    <a:gd name="connsiteY17" fmla="*/ 2090878 h 2995085"/>
                    <a:gd name="connsiteX18" fmla="*/ 305404 w 2713608"/>
                    <a:gd name="connsiteY18" fmla="*/ 1718746 h 2995085"/>
                    <a:gd name="connsiteX19" fmla="*/ 130810 w 2713608"/>
                    <a:gd name="connsiteY19" fmla="*/ 1093173 h 2995085"/>
                    <a:gd name="connsiteX0" fmla="*/ 130810 w 2713608"/>
                    <a:gd name="connsiteY0" fmla="*/ 1093173 h 2995085"/>
                    <a:gd name="connsiteX1" fmla="*/ 1363200 w 2713608"/>
                    <a:gd name="connsiteY1" fmla="*/ 89997 h 2995085"/>
                    <a:gd name="connsiteX2" fmla="*/ 2035947 w 2713608"/>
                    <a:gd name="connsiteY2" fmla="*/ 223607 h 2995085"/>
                    <a:gd name="connsiteX3" fmla="*/ 2180950 w 2713608"/>
                    <a:gd name="connsiteY3" fmla="*/ 350854 h 2995085"/>
                    <a:gd name="connsiteX4" fmla="*/ 2713608 w 2713608"/>
                    <a:gd name="connsiteY4" fmla="*/ 984129 h 2995085"/>
                    <a:gd name="connsiteX5" fmla="*/ 2379215 w 2713608"/>
                    <a:gd name="connsiteY5" fmla="*/ 1277092 h 2995085"/>
                    <a:gd name="connsiteX6" fmla="*/ 1885025 w 2713608"/>
                    <a:gd name="connsiteY6" fmla="*/ 655654 h 2995085"/>
                    <a:gd name="connsiteX7" fmla="*/ 1242874 w 2713608"/>
                    <a:gd name="connsiteY7" fmla="*/ 578716 h 2995085"/>
                    <a:gd name="connsiteX8" fmla="*/ 1239916 w 2713608"/>
                    <a:gd name="connsiteY8" fmla="*/ 969332 h 2995085"/>
                    <a:gd name="connsiteX9" fmla="*/ 901561 w 2713608"/>
                    <a:gd name="connsiteY9" fmla="*/ 1982117 h 2995085"/>
                    <a:gd name="connsiteX10" fmla="*/ 804909 w 2713608"/>
                    <a:gd name="connsiteY10" fmla="*/ 2191491 h 2995085"/>
                    <a:gd name="connsiteX11" fmla="*/ 1580226 w 2713608"/>
                    <a:gd name="connsiteY11" fmla="*/ 2582109 h 2995085"/>
                    <a:gd name="connsiteX12" fmla="*/ 2476871 w 2713608"/>
                    <a:gd name="connsiteY12" fmla="*/ 2369045 h 2995085"/>
                    <a:gd name="connsiteX13" fmla="*/ 2577484 w 2713608"/>
                    <a:gd name="connsiteY13" fmla="*/ 2789255 h 2995085"/>
                    <a:gd name="connsiteX14" fmla="*/ 1671961 w 2713608"/>
                    <a:gd name="connsiteY14" fmla="*/ 2984563 h 2995085"/>
                    <a:gd name="connsiteX15" fmla="*/ 1402672 w 2713608"/>
                    <a:gd name="connsiteY15" fmla="*/ 2949053 h 2995085"/>
                    <a:gd name="connsiteX16" fmla="*/ 585926 w 2713608"/>
                    <a:gd name="connsiteY16" fmla="*/ 2750783 h 2995085"/>
                    <a:gd name="connsiteX17" fmla="*/ 0 w 2713608"/>
                    <a:gd name="connsiteY17" fmla="*/ 2090878 h 2995085"/>
                    <a:gd name="connsiteX18" fmla="*/ 305404 w 2713608"/>
                    <a:gd name="connsiteY18" fmla="*/ 1718746 h 2995085"/>
                    <a:gd name="connsiteX19" fmla="*/ 130810 w 2713608"/>
                    <a:gd name="connsiteY19" fmla="*/ 1093173 h 2995085"/>
                    <a:gd name="connsiteX0" fmla="*/ 130810 w 2713608"/>
                    <a:gd name="connsiteY0" fmla="*/ 1093173 h 2995085"/>
                    <a:gd name="connsiteX1" fmla="*/ 1363200 w 2713608"/>
                    <a:gd name="connsiteY1" fmla="*/ 89997 h 2995085"/>
                    <a:gd name="connsiteX2" fmla="*/ 2035947 w 2713608"/>
                    <a:gd name="connsiteY2" fmla="*/ 223607 h 2995085"/>
                    <a:gd name="connsiteX3" fmla="*/ 2180950 w 2713608"/>
                    <a:gd name="connsiteY3" fmla="*/ 350854 h 2995085"/>
                    <a:gd name="connsiteX4" fmla="*/ 2713608 w 2713608"/>
                    <a:gd name="connsiteY4" fmla="*/ 984129 h 2995085"/>
                    <a:gd name="connsiteX5" fmla="*/ 2379215 w 2713608"/>
                    <a:gd name="connsiteY5" fmla="*/ 1277092 h 2995085"/>
                    <a:gd name="connsiteX6" fmla="*/ 1885025 w 2713608"/>
                    <a:gd name="connsiteY6" fmla="*/ 655654 h 2995085"/>
                    <a:gd name="connsiteX7" fmla="*/ 1242874 w 2713608"/>
                    <a:gd name="connsiteY7" fmla="*/ 578716 h 2995085"/>
                    <a:gd name="connsiteX8" fmla="*/ 1239916 w 2713608"/>
                    <a:gd name="connsiteY8" fmla="*/ 969332 h 2995085"/>
                    <a:gd name="connsiteX9" fmla="*/ 901561 w 2713608"/>
                    <a:gd name="connsiteY9" fmla="*/ 1982117 h 2995085"/>
                    <a:gd name="connsiteX10" fmla="*/ 804909 w 2713608"/>
                    <a:gd name="connsiteY10" fmla="*/ 2191491 h 2995085"/>
                    <a:gd name="connsiteX11" fmla="*/ 1580226 w 2713608"/>
                    <a:gd name="connsiteY11" fmla="*/ 2582109 h 2995085"/>
                    <a:gd name="connsiteX12" fmla="*/ 2476871 w 2713608"/>
                    <a:gd name="connsiteY12" fmla="*/ 2369045 h 2995085"/>
                    <a:gd name="connsiteX13" fmla="*/ 2577484 w 2713608"/>
                    <a:gd name="connsiteY13" fmla="*/ 2789255 h 2995085"/>
                    <a:gd name="connsiteX14" fmla="*/ 1671961 w 2713608"/>
                    <a:gd name="connsiteY14" fmla="*/ 2984563 h 2995085"/>
                    <a:gd name="connsiteX15" fmla="*/ 1402672 w 2713608"/>
                    <a:gd name="connsiteY15" fmla="*/ 2949053 h 2995085"/>
                    <a:gd name="connsiteX16" fmla="*/ 585926 w 2713608"/>
                    <a:gd name="connsiteY16" fmla="*/ 2750783 h 2995085"/>
                    <a:gd name="connsiteX17" fmla="*/ 0 w 2713608"/>
                    <a:gd name="connsiteY17" fmla="*/ 2090878 h 2995085"/>
                    <a:gd name="connsiteX18" fmla="*/ 305404 w 2713608"/>
                    <a:gd name="connsiteY18" fmla="*/ 1718746 h 2995085"/>
                    <a:gd name="connsiteX19" fmla="*/ 130810 w 2713608"/>
                    <a:gd name="connsiteY19" fmla="*/ 1093173 h 2995085"/>
                    <a:gd name="connsiteX0" fmla="*/ 130810 w 2713608"/>
                    <a:gd name="connsiteY0" fmla="*/ 1093173 h 2995085"/>
                    <a:gd name="connsiteX1" fmla="*/ 1363200 w 2713608"/>
                    <a:gd name="connsiteY1" fmla="*/ 89997 h 2995085"/>
                    <a:gd name="connsiteX2" fmla="*/ 2035947 w 2713608"/>
                    <a:gd name="connsiteY2" fmla="*/ 223607 h 2995085"/>
                    <a:gd name="connsiteX3" fmla="*/ 2180950 w 2713608"/>
                    <a:gd name="connsiteY3" fmla="*/ 350854 h 2995085"/>
                    <a:gd name="connsiteX4" fmla="*/ 2713608 w 2713608"/>
                    <a:gd name="connsiteY4" fmla="*/ 984129 h 2995085"/>
                    <a:gd name="connsiteX5" fmla="*/ 2379215 w 2713608"/>
                    <a:gd name="connsiteY5" fmla="*/ 1277092 h 2995085"/>
                    <a:gd name="connsiteX6" fmla="*/ 1885025 w 2713608"/>
                    <a:gd name="connsiteY6" fmla="*/ 655654 h 2995085"/>
                    <a:gd name="connsiteX7" fmla="*/ 1242874 w 2713608"/>
                    <a:gd name="connsiteY7" fmla="*/ 578716 h 2995085"/>
                    <a:gd name="connsiteX8" fmla="*/ 1239916 w 2713608"/>
                    <a:gd name="connsiteY8" fmla="*/ 969332 h 2995085"/>
                    <a:gd name="connsiteX9" fmla="*/ 901561 w 2713608"/>
                    <a:gd name="connsiteY9" fmla="*/ 1982117 h 2995085"/>
                    <a:gd name="connsiteX10" fmla="*/ 804909 w 2713608"/>
                    <a:gd name="connsiteY10" fmla="*/ 2191491 h 2995085"/>
                    <a:gd name="connsiteX11" fmla="*/ 1580226 w 2713608"/>
                    <a:gd name="connsiteY11" fmla="*/ 2582109 h 2995085"/>
                    <a:gd name="connsiteX12" fmla="*/ 2476871 w 2713608"/>
                    <a:gd name="connsiteY12" fmla="*/ 2369045 h 2995085"/>
                    <a:gd name="connsiteX13" fmla="*/ 2577484 w 2713608"/>
                    <a:gd name="connsiteY13" fmla="*/ 2789255 h 2995085"/>
                    <a:gd name="connsiteX14" fmla="*/ 1671961 w 2713608"/>
                    <a:gd name="connsiteY14" fmla="*/ 2984563 h 2995085"/>
                    <a:gd name="connsiteX15" fmla="*/ 1402672 w 2713608"/>
                    <a:gd name="connsiteY15" fmla="*/ 2949053 h 2995085"/>
                    <a:gd name="connsiteX16" fmla="*/ 585926 w 2713608"/>
                    <a:gd name="connsiteY16" fmla="*/ 2750783 h 2995085"/>
                    <a:gd name="connsiteX17" fmla="*/ 0 w 2713608"/>
                    <a:gd name="connsiteY17" fmla="*/ 2090878 h 2995085"/>
                    <a:gd name="connsiteX18" fmla="*/ 305404 w 2713608"/>
                    <a:gd name="connsiteY18" fmla="*/ 1718746 h 2995085"/>
                    <a:gd name="connsiteX19" fmla="*/ 130810 w 2713608"/>
                    <a:gd name="connsiteY19" fmla="*/ 1093173 h 2995085"/>
                    <a:gd name="connsiteX0" fmla="*/ 130810 w 2713608"/>
                    <a:gd name="connsiteY0" fmla="*/ 1093173 h 2995085"/>
                    <a:gd name="connsiteX1" fmla="*/ 1363200 w 2713608"/>
                    <a:gd name="connsiteY1" fmla="*/ 89997 h 2995085"/>
                    <a:gd name="connsiteX2" fmla="*/ 2035947 w 2713608"/>
                    <a:gd name="connsiteY2" fmla="*/ 223607 h 2995085"/>
                    <a:gd name="connsiteX3" fmla="*/ 2180950 w 2713608"/>
                    <a:gd name="connsiteY3" fmla="*/ 350854 h 2995085"/>
                    <a:gd name="connsiteX4" fmla="*/ 2713608 w 2713608"/>
                    <a:gd name="connsiteY4" fmla="*/ 984129 h 2995085"/>
                    <a:gd name="connsiteX5" fmla="*/ 2379215 w 2713608"/>
                    <a:gd name="connsiteY5" fmla="*/ 1277092 h 2995085"/>
                    <a:gd name="connsiteX6" fmla="*/ 1885025 w 2713608"/>
                    <a:gd name="connsiteY6" fmla="*/ 655654 h 2995085"/>
                    <a:gd name="connsiteX7" fmla="*/ 1242874 w 2713608"/>
                    <a:gd name="connsiteY7" fmla="*/ 578716 h 2995085"/>
                    <a:gd name="connsiteX8" fmla="*/ 1239916 w 2713608"/>
                    <a:gd name="connsiteY8" fmla="*/ 969332 h 2995085"/>
                    <a:gd name="connsiteX9" fmla="*/ 901561 w 2713608"/>
                    <a:gd name="connsiteY9" fmla="*/ 1982117 h 2995085"/>
                    <a:gd name="connsiteX10" fmla="*/ 804909 w 2713608"/>
                    <a:gd name="connsiteY10" fmla="*/ 2191491 h 2995085"/>
                    <a:gd name="connsiteX11" fmla="*/ 1580226 w 2713608"/>
                    <a:gd name="connsiteY11" fmla="*/ 2582109 h 2995085"/>
                    <a:gd name="connsiteX12" fmla="*/ 2476871 w 2713608"/>
                    <a:gd name="connsiteY12" fmla="*/ 2369045 h 2995085"/>
                    <a:gd name="connsiteX13" fmla="*/ 2577484 w 2713608"/>
                    <a:gd name="connsiteY13" fmla="*/ 2789255 h 2995085"/>
                    <a:gd name="connsiteX14" fmla="*/ 1671961 w 2713608"/>
                    <a:gd name="connsiteY14" fmla="*/ 2984563 h 2995085"/>
                    <a:gd name="connsiteX15" fmla="*/ 1402672 w 2713608"/>
                    <a:gd name="connsiteY15" fmla="*/ 2949053 h 2995085"/>
                    <a:gd name="connsiteX16" fmla="*/ 585926 w 2713608"/>
                    <a:gd name="connsiteY16" fmla="*/ 2750783 h 2995085"/>
                    <a:gd name="connsiteX17" fmla="*/ 0 w 2713608"/>
                    <a:gd name="connsiteY17" fmla="*/ 2090878 h 2995085"/>
                    <a:gd name="connsiteX18" fmla="*/ 305404 w 2713608"/>
                    <a:gd name="connsiteY18" fmla="*/ 1718746 h 2995085"/>
                    <a:gd name="connsiteX19" fmla="*/ 130810 w 2713608"/>
                    <a:gd name="connsiteY19" fmla="*/ 1093173 h 2995085"/>
                    <a:gd name="connsiteX0" fmla="*/ 130810 w 2713608"/>
                    <a:gd name="connsiteY0" fmla="*/ 1093173 h 2995085"/>
                    <a:gd name="connsiteX1" fmla="*/ 1363200 w 2713608"/>
                    <a:gd name="connsiteY1" fmla="*/ 89997 h 2995085"/>
                    <a:gd name="connsiteX2" fmla="*/ 2035947 w 2713608"/>
                    <a:gd name="connsiteY2" fmla="*/ 223607 h 2995085"/>
                    <a:gd name="connsiteX3" fmla="*/ 2180950 w 2713608"/>
                    <a:gd name="connsiteY3" fmla="*/ 350854 h 2995085"/>
                    <a:gd name="connsiteX4" fmla="*/ 2713608 w 2713608"/>
                    <a:gd name="connsiteY4" fmla="*/ 984129 h 2995085"/>
                    <a:gd name="connsiteX5" fmla="*/ 2379215 w 2713608"/>
                    <a:gd name="connsiteY5" fmla="*/ 1277092 h 2995085"/>
                    <a:gd name="connsiteX6" fmla="*/ 1885025 w 2713608"/>
                    <a:gd name="connsiteY6" fmla="*/ 655654 h 2995085"/>
                    <a:gd name="connsiteX7" fmla="*/ 1242874 w 2713608"/>
                    <a:gd name="connsiteY7" fmla="*/ 578716 h 2995085"/>
                    <a:gd name="connsiteX8" fmla="*/ 1239916 w 2713608"/>
                    <a:gd name="connsiteY8" fmla="*/ 969332 h 2995085"/>
                    <a:gd name="connsiteX9" fmla="*/ 901561 w 2713608"/>
                    <a:gd name="connsiteY9" fmla="*/ 1982117 h 2995085"/>
                    <a:gd name="connsiteX10" fmla="*/ 804909 w 2713608"/>
                    <a:gd name="connsiteY10" fmla="*/ 2191491 h 2995085"/>
                    <a:gd name="connsiteX11" fmla="*/ 1580226 w 2713608"/>
                    <a:gd name="connsiteY11" fmla="*/ 2582109 h 2995085"/>
                    <a:gd name="connsiteX12" fmla="*/ 2476871 w 2713608"/>
                    <a:gd name="connsiteY12" fmla="*/ 2369045 h 2995085"/>
                    <a:gd name="connsiteX13" fmla="*/ 2577484 w 2713608"/>
                    <a:gd name="connsiteY13" fmla="*/ 2789255 h 2995085"/>
                    <a:gd name="connsiteX14" fmla="*/ 1671961 w 2713608"/>
                    <a:gd name="connsiteY14" fmla="*/ 2984563 h 2995085"/>
                    <a:gd name="connsiteX15" fmla="*/ 1402672 w 2713608"/>
                    <a:gd name="connsiteY15" fmla="*/ 2949053 h 2995085"/>
                    <a:gd name="connsiteX16" fmla="*/ 585926 w 2713608"/>
                    <a:gd name="connsiteY16" fmla="*/ 2750783 h 2995085"/>
                    <a:gd name="connsiteX17" fmla="*/ 0 w 2713608"/>
                    <a:gd name="connsiteY17" fmla="*/ 2090878 h 2995085"/>
                    <a:gd name="connsiteX18" fmla="*/ 305404 w 2713608"/>
                    <a:gd name="connsiteY18" fmla="*/ 1718746 h 2995085"/>
                    <a:gd name="connsiteX19" fmla="*/ 130810 w 2713608"/>
                    <a:gd name="connsiteY19" fmla="*/ 1093173 h 2995085"/>
                    <a:gd name="connsiteX0" fmla="*/ 130810 w 2713608"/>
                    <a:gd name="connsiteY0" fmla="*/ 1093173 h 2995085"/>
                    <a:gd name="connsiteX1" fmla="*/ 1363200 w 2713608"/>
                    <a:gd name="connsiteY1" fmla="*/ 89997 h 2995085"/>
                    <a:gd name="connsiteX2" fmla="*/ 2035947 w 2713608"/>
                    <a:gd name="connsiteY2" fmla="*/ 223607 h 2995085"/>
                    <a:gd name="connsiteX3" fmla="*/ 2180950 w 2713608"/>
                    <a:gd name="connsiteY3" fmla="*/ 350854 h 2995085"/>
                    <a:gd name="connsiteX4" fmla="*/ 2713608 w 2713608"/>
                    <a:gd name="connsiteY4" fmla="*/ 984129 h 2995085"/>
                    <a:gd name="connsiteX5" fmla="*/ 2379215 w 2713608"/>
                    <a:gd name="connsiteY5" fmla="*/ 1277092 h 2995085"/>
                    <a:gd name="connsiteX6" fmla="*/ 1885025 w 2713608"/>
                    <a:gd name="connsiteY6" fmla="*/ 655654 h 2995085"/>
                    <a:gd name="connsiteX7" fmla="*/ 1242874 w 2713608"/>
                    <a:gd name="connsiteY7" fmla="*/ 578716 h 2995085"/>
                    <a:gd name="connsiteX8" fmla="*/ 1239916 w 2713608"/>
                    <a:gd name="connsiteY8" fmla="*/ 969332 h 2995085"/>
                    <a:gd name="connsiteX9" fmla="*/ 901561 w 2713608"/>
                    <a:gd name="connsiteY9" fmla="*/ 1982117 h 2995085"/>
                    <a:gd name="connsiteX10" fmla="*/ 804909 w 2713608"/>
                    <a:gd name="connsiteY10" fmla="*/ 2191491 h 2995085"/>
                    <a:gd name="connsiteX11" fmla="*/ 1580226 w 2713608"/>
                    <a:gd name="connsiteY11" fmla="*/ 2582109 h 2995085"/>
                    <a:gd name="connsiteX12" fmla="*/ 2476871 w 2713608"/>
                    <a:gd name="connsiteY12" fmla="*/ 2369045 h 2995085"/>
                    <a:gd name="connsiteX13" fmla="*/ 2577484 w 2713608"/>
                    <a:gd name="connsiteY13" fmla="*/ 2789255 h 2995085"/>
                    <a:gd name="connsiteX14" fmla="*/ 1671961 w 2713608"/>
                    <a:gd name="connsiteY14" fmla="*/ 2984563 h 2995085"/>
                    <a:gd name="connsiteX15" fmla="*/ 1402672 w 2713608"/>
                    <a:gd name="connsiteY15" fmla="*/ 2949053 h 2995085"/>
                    <a:gd name="connsiteX16" fmla="*/ 585926 w 2713608"/>
                    <a:gd name="connsiteY16" fmla="*/ 2750783 h 2995085"/>
                    <a:gd name="connsiteX17" fmla="*/ 0 w 2713608"/>
                    <a:gd name="connsiteY17" fmla="*/ 2090878 h 2995085"/>
                    <a:gd name="connsiteX18" fmla="*/ 130810 w 2713608"/>
                    <a:gd name="connsiteY18" fmla="*/ 1093173 h 2995085"/>
                    <a:gd name="connsiteX0" fmla="*/ 154662 w 2737460"/>
                    <a:gd name="connsiteY0" fmla="*/ 1093173 h 2995085"/>
                    <a:gd name="connsiteX1" fmla="*/ 1387052 w 2737460"/>
                    <a:gd name="connsiteY1" fmla="*/ 89997 h 2995085"/>
                    <a:gd name="connsiteX2" fmla="*/ 2059799 w 2737460"/>
                    <a:gd name="connsiteY2" fmla="*/ 223607 h 2995085"/>
                    <a:gd name="connsiteX3" fmla="*/ 2204802 w 2737460"/>
                    <a:gd name="connsiteY3" fmla="*/ 350854 h 2995085"/>
                    <a:gd name="connsiteX4" fmla="*/ 2737460 w 2737460"/>
                    <a:gd name="connsiteY4" fmla="*/ 984129 h 2995085"/>
                    <a:gd name="connsiteX5" fmla="*/ 2403067 w 2737460"/>
                    <a:gd name="connsiteY5" fmla="*/ 1277092 h 2995085"/>
                    <a:gd name="connsiteX6" fmla="*/ 1908877 w 2737460"/>
                    <a:gd name="connsiteY6" fmla="*/ 655654 h 2995085"/>
                    <a:gd name="connsiteX7" fmla="*/ 1266726 w 2737460"/>
                    <a:gd name="connsiteY7" fmla="*/ 578716 h 2995085"/>
                    <a:gd name="connsiteX8" fmla="*/ 1263768 w 2737460"/>
                    <a:gd name="connsiteY8" fmla="*/ 969332 h 2995085"/>
                    <a:gd name="connsiteX9" fmla="*/ 925413 w 2737460"/>
                    <a:gd name="connsiteY9" fmla="*/ 1982117 h 2995085"/>
                    <a:gd name="connsiteX10" fmla="*/ 828761 w 2737460"/>
                    <a:gd name="connsiteY10" fmla="*/ 2191491 h 2995085"/>
                    <a:gd name="connsiteX11" fmla="*/ 1604078 w 2737460"/>
                    <a:gd name="connsiteY11" fmla="*/ 2582109 h 2995085"/>
                    <a:gd name="connsiteX12" fmla="*/ 2500723 w 2737460"/>
                    <a:gd name="connsiteY12" fmla="*/ 2369045 h 2995085"/>
                    <a:gd name="connsiteX13" fmla="*/ 2601336 w 2737460"/>
                    <a:gd name="connsiteY13" fmla="*/ 2789255 h 2995085"/>
                    <a:gd name="connsiteX14" fmla="*/ 1695813 w 2737460"/>
                    <a:gd name="connsiteY14" fmla="*/ 2984563 h 2995085"/>
                    <a:gd name="connsiteX15" fmla="*/ 1426524 w 2737460"/>
                    <a:gd name="connsiteY15" fmla="*/ 2949053 h 2995085"/>
                    <a:gd name="connsiteX16" fmla="*/ 609778 w 2737460"/>
                    <a:gd name="connsiteY16" fmla="*/ 2750783 h 2995085"/>
                    <a:gd name="connsiteX17" fmla="*/ 23852 w 2737460"/>
                    <a:gd name="connsiteY17" fmla="*/ 2090878 h 2995085"/>
                    <a:gd name="connsiteX18" fmla="*/ 154662 w 2737460"/>
                    <a:gd name="connsiteY18" fmla="*/ 1093173 h 2995085"/>
                    <a:gd name="connsiteX0" fmla="*/ 165916 w 2748714"/>
                    <a:gd name="connsiteY0" fmla="*/ 1093173 h 2995085"/>
                    <a:gd name="connsiteX1" fmla="*/ 1398306 w 2748714"/>
                    <a:gd name="connsiteY1" fmla="*/ 89997 h 2995085"/>
                    <a:gd name="connsiteX2" fmla="*/ 2071053 w 2748714"/>
                    <a:gd name="connsiteY2" fmla="*/ 223607 h 2995085"/>
                    <a:gd name="connsiteX3" fmla="*/ 2216056 w 2748714"/>
                    <a:gd name="connsiteY3" fmla="*/ 350854 h 2995085"/>
                    <a:gd name="connsiteX4" fmla="*/ 2748714 w 2748714"/>
                    <a:gd name="connsiteY4" fmla="*/ 984129 h 2995085"/>
                    <a:gd name="connsiteX5" fmla="*/ 2414321 w 2748714"/>
                    <a:gd name="connsiteY5" fmla="*/ 1277092 h 2995085"/>
                    <a:gd name="connsiteX6" fmla="*/ 1920131 w 2748714"/>
                    <a:gd name="connsiteY6" fmla="*/ 655654 h 2995085"/>
                    <a:gd name="connsiteX7" fmla="*/ 1277980 w 2748714"/>
                    <a:gd name="connsiteY7" fmla="*/ 578716 h 2995085"/>
                    <a:gd name="connsiteX8" fmla="*/ 1275022 w 2748714"/>
                    <a:gd name="connsiteY8" fmla="*/ 969332 h 2995085"/>
                    <a:gd name="connsiteX9" fmla="*/ 936667 w 2748714"/>
                    <a:gd name="connsiteY9" fmla="*/ 1982117 h 2995085"/>
                    <a:gd name="connsiteX10" fmla="*/ 840015 w 2748714"/>
                    <a:gd name="connsiteY10" fmla="*/ 2191491 h 2995085"/>
                    <a:gd name="connsiteX11" fmla="*/ 1615332 w 2748714"/>
                    <a:gd name="connsiteY11" fmla="*/ 2582109 h 2995085"/>
                    <a:gd name="connsiteX12" fmla="*/ 2511977 w 2748714"/>
                    <a:gd name="connsiteY12" fmla="*/ 2369045 h 2995085"/>
                    <a:gd name="connsiteX13" fmla="*/ 2612590 w 2748714"/>
                    <a:gd name="connsiteY13" fmla="*/ 2789255 h 2995085"/>
                    <a:gd name="connsiteX14" fmla="*/ 1707067 w 2748714"/>
                    <a:gd name="connsiteY14" fmla="*/ 2984563 h 2995085"/>
                    <a:gd name="connsiteX15" fmla="*/ 1437778 w 2748714"/>
                    <a:gd name="connsiteY15" fmla="*/ 2949053 h 2995085"/>
                    <a:gd name="connsiteX16" fmla="*/ 621032 w 2748714"/>
                    <a:gd name="connsiteY16" fmla="*/ 2750783 h 2995085"/>
                    <a:gd name="connsiteX17" fmla="*/ 35106 w 2748714"/>
                    <a:gd name="connsiteY17" fmla="*/ 2090878 h 2995085"/>
                    <a:gd name="connsiteX18" fmla="*/ 165916 w 2748714"/>
                    <a:gd name="connsiteY18" fmla="*/ 1093173 h 2995085"/>
                    <a:gd name="connsiteX0" fmla="*/ 164451 w 2747249"/>
                    <a:gd name="connsiteY0" fmla="*/ 1093173 h 2995085"/>
                    <a:gd name="connsiteX1" fmla="*/ 1396841 w 2747249"/>
                    <a:gd name="connsiteY1" fmla="*/ 89997 h 2995085"/>
                    <a:gd name="connsiteX2" fmla="*/ 2069588 w 2747249"/>
                    <a:gd name="connsiteY2" fmla="*/ 223607 h 2995085"/>
                    <a:gd name="connsiteX3" fmla="*/ 2214591 w 2747249"/>
                    <a:gd name="connsiteY3" fmla="*/ 350854 h 2995085"/>
                    <a:gd name="connsiteX4" fmla="*/ 2747249 w 2747249"/>
                    <a:gd name="connsiteY4" fmla="*/ 984129 h 2995085"/>
                    <a:gd name="connsiteX5" fmla="*/ 2412856 w 2747249"/>
                    <a:gd name="connsiteY5" fmla="*/ 1277092 h 2995085"/>
                    <a:gd name="connsiteX6" fmla="*/ 1918666 w 2747249"/>
                    <a:gd name="connsiteY6" fmla="*/ 655654 h 2995085"/>
                    <a:gd name="connsiteX7" fmla="*/ 1276515 w 2747249"/>
                    <a:gd name="connsiteY7" fmla="*/ 578716 h 2995085"/>
                    <a:gd name="connsiteX8" fmla="*/ 1273557 w 2747249"/>
                    <a:gd name="connsiteY8" fmla="*/ 969332 h 2995085"/>
                    <a:gd name="connsiteX9" fmla="*/ 935202 w 2747249"/>
                    <a:gd name="connsiteY9" fmla="*/ 1982117 h 2995085"/>
                    <a:gd name="connsiteX10" fmla="*/ 838550 w 2747249"/>
                    <a:gd name="connsiteY10" fmla="*/ 2191491 h 2995085"/>
                    <a:gd name="connsiteX11" fmla="*/ 1613867 w 2747249"/>
                    <a:gd name="connsiteY11" fmla="*/ 2582109 h 2995085"/>
                    <a:gd name="connsiteX12" fmla="*/ 2510512 w 2747249"/>
                    <a:gd name="connsiteY12" fmla="*/ 2369045 h 2995085"/>
                    <a:gd name="connsiteX13" fmla="*/ 2611125 w 2747249"/>
                    <a:gd name="connsiteY13" fmla="*/ 2789255 h 2995085"/>
                    <a:gd name="connsiteX14" fmla="*/ 1705602 w 2747249"/>
                    <a:gd name="connsiteY14" fmla="*/ 2984563 h 2995085"/>
                    <a:gd name="connsiteX15" fmla="*/ 1436313 w 2747249"/>
                    <a:gd name="connsiteY15" fmla="*/ 2949053 h 2995085"/>
                    <a:gd name="connsiteX16" fmla="*/ 619567 w 2747249"/>
                    <a:gd name="connsiteY16" fmla="*/ 2750783 h 2995085"/>
                    <a:gd name="connsiteX17" fmla="*/ 33641 w 2747249"/>
                    <a:gd name="connsiteY17" fmla="*/ 2090878 h 2995085"/>
                    <a:gd name="connsiteX18" fmla="*/ 164451 w 2747249"/>
                    <a:gd name="connsiteY18" fmla="*/ 1093173 h 2995085"/>
                    <a:gd name="connsiteX0" fmla="*/ 164451 w 2747249"/>
                    <a:gd name="connsiteY0" fmla="*/ 1093173 h 2995085"/>
                    <a:gd name="connsiteX1" fmla="*/ 1396841 w 2747249"/>
                    <a:gd name="connsiteY1" fmla="*/ 89997 h 2995085"/>
                    <a:gd name="connsiteX2" fmla="*/ 2069588 w 2747249"/>
                    <a:gd name="connsiteY2" fmla="*/ 223607 h 2995085"/>
                    <a:gd name="connsiteX3" fmla="*/ 2214591 w 2747249"/>
                    <a:gd name="connsiteY3" fmla="*/ 350854 h 2995085"/>
                    <a:gd name="connsiteX4" fmla="*/ 2747249 w 2747249"/>
                    <a:gd name="connsiteY4" fmla="*/ 984129 h 2995085"/>
                    <a:gd name="connsiteX5" fmla="*/ 2412856 w 2747249"/>
                    <a:gd name="connsiteY5" fmla="*/ 1277092 h 2995085"/>
                    <a:gd name="connsiteX6" fmla="*/ 1918666 w 2747249"/>
                    <a:gd name="connsiteY6" fmla="*/ 655654 h 2995085"/>
                    <a:gd name="connsiteX7" fmla="*/ 1276515 w 2747249"/>
                    <a:gd name="connsiteY7" fmla="*/ 578716 h 2995085"/>
                    <a:gd name="connsiteX8" fmla="*/ 1273557 w 2747249"/>
                    <a:gd name="connsiteY8" fmla="*/ 969332 h 2995085"/>
                    <a:gd name="connsiteX9" fmla="*/ 935202 w 2747249"/>
                    <a:gd name="connsiteY9" fmla="*/ 1982117 h 2995085"/>
                    <a:gd name="connsiteX10" fmla="*/ 838550 w 2747249"/>
                    <a:gd name="connsiteY10" fmla="*/ 2191491 h 2995085"/>
                    <a:gd name="connsiteX11" fmla="*/ 1613867 w 2747249"/>
                    <a:gd name="connsiteY11" fmla="*/ 2573231 h 2995085"/>
                    <a:gd name="connsiteX12" fmla="*/ 2510512 w 2747249"/>
                    <a:gd name="connsiteY12" fmla="*/ 2369045 h 2995085"/>
                    <a:gd name="connsiteX13" fmla="*/ 2611125 w 2747249"/>
                    <a:gd name="connsiteY13" fmla="*/ 2789255 h 2995085"/>
                    <a:gd name="connsiteX14" fmla="*/ 1705602 w 2747249"/>
                    <a:gd name="connsiteY14" fmla="*/ 2984563 h 2995085"/>
                    <a:gd name="connsiteX15" fmla="*/ 1436313 w 2747249"/>
                    <a:gd name="connsiteY15" fmla="*/ 2949053 h 2995085"/>
                    <a:gd name="connsiteX16" fmla="*/ 619567 w 2747249"/>
                    <a:gd name="connsiteY16" fmla="*/ 2750783 h 2995085"/>
                    <a:gd name="connsiteX17" fmla="*/ 33641 w 2747249"/>
                    <a:gd name="connsiteY17" fmla="*/ 2090878 h 2995085"/>
                    <a:gd name="connsiteX18" fmla="*/ 164451 w 2747249"/>
                    <a:gd name="connsiteY18" fmla="*/ 1093173 h 2995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747249" h="2995085">
                      <a:moveTo>
                        <a:pt x="164451" y="1093173"/>
                      </a:moveTo>
                      <a:cubicBezTo>
                        <a:pt x="299053" y="280373"/>
                        <a:pt x="1197136" y="-212831"/>
                        <a:pt x="1396841" y="89997"/>
                      </a:cubicBezTo>
                      <a:cubicBezTo>
                        <a:pt x="1606294" y="119738"/>
                        <a:pt x="1842380" y="164274"/>
                        <a:pt x="2069588" y="223607"/>
                      </a:cubicBezTo>
                      <a:cubicBezTo>
                        <a:pt x="2138637" y="239390"/>
                        <a:pt x="2172176" y="269968"/>
                        <a:pt x="2214591" y="350854"/>
                      </a:cubicBezTo>
                      <a:lnTo>
                        <a:pt x="2747249" y="984129"/>
                      </a:lnTo>
                      <a:lnTo>
                        <a:pt x="2412856" y="1277092"/>
                      </a:lnTo>
                      <a:lnTo>
                        <a:pt x="1918666" y="655654"/>
                      </a:lnTo>
                      <a:lnTo>
                        <a:pt x="1276515" y="578716"/>
                      </a:lnTo>
                      <a:lnTo>
                        <a:pt x="1273557" y="969332"/>
                      </a:lnTo>
                      <a:lnTo>
                        <a:pt x="935202" y="1982117"/>
                      </a:lnTo>
                      <a:lnTo>
                        <a:pt x="838550" y="2191491"/>
                      </a:lnTo>
                      <a:lnTo>
                        <a:pt x="1613867" y="2573231"/>
                      </a:lnTo>
                      <a:lnTo>
                        <a:pt x="2510512" y="2369045"/>
                      </a:lnTo>
                      <a:lnTo>
                        <a:pt x="2611125" y="2789255"/>
                      </a:lnTo>
                      <a:lnTo>
                        <a:pt x="1705602" y="2984563"/>
                      </a:lnTo>
                      <a:cubicBezTo>
                        <a:pt x="1606961" y="3005278"/>
                        <a:pt x="1537913" y="2996401"/>
                        <a:pt x="1436313" y="2949053"/>
                      </a:cubicBezTo>
                      <a:lnTo>
                        <a:pt x="619567" y="2750783"/>
                      </a:lnTo>
                      <a:cubicBezTo>
                        <a:pt x="323644" y="2767553"/>
                        <a:pt x="98744" y="2464726"/>
                        <a:pt x="33641" y="2090878"/>
                      </a:cubicBezTo>
                      <a:cubicBezTo>
                        <a:pt x="-52962" y="1761269"/>
                        <a:pt x="40949" y="1372475"/>
                        <a:pt x="164451" y="1093173"/>
                      </a:cubicBezTo>
                      <a:close/>
                    </a:path>
                  </a:pathLst>
                </a:custGeom>
                <a:solidFill>
                  <a:srgbClr val="6D207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grpSp>
          <p:grpSp>
            <p:nvGrpSpPr>
              <p:cNvPr id="181" name="Group 180"/>
              <p:cNvGrpSpPr/>
              <p:nvPr/>
            </p:nvGrpSpPr>
            <p:grpSpPr>
              <a:xfrm>
                <a:off x="539366" y="1326071"/>
                <a:ext cx="544097" cy="491853"/>
                <a:chOff x="539366" y="1326071"/>
                <a:chExt cx="544097" cy="491853"/>
              </a:xfrm>
            </p:grpSpPr>
            <p:sp>
              <p:nvSpPr>
                <p:cNvPr id="182" name="Rectangle 102"/>
                <p:cNvSpPr/>
                <p:nvPr/>
              </p:nvSpPr>
              <p:spPr>
                <a:xfrm>
                  <a:off x="769918" y="1326071"/>
                  <a:ext cx="150089" cy="50231"/>
                </a:xfrm>
                <a:custGeom>
                  <a:avLst/>
                  <a:gdLst>
                    <a:gd name="connsiteX0" fmla="*/ 0 w 351430"/>
                    <a:gd name="connsiteY0" fmla="*/ 0 h 179601"/>
                    <a:gd name="connsiteX1" fmla="*/ 351430 w 351430"/>
                    <a:gd name="connsiteY1" fmla="*/ 0 h 179601"/>
                    <a:gd name="connsiteX2" fmla="*/ 351430 w 351430"/>
                    <a:gd name="connsiteY2" fmla="*/ 179601 h 179601"/>
                    <a:gd name="connsiteX3" fmla="*/ 0 w 351430"/>
                    <a:gd name="connsiteY3" fmla="*/ 179601 h 179601"/>
                    <a:gd name="connsiteX4" fmla="*/ 0 w 351430"/>
                    <a:gd name="connsiteY4" fmla="*/ 0 h 179601"/>
                    <a:gd name="connsiteX0" fmla="*/ 0 w 354842"/>
                    <a:gd name="connsiteY0" fmla="*/ 0 h 220545"/>
                    <a:gd name="connsiteX1" fmla="*/ 351430 w 354842"/>
                    <a:gd name="connsiteY1" fmla="*/ 0 h 220545"/>
                    <a:gd name="connsiteX2" fmla="*/ 354842 w 354842"/>
                    <a:gd name="connsiteY2" fmla="*/ 220545 h 220545"/>
                    <a:gd name="connsiteX3" fmla="*/ 0 w 354842"/>
                    <a:gd name="connsiteY3" fmla="*/ 179601 h 220545"/>
                    <a:gd name="connsiteX4" fmla="*/ 0 w 354842"/>
                    <a:gd name="connsiteY4" fmla="*/ 0 h 220545"/>
                    <a:gd name="connsiteX0" fmla="*/ 0 w 354842"/>
                    <a:gd name="connsiteY0" fmla="*/ 0 h 220545"/>
                    <a:gd name="connsiteX1" fmla="*/ 351430 w 354842"/>
                    <a:gd name="connsiteY1" fmla="*/ 0 h 220545"/>
                    <a:gd name="connsiteX2" fmla="*/ 354842 w 354842"/>
                    <a:gd name="connsiteY2" fmla="*/ 220545 h 220545"/>
                    <a:gd name="connsiteX3" fmla="*/ 34119 w 354842"/>
                    <a:gd name="connsiteY3" fmla="*/ 135246 h 220545"/>
                    <a:gd name="connsiteX4" fmla="*/ 0 w 354842"/>
                    <a:gd name="connsiteY4" fmla="*/ 0 h 220545"/>
                    <a:gd name="connsiteX0" fmla="*/ 0 w 354842"/>
                    <a:gd name="connsiteY0" fmla="*/ 0 h 220545"/>
                    <a:gd name="connsiteX1" fmla="*/ 351430 w 354842"/>
                    <a:gd name="connsiteY1" fmla="*/ 0 h 220545"/>
                    <a:gd name="connsiteX2" fmla="*/ 354842 w 354842"/>
                    <a:gd name="connsiteY2" fmla="*/ 220545 h 220545"/>
                    <a:gd name="connsiteX3" fmla="*/ 34119 w 354842"/>
                    <a:gd name="connsiteY3" fmla="*/ 145482 h 220545"/>
                    <a:gd name="connsiteX4" fmla="*/ 0 w 354842"/>
                    <a:gd name="connsiteY4" fmla="*/ 0 h 220545"/>
                    <a:gd name="connsiteX0" fmla="*/ 0 w 320723"/>
                    <a:gd name="connsiteY0" fmla="*/ 145482 h 220545"/>
                    <a:gd name="connsiteX1" fmla="*/ 317311 w 320723"/>
                    <a:gd name="connsiteY1" fmla="*/ 0 h 220545"/>
                    <a:gd name="connsiteX2" fmla="*/ 320723 w 320723"/>
                    <a:gd name="connsiteY2" fmla="*/ 220545 h 220545"/>
                    <a:gd name="connsiteX3" fmla="*/ 0 w 320723"/>
                    <a:gd name="connsiteY3" fmla="*/ 145482 h 220545"/>
                    <a:gd name="connsiteX0" fmla="*/ 0 w 320723"/>
                    <a:gd name="connsiteY0" fmla="*/ 0 h 75063"/>
                    <a:gd name="connsiteX1" fmla="*/ 320723 w 320723"/>
                    <a:gd name="connsiteY1" fmla="*/ 75063 h 75063"/>
                    <a:gd name="connsiteX2" fmla="*/ 0 w 320723"/>
                    <a:gd name="connsiteY2" fmla="*/ 0 h 75063"/>
                    <a:gd name="connsiteX0" fmla="*/ 0 w 320723"/>
                    <a:gd name="connsiteY0" fmla="*/ 6163 h 81226"/>
                    <a:gd name="connsiteX1" fmla="*/ 320723 w 320723"/>
                    <a:gd name="connsiteY1" fmla="*/ 81226 h 81226"/>
                    <a:gd name="connsiteX2" fmla="*/ 0 w 320723"/>
                    <a:gd name="connsiteY2" fmla="*/ 6163 h 81226"/>
                    <a:gd name="connsiteX0" fmla="*/ 0 w 320723"/>
                    <a:gd name="connsiteY0" fmla="*/ 6163 h 81226"/>
                    <a:gd name="connsiteX1" fmla="*/ 320723 w 320723"/>
                    <a:gd name="connsiteY1" fmla="*/ 81226 h 81226"/>
                    <a:gd name="connsiteX2" fmla="*/ 0 w 320723"/>
                    <a:gd name="connsiteY2" fmla="*/ 6163 h 81226"/>
                    <a:gd name="connsiteX0" fmla="*/ 0 w 320723"/>
                    <a:gd name="connsiteY0" fmla="*/ 53520 h 128583"/>
                    <a:gd name="connsiteX1" fmla="*/ 320723 w 320723"/>
                    <a:gd name="connsiteY1" fmla="*/ 128583 h 128583"/>
                    <a:gd name="connsiteX2" fmla="*/ 0 w 320723"/>
                    <a:gd name="connsiteY2" fmla="*/ 53520 h 128583"/>
                    <a:gd name="connsiteX0" fmla="*/ 0 w 327547"/>
                    <a:gd name="connsiteY0" fmla="*/ 54700 h 126351"/>
                    <a:gd name="connsiteX1" fmla="*/ 327547 w 327547"/>
                    <a:gd name="connsiteY1" fmla="*/ 126351 h 126351"/>
                    <a:gd name="connsiteX2" fmla="*/ 0 w 327547"/>
                    <a:gd name="connsiteY2" fmla="*/ 54700 h 126351"/>
                    <a:gd name="connsiteX0" fmla="*/ 0 w 341195"/>
                    <a:gd name="connsiteY0" fmla="*/ 51262 h 133149"/>
                    <a:gd name="connsiteX1" fmla="*/ 341195 w 341195"/>
                    <a:gd name="connsiteY1" fmla="*/ 133149 h 133149"/>
                    <a:gd name="connsiteX2" fmla="*/ 0 w 341195"/>
                    <a:gd name="connsiteY2" fmla="*/ 51262 h 133149"/>
                    <a:gd name="connsiteX0" fmla="*/ 0 w 371902"/>
                    <a:gd name="connsiteY0" fmla="*/ 51262 h 133149"/>
                    <a:gd name="connsiteX1" fmla="*/ 371902 w 371902"/>
                    <a:gd name="connsiteY1" fmla="*/ 133149 h 133149"/>
                    <a:gd name="connsiteX2" fmla="*/ 0 w 371902"/>
                    <a:gd name="connsiteY2" fmla="*/ 51262 h 133149"/>
                    <a:gd name="connsiteX0" fmla="*/ 0 w 371902"/>
                    <a:gd name="connsiteY0" fmla="*/ 51262 h 133149"/>
                    <a:gd name="connsiteX1" fmla="*/ 371902 w 371902"/>
                    <a:gd name="connsiteY1" fmla="*/ 133149 h 133149"/>
                    <a:gd name="connsiteX2" fmla="*/ 0 w 371902"/>
                    <a:gd name="connsiteY2" fmla="*/ 51262 h 133149"/>
                    <a:gd name="connsiteX0" fmla="*/ 0 w 371902"/>
                    <a:gd name="connsiteY0" fmla="*/ 51262 h 133149"/>
                    <a:gd name="connsiteX1" fmla="*/ 371902 w 371902"/>
                    <a:gd name="connsiteY1" fmla="*/ 133149 h 133149"/>
                    <a:gd name="connsiteX2" fmla="*/ 0 w 371902"/>
                    <a:gd name="connsiteY2" fmla="*/ 51262 h 133149"/>
                    <a:gd name="connsiteX0" fmla="*/ 0 w 371902"/>
                    <a:gd name="connsiteY0" fmla="*/ 51262 h 133149"/>
                    <a:gd name="connsiteX1" fmla="*/ 371902 w 371902"/>
                    <a:gd name="connsiteY1" fmla="*/ 133149 h 133149"/>
                    <a:gd name="connsiteX2" fmla="*/ 0 w 371902"/>
                    <a:gd name="connsiteY2" fmla="*/ 51262 h 133149"/>
                    <a:gd name="connsiteX0" fmla="*/ 0 w 371902"/>
                    <a:gd name="connsiteY0" fmla="*/ 45286 h 127173"/>
                    <a:gd name="connsiteX1" fmla="*/ 371902 w 371902"/>
                    <a:gd name="connsiteY1" fmla="*/ 127173 h 127173"/>
                    <a:gd name="connsiteX2" fmla="*/ 0 w 371902"/>
                    <a:gd name="connsiteY2" fmla="*/ 45286 h 127173"/>
                    <a:gd name="connsiteX0" fmla="*/ 0 w 371902"/>
                    <a:gd name="connsiteY0" fmla="*/ 42579 h 124466"/>
                    <a:gd name="connsiteX1" fmla="*/ 371902 w 371902"/>
                    <a:gd name="connsiteY1" fmla="*/ 124466 h 124466"/>
                    <a:gd name="connsiteX2" fmla="*/ 0 w 371902"/>
                    <a:gd name="connsiteY2" fmla="*/ 42579 h 124466"/>
                  </a:gdLst>
                  <a:ahLst/>
                  <a:cxnLst>
                    <a:cxn ang="0">
                      <a:pos x="connsiteX0" y="connsiteY0"/>
                    </a:cxn>
                    <a:cxn ang="0">
                      <a:pos x="connsiteX1" y="connsiteY1"/>
                    </a:cxn>
                    <a:cxn ang="0">
                      <a:pos x="connsiteX2" y="connsiteY2"/>
                    </a:cxn>
                  </a:cxnLst>
                  <a:rect l="l" t="t" r="r" b="b"/>
                  <a:pathLst>
                    <a:path w="371902" h="124466">
                      <a:moveTo>
                        <a:pt x="0" y="42579"/>
                      </a:moveTo>
                      <a:cubicBezTo>
                        <a:pt x="127379" y="-34758"/>
                        <a:pt x="295701" y="-6325"/>
                        <a:pt x="371902" y="124466"/>
                      </a:cubicBezTo>
                      <a:cubicBezTo>
                        <a:pt x="275229" y="75561"/>
                        <a:pt x="154675" y="53952"/>
                        <a:pt x="0" y="42579"/>
                      </a:cubicBezTo>
                      <a:close/>
                    </a:path>
                  </a:pathLst>
                </a:custGeom>
                <a:solidFill>
                  <a:srgbClr val="F4AF8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sp>
              <p:nvSpPr>
                <p:cNvPr id="183" name="Rectangle 102"/>
                <p:cNvSpPr/>
                <p:nvPr/>
              </p:nvSpPr>
              <p:spPr>
                <a:xfrm rot="11384835">
                  <a:off x="650556" y="1766300"/>
                  <a:ext cx="141713" cy="51624"/>
                </a:xfrm>
                <a:custGeom>
                  <a:avLst/>
                  <a:gdLst>
                    <a:gd name="connsiteX0" fmla="*/ 0 w 351430"/>
                    <a:gd name="connsiteY0" fmla="*/ 0 h 179601"/>
                    <a:gd name="connsiteX1" fmla="*/ 351430 w 351430"/>
                    <a:gd name="connsiteY1" fmla="*/ 0 h 179601"/>
                    <a:gd name="connsiteX2" fmla="*/ 351430 w 351430"/>
                    <a:gd name="connsiteY2" fmla="*/ 179601 h 179601"/>
                    <a:gd name="connsiteX3" fmla="*/ 0 w 351430"/>
                    <a:gd name="connsiteY3" fmla="*/ 179601 h 179601"/>
                    <a:gd name="connsiteX4" fmla="*/ 0 w 351430"/>
                    <a:gd name="connsiteY4" fmla="*/ 0 h 179601"/>
                    <a:gd name="connsiteX0" fmla="*/ 0 w 354842"/>
                    <a:gd name="connsiteY0" fmla="*/ 0 h 220545"/>
                    <a:gd name="connsiteX1" fmla="*/ 351430 w 354842"/>
                    <a:gd name="connsiteY1" fmla="*/ 0 h 220545"/>
                    <a:gd name="connsiteX2" fmla="*/ 354842 w 354842"/>
                    <a:gd name="connsiteY2" fmla="*/ 220545 h 220545"/>
                    <a:gd name="connsiteX3" fmla="*/ 0 w 354842"/>
                    <a:gd name="connsiteY3" fmla="*/ 179601 h 220545"/>
                    <a:gd name="connsiteX4" fmla="*/ 0 w 354842"/>
                    <a:gd name="connsiteY4" fmla="*/ 0 h 220545"/>
                    <a:gd name="connsiteX0" fmla="*/ 0 w 354842"/>
                    <a:gd name="connsiteY0" fmla="*/ 0 h 220545"/>
                    <a:gd name="connsiteX1" fmla="*/ 351430 w 354842"/>
                    <a:gd name="connsiteY1" fmla="*/ 0 h 220545"/>
                    <a:gd name="connsiteX2" fmla="*/ 354842 w 354842"/>
                    <a:gd name="connsiteY2" fmla="*/ 220545 h 220545"/>
                    <a:gd name="connsiteX3" fmla="*/ 34119 w 354842"/>
                    <a:gd name="connsiteY3" fmla="*/ 135246 h 220545"/>
                    <a:gd name="connsiteX4" fmla="*/ 0 w 354842"/>
                    <a:gd name="connsiteY4" fmla="*/ 0 h 220545"/>
                    <a:gd name="connsiteX0" fmla="*/ 0 w 354842"/>
                    <a:gd name="connsiteY0" fmla="*/ 0 h 220545"/>
                    <a:gd name="connsiteX1" fmla="*/ 351430 w 354842"/>
                    <a:gd name="connsiteY1" fmla="*/ 0 h 220545"/>
                    <a:gd name="connsiteX2" fmla="*/ 354842 w 354842"/>
                    <a:gd name="connsiteY2" fmla="*/ 220545 h 220545"/>
                    <a:gd name="connsiteX3" fmla="*/ 34119 w 354842"/>
                    <a:gd name="connsiteY3" fmla="*/ 145482 h 220545"/>
                    <a:gd name="connsiteX4" fmla="*/ 0 w 354842"/>
                    <a:gd name="connsiteY4" fmla="*/ 0 h 220545"/>
                    <a:gd name="connsiteX0" fmla="*/ 0 w 320723"/>
                    <a:gd name="connsiteY0" fmla="*/ 145482 h 220545"/>
                    <a:gd name="connsiteX1" fmla="*/ 317311 w 320723"/>
                    <a:gd name="connsiteY1" fmla="*/ 0 h 220545"/>
                    <a:gd name="connsiteX2" fmla="*/ 320723 w 320723"/>
                    <a:gd name="connsiteY2" fmla="*/ 220545 h 220545"/>
                    <a:gd name="connsiteX3" fmla="*/ 0 w 320723"/>
                    <a:gd name="connsiteY3" fmla="*/ 145482 h 220545"/>
                    <a:gd name="connsiteX0" fmla="*/ 0 w 320723"/>
                    <a:gd name="connsiteY0" fmla="*/ 0 h 75063"/>
                    <a:gd name="connsiteX1" fmla="*/ 320723 w 320723"/>
                    <a:gd name="connsiteY1" fmla="*/ 75063 h 75063"/>
                    <a:gd name="connsiteX2" fmla="*/ 0 w 320723"/>
                    <a:gd name="connsiteY2" fmla="*/ 0 h 75063"/>
                    <a:gd name="connsiteX0" fmla="*/ 0 w 320723"/>
                    <a:gd name="connsiteY0" fmla="*/ 6163 h 81226"/>
                    <a:gd name="connsiteX1" fmla="*/ 320723 w 320723"/>
                    <a:gd name="connsiteY1" fmla="*/ 81226 h 81226"/>
                    <a:gd name="connsiteX2" fmla="*/ 0 w 320723"/>
                    <a:gd name="connsiteY2" fmla="*/ 6163 h 81226"/>
                    <a:gd name="connsiteX0" fmla="*/ 0 w 320723"/>
                    <a:gd name="connsiteY0" fmla="*/ 6163 h 81226"/>
                    <a:gd name="connsiteX1" fmla="*/ 320723 w 320723"/>
                    <a:gd name="connsiteY1" fmla="*/ 81226 h 81226"/>
                    <a:gd name="connsiteX2" fmla="*/ 0 w 320723"/>
                    <a:gd name="connsiteY2" fmla="*/ 6163 h 81226"/>
                    <a:gd name="connsiteX0" fmla="*/ 0 w 320723"/>
                    <a:gd name="connsiteY0" fmla="*/ 53520 h 128583"/>
                    <a:gd name="connsiteX1" fmla="*/ 320723 w 320723"/>
                    <a:gd name="connsiteY1" fmla="*/ 128583 h 128583"/>
                    <a:gd name="connsiteX2" fmla="*/ 0 w 320723"/>
                    <a:gd name="connsiteY2" fmla="*/ 53520 h 128583"/>
                    <a:gd name="connsiteX0" fmla="*/ 0 w 327547"/>
                    <a:gd name="connsiteY0" fmla="*/ 54700 h 126351"/>
                    <a:gd name="connsiteX1" fmla="*/ 327547 w 327547"/>
                    <a:gd name="connsiteY1" fmla="*/ 126351 h 126351"/>
                    <a:gd name="connsiteX2" fmla="*/ 0 w 327547"/>
                    <a:gd name="connsiteY2" fmla="*/ 54700 h 126351"/>
                    <a:gd name="connsiteX0" fmla="*/ 0 w 341195"/>
                    <a:gd name="connsiteY0" fmla="*/ 51262 h 133149"/>
                    <a:gd name="connsiteX1" fmla="*/ 341195 w 341195"/>
                    <a:gd name="connsiteY1" fmla="*/ 133149 h 133149"/>
                    <a:gd name="connsiteX2" fmla="*/ 0 w 341195"/>
                    <a:gd name="connsiteY2" fmla="*/ 51262 h 133149"/>
                    <a:gd name="connsiteX0" fmla="*/ 0 w 371902"/>
                    <a:gd name="connsiteY0" fmla="*/ 51262 h 133149"/>
                    <a:gd name="connsiteX1" fmla="*/ 371902 w 371902"/>
                    <a:gd name="connsiteY1" fmla="*/ 133149 h 133149"/>
                    <a:gd name="connsiteX2" fmla="*/ 0 w 371902"/>
                    <a:gd name="connsiteY2" fmla="*/ 51262 h 133149"/>
                    <a:gd name="connsiteX0" fmla="*/ 0 w 371902"/>
                    <a:gd name="connsiteY0" fmla="*/ 51262 h 133149"/>
                    <a:gd name="connsiteX1" fmla="*/ 371902 w 371902"/>
                    <a:gd name="connsiteY1" fmla="*/ 133149 h 133149"/>
                    <a:gd name="connsiteX2" fmla="*/ 0 w 371902"/>
                    <a:gd name="connsiteY2" fmla="*/ 51262 h 133149"/>
                    <a:gd name="connsiteX0" fmla="*/ 0 w 371902"/>
                    <a:gd name="connsiteY0" fmla="*/ 51262 h 133149"/>
                    <a:gd name="connsiteX1" fmla="*/ 371902 w 371902"/>
                    <a:gd name="connsiteY1" fmla="*/ 133149 h 133149"/>
                    <a:gd name="connsiteX2" fmla="*/ 0 w 371902"/>
                    <a:gd name="connsiteY2" fmla="*/ 51262 h 133149"/>
                    <a:gd name="connsiteX0" fmla="*/ 0 w 371902"/>
                    <a:gd name="connsiteY0" fmla="*/ 51262 h 133149"/>
                    <a:gd name="connsiteX1" fmla="*/ 371902 w 371902"/>
                    <a:gd name="connsiteY1" fmla="*/ 133149 h 133149"/>
                    <a:gd name="connsiteX2" fmla="*/ 0 w 371902"/>
                    <a:gd name="connsiteY2" fmla="*/ 51262 h 133149"/>
                    <a:gd name="connsiteX0" fmla="*/ 0 w 371902"/>
                    <a:gd name="connsiteY0" fmla="*/ 45286 h 127173"/>
                    <a:gd name="connsiteX1" fmla="*/ 371902 w 371902"/>
                    <a:gd name="connsiteY1" fmla="*/ 127173 h 127173"/>
                    <a:gd name="connsiteX2" fmla="*/ 0 w 371902"/>
                    <a:gd name="connsiteY2" fmla="*/ 45286 h 127173"/>
                    <a:gd name="connsiteX0" fmla="*/ 0 w 371902"/>
                    <a:gd name="connsiteY0" fmla="*/ 42579 h 124466"/>
                    <a:gd name="connsiteX1" fmla="*/ 371902 w 371902"/>
                    <a:gd name="connsiteY1" fmla="*/ 124466 h 124466"/>
                    <a:gd name="connsiteX2" fmla="*/ 0 w 371902"/>
                    <a:gd name="connsiteY2" fmla="*/ 42579 h 124466"/>
                    <a:gd name="connsiteX0" fmla="*/ 0 w 371902"/>
                    <a:gd name="connsiteY0" fmla="*/ 53028 h 134915"/>
                    <a:gd name="connsiteX1" fmla="*/ 371902 w 371902"/>
                    <a:gd name="connsiteY1" fmla="*/ 134915 h 134915"/>
                    <a:gd name="connsiteX2" fmla="*/ 0 w 371902"/>
                    <a:gd name="connsiteY2" fmla="*/ 53028 h 134915"/>
                    <a:gd name="connsiteX0" fmla="*/ 0 w 371902"/>
                    <a:gd name="connsiteY0" fmla="*/ 53028 h 134915"/>
                    <a:gd name="connsiteX1" fmla="*/ 371902 w 371902"/>
                    <a:gd name="connsiteY1" fmla="*/ 134915 h 134915"/>
                    <a:gd name="connsiteX2" fmla="*/ 0 w 371902"/>
                    <a:gd name="connsiteY2" fmla="*/ 53028 h 134915"/>
                    <a:gd name="connsiteX0" fmla="*/ 0 w 371902"/>
                    <a:gd name="connsiteY0" fmla="*/ 45970 h 127857"/>
                    <a:gd name="connsiteX1" fmla="*/ 371902 w 371902"/>
                    <a:gd name="connsiteY1" fmla="*/ 127857 h 127857"/>
                    <a:gd name="connsiteX2" fmla="*/ 0 w 371902"/>
                    <a:gd name="connsiteY2" fmla="*/ 45970 h 127857"/>
                    <a:gd name="connsiteX0" fmla="*/ 0 w 351148"/>
                    <a:gd name="connsiteY0" fmla="*/ 45928 h 127918"/>
                    <a:gd name="connsiteX1" fmla="*/ 351148 w 351148"/>
                    <a:gd name="connsiteY1" fmla="*/ 127918 h 127918"/>
                    <a:gd name="connsiteX2" fmla="*/ 0 w 351148"/>
                    <a:gd name="connsiteY2" fmla="*/ 45928 h 127918"/>
                  </a:gdLst>
                  <a:ahLst/>
                  <a:cxnLst>
                    <a:cxn ang="0">
                      <a:pos x="connsiteX0" y="connsiteY0"/>
                    </a:cxn>
                    <a:cxn ang="0">
                      <a:pos x="connsiteX1" y="connsiteY1"/>
                    </a:cxn>
                    <a:cxn ang="0">
                      <a:pos x="connsiteX2" y="connsiteY2"/>
                    </a:cxn>
                  </a:cxnLst>
                  <a:rect l="l" t="t" r="r" b="b"/>
                  <a:pathLst>
                    <a:path w="351148" h="127918">
                      <a:moveTo>
                        <a:pt x="0" y="45928"/>
                      </a:moveTo>
                      <a:cubicBezTo>
                        <a:pt x="130268" y="-14596"/>
                        <a:pt x="348246" y="-39698"/>
                        <a:pt x="351148" y="127918"/>
                      </a:cubicBezTo>
                      <a:cubicBezTo>
                        <a:pt x="254475" y="79013"/>
                        <a:pt x="154675" y="57301"/>
                        <a:pt x="0" y="45928"/>
                      </a:cubicBezTo>
                      <a:close/>
                    </a:path>
                  </a:pathLst>
                </a:custGeom>
                <a:solidFill>
                  <a:srgbClr val="F4AF8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sp>
              <p:nvSpPr>
                <p:cNvPr id="184" name="Oval 101"/>
                <p:cNvSpPr/>
                <p:nvPr/>
              </p:nvSpPr>
              <p:spPr>
                <a:xfrm>
                  <a:off x="539366" y="1344033"/>
                  <a:ext cx="544097" cy="471624"/>
                </a:xfrm>
                <a:custGeom>
                  <a:avLst/>
                  <a:gdLst>
                    <a:gd name="connsiteX0" fmla="*/ 0 w 1339895"/>
                    <a:gd name="connsiteY0" fmla="*/ 566382 h 1132764"/>
                    <a:gd name="connsiteX1" fmla="*/ 669948 w 1339895"/>
                    <a:gd name="connsiteY1" fmla="*/ 0 h 1132764"/>
                    <a:gd name="connsiteX2" fmla="*/ 1339896 w 1339895"/>
                    <a:gd name="connsiteY2" fmla="*/ 566382 h 1132764"/>
                    <a:gd name="connsiteX3" fmla="*/ 669948 w 1339895"/>
                    <a:gd name="connsiteY3" fmla="*/ 1132764 h 1132764"/>
                    <a:gd name="connsiteX4" fmla="*/ 0 w 1339895"/>
                    <a:gd name="connsiteY4" fmla="*/ 566382 h 1132764"/>
                    <a:gd name="connsiteX0" fmla="*/ 658 w 1340554"/>
                    <a:gd name="connsiteY0" fmla="*/ 566382 h 1132764"/>
                    <a:gd name="connsiteX1" fmla="*/ 670606 w 1340554"/>
                    <a:gd name="connsiteY1" fmla="*/ 0 h 1132764"/>
                    <a:gd name="connsiteX2" fmla="*/ 1340554 w 1340554"/>
                    <a:gd name="connsiteY2" fmla="*/ 566382 h 1132764"/>
                    <a:gd name="connsiteX3" fmla="*/ 670606 w 1340554"/>
                    <a:gd name="connsiteY3" fmla="*/ 1132764 h 1132764"/>
                    <a:gd name="connsiteX4" fmla="*/ 658 w 1340554"/>
                    <a:gd name="connsiteY4" fmla="*/ 566382 h 1132764"/>
                    <a:gd name="connsiteX0" fmla="*/ 775 w 1340671"/>
                    <a:gd name="connsiteY0" fmla="*/ 566670 h 1133052"/>
                    <a:gd name="connsiteX1" fmla="*/ 670723 w 1340671"/>
                    <a:gd name="connsiteY1" fmla="*/ 288 h 1133052"/>
                    <a:gd name="connsiteX2" fmla="*/ 1340671 w 1340671"/>
                    <a:gd name="connsiteY2" fmla="*/ 566670 h 1133052"/>
                    <a:gd name="connsiteX3" fmla="*/ 670723 w 1340671"/>
                    <a:gd name="connsiteY3" fmla="*/ 1133052 h 1133052"/>
                    <a:gd name="connsiteX4" fmla="*/ 775 w 1340671"/>
                    <a:gd name="connsiteY4" fmla="*/ 566670 h 1133052"/>
                    <a:gd name="connsiteX0" fmla="*/ 775 w 1340671"/>
                    <a:gd name="connsiteY0" fmla="*/ 566382 h 1132764"/>
                    <a:gd name="connsiteX1" fmla="*/ 670723 w 1340671"/>
                    <a:gd name="connsiteY1" fmla="*/ 0 h 1132764"/>
                    <a:gd name="connsiteX2" fmla="*/ 1340671 w 1340671"/>
                    <a:gd name="connsiteY2" fmla="*/ 566382 h 1132764"/>
                    <a:gd name="connsiteX3" fmla="*/ 670723 w 1340671"/>
                    <a:gd name="connsiteY3" fmla="*/ 1132764 h 1132764"/>
                    <a:gd name="connsiteX4" fmla="*/ 775 w 1340671"/>
                    <a:gd name="connsiteY4" fmla="*/ 566382 h 1132764"/>
                    <a:gd name="connsiteX0" fmla="*/ 775 w 1347495"/>
                    <a:gd name="connsiteY0" fmla="*/ 566382 h 1133610"/>
                    <a:gd name="connsiteX1" fmla="*/ 670723 w 1347495"/>
                    <a:gd name="connsiteY1" fmla="*/ 0 h 1133610"/>
                    <a:gd name="connsiteX2" fmla="*/ 1347495 w 1347495"/>
                    <a:gd name="connsiteY2" fmla="*/ 655092 h 1133610"/>
                    <a:gd name="connsiteX3" fmla="*/ 670723 w 1347495"/>
                    <a:gd name="connsiteY3" fmla="*/ 1132764 h 1133610"/>
                    <a:gd name="connsiteX4" fmla="*/ 775 w 1347495"/>
                    <a:gd name="connsiteY4" fmla="*/ 566382 h 1133610"/>
                    <a:gd name="connsiteX0" fmla="*/ 775 w 1347495"/>
                    <a:gd name="connsiteY0" fmla="*/ 566382 h 1133817"/>
                    <a:gd name="connsiteX1" fmla="*/ 670723 w 1347495"/>
                    <a:gd name="connsiteY1" fmla="*/ 0 h 1133817"/>
                    <a:gd name="connsiteX2" fmla="*/ 1347495 w 1347495"/>
                    <a:gd name="connsiteY2" fmla="*/ 655092 h 1133817"/>
                    <a:gd name="connsiteX3" fmla="*/ 670723 w 1347495"/>
                    <a:gd name="connsiteY3" fmla="*/ 1132764 h 1133817"/>
                    <a:gd name="connsiteX4" fmla="*/ 775 w 1347495"/>
                    <a:gd name="connsiteY4" fmla="*/ 566382 h 1133817"/>
                    <a:gd name="connsiteX0" fmla="*/ 1 w 1346721"/>
                    <a:gd name="connsiteY0" fmla="*/ 566382 h 1160803"/>
                    <a:gd name="connsiteX1" fmla="*/ 669949 w 1346721"/>
                    <a:gd name="connsiteY1" fmla="*/ 0 h 1160803"/>
                    <a:gd name="connsiteX2" fmla="*/ 1346721 w 1346721"/>
                    <a:gd name="connsiteY2" fmla="*/ 655092 h 1160803"/>
                    <a:gd name="connsiteX3" fmla="*/ 673361 w 1346721"/>
                    <a:gd name="connsiteY3" fmla="*/ 1160060 h 1160803"/>
                    <a:gd name="connsiteX4" fmla="*/ 1 w 1346721"/>
                    <a:gd name="connsiteY4" fmla="*/ 566382 h 1160803"/>
                    <a:gd name="connsiteX0" fmla="*/ 1445 w 1348165"/>
                    <a:gd name="connsiteY0" fmla="*/ 566382 h 1160846"/>
                    <a:gd name="connsiteX1" fmla="*/ 671393 w 1348165"/>
                    <a:gd name="connsiteY1" fmla="*/ 0 h 1160846"/>
                    <a:gd name="connsiteX2" fmla="*/ 1348165 w 1348165"/>
                    <a:gd name="connsiteY2" fmla="*/ 655092 h 1160846"/>
                    <a:gd name="connsiteX3" fmla="*/ 674805 w 1348165"/>
                    <a:gd name="connsiteY3" fmla="*/ 1160060 h 1160846"/>
                    <a:gd name="connsiteX4" fmla="*/ 1445 w 1348165"/>
                    <a:gd name="connsiteY4" fmla="*/ 566382 h 1160846"/>
                    <a:gd name="connsiteX0" fmla="*/ 1445 w 1348165"/>
                    <a:gd name="connsiteY0" fmla="*/ 566382 h 1160876"/>
                    <a:gd name="connsiteX1" fmla="*/ 671393 w 1348165"/>
                    <a:gd name="connsiteY1" fmla="*/ 0 h 1160876"/>
                    <a:gd name="connsiteX2" fmla="*/ 1348165 w 1348165"/>
                    <a:gd name="connsiteY2" fmla="*/ 655092 h 1160876"/>
                    <a:gd name="connsiteX3" fmla="*/ 674805 w 1348165"/>
                    <a:gd name="connsiteY3" fmla="*/ 1160060 h 1160876"/>
                    <a:gd name="connsiteX4" fmla="*/ 1445 w 1348165"/>
                    <a:gd name="connsiteY4" fmla="*/ 566382 h 1160876"/>
                    <a:gd name="connsiteX0" fmla="*/ 1445 w 1348165"/>
                    <a:gd name="connsiteY0" fmla="*/ 566382 h 1160876"/>
                    <a:gd name="connsiteX1" fmla="*/ 671393 w 1348165"/>
                    <a:gd name="connsiteY1" fmla="*/ 0 h 1160876"/>
                    <a:gd name="connsiteX2" fmla="*/ 1348165 w 1348165"/>
                    <a:gd name="connsiteY2" fmla="*/ 655092 h 1160876"/>
                    <a:gd name="connsiteX3" fmla="*/ 674805 w 1348165"/>
                    <a:gd name="connsiteY3" fmla="*/ 1160060 h 1160876"/>
                    <a:gd name="connsiteX4" fmla="*/ 1445 w 1348165"/>
                    <a:gd name="connsiteY4" fmla="*/ 566382 h 1160876"/>
                    <a:gd name="connsiteX0" fmla="*/ 1445 w 1348165"/>
                    <a:gd name="connsiteY0" fmla="*/ 567867 h 1162361"/>
                    <a:gd name="connsiteX1" fmla="*/ 671393 w 1348165"/>
                    <a:gd name="connsiteY1" fmla="*/ 1485 h 1162361"/>
                    <a:gd name="connsiteX2" fmla="*/ 1348165 w 1348165"/>
                    <a:gd name="connsiteY2" fmla="*/ 656577 h 1162361"/>
                    <a:gd name="connsiteX3" fmla="*/ 674805 w 1348165"/>
                    <a:gd name="connsiteY3" fmla="*/ 1161545 h 1162361"/>
                    <a:gd name="connsiteX4" fmla="*/ 1445 w 1348165"/>
                    <a:gd name="connsiteY4" fmla="*/ 567867 h 1162361"/>
                    <a:gd name="connsiteX0" fmla="*/ 1445 w 1348165"/>
                    <a:gd name="connsiteY0" fmla="*/ 567867 h 1165149"/>
                    <a:gd name="connsiteX1" fmla="*/ 671393 w 1348165"/>
                    <a:gd name="connsiteY1" fmla="*/ 1485 h 1165149"/>
                    <a:gd name="connsiteX2" fmla="*/ 1348165 w 1348165"/>
                    <a:gd name="connsiteY2" fmla="*/ 656577 h 1165149"/>
                    <a:gd name="connsiteX3" fmla="*/ 674805 w 1348165"/>
                    <a:gd name="connsiteY3" fmla="*/ 1161545 h 1165149"/>
                    <a:gd name="connsiteX4" fmla="*/ 1445 w 1348165"/>
                    <a:gd name="connsiteY4" fmla="*/ 567867 h 1165149"/>
                    <a:gd name="connsiteX0" fmla="*/ 1445 w 1348165"/>
                    <a:gd name="connsiteY0" fmla="*/ 567867 h 1168626"/>
                    <a:gd name="connsiteX1" fmla="*/ 671393 w 1348165"/>
                    <a:gd name="connsiteY1" fmla="*/ 1485 h 1168626"/>
                    <a:gd name="connsiteX2" fmla="*/ 1348165 w 1348165"/>
                    <a:gd name="connsiteY2" fmla="*/ 656577 h 1168626"/>
                    <a:gd name="connsiteX3" fmla="*/ 674805 w 1348165"/>
                    <a:gd name="connsiteY3" fmla="*/ 1161545 h 1168626"/>
                    <a:gd name="connsiteX4" fmla="*/ 1445 w 1348165"/>
                    <a:gd name="connsiteY4" fmla="*/ 567867 h 1168626"/>
                    <a:gd name="connsiteX0" fmla="*/ 1487 w 1348207"/>
                    <a:gd name="connsiteY0" fmla="*/ 567867 h 1168626"/>
                    <a:gd name="connsiteX1" fmla="*/ 671435 w 1348207"/>
                    <a:gd name="connsiteY1" fmla="*/ 1485 h 1168626"/>
                    <a:gd name="connsiteX2" fmla="*/ 1348207 w 1348207"/>
                    <a:gd name="connsiteY2" fmla="*/ 656577 h 1168626"/>
                    <a:gd name="connsiteX3" fmla="*/ 674847 w 1348207"/>
                    <a:gd name="connsiteY3" fmla="*/ 1161545 h 1168626"/>
                    <a:gd name="connsiteX4" fmla="*/ 1487 w 1348207"/>
                    <a:gd name="connsiteY4" fmla="*/ 567867 h 11686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207" h="1168626">
                      <a:moveTo>
                        <a:pt x="1487" y="567867"/>
                      </a:moveTo>
                      <a:cubicBezTo>
                        <a:pt x="-16142" y="244871"/>
                        <a:pt x="246842" y="-22398"/>
                        <a:pt x="671435" y="1485"/>
                      </a:cubicBezTo>
                      <a:cubicBezTo>
                        <a:pt x="1092616" y="66312"/>
                        <a:pt x="1348207" y="343773"/>
                        <a:pt x="1348207" y="656577"/>
                      </a:cubicBezTo>
                      <a:cubicBezTo>
                        <a:pt x="1348207" y="969381"/>
                        <a:pt x="1005070" y="1213862"/>
                        <a:pt x="674847" y="1161545"/>
                      </a:cubicBezTo>
                      <a:cubicBezTo>
                        <a:pt x="406039" y="1146761"/>
                        <a:pt x="-28652" y="853332"/>
                        <a:pt x="1487" y="567867"/>
                      </a:cubicBezTo>
                      <a:close/>
                    </a:path>
                  </a:pathLst>
                </a:custGeom>
                <a:solidFill>
                  <a:srgbClr val="33251C"/>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grpSp>
        </p:grpSp>
        <p:grpSp>
          <p:nvGrpSpPr>
            <p:cNvPr id="113" name="Group 112"/>
            <p:cNvGrpSpPr/>
            <p:nvPr/>
          </p:nvGrpSpPr>
          <p:grpSpPr>
            <a:xfrm>
              <a:off x="7405317" y="2515568"/>
              <a:ext cx="267352" cy="160486"/>
              <a:chOff x="1672562" y="3111511"/>
              <a:chExt cx="1359329" cy="868558"/>
            </a:xfrm>
            <a:solidFill>
              <a:srgbClr val="EAAA00"/>
            </a:solidFill>
          </p:grpSpPr>
          <p:sp>
            <p:nvSpPr>
              <p:cNvPr id="177" name="Rectangle 2"/>
              <p:cNvSpPr/>
              <p:nvPr/>
            </p:nvSpPr>
            <p:spPr>
              <a:xfrm rot="7612051">
                <a:off x="2010556" y="3151070"/>
                <a:ext cx="797980" cy="860017"/>
              </a:xfrm>
              <a:custGeom>
                <a:avLst/>
                <a:gdLst>
                  <a:gd name="connsiteX0" fmla="*/ 0 w 1512436"/>
                  <a:gd name="connsiteY0" fmla="*/ 0 h 1052512"/>
                  <a:gd name="connsiteX1" fmla="*/ 1512436 w 1512436"/>
                  <a:gd name="connsiteY1" fmla="*/ 0 h 1052512"/>
                  <a:gd name="connsiteX2" fmla="*/ 1512436 w 1512436"/>
                  <a:gd name="connsiteY2" fmla="*/ 1052512 h 1052512"/>
                  <a:gd name="connsiteX3" fmla="*/ 0 w 1512436"/>
                  <a:gd name="connsiteY3" fmla="*/ 1052512 h 1052512"/>
                  <a:gd name="connsiteX4" fmla="*/ 0 w 1512436"/>
                  <a:gd name="connsiteY4" fmla="*/ 0 h 1052512"/>
                  <a:gd name="connsiteX0" fmla="*/ 100012 w 1512436"/>
                  <a:gd name="connsiteY0" fmla="*/ 280987 h 1052512"/>
                  <a:gd name="connsiteX1" fmla="*/ 1512436 w 1512436"/>
                  <a:gd name="connsiteY1" fmla="*/ 0 h 1052512"/>
                  <a:gd name="connsiteX2" fmla="*/ 1512436 w 1512436"/>
                  <a:gd name="connsiteY2" fmla="*/ 1052512 h 1052512"/>
                  <a:gd name="connsiteX3" fmla="*/ 0 w 1512436"/>
                  <a:gd name="connsiteY3" fmla="*/ 1052512 h 1052512"/>
                  <a:gd name="connsiteX4" fmla="*/ 100012 w 1512436"/>
                  <a:gd name="connsiteY4" fmla="*/ 280987 h 1052512"/>
                  <a:gd name="connsiteX0" fmla="*/ 100012 w 1512436"/>
                  <a:gd name="connsiteY0" fmla="*/ 228599 h 1000124"/>
                  <a:gd name="connsiteX1" fmla="*/ 386105 w 1512436"/>
                  <a:gd name="connsiteY1" fmla="*/ 0 h 1000124"/>
                  <a:gd name="connsiteX2" fmla="*/ 1512436 w 1512436"/>
                  <a:gd name="connsiteY2" fmla="*/ 1000124 h 1000124"/>
                  <a:gd name="connsiteX3" fmla="*/ 0 w 1512436"/>
                  <a:gd name="connsiteY3" fmla="*/ 1000124 h 1000124"/>
                  <a:gd name="connsiteX4" fmla="*/ 100012 w 1512436"/>
                  <a:gd name="connsiteY4" fmla="*/ 228599 h 1000124"/>
                  <a:gd name="connsiteX0" fmla="*/ 100012 w 1512436"/>
                  <a:gd name="connsiteY0" fmla="*/ 230792 h 1002317"/>
                  <a:gd name="connsiteX1" fmla="*/ 386105 w 1512436"/>
                  <a:gd name="connsiteY1" fmla="*/ 2193 h 1002317"/>
                  <a:gd name="connsiteX2" fmla="*/ 1512436 w 1512436"/>
                  <a:gd name="connsiteY2" fmla="*/ 1002317 h 1002317"/>
                  <a:gd name="connsiteX3" fmla="*/ 0 w 1512436"/>
                  <a:gd name="connsiteY3" fmla="*/ 1002317 h 1002317"/>
                  <a:gd name="connsiteX4" fmla="*/ 100012 w 1512436"/>
                  <a:gd name="connsiteY4" fmla="*/ 230792 h 1002317"/>
                  <a:gd name="connsiteX0" fmla="*/ 92869 w 1512436"/>
                  <a:gd name="connsiteY0" fmla="*/ 242574 h 1002193"/>
                  <a:gd name="connsiteX1" fmla="*/ 386105 w 1512436"/>
                  <a:gd name="connsiteY1" fmla="*/ 2069 h 1002193"/>
                  <a:gd name="connsiteX2" fmla="*/ 1512436 w 1512436"/>
                  <a:gd name="connsiteY2" fmla="*/ 1002193 h 1002193"/>
                  <a:gd name="connsiteX3" fmla="*/ 0 w 1512436"/>
                  <a:gd name="connsiteY3" fmla="*/ 1002193 h 1002193"/>
                  <a:gd name="connsiteX4" fmla="*/ 92869 w 1512436"/>
                  <a:gd name="connsiteY4" fmla="*/ 242574 h 1002193"/>
                  <a:gd name="connsiteX0" fmla="*/ 92869 w 1512436"/>
                  <a:gd name="connsiteY0" fmla="*/ 250528 h 1010147"/>
                  <a:gd name="connsiteX1" fmla="*/ 386105 w 1512436"/>
                  <a:gd name="connsiteY1" fmla="*/ 10023 h 1010147"/>
                  <a:gd name="connsiteX2" fmla="*/ 1512436 w 1512436"/>
                  <a:gd name="connsiteY2" fmla="*/ 1010147 h 1010147"/>
                  <a:gd name="connsiteX3" fmla="*/ 0 w 1512436"/>
                  <a:gd name="connsiteY3" fmla="*/ 1010147 h 1010147"/>
                  <a:gd name="connsiteX4" fmla="*/ 92869 w 1512436"/>
                  <a:gd name="connsiteY4" fmla="*/ 250528 h 1010147"/>
                  <a:gd name="connsiteX0" fmla="*/ 92869 w 1512436"/>
                  <a:gd name="connsiteY0" fmla="*/ 288421 h 1048040"/>
                  <a:gd name="connsiteX1" fmla="*/ 386105 w 1512436"/>
                  <a:gd name="connsiteY1" fmla="*/ 47916 h 1048040"/>
                  <a:gd name="connsiteX2" fmla="*/ 1512436 w 1512436"/>
                  <a:gd name="connsiteY2" fmla="*/ 1048040 h 1048040"/>
                  <a:gd name="connsiteX3" fmla="*/ 0 w 1512436"/>
                  <a:gd name="connsiteY3" fmla="*/ 1048040 h 1048040"/>
                  <a:gd name="connsiteX4" fmla="*/ 92869 w 1512436"/>
                  <a:gd name="connsiteY4" fmla="*/ 288421 h 1048040"/>
                  <a:gd name="connsiteX0" fmla="*/ 92869 w 1512436"/>
                  <a:gd name="connsiteY0" fmla="*/ 292593 h 1052212"/>
                  <a:gd name="connsiteX1" fmla="*/ 386105 w 1512436"/>
                  <a:gd name="connsiteY1" fmla="*/ 52088 h 1052212"/>
                  <a:gd name="connsiteX2" fmla="*/ 1512436 w 1512436"/>
                  <a:gd name="connsiteY2" fmla="*/ 1052212 h 1052212"/>
                  <a:gd name="connsiteX3" fmla="*/ 0 w 1512436"/>
                  <a:gd name="connsiteY3" fmla="*/ 1052212 h 1052212"/>
                  <a:gd name="connsiteX4" fmla="*/ 92869 w 1512436"/>
                  <a:gd name="connsiteY4" fmla="*/ 292593 h 1052212"/>
                  <a:gd name="connsiteX0" fmla="*/ 23206 w 1442773"/>
                  <a:gd name="connsiteY0" fmla="*/ 292593 h 1052212"/>
                  <a:gd name="connsiteX1" fmla="*/ 316442 w 1442773"/>
                  <a:gd name="connsiteY1" fmla="*/ 52088 h 1052212"/>
                  <a:gd name="connsiteX2" fmla="*/ 1442773 w 1442773"/>
                  <a:gd name="connsiteY2" fmla="*/ 1052212 h 1052212"/>
                  <a:gd name="connsiteX3" fmla="*/ 373250 w 1442773"/>
                  <a:gd name="connsiteY3" fmla="*/ 664069 h 1052212"/>
                  <a:gd name="connsiteX4" fmla="*/ 23206 w 1442773"/>
                  <a:gd name="connsiteY4" fmla="*/ 292593 h 1052212"/>
                  <a:gd name="connsiteX0" fmla="*/ 24706 w 1429985"/>
                  <a:gd name="connsiteY0" fmla="*/ 321824 h 1045724"/>
                  <a:gd name="connsiteX1" fmla="*/ 303654 w 1429985"/>
                  <a:gd name="connsiteY1" fmla="*/ 45600 h 1045724"/>
                  <a:gd name="connsiteX2" fmla="*/ 1429985 w 1429985"/>
                  <a:gd name="connsiteY2" fmla="*/ 1045724 h 1045724"/>
                  <a:gd name="connsiteX3" fmla="*/ 360462 w 1429985"/>
                  <a:gd name="connsiteY3" fmla="*/ 657581 h 1045724"/>
                  <a:gd name="connsiteX4" fmla="*/ 24706 w 1429985"/>
                  <a:gd name="connsiteY4" fmla="*/ 321824 h 1045724"/>
                  <a:gd name="connsiteX0" fmla="*/ 51848 w 1457127"/>
                  <a:gd name="connsiteY0" fmla="*/ 321137 h 1045037"/>
                  <a:gd name="connsiteX1" fmla="*/ 330796 w 1457127"/>
                  <a:gd name="connsiteY1" fmla="*/ 44913 h 1045037"/>
                  <a:gd name="connsiteX2" fmla="*/ 1457127 w 1457127"/>
                  <a:gd name="connsiteY2" fmla="*/ 1045037 h 1045037"/>
                  <a:gd name="connsiteX3" fmla="*/ 387604 w 1457127"/>
                  <a:gd name="connsiteY3" fmla="*/ 656894 h 1045037"/>
                  <a:gd name="connsiteX4" fmla="*/ 51848 w 1457127"/>
                  <a:gd name="connsiteY4" fmla="*/ 321137 h 1045037"/>
                  <a:gd name="connsiteX0" fmla="*/ 51848 w 1457127"/>
                  <a:gd name="connsiteY0" fmla="*/ 321137 h 1045037"/>
                  <a:gd name="connsiteX1" fmla="*/ 330796 w 1457127"/>
                  <a:gd name="connsiteY1" fmla="*/ 44913 h 1045037"/>
                  <a:gd name="connsiteX2" fmla="*/ 1457127 w 1457127"/>
                  <a:gd name="connsiteY2" fmla="*/ 1045037 h 1045037"/>
                  <a:gd name="connsiteX3" fmla="*/ 387604 w 1457127"/>
                  <a:gd name="connsiteY3" fmla="*/ 656894 h 1045037"/>
                  <a:gd name="connsiteX4" fmla="*/ 51848 w 1457127"/>
                  <a:gd name="connsiteY4" fmla="*/ 321137 h 1045037"/>
                  <a:gd name="connsiteX0" fmla="*/ 51848 w 1457127"/>
                  <a:gd name="connsiteY0" fmla="*/ 321137 h 1045037"/>
                  <a:gd name="connsiteX1" fmla="*/ 330796 w 1457127"/>
                  <a:gd name="connsiteY1" fmla="*/ 44913 h 1045037"/>
                  <a:gd name="connsiteX2" fmla="*/ 1457127 w 1457127"/>
                  <a:gd name="connsiteY2" fmla="*/ 1045037 h 1045037"/>
                  <a:gd name="connsiteX3" fmla="*/ 394748 w 1457127"/>
                  <a:gd name="connsiteY3" fmla="*/ 640225 h 1045037"/>
                  <a:gd name="connsiteX4" fmla="*/ 51848 w 1457127"/>
                  <a:gd name="connsiteY4" fmla="*/ 321137 h 1045037"/>
                  <a:gd name="connsiteX0" fmla="*/ 51848 w 1457127"/>
                  <a:gd name="connsiteY0" fmla="*/ 321137 h 1045037"/>
                  <a:gd name="connsiteX1" fmla="*/ 330796 w 1457127"/>
                  <a:gd name="connsiteY1" fmla="*/ 44913 h 1045037"/>
                  <a:gd name="connsiteX2" fmla="*/ 1457127 w 1457127"/>
                  <a:gd name="connsiteY2" fmla="*/ 1045037 h 1045037"/>
                  <a:gd name="connsiteX3" fmla="*/ 394748 w 1457127"/>
                  <a:gd name="connsiteY3" fmla="*/ 640225 h 1045037"/>
                  <a:gd name="connsiteX4" fmla="*/ 51848 w 1457127"/>
                  <a:gd name="connsiteY4" fmla="*/ 321137 h 1045037"/>
                  <a:gd name="connsiteX0" fmla="*/ 51848 w 1457127"/>
                  <a:gd name="connsiteY0" fmla="*/ 321137 h 1195057"/>
                  <a:gd name="connsiteX1" fmla="*/ 330796 w 1457127"/>
                  <a:gd name="connsiteY1" fmla="*/ 44913 h 1195057"/>
                  <a:gd name="connsiteX2" fmla="*/ 1457127 w 1457127"/>
                  <a:gd name="connsiteY2" fmla="*/ 1045037 h 1195057"/>
                  <a:gd name="connsiteX3" fmla="*/ 1063879 w 1457127"/>
                  <a:gd name="connsiteY3" fmla="*/ 1195057 h 1195057"/>
                  <a:gd name="connsiteX4" fmla="*/ 51848 w 1457127"/>
                  <a:gd name="connsiteY4" fmla="*/ 321137 h 1195057"/>
                  <a:gd name="connsiteX0" fmla="*/ 51848 w 1537748"/>
                  <a:gd name="connsiteY0" fmla="*/ 321137 h 1968963"/>
                  <a:gd name="connsiteX1" fmla="*/ 330796 w 1537748"/>
                  <a:gd name="connsiteY1" fmla="*/ 44913 h 1968963"/>
                  <a:gd name="connsiteX2" fmla="*/ 1457127 w 1537748"/>
                  <a:gd name="connsiteY2" fmla="*/ 1045037 h 1968963"/>
                  <a:gd name="connsiteX3" fmla="*/ 1537748 w 1537748"/>
                  <a:gd name="connsiteY3" fmla="*/ 1968963 h 1968963"/>
                  <a:gd name="connsiteX4" fmla="*/ 51848 w 1537748"/>
                  <a:gd name="connsiteY4" fmla="*/ 321137 h 1968963"/>
                  <a:gd name="connsiteX0" fmla="*/ 51848 w 1499648"/>
                  <a:gd name="connsiteY0" fmla="*/ 321137 h 1992775"/>
                  <a:gd name="connsiteX1" fmla="*/ 330796 w 1499648"/>
                  <a:gd name="connsiteY1" fmla="*/ 44913 h 1992775"/>
                  <a:gd name="connsiteX2" fmla="*/ 1457127 w 1499648"/>
                  <a:gd name="connsiteY2" fmla="*/ 1045037 h 1992775"/>
                  <a:gd name="connsiteX3" fmla="*/ 1499648 w 1499648"/>
                  <a:gd name="connsiteY3" fmla="*/ 1992775 h 1992775"/>
                  <a:gd name="connsiteX4" fmla="*/ 51848 w 1499648"/>
                  <a:gd name="connsiteY4" fmla="*/ 321137 h 1992775"/>
                  <a:gd name="connsiteX0" fmla="*/ 51848 w 1499648"/>
                  <a:gd name="connsiteY0" fmla="*/ 321137 h 1992775"/>
                  <a:gd name="connsiteX1" fmla="*/ 330796 w 1499648"/>
                  <a:gd name="connsiteY1" fmla="*/ 44913 h 1992775"/>
                  <a:gd name="connsiteX2" fmla="*/ 1457127 w 1499648"/>
                  <a:gd name="connsiteY2" fmla="*/ 1045037 h 1992775"/>
                  <a:gd name="connsiteX3" fmla="*/ 1499648 w 1499648"/>
                  <a:gd name="connsiteY3" fmla="*/ 1992775 h 1992775"/>
                  <a:gd name="connsiteX4" fmla="*/ 464145 w 1499648"/>
                  <a:gd name="connsiteY4" fmla="*/ 835488 h 1992775"/>
                  <a:gd name="connsiteX5" fmla="*/ 51848 w 1499648"/>
                  <a:gd name="connsiteY5" fmla="*/ 321137 h 1992775"/>
                  <a:gd name="connsiteX0" fmla="*/ 51848 w 1499648"/>
                  <a:gd name="connsiteY0" fmla="*/ 321137 h 1992775"/>
                  <a:gd name="connsiteX1" fmla="*/ 330796 w 1499648"/>
                  <a:gd name="connsiteY1" fmla="*/ 44913 h 1992775"/>
                  <a:gd name="connsiteX2" fmla="*/ 1457127 w 1499648"/>
                  <a:gd name="connsiteY2" fmla="*/ 1045037 h 1992775"/>
                  <a:gd name="connsiteX3" fmla="*/ 1499648 w 1499648"/>
                  <a:gd name="connsiteY3" fmla="*/ 1992775 h 1992775"/>
                  <a:gd name="connsiteX4" fmla="*/ 523677 w 1499648"/>
                  <a:gd name="connsiteY4" fmla="*/ 778338 h 1992775"/>
                  <a:gd name="connsiteX5" fmla="*/ 51848 w 1499648"/>
                  <a:gd name="connsiteY5" fmla="*/ 321137 h 1992775"/>
                  <a:gd name="connsiteX0" fmla="*/ 51848 w 1499648"/>
                  <a:gd name="connsiteY0" fmla="*/ 321137 h 1992775"/>
                  <a:gd name="connsiteX1" fmla="*/ 330796 w 1499648"/>
                  <a:gd name="connsiteY1" fmla="*/ 44913 h 1992775"/>
                  <a:gd name="connsiteX2" fmla="*/ 1457127 w 1499648"/>
                  <a:gd name="connsiteY2" fmla="*/ 1045037 h 1992775"/>
                  <a:gd name="connsiteX3" fmla="*/ 1499648 w 1499648"/>
                  <a:gd name="connsiteY3" fmla="*/ 1992775 h 1992775"/>
                  <a:gd name="connsiteX4" fmla="*/ 523677 w 1499648"/>
                  <a:gd name="connsiteY4" fmla="*/ 778338 h 1992775"/>
                  <a:gd name="connsiteX5" fmla="*/ 51848 w 1499648"/>
                  <a:gd name="connsiteY5" fmla="*/ 321137 h 1992775"/>
                  <a:gd name="connsiteX0" fmla="*/ 51848 w 1499648"/>
                  <a:gd name="connsiteY0" fmla="*/ 321137 h 1992775"/>
                  <a:gd name="connsiteX1" fmla="*/ 330796 w 1499648"/>
                  <a:gd name="connsiteY1" fmla="*/ 44913 h 1992775"/>
                  <a:gd name="connsiteX2" fmla="*/ 1457127 w 1499648"/>
                  <a:gd name="connsiteY2" fmla="*/ 1045037 h 1992775"/>
                  <a:gd name="connsiteX3" fmla="*/ 1499648 w 1499648"/>
                  <a:gd name="connsiteY3" fmla="*/ 1992775 h 1992775"/>
                  <a:gd name="connsiteX4" fmla="*/ 523677 w 1499648"/>
                  <a:gd name="connsiteY4" fmla="*/ 778338 h 1992775"/>
                  <a:gd name="connsiteX5" fmla="*/ 51848 w 1499648"/>
                  <a:gd name="connsiteY5" fmla="*/ 321137 h 1992775"/>
                  <a:gd name="connsiteX0" fmla="*/ 51848 w 1499648"/>
                  <a:gd name="connsiteY0" fmla="*/ 321137 h 2013066"/>
                  <a:gd name="connsiteX1" fmla="*/ 330796 w 1499648"/>
                  <a:gd name="connsiteY1" fmla="*/ 44913 h 2013066"/>
                  <a:gd name="connsiteX2" fmla="*/ 1457127 w 1499648"/>
                  <a:gd name="connsiteY2" fmla="*/ 1045037 h 2013066"/>
                  <a:gd name="connsiteX3" fmla="*/ 1499648 w 1499648"/>
                  <a:gd name="connsiteY3" fmla="*/ 1992775 h 2013066"/>
                  <a:gd name="connsiteX4" fmla="*/ 1149945 w 1499648"/>
                  <a:gd name="connsiteY4" fmla="*/ 1621301 h 2013066"/>
                  <a:gd name="connsiteX5" fmla="*/ 523677 w 1499648"/>
                  <a:gd name="connsiteY5" fmla="*/ 778338 h 2013066"/>
                  <a:gd name="connsiteX6" fmla="*/ 51848 w 1499648"/>
                  <a:gd name="connsiteY6" fmla="*/ 321137 h 2013066"/>
                  <a:gd name="connsiteX0" fmla="*/ 51848 w 1499648"/>
                  <a:gd name="connsiteY0" fmla="*/ 321137 h 2011202"/>
                  <a:gd name="connsiteX1" fmla="*/ 330796 w 1499648"/>
                  <a:gd name="connsiteY1" fmla="*/ 44913 h 2011202"/>
                  <a:gd name="connsiteX2" fmla="*/ 1457127 w 1499648"/>
                  <a:gd name="connsiteY2" fmla="*/ 1045037 h 2011202"/>
                  <a:gd name="connsiteX3" fmla="*/ 1499648 w 1499648"/>
                  <a:gd name="connsiteY3" fmla="*/ 1992775 h 2011202"/>
                  <a:gd name="connsiteX4" fmla="*/ 1197570 w 1499648"/>
                  <a:gd name="connsiteY4" fmla="*/ 1585583 h 2011202"/>
                  <a:gd name="connsiteX5" fmla="*/ 523677 w 1499648"/>
                  <a:gd name="connsiteY5" fmla="*/ 778338 h 2011202"/>
                  <a:gd name="connsiteX6" fmla="*/ 51848 w 1499648"/>
                  <a:gd name="connsiteY6" fmla="*/ 321137 h 2011202"/>
                  <a:gd name="connsiteX0" fmla="*/ 51848 w 1499648"/>
                  <a:gd name="connsiteY0" fmla="*/ 321137 h 1992775"/>
                  <a:gd name="connsiteX1" fmla="*/ 330796 w 1499648"/>
                  <a:gd name="connsiteY1" fmla="*/ 44913 h 1992775"/>
                  <a:gd name="connsiteX2" fmla="*/ 1457127 w 1499648"/>
                  <a:gd name="connsiteY2" fmla="*/ 1045037 h 1992775"/>
                  <a:gd name="connsiteX3" fmla="*/ 1499648 w 1499648"/>
                  <a:gd name="connsiteY3" fmla="*/ 1992775 h 1992775"/>
                  <a:gd name="connsiteX4" fmla="*/ 1197570 w 1499648"/>
                  <a:gd name="connsiteY4" fmla="*/ 1585583 h 1992775"/>
                  <a:gd name="connsiteX5" fmla="*/ 523677 w 1499648"/>
                  <a:gd name="connsiteY5" fmla="*/ 778338 h 1992775"/>
                  <a:gd name="connsiteX6" fmla="*/ 51848 w 1499648"/>
                  <a:gd name="connsiteY6" fmla="*/ 321137 h 1992775"/>
                  <a:gd name="connsiteX0" fmla="*/ 51848 w 1499648"/>
                  <a:gd name="connsiteY0" fmla="*/ 321137 h 1992775"/>
                  <a:gd name="connsiteX1" fmla="*/ 330796 w 1499648"/>
                  <a:gd name="connsiteY1" fmla="*/ 44913 h 1992775"/>
                  <a:gd name="connsiteX2" fmla="*/ 1457127 w 1499648"/>
                  <a:gd name="connsiteY2" fmla="*/ 1045037 h 1992775"/>
                  <a:gd name="connsiteX3" fmla="*/ 1499648 w 1499648"/>
                  <a:gd name="connsiteY3" fmla="*/ 1992775 h 1992775"/>
                  <a:gd name="connsiteX4" fmla="*/ 1202333 w 1499648"/>
                  <a:gd name="connsiteY4" fmla="*/ 1578439 h 1992775"/>
                  <a:gd name="connsiteX5" fmla="*/ 523677 w 1499648"/>
                  <a:gd name="connsiteY5" fmla="*/ 778338 h 1992775"/>
                  <a:gd name="connsiteX6" fmla="*/ 51848 w 1499648"/>
                  <a:gd name="connsiteY6" fmla="*/ 321137 h 1992775"/>
                  <a:gd name="connsiteX0" fmla="*/ 51848 w 1499648"/>
                  <a:gd name="connsiteY0" fmla="*/ 321137 h 1992775"/>
                  <a:gd name="connsiteX1" fmla="*/ 330796 w 1499648"/>
                  <a:gd name="connsiteY1" fmla="*/ 44913 h 1992775"/>
                  <a:gd name="connsiteX2" fmla="*/ 1457127 w 1499648"/>
                  <a:gd name="connsiteY2" fmla="*/ 1045037 h 1992775"/>
                  <a:gd name="connsiteX3" fmla="*/ 1499648 w 1499648"/>
                  <a:gd name="connsiteY3" fmla="*/ 1992775 h 1992775"/>
                  <a:gd name="connsiteX4" fmla="*/ 1202333 w 1499648"/>
                  <a:gd name="connsiteY4" fmla="*/ 1578439 h 1992775"/>
                  <a:gd name="connsiteX5" fmla="*/ 523677 w 1499648"/>
                  <a:gd name="connsiteY5" fmla="*/ 778338 h 1992775"/>
                  <a:gd name="connsiteX6" fmla="*/ 51848 w 1499648"/>
                  <a:gd name="connsiteY6" fmla="*/ 321137 h 1992775"/>
                  <a:gd name="connsiteX0" fmla="*/ 51848 w 1499648"/>
                  <a:gd name="connsiteY0" fmla="*/ 321137 h 1992775"/>
                  <a:gd name="connsiteX1" fmla="*/ 330796 w 1499648"/>
                  <a:gd name="connsiteY1" fmla="*/ 44913 h 1992775"/>
                  <a:gd name="connsiteX2" fmla="*/ 1457127 w 1499648"/>
                  <a:gd name="connsiteY2" fmla="*/ 1045037 h 1992775"/>
                  <a:gd name="connsiteX3" fmla="*/ 1499648 w 1499648"/>
                  <a:gd name="connsiteY3" fmla="*/ 1992775 h 1992775"/>
                  <a:gd name="connsiteX4" fmla="*/ 1202333 w 1499648"/>
                  <a:gd name="connsiteY4" fmla="*/ 1578439 h 1992775"/>
                  <a:gd name="connsiteX5" fmla="*/ 523677 w 1499648"/>
                  <a:gd name="connsiteY5" fmla="*/ 778338 h 1992775"/>
                  <a:gd name="connsiteX6" fmla="*/ 51848 w 1499648"/>
                  <a:gd name="connsiteY6" fmla="*/ 321137 h 1992775"/>
                  <a:gd name="connsiteX0" fmla="*/ 51848 w 1499648"/>
                  <a:gd name="connsiteY0" fmla="*/ 321137 h 1992775"/>
                  <a:gd name="connsiteX1" fmla="*/ 330796 w 1499648"/>
                  <a:gd name="connsiteY1" fmla="*/ 44913 h 1992775"/>
                  <a:gd name="connsiteX2" fmla="*/ 1457127 w 1499648"/>
                  <a:gd name="connsiteY2" fmla="*/ 1045037 h 1992775"/>
                  <a:gd name="connsiteX3" fmla="*/ 1499648 w 1499648"/>
                  <a:gd name="connsiteY3" fmla="*/ 1992775 h 1992775"/>
                  <a:gd name="connsiteX4" fmla="*/ 1202333 w 1499648"/>
                  <a:gd name="connsiteY4" fmla="*/ 1578439 h 1992775"/>
                  <a:gd name="connsiteX5" fmla="*/ 507009 w 1499648"/>
                  <a:gd name="connsiteY5" fmla="*/ 792625 h 1992775"/>
                  <a:gd name="connsiteX6" fmla="*/ 51848 w 1499648"/>
                  <a:gd name="connsiteY6" fmla="*/ 321137 h 1992775"/>
                  <a:gd name="connsiteX0" fmla="*/ 51848 w 1499648"/>
                  <a:gd name="connsiteY0" fmla="*/ 321137 h 1992775"/>
                  <a:gd name="connsiteX1" fmla="*/ 330796 w 1499648"/>
                  <a:gd name="connsiteY1" fmla="*/ 44913 h 1992775"/>
                  <a:gd name="connsiteX2" fmla="*/ 1457127 w 1499648"/>
                  <a:gd name="connsiteY2" fmla="*/ 1045037 h 1992775"/>
                  <a:gd name="connsiteX3" fmla="*/ 1499648 w 1499648"/>
                  <a:gd name="connsiteY3" fmla="*/ 1992775 h 1992775"/>
                  <a:gd name="connsiteX4" fmla="*/ 1202333 w 1499648"/>
                  <a:gd name="connsiteY4" fmla="*/ 1578439 h 1992775"/>
                  <a:gd name="connsiteX5" fmla="*/ 507009 w 1499648"/>
                  <a:gd name="connsiteY5" fmla="*/ 792625 h 1992775"/>
                  <a:gd name="connsiteX6" fmla="*/ 51848 w 1499648"/>
                  <a:gd name="connsiteY6" fmla="*/ 321137 h 1992775"/>
                  <a:gd name="connsiteX0" fmla="*/ 51848 w 1499648"/>
                  <a:gd name="connsiteY0" fmla="*/ 321137 h 1992775"/>
                  <a:gd name="connsiteX1" fmla="*/ 330796 w 1499648"/>
                  <a:gd name="connsiteY1" fmla="*/ 44913 h 1992775"/>
                  <a:gd name="connsiteX2" fmla="*/ 1457127 w 1499648"/>
                  <a:gd name="connsiteY2" fmla="*/ 1045037 h 1992775"/>
                  <a:gd name="connsiteX3" fmla="*/ 1499648 w 1499648"/>
                  <a:gd name="connsiteY3" fmla="*/ 1992775 h 1992775"/>
                  <a:gd name="connsiteX4" fmla="*/ 1202333 w 1499648"/>
                  <a:gd name="connsiteY4" fmla="*/ 1578439 h 1992775"/>
                  <a:gd name="connsiteX5" fmla="*/ 507009 w 1499648"/>
                  <a:gd name="connsiteY5" fmla="*/ 792625 h 1992775"/>
                  <a:gd name="connsiteX6" fmla="*/ 51848 w 1499648"/>
                  <a:gd name="connsiteY6" fmla="*/ 321137 h 1992775"/>
                  <a:gd name="connsiteX0" fmla="*/ 51848 w 1499648"/>
                  <a:gd name="connsiteY0" fmla="*/ 321137 h 1992775"/>
                  <a:gd name="connsiteX1" fmla="*/ 330796 w 1499648"/>
                  <a:gd name="connsiteY1" fmla="*/ 44913 h 1992775"/>
                  <a:gd name="connsiteX2" fmla="*/ 1457127 w 1499648"/>
                  <a:gd name="connsiteY2" fmla="*/ 1045037 h 1992775"/>
                  <a:gd name="connsiteX3" fmla="*/ 1499648 w 1499648"/>
                  <a:gd name="connsiteY3" fmla="*/ 1992775 h 1992775"/>
                  <a:gd name="connsiteX4" fmla="*/ 1202333 w 1499648"/>
                  <a:gd name="connsiteY4" fmla="*/ 1578439 h 1992775"/>
                  <a:gd name="connsiteX5" fmla="*/ 507009 w 1499648"/>
                  <a:gd name="connsiteY5" fmla="*/ 792625 h 1992775"/>
                  <a:gd name="connsiteX6" fmla="*/ 51848 w 1499648"/>
                  <a:gd name="connsiteY6" fmla="*/ 321137 h 1992775"/>
                  <a:gd name="connsiteX0" fmla="*/ 51848 w 1499648"/>
                  <a:gd name="connsiteY0" fmla="*/ 321137 h 1992775"/>
                  <a:gd name="connsiteX1" fmla="*/ 330796 w 1499648"/>
                  <a:gd name="connsiteY1" fmla="*/ 44913 h 1992775"/>
                  <a:gd name="connsiteX2" fmla="*/ 1457127 w 1499648"/>
                  <a:gd name="connsiteY2" fmla="*/ 1045037 h 1992775"/>
                  <a:gd name="connsiteX3" fmla="*/ 1473795 w 1499648"/>
                  <a:gd name="connsiteY3" fmla="*/ 1485569 h 1992775"/>
                  <a:gd name="connsiteX4" fmla="*/ 1499648 w 1499648"/>
                  <a:gd name="connsiteY4" fmla="*/ 1992775 h 1992775"/>
                  <a:gd name="connsiteX5" fmla="*/ 1202333 w 1499648"/>
                  <a:gd name="connsiteY5" fmla="*/ 1578439 h 1992775"/>
                  <a:gd name="connsiteX6" fmla="*/ 507009 w 1499648"/>
                  <a:gd name="connsiteY6" fmla="*/ 792625 h 1992775"/>
                  <a:gd name="connsiteX7" fmla="*/ 51848 w 1499648"/>
                  <a:gd name="connsiteY7" fmla="*/ 321137 h 1992775"/>
                  <a:gd name="connsiteX0" fmla="*/ 51848 w 1757163"/>
                  <a:gd name="connsiteY0" fmla="*/ 321137 h 1992775"/>
                  <a:gd name="connsiteX1" fmla="*/ 330796 w 1757163"/>
                  <a:gd name="connsiteY1" fmla="*/ 44913 h 1992775"/>
                  <a:gd name="connsiteX2" fmla="*/ 1457127 w 1757163"/>
                  <a:gd name="connsiteY2" fmla="*/ 1045037 h 1992775"/>
                  <a:gd name="connsiteX3" fmla="*/ 1757163 w 1757163"/>
                  <a:gd name="connsiteY3" fmla="*/ 1604632 h 1992775"/>
                  <a:gd name="connsiteX4" fmla="*/ 1499648 w 1757163"/>
                  <a:gd name="connsiteY4" fmla="*/ 1992775 h 1992775"/>
                  <a:gd name="connsiteX5" fmla="*/ 1202333 w 1757163"/>
                  <a:gd name="connsiteY5" fmla="*/ 1578439 h 1992775"/>
                  <a:gd name="connsiteX6" fmla="*/ 507009 w 1757163"/>
                  <a:gd name="connsiteY6" fmla="*/ 792625 h 1992775"/>
                  <a:gd name="connsiteX7" fmla="*/ 51848 w 1757163"/>
                  <a:gd name="connsiteY7" fmla="*/ 321137 h 1992775"/>
                  <a:gd name="connsiteX0" fmla="*/ 51848 w 1761926"/>
                  <a:gd name="connsiteY0" fmla="*/ 321137 h 1992775"/>
                  <a:gd name="connsiteX1" fmla="*/ 330796 w 1761926"/>
                  <a:gd name="connsiteY1" fmla="*/ 44913 h 1992775"/>
                  <a:gd name="connsiteX2" fmla="*/ 1457127 w 1761926"/>
                  <a:gd name="connsiteY2" fmla="*/ 1045037 h 1992775"/>
                  <a:gd name="connsiteX3" fmla="*/ 1761926 w 1761926"/>
                  <a:gd name="connsiteY3" fmla="*/ 1599870 h 1992775"/>
                  <a:gd name="connsiteX4" fmla="*/ 1499648 w 1761926"/>
                  <a:gd name="connsiteY4" fmla="*/ 1992775 h 1992775"/>
                  <a:gd name="connsiteX5" fmla="*/ 1202333 w 1761926"/>
                  <a:gd name="connsiteY5" fmla="*/ 1578439 h 1992775"/>
                  <a:gd name="connsiteX6" fmla="*/ 507009 w 1761926"/>
                  <a:gd name="connsiteY6" fmla="*/ 792625 h 1992775"/>
                  <a:gd name="connsiteX7" fmla="*/ 51848 w 1761926"/>
                  <a:gd name="connsiteY7" fmla="*/ 321137 h 1992775"/>
                  <a:gd name="connsiteX0" fmla="*/ 51848 w 1772301"/>
                  <a:gd name="connsiteY0" fmla="*/ 321137 h 1992775"/>
                  <a:gd name="connsiteX1" fmla="*/ 330796 w 1772301"/>
                  <a:gd name="connsiteY1" fmla="*/ 44913 h 1992775"/>
                  <a:gd name="connsiteX2" fmla="*/ 1457127 w 1772301"/>
                  <a:gd name="connsiteY2" fmla="*/ 1045037 h 1992775"/>
                  <a:gd name="connsiteX3" fmla="*/ 1761926 w 1772301"/>
                  <a:gd name="connsiteY3" fmla="*/ 1599870 h 1992775"/>
                  <a:gd name="connsiteX4" fmla="*/ 1499648 w 1772301"/>
                  <a:gd name="connsiteY4" fmla="*/ 1992775 h 1992775"/>
                  <a:gd name="connsiteX5" fmla="*/ 1202333 w 1772301"/>
                  <a:gd name="connsiteY5" fmla="*/ 1578439 h 1992775"/>
                  <a:gd name="connsiteX6" fmla="*/ 507009 w 1772301"/>
                  <a:gd name="connsiteY6" fmla="*/ 792625 h 1992775"/>
                  <a:gd name="connsiteX7" fmla="*/ 51848 w 1772301"/>
                  <a:gd name="connsiteY7" fmla="*/ 321137 h 1992775"/>
                  <a:gd name="connsiteX0" fmla="*/ 51848 w 1771810"/>
                  <a:gd name="connsiteY0" fmla="*/ 321137 h 1978488"/>
                  <a:gd name="connsiteX1" fmla="*/ 330796 w 1771810"/>
                  <a:gd name="connsiteY1" fmla="*/ 44913 h 1978488"/>
                  <a:gd name="connsiteX2" fmla="*/ 1457127 w 1771810"/>
                  <a:gd name="connsiteY2" fmla="*/ 1045037 h 1978488"/>
                  <a:gd name="connsiteX3" fmla="*/ 1761926 w 1771810"/>
                  <a:gd name="connsiteY3" fmla="*/ 1599870 h 1978488"/>
                  <a:gd name="connsiteX4" fmla="*/ 1485361 w 1771810"/>
                  <a:gd name="connsiteY4" fmla="*/ 1978488 h 1978488"/>
                  <a:gd name="connsiteX5" fmla="*/ 1202333 w 1771810"/>
                  <a:gd name="connsiteY5" fmla="*/ 1578439 h 1978488"/>
                  <a:gd name="connsiteX6" fmla="*/ 507009 w 1771810"/>
                  <a:gd name="connsiteY6" fmla="*/ 792625 h 1978488"/>
                  <a:gd name="connsiteX7" fmla="*/ 51848 w 1771810"/>
                  <a:gd name="connsiteY7" fmla="*/ 321137 h 1978488"/>
                  <a:gd name="connsiteX0" fmla="*/ 51848 w 1825393"/>
                  <a:gd name="connsiteY0" fmla="*/ 321137 h 2062654"/>
                  <a:gd name="connsiteX1" fmla="*/ 330796 w 1825393"/>
                  <a:gd name="connsiteY1" fmla="*/ 44913 h 2062654"/>
                  <a:gd name="connsiteX2" fmla="*/ 1457127 w 1825393"/>
                  <a:gd name="connsiteY2" fmla="*/ 1045037 h 2062654"/>
                  <a:gd name="connsiteX3" fmla="*/ 1761926 w 1825393"/>
                  <a:gd name="connsiteY3" fmla="*/ 1599870 h 2062654"/>
                  <a:gd name="connsiteX4" fmla="*/ 1485361 w 1825393"/>
                  <a:gd name="connsiteY4" fmla="*/ 1978488 h 2062654"/>
                  <a:gd name="connsiteX5" fmla="*/ 1202333 w 1825393"/>
                  <a:gd name="connsiteY5" fmla="*/ 1578439 h 2062654"/>
                  <a:gd name="connsiteX6" fmla="*/ 507009 w 1825393"/>
                  <a:gd name="connsiteY6" fmla="*/ 792625 h 2062654"/>
                  <a:gd name="connsiteX7" fmla="*/ 51848 w 1825393"/>
                  <a:gd name="connsiteY7" fmla="*/ 321137 h 2062654"/>
                  <a:gd name="connsiteX0" fmla="*/ 51848 w 1818293"/>
                  <a:gd name="connsiteY0" fmla="*/ 321137 h 2070732"/>
                  <a:gd name="connsiteX1" fmla="*/ 330796 w 1818293"/>
                  <a:gd name="connsiteY1" fmla="*/ 44913 h 2070732"/>
                  <a:gd name="connsiteX2" fmla="*/ 1457127 w 1818293"/>
                  <a:gd name="connsiteY2" fmla="*/ 1045037 h 2070732"/>
                  <a:gd name="connsiteX3" fmla="*/ 1761926 w 1818293"/>
                  <a:gd name="connsiteY3" fmla="*/ 1599870 h 2070732"/>
                  <a:gd name="connsiteX4" fmla="*/ 1485361 w 1818293"/>
                  <a:gd name="connsiteY4" fmla="*/ 1978488 h 2070732"/>
                  <a:gd name="connsiteX5" fmla="*/ 1202333 w 1818293"/>
                  <a:gd name="connsiteY5" fmla="*/ 1578439 h 2070732"/>
                  <a:gd name="connsiteX6" fmla="*/ 507009 w 1818293"/>
                  <a:gd name="connsiteY6" fmla="*/ 792625 h 2070732"/>
                  <a:gd name="connsiteX7" fmla="*/ 51848 w 1818293"/>
                  <a:gd name="connsiteY7" fmla="*/ 321137 h 2070732"/>
                  <a:gd name="connsiteX0" fmla="*/ 51848 w 1818293"/>
                  <a:gd name="connsiteY0" fmla="*/ 321137 h 2070732"/>
                  <a:gd name="connsiteX1" fmla="*/ 330796 w 1818293"/>
                  <a:gd name="connsiteY1" fmla="*/ 44913 h 2070732"/>
                  <a:gd name="connsiteX2" fmla="*/ 1457127 w 1818293"/>
                  <a:gd name="connsiteY2" fmla="*/ 1045037 h 2070732"/>
                  <a:gd name="connsiteX3" fmla="*/ 1761926 w 1818293"/>
                  <a:gd name="connsiteY3" fmla="*/ 1599870 h 2070732"/>
                  <a:gd name="connsiteX4" fmla="*/ 1485361 w 1818293"/>
                  <a:gd name="connsiteY4" fmla="*/ 1978488 h 2070732"/>
                  <a:gd name="connsiteX5" fmla="*/ 1202333 w 1818293"/>
                  <a:gd name="connsiteY5" fmla="*/ 1578439 h 2070732"/>
                  <a:gd name="connsiteX6" fmla="*/ 507009 w 1818293"/>
                  <a:gd name="connsiteY6" fmla="*/ 792625 h 2070732"/>
                  <a:gd name="connsiteX7" fmla="*/ 51848 w 1818293"/>
                  <a:gd name="connsiteY7" fmla="*/ 321137 h 2070732"/>
                  <a:gd name="connsiteX0" fmla="*/ 51848 w 1819998"/>
                  <a:gd name="connsiteY0" fmla="*/ 321137 h 2066752"/>
                  <a:gd name="connsiteX1" fmla="*/ 330796 w 1819998"/>
                  <a:gd name="connsiteY1" fmla="*/ 44913 h 2066752"/>
                  <a:gd name="connsiteX2" fmla="*/ 1457127 w 1819998"/>
                  <a:gd name="connsiteY2" fmla="*/ 1045037 h 2066752"/>
                  <a:gd name="connsiteX3" fmla="*/ 1761926 w 1819998"/>
                  <a:gd name="connsiteY3" fmla="*/ 1599870 h 2066752"/>
                  <a:gd name="connsiteX4" fmla="*/ 1490123 w 1819998"/>
                  <a:gd name="connsiteY4" fmla="*/ 1973726 h 2066752"/>
                  <a:gd name="connsiteX5" fmla="*/ 1202333 w 1819998"/>
                  <a:gd name="connsiteY5" fmla="*/ 1578439 h 2066752"/>
                  <a:gd name="connsiteX6" fmla="*/ 507009 w 1819998"/>
                  <a:gd name="connsiteY6" fmla="*/ 792625 h 2066752"/>
                  <a:gd name="connsiteX7" fmla="*/ 51848 w 1819998"/>
                  <a:gd name="connsiteY7" fmla="*/ 321137 h 2066752"/>
                  <a:gd name="connsiteX0" fmla="*/ 51848 w 1819998"/>
                  <a:gd name="connsiteY0" fmla="*/ 321137 h 2066752"/>
                  <a:gd name="connsiteX1" fmla="*/ 330796 w 1819998"/>
                  <a:gd name="connsiteY1" fmla="*/ 44913 h 2066752"/>
                  <a:gd name="connsiteX2" fmla="*/ 1457127 w 1819998"/>
                  <a:gd name="connsiteY2" fmla="*/ 1045037 h 2066752"/>
                  <a:gd name="connsiteX3" fmla="*/ 1761926 w 1819998"/>
                  <a:gd name="connsiteY3" fmla="*/ 1599870 h 2066752"/>
                  <a:gd name="connsiteX4" fmla="*/ 1490123 w 1819998"/>
                  <a:gd name="connsiteY4" fmla="*/ 1973726 h 2066752"/>
                  <a:gd name="connsiteX5" fmla="*/ 1202333 w 1819998"/>
                  <a:gd name="connsiteY5" fmla="*/ 1578439 h 2066752"/>
                  <a:gd name="connsiteX6" fmla="*/ 507009 w 1819998"/>
                  <a:gd name="connsiteY6" fmla="*/ 792625 h 2066752"/>
                  <a:gd name="connsiteX7" fmla="*/ 51848 w 1819998"/>
                  <a:gd name="connsiteY7" fmla="*/ 321137 h 2066752"/>
                  <a:gd name="connsiteX0" fmla="*/ 51848 w 1862368"/>
                  <a:gd name="connsiteY0" fmla="*/ 321137 h 2059769"/>
                  <a:gd name="connsiteX1" fmla="*/ 330796 w 1862368"/>
                  <a:gd name="connsiteY1" fmla="*/ 44913 h 2059769"/>
                  <a:gd name="connsiteX2" fmla="*/ 1457127 w 1862368"/>
                  <a:gd name="connsiteY2" fmla="*/ 1045037 h 2059769"/>
                  <a:gd name="connsiteX3" fmla="*/ 1761926 w 1862368"/>
                  <a:gd name="connsiteY3" fmla="*/ 1599870 h 2059769"/>
                  <a:gd name="connsiteX4" fmla="*/ 1490123 w 1862368"/>
                  <a:gd name="connsiteY4" fmla="*/ 1973726 h 2059769"/>
                  <a:gd name="connsiteX5" fmla="*/ 1202333 w 1862368"/>
                  <a:gd name="connsiteY5" fmla="*/ 1578439 h 2059769"/>
                  <a:gd name="connsiteX6" fmla="*/ 507009 w 1862368"/>
                  <a:gd name="connsiteY6" fmla="*/ 792625 h 2059769"/>
                  <a:gd name="connsiteX7" fmla="*/ 51848 w 1862368"/>
                  <a:gd name="connsiteY7" fmla="*/ 321137 h 2059769"/>
                  <a:gd name="connsiteX0" fmla="*/ 51848 w 1864451"/>
                  <a:gd name="connsiteY0" fmla="*/ 321137 h 2057027"/>
                  <a:gd name="connsiteX1" fmla="*/ 330796 w 1864451"/>
                  <a:gd name="connsiteY1" fmla="*/ 44913 h 2057027"/>
                  <a:gd name="connsiteX2" fmla="*/ 1457127 w 1864451"/>
                  <a:gd name="connsiteY2" fmla="*/ 1045037 h 2057027"/>
                  <a:gd name="connsiteX3" fmla="*/ 1761926 w 1864451"/>
                  <a:gd name="connsiteY3" fmla="*/ 1599870 h 2057027"/>
                  <a:gd name="connsiteX4" fmla="*/ 1490123 w 1864451"/>
                  <a:gd name="connsiteY4" fmla="*/ 1973726 h 2057027"/>
                  <a:gd name="connsiteX5" fmla="*/ 1202333 w 1864451"/>
                  <a:gd name="connsiteY5" fmla="*/ 1578439 h 2057027"/>
                  <a:gd name="connsiteX6" fmla="*/ 507009 w 1864451"/>
                  <a:gd name="connsiteY6" fmla="*/ 792625 h 2057027"/>
                  <a:gd name="connsiteX7" fmla="*/ 51848 w 1864451"/>
                  <a:gd name="connsiteY7" fmla="*/ 321137 h 2057027"/>
                  <a:gd name="connsiteX0" fmla="*/ 51848 w 1847751"/>
                  <a:gd name="connsiteY0" fmla="*/ 321137 h 2075784"/>
                  <a:gd name="connsiteX1" fmla="*/ 330796 w 1847751"/>
                  <a:gd name="connsiteY1" fmla="*/ 44913 h 2075784"/>
                  <a:gd name="connsiteX2" fmla="*/ 1457127 w 1847751"/>
                  <a:gd name="connsiteY2" fmla="*/ 1045037 h 2075784"/>
                  <a:gd name="connsiteX3" fmla="*/ 1761926 w 1847751"/>
                  <a:gd name="connsiteY3" fmla="*/ 1599870 h 2075784"/>
                  <a:gd name="connsiteX4" fmla="*/ 1490123 w 1847751"/>
                  <a:gd name="connsiteY4" fmla="*/ 1973726 h 2075784"/>
                  <a:gd name="connsiteX5" fmla="*/ 1202333 w 1847751"/>
                  <a:gd name="connsiteY5" fmla="*/ 1578439 h 2075784"/>
                  <a:gd name="connsiteX6" fmla="*/ 507009 w 1847751"/>
                  <a:gd name="connsiteY6" fmla="*/ 792625 h 2075784"/>
                  <a:gd name="connsiteX7" fmla="*/ 51848 w 1847751"/>
                  <a:gd name="connsiteY7" fmla="*/ 321137 h 2075784"/>
                  <a:gd name="connsiteX0" fmla="*/ 51848 w 1847207"/>
                  <a:gd name="connsiteY0" fmla="*/ 321137 h 2085765"/>
                  <a:gd name="connsiteX1" fmla="*/ 330796 w 1847207"/>
                  <a:gd name="connsiteY1" fmla="*/ 44913 h 2085765"/>
                  <a:gd name="connsiteX2" fmla="*/ 1457127 w 1847207"/>
                  <a:gd name="connsiteY2" fmla="*/ 1045037 h 2085765"/>
                  <a:gd name="connsiteX3" fmla="*/ 1761926 w 1847207"/>
                  <a:gd name="connsiteY3" fmla="*/ 1599870 h 2085765"/>
                  <a:gd name="connsiteX4" fmla="*/ 1490123 w 1847207"/>
                  <a:gd name="connsiteY4" fmla="*/ 1973726 h 2085765"/>
                  <a:gd name="connsiteX5" fmla="*/ 1202333 w 1847207"/>
                  <a:gd name="connsiteY5" fmla="*/ 1578439 h 2085765"/>
                  <a:gd name="connsiteX6" fmla="*/ 507009 w 1847207"/>
                  <a:gd name="connsiteY6" fmla="*/ 792625 h 2085765"/>
                  <a:gd name="connsiteX7" fmla="*/ 51848 w 1847207"/>
                  <a:gd name="connsiteY7" fmla="*/ 321137 h 2085765"/>
                  <a:gd name="connsiteX0" fmla="*/ 51848 w 1862021"/>
                  <a:gd name="connsiteY0" fmla="*/ 321137 h 2091956"/>
                  <a:gd name="connsiteX1" fmla="*/ 330796 w 1862021"/>
                  <a:gd name="connsiteY1" fmla="*/ 44913 h 2091956"/>
                  <a:gd name="connsiteX2" fmla="*/ 1457127 w 1862021"/>
                  <a:gd name="connsiteY2" fmla="*/ 1045037 h 2091956"/>
                  <a:gd name="connsiteX3" fmla="*/ 1761926 w 1862021"/>
                  <a:gd name="connsiteY3" fmla="*/ 1599870 h 2091956"/>
                  <a:gd name="connsiteX4" fmla="*/ 1490123 w 1862021"/>
                  <a:gd name="connsiteY4" fmla="*/ 1973726 h 2091956"/>
                  <a:gd name="connsiteX5" fmla="*/ 1202333 w 1862021"/>
                  <a:gd name="connsiteY5" fmla="*/ 1578439 h 2091956"/>
                  <a:gd name="connsiteX6" fmla="*/ 507009 w 1862021"/>
                  <a:gd name="connsiteY6" fmla="*/ 792625 h 2091956"/>
                  <a:gd name="connsiteX7" fmla="*/ 51848 w 1862021"/>
                  <a:gd name="connsiteY7" fmla="*/ 321137 h 2091956"/>
                  <a:gd name="connsiteX0" fmla="*/ 51848 w 1862021"/>
                  <a:gd name="connsiteY0" fmla="*/ 321137 h 2091956"/>
                  <a:gd name="connsiteX1" fmla="*/ 330796 w 1862021"/>
                  <a:gd name="connsiteY1" fmla="*/ 44913 h 2091956"/>
                  <a:gd name="connsiteX2" fmla="*/ 1457127 w 1862021"/>
                  <a:gd name="connsiteY2" fmla="*/ 1045037 h 2091956"/>
                  <a:gd name="connsiteX3" fmla="*/ 1761926 w 1862021"/>
                  <a:gd name="connsiteY3" fmla="*/ 1599870 h 2091956"/>
                  <a:gd name="connsiteX4" fmla="*/ 1490123 w 1862021"/>
                  <a:gd name="connsiteY4" fmla="*/ 1973726 h 2091956"/>
                  <a:gd name="connsiteX5" fmla="*/ 1202333 w 1862021"/>
                  <a:gd name="connsiteY5" fmla="*/ 1578439 h 2091956"/>
                  <a:gd name="connsiteX6" fmla="*/ 507009 w 1862021"/>
                  <a:gd name="connsiteY6" fmla="*/ 792625 h 2091956"/>
                  <a:gd name="connsiteX7" fmla="*/ 51848 w 1862021"/>
                  <a:gd name="connsiteY7" fmla="*/ 321137 h 2091956"/>
                  <a:gd name="connsiteX0" fmla="*/ 51848 w 1862021"/>
                  <a:gd name="connsiteY0" fmla="*/ 321137 h 2091956"/>
                  <a:gd name="connsiteX1" fmla="*/ 330796 w 1862021"/>
                  <a:gd name="connsiteY1" fmla="*/ 44913 h 2091956"/>
                  <a:gd name="connsiteX2" fmla="*/ 1457127 w 1862021"/>
                  <a:gd name="connsiteY2" fmla="*/ 1045037 h 2091956"/>
                  <a:gd name="connsiteX3" fmla="*/ 1761926 w 1862021"/>
                  <a:gd name="connsiteY3" fmla="*/ 1599870 h 2091956"/>
                  <a:gd name="connsiteX4" fmla="*/ 1490123 w 1862021"/>
                  <a:gd name="connsiteY4" fmla="*/ 1973726 h 2091956"/>
                  <a:gd name="connsiteX5" fmla="*/ 1202333 w 1862021"/>
                  <a:gd name="connsiteY5" fmla="*/ 1578439 h 2091956"/>
                  <a:gd name="connsiteX6" fmla="*/ 507009 w 1862021"/>
                  <a:gd name="connsiteY6" fmla="*/ 792625 h 2091956"/>
                  <a:gd name="connsiteX7" fmla="*/ 51848 w 1862021"/>
                  <a:gd name="connsiteY7" fmla="*/ 321137 h 2091956"/>
                  <a:gd name="connsiteX0" fmla="*/ 51848 w 1862021"/>
                  <a:gd name="connsiteY0" fmla="*/ 321137 h 2091956"/>
                  <a:gd name="connsiteX1" fmla="*/ 330796 w 1862021"/>
                  <a:gd name="connsiteY1" fmla="*/ 44913 h 2091956"/>
                  <a:gd name="connsiteX2" fmla="*/ 1761926 w 1862021"/>
                  <a:gd name="connsiteY2" fmla="*/ 1599870 h 2091956"/>
                  <a:gd name="connsiteX3" fmla="*/ 1490123 w 1862021"/>
                  <a:gd name="connsiteY3" fmla="*/ 1973726 h 2091956"/>
                  <a:gd name="connsiteX4" fmla="*/ 1202333 w 1862021"/>
                  <a:gd name="connsiteY4" fmla="*/ 1578439 h 2091956"/>
                  <a:gd name="connsiteX5" fmla="*/ 507009 w 1862021"/>
                  <a:gd name="connsiteY5" fmla="*/ 792625 h 2091956"/>
                  <a:gd name="connsiteX6" fmla="*/ 51848 w 1862021"/>
                  <a:gd name="connsiteY6" fmla="*/ 321137 h 2091956"/>
                  <a:gd name="connsiteX0" fmla="*/ 51848 w 1862021"/>
                  <a:gd name="connsiteY0" fmla="*/ 321137 h 2091956"/>
                  <a:gd name="connsiteX1" fmla="*/ 330796 w 1862021"/>
                  <a:gd name="connsiteY1" fmla="*/ 44913 h 2091956"/>
                  <a:gd name="connsiteX2" fmla="*/ 1761926 w 1862021"/>
                  <a:gd name="connsiteY2" fmla="*/ 1599870 h 2091956"/>
                  <a:gd name="connsiteX3" fmla="*/ 1490123 w 1862021"/>
                  <a:gd name="connsiteY3" fmla="*/ 1973726 h 2091956"/>
                  <a:gd name="connsiteX4" fmla="*/ 1202333 w 1862021"/>
                  <a:gd name="connsiteY4" fmla="*/ 1578439 h 2091956"/>
                  <a:gd name="connsiteX5" fmla="*/ 507009 w 1862021"/>
                  <a:gd name="connsiteY5" fmla="*/ 792625 h 2091956"/>
                  <a:gd name="connsiteX6" fmla="*/ 51848 w 1862021"/>
                  <a:gd name="connsiteY6" fmla="*/ 321137 h 2091956"/>
                  <a:gd name="connsiteX0" fmla="*/ 51848 w 1862021"/>
                  <a:gd name="connsiteY0" fmla="*/ 321137 h 2091956"/>
                  <a:gd name="connsiteX1" fmla="*/ 330796 w 1862021"/>
                  <a:gd name="connsiteY1" fmla="*/ 44913 h 2091956"/>
                  <a:gd name="connsiteX2" fmla="*/ 1761926 w 1862021"/>
                  <a:gd name="connsiteY2" fmla="*/ 1599870 h 2091956"/>
                  <a:gd name="connsiteX3" fmla="*/ 1490123 w 1862021"/>
                  <a:gd name="connsiteY3" fmla="*/ 1973726 h 2091956"/>
                  <a:gd name="connsiteX4" fmla="*/ 1202333 w 1862021"/>
                  <a:gd name="connsiteY4" fmla="*/ 1578439 h 2091956"/>
                  <a:gd name="connsiteX5" fmla="*/ 507009 w 1862021"/>
                  <a:gd name="connsiteY5" fmla="*/ 792625 h 2091956"/>
                  <a:gd name="connsiteX6" fmla="*/ 51848 w 1862021"/>
                  <a:gd name="connsiteY6" fmla="*/ 321137 h 2091956"/>
                  <a:gd name="connsiteX0" fmla="*/ 51848 w 1862021"/>
                  <a:gd name="connsiteY0" fmla="*/ 321137 h 2091956"/>
                  <a:gd name="connsiteX1" fmla="*/ 330796 w 1862021"/>
                  <a:gd name="connsiteY1" fmla="*/ 44913 h 2091956"/>
                  <a:gd name="connsiteX2" fmla="*/ 1761926 w 1862021"/>
                  <a:gd name="connsiteY2" fmla="*/ 1599870 h 2091956"/>
                  <a:gd name="connsiteX3" fmla="*/ 1490123 w 1862021"/>
                  <a:gd name="connsiteY3" fmla="*/ 1973726 h 2091956"/>
                  <a:gd name="connsiteX4" fmla="*/ 1202333 w 1862021"/>
                  <a:gd name="connsiteY4" fmla="*/ 1578439 h 2091956"/>
                  <a:gd name="connsiteX5" fmla="*/ 507009 w 1862021"/>
                  <a:gd name="connsiteY5" fmla="*/ 792625 h 2091956"/>
                  <a:gd name="connsiteX6" fmla="*/ 51848 w 1862021"/>
                  <a:gd name="connsiteY6" fmla="*/ 321137 h 2091956"/>
                  <a:gd name="connsiteX0" fmla="*/ 51848 w 1862021"/>
                  <a:gd name="connsiteY0" fmla="*/ 321137 h 2091956"/>
                  <a:gd name="connsiteX1" fmla="*/ 330796 w 1862021"/>
                  <a:gd name="connsiteY1" fmla="*/ 44913 h 2091956"/>
                  <a:gd name="connsiteX2" fmla="*/ 1761926 w 1862021"/>
                  <a:gd name="connsiteY2" fmla="*/ 1599870 h 2091956"/>
                  <a:gd name="connsiteX3" fmla="*/ 1490123 w 1862021"/>
                  <a:gd name="connsiteY3" fmla="*/ 1973726 h 2091956"/>
                  <a:gd name="connsiteX4" fmla="*/ 1202333 w 1862021"/>
                  <a:gd name="connsiteY4" fmla="*/ 1578439 h 2091956"/>
                  <a:gd name="connsiteX5" fmla="*/ 507009 w 1862021"/>
                  <a:gd name="connsiteY5" fmla="*/ 792625 h 2091956"/>
                  <a:gd name="connsiteX6" fmla="*/ 51848 w 1862021"/>
                  <a:gd name="connsiteY6" fmla="*/ 321137 h 2091956"/>
                  <a:gd name="connsiteX0" fmla="*/ 53158 w 1863331"/>
                  <a:gd name="connsiteY0" fmla="*/ 327203 h 2098022"/>
                  <a:gd name="connsiteX1" fmla="*/ 332106 w 1863331"/>
                  <a:gd name="connsiteY1" fmla="*/ 50979 h 2098022"/>
                  <a:gd name="connsiteX2" fmla="*/ 1763236 w 1863331"/>
                  <a:gd name="connsiteY2" fmla="*/ 1605936 h 2098022"/>
                  <a:gd name="connsiteX3" fmla="*/ 1491433 w 1863331"/>
                  <a:gd name="connsiteY3" fmla="*/ 1979792 h 2098022"/>
                  <a:gd name="connsiteX4" fmla="*/ 1203643 w 1863331"/>
                  <a:gd name="connsiteY4" fmla="*/ 1584505 h 2098022"/>
                  <a:gd name="connsiteX5" fmla="*/ 508319 w 1863331"/>
                  <a:gd name="connsiteY5" fmla="*/ 798691 h 2098022"/>
                  <a:gd name="connsiteX6" fmla="*/ 53158 w 1863331"/>
                  <a:gd name="connsiteY6" fmla="*/ 327203 h 2098022"/>
                  <a:gd name="connsiteX0" fmla="*/ 53158 w 1863331"/>
                  <a:gd name="connsiteY0" fmla="*/ 327203 h 2098022"/>
                  <a:gd name="connsiteX1" fmla="*/ 332106 w 1863331"/>
                  <a:gd name="connsiteY1" fmla="*/ 50979 h 2098022"/>
                  <a:gd name="connsiteX2" fmla="*/ 1763236 w 1863331"/>
                  <a:gd name="connsiteY2" fmla="*/ 1605936 h 2098022"/>
                  <a:gd name="connsiteX3" fmla="*/ 1491433 w 1863331"/>
                  <a:gd name="connsiteY3" fmla="*/ 1979792 h 2098022"/>
                  <a:gd name="connsiteX4" fmla="*/ 1203643 w 1863331"/>
                  <a:gd name="connsiteY4" fmla="*/ 1584505 h 2098022"/>
                  <a:gd name="connsiteX5" fmla="*/ 508319 w 1863331"/>
                  <a:gd name="connsiteY5" fmla="*/ 798691 h 2098022"/>
                  <a:gd name="connsiteX6" fmla="*/ 53158 w 1863331"/>
                  <a:gd name="connsiteY6" fmla="*/ 327203 h 2098022"/>
                  <a:gd name="connsiteX0" fmla="*/ 53158 w 1863331"/>
                  <a:gd name="connsiteY0" fmla="*/ 327203 h 2098022"/>
                  <a:gd name="connsiteX1" fmla="*/ 332106 w 1863331"/>
                  <a:gd name="connsiteY1" fmla="*/ 50979 h 2098022"/>
                  <a:gd name="connsiteX2" fmla="*/ 1763236 w 1863331"/>
                  <a:gd name="connsiteY2" fmla="*/ 1605936 h 2098022"/>
                  <a:gd name="connsiteX3" fmla="*/ 1491433 w 1863331"/>
                  <a:gd name="connsiteY3" fmla="*/ 1979792 h 2098022"/>
                  <a:gd name="connsiteX4" fmla="*/ 1203643 w 1863331"/>
                  <a:gd name="connsiteY4" fmla="*/ 1584505 h 2098022"/>
                  <a:gd name="connsiteX5" fmla="*/ 508319 w 1863331"/>
                  <a:gd name="connsiteY5" fmla="*/ 798691 h 2098022"/>
                  <a:gd name="connsiteX6" fmla="*/ 53158 w 1863331"/>
                  <a:gd name="connsiteY6" fmla="*/ 327203 h 2098022"/>
                  <a:gd name="connsiteX0" fmla="*/ 53158 w 1863331"/>
                  <a:gd name="connsiteY0" fmla="*/ 327203 h 2098022"/>
                  <a:gd name="connsiteX1" fmla="*/ 332106 w 1863331"/>
                  <a:gd name="connsiteY1" fmla="*/ 50979 h 2098022"/>
                  <a:gd name="connsiteX2" fmla="*/ 1763236 w 1863331"/>
                  <a:gd name="connsiteY2" fmla="*/ 1605936 h 2098022"/>
                  <a:gd name="connsiteX3" fmla="*/ 1491433 w 1863331"/>
                  <a:gd name="connsiteY3" fmla="*/ 1979792 h 2098022"/>
                  <a:gd name="connsiteX4" fmla="*/ 1203643 w 1863331"/>
                  <a:gd name="connsiteY4" fmla="*/ 1584505 h 2098022"/>
                  <a:gd name="connsiteX5" fmla="*/ 508319 w 1863331"/>
                  <a:gd name="connsiteY5" fmla="*/ 798691 h 2098022"/>
                  <a:gd name="connsiteX6" fmla="*/ 53158 w 1863331"/>
                  <a:gd name="connsiteY6" fmla="*/ 327203 h 2098022"/>
                  <a:gd name="connsiteX0" fmla="*/ 53158 w 1863331"/>
                  <a:gd name="connsiteY0" fmla="*/ 327203 h 2098022"/>
                  <a:gd name="connsiteX1" fmla="*/ 332106 w 1863331"/>
                  <a:gd name="connsiteY1" fmla="*/ 50979 h 2098022"/>
                  <a:gd name="connsiteX2" fmla="*/ 1763236 w 1863331"/>
                  <a:gd name="connsiteY2" fmla="*/ 1605936 h 2098022"/>
                  <a:gd name="connsiteX3" fmla="*/ 1491433 w 1863331"/>
                  <a:gd name="connsiteY3" fmla="*/ 1979792 h 2098022"/>
                  <a:gd name="connsiteX4" fmla="*/ 1203643 w 1863331"/>
                  <a:gd name="connsiteY4" fmla="*/ 1584505 h 2098022"/>
                  <a:gd name="connsiteX5" fmla="*/ 508319 w 1863331"/>
                  <a:gd name="connsiteY5" fmla="*/ 798691 h 2098022"/>
                  <a:gd name="connsiteX6" fmla="*/ 53158 w 1863331"/>
                  <a:gd name="connsiteY6" fmla="*/ 327203 h 2098022"/>
                  <a:gd name="connsiteX0" fmla="*/ 53158 w 1863331"/>
                  <a:gd name="connsiteY0" fmla="*/ 327203 h 2098022"/>
                  <a:gd name="connsiteX1" fmla="*/ 332106 w 1863331"/>
                  <a:gd name="connsiteY1" fmla="*/ 50979 h 2098022"/>
                  <a:gd name="connsiteX2" fmla="*/ 1763236 w 1863331"/>
                  <a:gd name="connsiteY2" fmla="*/ 1605936 h 2098022"/>
                  <a:gd name="connsiteX3" fmla="*/ 1491433 w 1863331"/>
                  <a:gd name="connsiteY3" fmla="*/ 1979792 h 2098022"/>
                  <a:gd name="connsiteX4" fmla="*/ 1203643 w 1863331"/>
                  <a:gd name="connsiteY4" fmla="*/ 1584505 h 2098022"/>
                  <a:gd name="connsiteX5" fmla="*/ 508319 w 1863331"/>
                  <a:gd name="connsiteY5" fmla="*/ 798691 h 2098022"/>
                  <a:gd name="connsiteX6" fmla="*/ 53158 w 1863331"/>
                  <a:gd name="connsiteY6" fmla="*/ 327203 h 2098022"/>
                  <a:gd name="connsiteX0" fmla="*/ 53158 w 1863331"/>
                  <a:gd name="connsiteY0" fmla="*/ 327203 h 2098022"/>
                  <a:gd name="connsiteX1" fmla="*/ 332106 w 1863331"/>
                  <a:gd name="connsiteY1" fmla="*/ 50979 h 2098022"/>
                  <a:gd name="connsiteX2" fmla="*/ 1763236 w 1863331"/>
                  <a:gd name="connsiteY2" fmla="*/ 1605936 h 2098022"/>
                  <a:gd name="connsiteX3" fmla="*/ 1491433 w 1863331"/>
                  <a:gd name="connsiteY3" fmla="*/ 1979792 h 2098022"/>
                  <a:gd name="connsiteX4" fmla="*/ 1203643 w 1863331"/>
                  <a:gd name="connsiteY4" fmla="*/ 1584505 h 2098022"/>
                  <a:gd name="connsiteX5" fmla="*/ 508319 w 1863331"/>
                  <a:gd name="connsiteY5" fmla="*/ 798691 h 2098022"/>
                  <a:gd name="connsiteX6" fmla="*/ 53158 w 1863331"/>
                  <a:gd name="connsiteY6" fmla="*/ 327203 h 2098022"/>
                  <a:gd name="connsiteX0" fmla="*/ 53158 w 1863331"/>
                  <a:gd name="connsiteY0" fmla="*/ 327203 h 2098022"/>
                  <a:gd name="connsiteX1" fmla="*/ 332106 w 1863331"/>
                  <a:gd name="connsiteY1" fmla="*/ 50979 h 2098022"/>
                  <a:gd name="connsiteX2" fmla="*/ 1763236 w 1863331"/>
                  <a:gd name="connsiteY2" fmla="*/ 1605936 h 2098022"/>
                  <a:gd name="connsiteX3" fmla="*/ 1491433 w 1863331"/>
                  <a:gd name="connsiteY3" fmla="*/ 1979792 h 2098022"/>
                  <a:gd name="connsiteX4" fmla="*/ 1203643 w 1863331"/>
                  <a:gd name="connsiteY4" fmla="*/ 1584505 h 2098022"/>
                  <a:gd name="connsiteX5" fmla="*/ 508319 w 1863331"/>
                  <a:gd name="connsiteY5" fmla="*/ 798691 h 2098022"/>
                  <a:gd name="connsiteX6" fmla="*/ 53158 w 1863331"/>
                  <a:gd name="connsiteY6" fmla="*/ 327203 h 2098022"/>
                  <a:gd name="connsiteX0" fmla="*/ 52066 w 1869383"/>
                  <a:gd name="connsiteY0" fmla="*/ 327203 h 2098022"/>
                  <a:gd name="connsiteX1" fmla="*/ 338158 w 1869383"/>
                  <a:gd name="connsiteY1" fmla="*/ 50979 h 2098022"/>
                  <a:gd name="connsiteX2" fmla="*/ 1769288 w 1869383"/>
                  <a:gd name="connsiteY2" fmla="*/ 1605936 h 2098022"/>
                  <a:gd name="connsiteX3" fmla="*/ 1497485 w 1869383"/>
                  <a:gd name="connsiteY3" fmla="*/ 1979792 h 2098022"/>
                  <a:gd name="connsiteX4" fmla="*/ 1209695 w 1869383"/>
                  <a:gd name="connsiteY4" fmla="*/ 1584505 h 2098022"/>
                  <a:gd name="connsiteX5" fmla="*/ 514371 w 1869383"/>
                  <a:gd name="connsiteY5" fmla="*/ 798691 h 2098022"/>
                  <a:gd name="connsiteX6" fmla="*/ 52066 w 1869383"/>
                  <a:gd name="connsiteY6" fmla="*/ 327203 h 2098022"/>
                  <a:gd name="connsiteX0" fmla="*/ 44136 w 1861453"/>
                  <a:gd name="connsiteY0" fmla="*/ 321408 h 2092227"/>
                  <a:gd name="connsiteX1" fmla="*/ 330228 w 1861453"/>
                  <a:gd name="connsiteY1" fmla="*/ 45184 h 2092227"/>
                  <a:gd name="connsiteX2" fmla="*/ 1761358 w 1861453"/>
                  <a:gd name="connsiteY2" fmla="*/ 1600141 h 2092227"/>
                  <a:gd name="connsiteX3" fmla="*/ 1489555 w 1861453"/>
                  <a:gd name="connsiteY3" fmla="*/ 1973997 h 2092227"/>
                  <a:gd name="connsiteX4" fmla="*/ 1201765 w 1861453"/>
                  <a:gd name="connsiteY4" fmla="*/ 1578710 h 2092227"/>
                  <a:gd name="connsiteX5" fmla="*/ 506441 w 1861453"/>
                  <a:gd name="connsiteY5" fmla="*/ 792896 h 2092227"/>
                  <a:gd name="connsiteX6" fmla="*/ 44136 w 1861453"/>
                  <a:gd name="connsiteY6" fmla="*/ 321408 h 2092227"/>
                  <a:gd name="connsiteX0" fmla="*/ 46354 w 1863671"/>
                  <a:gd name="connsiteY0" fmla="*/ 333235 h 2104054"/>
                  <a:gd name="connsiteX1" fmla="*/ 332446 w 1863671"/>
                  <a:gd name="connsiteY1" fmla="*/ 57011 h 2104054"/>
                  <a:gd name="connsiteX2" fmla="*/ 1763576 w 1863671"/>
                  <a:gd name="connsiteY2" fmla="*/ 1611968 h 2104054"/>
                  <a:gd name="connsiteX3" fmla="*/ 1491773 w 1863671"/>
                  <a:gd name="connsiteY3" fmla="*/ 1985824 h 2104054"/>
                  <a:gd name="connsiteX4" fmla="*/ 1203983 w 1863671"/>
                  <a:gd name="connsiteY4" fmla="*/ 1590537 h 2104054"/>
                  <a:gd name="connsiteX5" fmla="*/ 508659 w 1863671"/>
                  <a:gd name="connsiteY5" fmla="*/ 804723 h 2104054"/>
                  <a:gd name="connsiteX6" fmla="*/ 46354 w 1863671"/>
                  <a:gd name="connsiteY6" fmla="*/ 333235 h 2104054"/>
                  <a:gd name="connsiteX0" fmla="*/ 46354 w 1863671"/>
                  <a:gd name="connsiteY0" fmla="*/ 333235 h 2104054"/>
                  <a:gd name="connsiteX1" fmla="*/ 332446 w 1863671"/>
                  <a:gd name="connsiteY1" fmla="*/ 57011 h 2104054"/>
                  <a:gd name="connsiteX2" fmla="*/ 1763576 w 1863671"/>
                  <a:gd name="connsiteY2" fmla="*/ 1611968 h 2104054"/>
                  <a:gd name="connsiteX3" fmla="*/ 1491773 w 1863671"/>
                  <a:gd name="connsiteY3" fmla="*/ 1985824 h 2104054"/>
                  <a:gd name="connsiteX4" fmla="*/ 1203983 w 1863671"/>
                  <a:gd name="connsiteY4" fmla="*/ 1590537 h 2104054"/>
                  <a:gd name="connsiteX5" fmla="*/ 363403 w 1863671"/>
                  <a:gd name="connsiteY5" fmla="*/ 661848 h 2104054"/>
                  <a:gd name="connsiteX6" fmla="*/ 46354 w 1863671"/>
                  <a:gd name="connsiteY6" fmla="*/ 333235 h 2104054"/>
                  <a:gd name="connsiteX0" fmla="*/ 46354 w 1863671"/>
                  <a:gd name="connsiteY0" fmla="*/ 333235 h 2104054"/>
                  <a:gd name="connsiteX1" fmla="*/ 332446 w 1863671"/>
                  <a:gd name="connsiteY1" fmla="*/ 57011 h 2104054"/>
                  <a:gd name="connsiteX2" fmla="*/ 1763576 w 1863671"/>
                  <a:gd name="connsiteY2" fmla="*/ 1611968 h 2104054"/>
                  <a:gd name="connsiteX3" fmla="*/ 1491773 w 1863671"/>
                  <a:gd name="connsiteY3" fmla="*/ 1985824 h 2104054"/>
                  <a:gd name="connsiteX4" fmla="*/ 1203983 w 1863671"/>
                  <a:gd name="connsiteY4" fmla="*/ 1590537 h 2104054"/>
                  <a:gd name="connsiteX5" fmla="*/ 363403 w 1863671"/>
                  <a:gd name="connsiteY5" fmla="*/ 661848 h 2104054"/>
                  <a:gd name="connsiteX6" fmla="*/ 46354 w 1863671"/>
                  <a:gd name="connsiteY6" fmla="*/ 333235 h 2104054"/>
                  <a:gd name="connsiteX0" fmla="*/ 46354 w 1863671"/>
                  <a:gd name="connsiteY0" fmla="*/ 333235 h 2104054"/>
                  <a:gd name="connsiteX1" fmla="*/ 332446 w 1863671"/>
                  <a:gd name="connsiteY1" fmla="*/ 57011 h 2104054"/>
                  <a:gd name="connsiteX2" fmla="*/ 1763576 w 1863671"/>
                  <a:gd name="connsiteY2" fmla="*/ 1611968 h 2104054"/>
                  <a:gd name="connsiteX3" fmla="*/ 1491773 w 1863671"/>
                  <a:gd name="connsiteY3" fmla="*/ 1985824 h 2104054"/>
                  <a:gd name="connsiteX4" fmla="*/ 1203983 w 1863671"/>
                  <a:gd name="connsiteY4" fmla="*/ 1590537 h 2104054"/>
                  <a:gd name="connsiteX5" fmla="*/ 363403 w 1863671"/>
                  <a:gd name="connsiteY5" fmla="*/ 661848 h 2104054"/>
                  <a:gd name="connsiteX6" fmla="*/ 46354 w 1863671"/>
                  <a:gd name="connsiteY6" fmla="*/ 333235 h 2104054"/>
                  <a:gd name="connsiteX0" fmla="*/ 46354 w 1863671"/>
                  <a:gd name="connsiteY0" fmla="*/ 333235 h 2104054"/>
                  <a:gd name="connsiteX1" fmla="*/ 332446 w 1863671"/>
                  <a:gd name="connsiteY1" fmla="*/ 57011 h 2104054"/>
                  <a:gd name="connsiteX2" fmla="*/ 1763576 w 1863671"/>
                  <a:gd name="connsiteY2" fmla="*/ 1611968 h 2104054"/>
                  <a:gd name="connsiteX3" fmla="*/ 1491773 w 1863671"/>
                  <a:gd name="connsiteY3" fmla="*/ 1985824 h 2104054"/>
                  <a:gd name="connsiteX4" fmla="*/ 1203983 w 1863671"/>
                  <a:gd name="connsiteY4" fmla="*/ 1590537 h 2104054"/>
                  <a:gd name="connsiteX5" fmla="*/ 363403 w 1863671"/>
                  <a:gd name="connsiteY5" fmla="*/ 647561 h 2104054"/>
                  <a:gd name="connsiteX6" fmla="*/ 46354 w 1863671"/>
                  <a:gd name="connsiteY6" fmla="*/ 333235 h 2104054"/>
                  <a:gd name="connsiteX0" fmla="*/ 46354 w 1863671"/>
                  <a:gd name="connsiteY0" fmla="*/ 333235 h 2104054"/>
                  <a:gd name="connsiteX1" fmla="*/ 332446 w 1863671"/>
                  <a:gd name="connsiteY1" fmla="*/ 57011 h 2104054"/>
                  <a:gd name="connsiteX2" fmla="*/ 1763576 w 1863671"/>
                  <a:gd name="connsiteY2" fmla="*/ 1611968 h 2104054"/>
                  <a:gd name="connsiteX3" fmla="*/ 1491773 w 1863671"/>
                  <a:gd name="connsiteY3" fmla="*/ 1985824 h 2104054"/>
                  <a:gd name="connsiteX4" fmla="*/ 1203983 w 1863671"/>
                  <a:gd name="connsiteY4" fmla="*/ 1590537 h 2104054"/>
                  <a:gd name="connsiteX5" fmla="*/ 682487 w 1863671"/>
                  <a:gd name="connsiteY5" fmla="*/ 1014273 h 2104054"/>
                  <a:gd name="connsiteX6" fmla="*/ 363403 w 1863671"/>
                  <a:gd name="connsiteY6" fmla="*/ 647561 h 2104054"/>
                  <a:gd name="connsiteX7" fmla="*/ 46354 w 1863671"/>
                  <a:gd name="connsiteY7" fmla="*/ 333235 h 2104054"/>
                  <a:gd name="connsiteX0" fmla="*/ 172652 w 1989969"/>
                  <a:gd name="connsiteY0" fmla="*/ 333235 h 2104054"/>
                  <a:gd name="connsiteX1" fmla="*/ 458744 w 1989969"/>
                  <a:gd name="connsiteY1" fmla="*/ 57011 h 2104054"/>
                  <a:gd name="connsiteX2" fmla="*/ 1889874 w 1989969"/>
                  <a:gd name="connsiteY2" fmla="*/ 1611968 h 2104054"/>
                  <a:gd name="connsiteX3" fmla="*/ 1618071 w 1989969"/>
                  <a:gd name="connsiteY3" fmla="*/ 1985824 h 2104054"/>
                  <a:gd name="connsiteX4" fmla="*/ 1330281 w 1989969"/>
                  <a:gd name="connsiteY4" fmla="*/ 1590537 h 2104054"/>
                  <a:gd name="connsiteX5" fmla="*/ 18210 w 1989969"/>
                  <a:gd name="connsiteY5" fmla="*/ 578504 h 2104054"/>
                  <a:gd name="connsiteX6" fmla="*/ 489701 w 1989969"/>
                  <a:gd name="connsiteY6" fmla="*/ 647561 h 2104054"/>
                  <a:gd name="connsiteX7" fmla="*/ 172652 w 1989969"/>
                  <a:gd name="connsiteY7" fmla="*/ 333235 h 2104054"/>
                  <a:gd name="connsiteX0" fmla="*/ 154442 w 1971759"/>
                  <a:gd name="connsiteY0" fmla="*/ 333235 h 2104054"/>
                  <a:gd name="connsiteX1" fmla="*/ 440534 w 1971759"/>
                  <a:gd name="connsiteY1" fmla="*/ 57011 h 2104054"/>
                  <a:gd name="connsiteX2" fmla="*/ 1871664 w 1971759"/>
                  <a:gd name="connsiteY2" fmla="*/ 1611968 h 2104054"/>
                  <a:gd name="connsiteX3" fmla="*/ 1599861 w 1971759"/>
                  <a:gd name="connsiteY3" fmla="*/ 1985824 h 2104054"/>
                  <a:gd name="connsiteX4" fmla="*/ 1312071 w 1971759"/>
                  <a:gd name="connsiteY4" fmla="*/ 1590537 h 2104054"/>
                  <a:gd name="connsiteX5" fmla="*/ 0 w 1971759"/>
                  <a:gd name="connsiteY5" fmla="*/ 578504 h 2104054"/>
                  <a:gd name="connsiteX6" fmla="*/ 471491 w 1971759"/>
                  <a:gd name="connsiteY6" fmla="*/ 647561 h 2104054"/>
                  <a:gd name="connsiteX7" fmla="*/ 154442 w 1971759"/>
                  <a:gd name="connsiteY7" fmla="*/ 333235 h 2104054"/>
                  <a:gd name="connsiteX0" fmla="*/ 154442 w 1971759"/>
                  <a:gd name="connsiteY0" fmla="*/ 333235 h 2104054"/>
                  <a:gd name="connsiteX1" fmla="*/ 440534 w 1971759"/>
                  <a:gd name="connsiteY1" fmla="*/ 57011 h 2104054"/>
                  <a:gd name="connsiteX2" fmla="*/ 1871664 w 1971759"/>
                  <a:gd name="connsiteY2" fmla="*/ 1611968 h 2104054"/>
                  <a:gd name="connsiteX3" fmla="*/ 1599861 w 1971759"/>
                  <a:gd name="connsiteY3" fmla="*/ 1985824 h 2104054"/>
                  <a:gd name="connsiteX4" fmla="*/ 1312071 w 1971759"/>
                  <a:gd name="connsiteY4" fmla="*/ 1590537 h 2104054"/>
                  <a:gd name="connsiteX5" fmla="*/ 0 w 1971759"/>
                  <a:gd name="connsiteY5" fmla="*/ 578504 h 2104054"/>
                  <a:gd name="connsiteX6" fmla="*/ 471491 w 1971759"/>
                  <a:gd name="connsiteY6" fmla="*/ 647561 h 2104054"/>
                  <a:gd name="connsiteX7" fmla="*/ 154442 w 1971759"/>
                  <a:gd name="connsiteY7" fmla="*/ 333235 h 2104054"/>
                  <a:gd name="connsiteX0" fmla="*/ 154442 w 1971759"/>
                  <a:gd name="connsiteY0" fmla="*/ 333235 h 2104054"/>
                  <a:gd name="connsiteX1" fmla="*/ 440534 w 1971759"/>
                  <a:gd name="connsiteY1" fmla="*/ 57011 h 2104054"/>
                  <a:gd name="connsiteX2" fmla="*/ 1871664 w 1971759"/>
                  <a:gd name="connsiteY2" fmla="*/ 1611968 h 2104054"/>
                  <a:gd name="connsiteX3" fmla="*/ 1599861 w 1971759"/>
                  <a:gd name="connsiteY3" fmla="*/ 1985824 h 2104054"/>
                  <a:gd name="connsiteX4" fmla="*/ 1312071 w 1971759"/>
                  <a:gd name="connsiteY4" fmla="*/ 1590537 h 2104054"/>
                  <a:gd name="connsiteX5" fmla="*/ 0 w 1971759"/>
                  <a:gd name="connsiteY5" fmla="*/ 578504 h 2104054"/>
                  <a:gd name="connsiteX6" fmla="*/ 471491 w 1971759"/>
                  <a:gd name="connsiteY6" fmla="*/ 647561 h 2104054"/>
                  <a:gd name="connsiteX7" fmla="*/ 154442 w 1971759"/>
                  <a:gd name="connsiteY7" fmla="*/ 333235 h 2104054"/>
                  <a:gd name="connsiteX0" fmla="*/ 154442 w 1971759"/>
                  <a:gd name="connsiteY0" fmla="*/ 333235 h 2104054"/>
                  <a:gd name="connsiteX1" fmla="*/ 440534 w 1971759"/>
                  <a:gd name="connsiteY1" fmla="*/ 57011 h 2104054"/>
                  <a:gd name="connsiteX2" fmla="*/ 1871664 w 1971759"/>
                  <a:gd name="connsiteY2" fmla="*/ 1611968 h 2104054"/>
                  <a:gd name="connsiteX3" fmla="*/ 1599861 w 1971759"/>
                  <a:gd name="connsiteY3" fmla="*/ 1985824 h 2104054"/>
                  <a:gd name="connsiteX4" fmla="*/ 1312071 w 1971759"/>
                  <a:gd name="connsiteY4" fmla="*/ 1590537 h 2104054"/>
                  <a:gd name="connsiteX5" fmla="*/ 957262 w 1971759"/>
                  <a:gd name="connsiteY5" fmla="*/ 1302404 h 2104054"/>
                  <a:gd name="connsiteX6" fmla="*/ 0 w 1971759"/>
                  <a:gd name="connsiteY6" fmla="*/ 578504 h 2104054"/>
                  <a:gd name="connsiteX7" fmla="*/ 471491 w 1971759"/>
                  <a:gd name="connsiteY7" fmla="*/ 647561 h 2104054"/>
                  <a:gd name="connsiteX8" fmla="*/ 154442 w 1971759"/>
                  <a:gd name="connsiteY8" fmla="*/ 333235 h 2104054"/>
                  <a:gd name="connsiteX0" fmla="*/ 154442 w 1971759"/>
                  <a:gd name="connsiteY0" fmla="*/ 333235 h 2146989"/>
                  <a:gd name="connsiteX1" fmla="*/ 440534 w 1971759"/>
                  <a:gd name="connsiteY1" fmla="*/ 57011 h 2146989"/>
                  <a:gd name="connsiteX2" fmla="*/ 1871664 w 1971759"/>
                  <a:gd name="connsiteY2" fmla="*/ 1611968 h 2146989"/>
                  <a:gd name="connsiteX3" fmla="*/ 1599861 w 1971759"/>
                  <a:gd name="connsiteY3" fmla="*/ 1985824 h 2146989"/>
                  <a:gd name="connsiteX4" fmla="*/ 1312071 w 1971759"/>
                  <a:gd name="connsiteY4" fmla="*/ 1590537 h 2146989"/>
                  <a:gd name="connsiteX5" fmla="*/ 1381125 w 1971759"/>
                  <a:gd name="connsiteY5" fmla="*/ 2123935 h 2146989"/>
                  <a:gd name="connsiteX6" fmla="*/ 0 w 1971759"/>
                  <a:gd name="connsiteY6" fmla="*/ 578504 h 2146989"/>
                  <a:gd name="connsiteX7" fmla="*/ 471491 w 1971759"/>
                  <a:gd name="connsiteY7" fmla="*/ 647561 h 2146989"/>
                  <a:gd name="connsiteX8" fmla="*/ 154442 w 1971759"/>
                  <a:gd name="connsiteY8" fmla="*/ 333235 h 2146989"/>
                  <a:gd name="connsiteX0" fmla="*/ 154442 w 1971759"/>
                  <a:gd name="connsiteY0" fmla="*/ 333235 h 2123935"/>
                  <a:gd name="connsiteX1" fmla="*/ 440534 w 1971759"/>
                  <a:gd name="connsiteY1" fmla="*/ 57011 h 2123935"/>
                  <a:gd name="connsiteX2" fmla="*/ 1871664 w 1971759"/>
                  <a:gd name="connsiteY2" fmla="*/ 1611968 h 2123935"/>
                  <a:gd name="connsiteX3" fmla="*/ 1599861 w 1971759"/>
                  <a:gd name="connsiteY3" fmla="*/ 1985824 h 2123935"/>
                  <a:gd name="connsiteX4" fmla="*/ 1312071 w 1971759"/>
                  <a:gd name="connsiteY4" fmla="*/ 1590537 h 2123935"/>
                  <a:gd name="connsiteX5" fmla="*/ 1381125 w 1971759"/>
                  <a:gd name="connsiteY5" fmla="*/ 2123935 h 2123935"/>
                  <a:gd name="connsiteX6" fmla="*/ 0 w 1971759"/>
                  <a:gd name="connsiteY6" fmla="*/ 578504 h 2123935"/>
                  <a:gd name="connsiteX7" fmla="*/ 471491 w 1971759"/>
                  <a:gd name="connsiteY7" fmla="*/ 647561 h 2123935"/>
                  <a:gd name="connsiteX8" fmla="*/ 154442 w 1971759"/>
                  <a:gd name="connsiteY8" fmla="*/ 333235 h 2123935"/>
                  <a:gd name="connsiteX0" fmla="*/ 154442 w 1971759"/>
                  <a:gd name="connsiteY0" fmla="*/ 333235 h 2123935"/>
                  <a:gd name="connsiteX1" fmla="*/ 440534 w 1971759"/>
                  <a:gd name="connsiteY1" fmla="*/ 57011 h 2123935"/>
                  <a:gd name="connsiteX2" fmla="*/ 1871664 w 1971759"/>
                  <a:gd name="connsiteY2" fmla="*/ 1611968 h 2123935"/>
                  <a:gd name="connsiteX3" fmla="*/ 1599861 w 1971759"/>
                  <a:gd name="connsiteY3" fmla="*/ 1985824 h 2123935"/>
                  <a:gd name="connsiteX4" fmla="*/ 1312071 w 1971759"/>
                  <a:gd name="connsiteY4" fmla="*/ 1590537 h 2123935"/>
                  <a:gd name="connsiteX5" fmla="*/ 1381125 w 1971759"/>
                  <a:gd name="connsiteY5" fmla="*/ 2123935 h 2123935"/>
                  <a:gd name="connsiteX6" fmla="*/ 0 w 1971759"/>
                  <a:gd name="connsiteY6" fmla="*/ 578504 h 2123935"/>
                  <a:gd name="connsiteX7" fmla="*/ 471491 w 1971759"/>
                  <a:gd name="connsiteY7" fmla="*/ 647561 h 2123935"/>
                  <a:gd name="connsiteX8" fmla="*/ 154442 w 1971759"/>
                  <a:gd name="connsiteY8" fmla="*/ 333235 h 2123935"/>
                  <a:gd name="connsiteX0" fmla="*/ 154442 w 1971759"/>
                  <a:gd name="connsiteY0" fmla="*/ 333235 h 2123935"/>
                  <a:gd name="connsiteX1" fmla="*/ 440534 w 1971759"/>
                  <a:gd name="connsiteY1" fmla="*/ 57011 h 2123935"/>
                  <a:gd name="connsiteX2" fmla="*/ 1871664 w 1971759"/>
                  <a:gd name="connsiteY2" fmla="*/ 1611968 h 2123935"/>
                  <a:gd name="connsiteX3" fmla="*/ 1599861 w 1971759"/>
                  <a:gd name="connsiteY3" fmla="*/ 1985824 h 2123935"/>
                  <a:gd name="connsiteX4" fmla="*/ 1312071 w 1971759"/>
                  <a:gd name="connsiteY4" fmla="*/ 1590537 h 2123935"/>
                  <a:gd name="connsiteX5" fmla="*/ 1381125 w 1971759"/>
                  <a:gd name="connsiteY5" fmla="*/ 2123935 h 2123935"/>
                  <a:gd name="connsiteX6" fmla="*/ 0 w 1971759"/>
                  <a:gd name="connsiteY6" fmla="*/ 578504 h 2123935"/>
                  <a:gd name="connsiteX7" fmla="*/ 471491 w 1971759"/>
                  <a:gd name="connsiteY7" fmla="*/ 647561 h 2123935"/>
                  <a:gd name="connsiteX8" fmla="*/ 154442 w 1971759"/>
                  <a:gd name="connsiteY8" fmla="*/ 333235 h 2123935"/>
                  <a:gd name="connsiteX0" fmla="*/ 154442 w 1971759"/>
                  <a:gd name="connsiteY0" fmla="*/ 333235 h 2123935"/>
                  <a:gd name="connsiteX1" fmla="*/ 440534 w 1971759"/>
                  <a:gd name="connsiteY1" fmla="*/ 57011 h 2123935"/>
                  <a:gd name="connsiteX2" fmla="*/ 1871664 w 1971759"/>
                  <a:gd name="connsiteY2" fmla="*/ 1611968 h 2123935"/>
                  <a:gd name="connsiteX3" fmla="*/ 1599861 w 1971759"/>
                  <a:gd name="connsiteY3" fmla="*/ 1985824 h 2123935"/>
                  <a:gd name="connsiteX4" fmla="*/ 1312071 w 1971759"/>
                  <a:gd name="connsiteY4" fmla="*/ 1590537 h 2123935"/>
                  <a:gd name="connsiteX5" fmla="*/ 1381125 w 1971759"/>
                  <a:gd name="connsiteY5" fmla="*/ 2123935 h 2123935"/>
                  <a:gd name="connsiteX6" fmla="*/ 0 w 1971759"/>
                  <a:gd name="connsiteY6" fmla="*/ 578504 h 2123935"/>
                  <a:gd name="connsiteX7" fmla="*/ 471491 w 1971759"/>
                  <a:gd name="connsiteY7" fmla="*/ 647561 h 2123935"/>
                  <a:gd name="connsiteX8" fmla="*/ 154442 w 1971759"/>
                  <a:gd name="connsiteY8" fmla="*/ 333235 h 2123935"/>
                  <a:gd name="connsiteX0" fmla="*/ 154442 w 1971759"/>
                  <a:gd name="connsiteY0" fmla="*/ 333235 h 2123935"/>
                  <a:gd name="connsiteX1" fmla="*/ 440534 w 1971759"/>
                  <a:gd name="connsiteY1" fmla="*/ 57011 h 2123935"/>
                  <a:gd name="connsiteX2" fmla="*/ 1871664 w 1971759"/>
                  <a:gd name="connsiteY2" fmla="*/ 1611968 h 2123935"/>
                  <a:gd name="connsiteX3" fmla="*/ 1599861 w 1971759"/>
                  <a:gd name="connsiteY3" fmla="*/ 1985824 h 2123935"/>
                  <a:gd name="connsiteX4" fmla="*/ 1312071 w 1971759"/>
                  <a:gd name="connsiteY4" fmla="*/ 1590537 h 2123935"/>
                  <a:gd name="connsiteX5" fmla="*/ 1381125 w 1971759"/>
                  <a:gd name="connsiteY5" fmla="*/ 2123935 h 2123935"/>
                  <a:gd name="connsiteX6" fmla="*/ 0 w 1971759"/>
                  <a:gd name="connsiteY6" fmla="*/ 578504 h 2123935"/>
                  <a:gd name="connsiteX7" fmla="*/ 471491 w 1971759"/>
                  <a:gd name="connsiteY7" fmla="*/ 647561 h 2123935"/>
                  <a:gd name="connsiteX8" fmla="*/ 154442 w 1971759"/>
                  <a:gd name="connsiteY8" fmla="*/ 333235 h 2123935"/>
                  <a:gd name="connsiteX0" fmla="*/ 154442 w 1971759"/>
                  <a:gd name="connsiteY0" fmla="*/ 333235 h 2123935"/>
                  <a:gd name="connsiteX1" fmla="*/ 440534 w 1971759"/>
                  <a:gd name="connsiteY1" fmla="*/ 57011 h 2123935"/>
                  <a:gd name="connsiteX2" fmla="*/ 1871664 w 1971759"/>
                  <a:gd name="connsiteY2" fmla="*/ 1611968 h 2123935"/>
                  <a:gd name="connsiteX3" fmla="*/ 1599861 w 1971759"/>
                  <a:gd name="connsiteY3" fmla="*/ 1985824 h 2123935"/>
                  <a:gd name="connsiteX4" fmla="*/ 1312071 w 1971759"/>
                  <a:gd name="connsiteY4" fmla="*/ 1590537 h 2123935"/>
                  <a:gd name="connsiteX5" fmla="*/ 1381125 w 1971759"/>
                  <a:gd name="connsiteY5" fmla="*/ 2123935 h 2123935"/>
                  <a:gd name="connsiteX6" fmla="*/ 0 w 1971759"/>
                  <a:gd name="connsiteY6" fmla="*/ 578504 h 2123935"/>
                  <a:gd name="connsiteX7" fmla="*/ 471491 w 1971759"/>
                  <a:gd name="connsiteY7" fmla="*/ 647561 h 2123935"/>
                  <a:gd name="connsiteX8" fmla="*/ 154442 w 1971759"/>
                  <a:gd name="connsiteY8" fmla="*/ 333235 h 2123935"/>
                  <a:gd name="connsiteX0" fmla="*/ 154442 w 1971759"/>
                  <a:gd name="connsiteY0" fmla="*/ 333235 h 2123935"/>
                  <a:gd name="connsiteX1" fmla="*/ 440534 w 1971759"/>
                  <a:gd name="connsiteY1" fmla="*/ 57011 h 2123935"/>
                  <a:gd name="connsiteX2" fmla="*/ 1871664 w 1971759"/>
                  <a:gd name="connsiteY2" fmla="*/ 1611968 h 2123935"/>
                  <a:gd name="connsiteX3" fmla="*/ 1599861 w 1971759"/>
                  <a:gd name="connsiteY3" fmla="*/ 1985824 h 2123935"/>
                  <a:gd name="connsiteX4" fmla="*/ 1312071 w 1971759"/>
                  <a:gd name="connsiteY4" fmla="*/ 1590537 h 2123935"/>
                  <a:gd name="connsiteX5" fmla="*/ 1381125 w 1971759"/>
                  <a:gd name="connsiteY5" fmla="*/ 2123935 h 2123935"/>
                  <a:gd name="connsiteX6" fmla="*/ 0 w 1971759"/>
                  <a:gd name="connsiteY6" fmla="*/ 578504 h 2123935"/>
                  <a:gd name="connsiteX7" fmla="*/ 471491 w 1971759"/>
                  <a:gd name="connsiteY7" fmla="*/ 647561 h 2123935"/>
                  <a:gd name="connsiteX8" fmla="*/ 154442 w 1971759"/>
                  <a:gd name="connsiteY8" fmla="*/ 333235 h 2123935"/>
                  <a:gd name="connsiteX0" fmla="*/ 154442 w 1971759"/>
                  <a:gd name="connsiteY0" fmla="*/ 333235 h 2123935"/>
                  <a:gd name="connsiteX1" fmla="*/ 440534 w 1971759"/>
                  <a:gd name="connsiteY1" fmla="*/ 57011 h 2123935"/>
                  <a:gd name="connsiteX2" fmla="*/ 1871664 w 1971759"/>
                  <a:gd name="connsiteY2" fmla="*/ 1611968 h 2123935"/>
                  <a:gd name="connsiteX3" fmla="*/ 1599861 w 1971759"/>
                  <a:gd name="connsiteY3" fmla="*/ 1985824 h 2123935"/>
                  <a:gd name="connsiteX4" fmla="*/ 1312071 w 1971759"/>
                  <a:gd name="connsiteY4" fmla="*/ 1590537 h 2123935"/>
                  <a:gd name="connsiteX5" fmla="*/ 1381125 w 1971759"/>
                  <a:gd name="connsiteY5" fmla="*/ 2123935 h 2123935"/>
                  <a:gd name="connsiteX6" fmla="*/ 0 w 1971759"/>
                  <a:gd name="connsiteY6" fmla="*/ 578504 h 2123935"/>
                  <a:gd name="connsiteX7" fmla="*/ 471491 w 1971759"/>
                  <a:gd name="connsiteY7" fmla="*/ 647561 h 2123935"/>
                  <a:gd name="connsiteX8" fmla="*/ 154442 w 1971759"/>
                  <a:gd name="connsiteY8" fmla="*/ 333235 h 2123935"/>
                  <a:gd name="connsiteX0" fmla="*/ 154442 w 1971759"/>
                  <a:gd name="connsiteY0" fmla="*/ 333235 h 2123935"/>
                  <a:gd name="connsiteX1" fmla="*/ 440534 w 1971759"/>
                  <a:gd name="connsiteY1" fmla="*/ 57011 h 2123935"/>
                  <a:gd name="connsiteX2" fmla="*/ 1871664 w 1971759"/>
                  <a:gd name="connsiteY2" fmla="*/ 1611968 h 2123935"/>
                  <a:gd name="connsiteX3" fmla="*/ 1599861 w 1971759"/>
                  <a:gd name="connsiteY3" fmla="*/ 1985824 h 2123935"/>
                  <a:gd name="connsiteX4" fmla="*/ 1312071 w 1971759"/>
                  <a:gd name="connsiteY4" fmla="*/ 1590537 h 2123935"/>
                  <a:gd name="connsiteX5" fmla="*/ 1381125 w 1971759"/>
                  <a:gd name="connsiteY5" fmla="*/ 2123935 h 2123935"/>
                  <a:gd name="connsiteX6" fmla="*/ 0 w 1971759"/>
                  <a:gd name="connsiteY6" fmla="*/ 578504 h 2123935"/>
                  <a:gd name="connsiteX7" fmla="*/ 471491 w 1971759"/>
                  <a:gd name="connsiteY7" fmla="*/ 647561 h 2123935"/>
                  <a:gd name="connsiteX8" fmla="*/ 154442 w 1971759"/>
                  <a:gd name="connsiteY8" fmla="*/ 333235 h 2123935"/>
                  <a:gd name="connsiteX0" fmla="*/ 154442 w 1971759"/>
                  <a:gd name="connsiteY0" fmla="*/ 333235 h 2123935"/>
                  <a:gd name="connsiteX1" fmla="*/ 440534 w 1971759"/>
                  <a:gd name="connsiteY1" fmla="*/ 57011 h 2123935"/>
                  <a:gd name="connsiteX2" fmla="*/ 1871664 w 1971759"/>
                  <a:gd name="connsiteY2" fmla="*/ 1611968 h 2123935"/>
                  <a:gd name="connsiteX3" fmla="*/ 1599861 w 1971759"/>
                  <a:gd name="connsiteY3" fmla="*/ 1985824 h 2123935"/>
                  <a:gd name="connsiteX4" fmla="*/ 1312071 w 1971759"/>
                  <a:gd name="connsiteY4" fmla="*/ 1590537 h 2123935"/>
                  <a:gd name="connsiteX5" fmla="*/ 1381125 w 1971759"/>
                  <a:gd name="connsiteY5" fmla="*/ 2123935 h 2123935"/>
                  <a:gd name="connsiteX6" fmla="*/ 0 w 1971759"/>
                  <a:gd name="connsiteY6" fmla="*/ 578504 h 2123935"/>
                  <a:gd name="connsiteX7" fmla="*/ 471491 w 1971759"/>
                  <a:gd name="connsiteY7" fmla="*/ 647561 h 2123935"/>
                  <a:gd name="connsiteX8" fmla="*/ 154442 w 1971759"/>
                  <a:gd name="connsiteY8" fmla="*/ 333235 h 2123935"/>
                  <a:gd name="connsiteX0" fmla="*/ 154442 w 1971759"/>
                  <a:gd name="connsiteY0" fmla="*/ 333235 h 2123935"/>
                  <a:gd name="connsiteX1" fmla="*/ 440534 w 1971759"/>
                  <a:gd name="connsiteY1" fmla="*/ 57011 h 2123935"/>
                  <a:gd name="connsiteX2" fmla="*/ 1871664 w 1971759"/>
                  <a:gd name="connsiteY2" fmla="*/ 1611968 h 2123935"/>
                  <a:gd name="connsiteX3" fmla="*/ 1599861 w 1971759"/>
                  <a:gd name="connsiteY3" fmla="*/ 1985824 h 2123935"/>
                  <a:gd name="connsiteX4" fmla="*/ 1312071 w 1971759"/>
                  <a:gd name="connsiteY4" fmla="*/ 1590537 h 2123935"/>
                  <a:gd name="connsiteX5" fmla="*/ 1381125 w 1971759"/>
                  <a:gd name="connsiteY5" fmla="*/ 2123935 h 2123935"/>
                  <a:gd name="connsiteX6" fmla="*/ 0 w 1971759"/>
                  <a:gd name="connsiteY6" fmla="*/ 578504 h 2123935"/>
                  <a:gd name="connsiteX7" fmla="*/ 471491 w 1971759"/>
                  <a:gd name="connsiteY7" fmla="*/ 647561 h 2123935"/>
                  <a:gd name="connsiteX8" fmla="*/ 154442 w 1971759"/>
                  <a:gd name="connsiteY8" fmla="*/ 333235 h 2123935"/>
                  <a:gd name="connsiteX0" fmla="*/ 154442 w 1971759"/>
                  <a:gd name="connsiteY0" fmla="*/ 333235 h 2123935"/>
                  <a:gd name="connsiteX1" fmla="*/ 440534 w 1971759"/>
                  <a:gd name="connsiteY1" fmla="*/ 57011 h 2123935"/>
                  <a:gd name="connsiteX2" fmla="*/ 1871664 w 1971759"/>
                  <a:gd name="connsiteY2" fmla="*/ 1611968 h 2123935"/>
                  <a:gd name="connsiteX3" fmla="*/ 1599861 w 1971759"/>
                  <a:gd name="connsiteY3" fmla="*/ 1985824 h 2123935"/>
                  <a:gd name="connsiteX4" fmla="*/ 1312071 w 1971759"/>
                  <a:gd name="connsiteY4" fmla="*/ 1590537 h 2123935"/>
                  <a:gd name="connsiteX5" fmla="*/ 1381125 w 1971759"/>
                  <a:gd name="connsiteY5" fmla="*/ 2123935 h 2123935"/>
                  <a:gd name="connsiteX6" fmla="*/ 0 w 1971759"/>
                  <a:gd name="connsiteY6" fmla="*/ 578504 h 2123935"/>
                  <a:gd name="connsiteX7" fmla="*/ 471491 w 1971759"/>
                  <a:gd name="connsiteY7" fmla="*/ 647561 h 2123935"/>
                  <a:gd name="connsiteX8" fmla="*/ 154442 w 1971759"/>
                  <a:gd name="connsiteY8" fmla="*/ 333235 h 2123935"/>
                  <a:gd name="connsiteX0" fmla="*/ 154442 w 1961177"/>
                  <a:gd name="connsiteY0" fmla="*/ 333235 h 2123935"/>
                  <a:gd name="connsiteX1" fmla="*/ 440534 w 1961177"/>
                  <a:gd name="connsiteY1" fmla="*/ 57011 h 2123935"/>
                  <a:gd name="connsiteX2" fmla="*/ 1871664 w 1961177"/>
                  <a:gd name="connsiteY2" fmla="*/ 1611968 h 2123935"/>
                  <a:gd name="connsiteX3" fmla="*/ 1599861 w 1961177"/>
                  <a:gd name="connsiteY3" fmla="*/ 1985824 h 2123935"/>
                  <a:gd name="connsiteX4" fmla="*/ 1312071 w 1961177"/>
                  <a:gd name="connsiteY4" fmla="*/ 1590537 h 2123935"/>
                  <a:gd name="connsiteX5" fmla="*/ 1381125 w 1961177"/>
                  <a:gd name="connsiteY5" fmla="*/ 2123935 h 2123935"/>
                  <a:gd name="connsiteX6" fmla="*/ 0 w 1961177"/>
                  <a:gd name="connsiteY6" fmla="*/ 578504 h 2123935"/>
                  <a:gd name="connsiteX7" fmla="*/ 471491 w 1961177"/>
                  <a:gd name="connsiteY7" fmla="*/ 647561 h 2123935"/>
                  <a:gd name="connsiteX8" fmla="*/ 154442 w 1961177"/>
                  <a:gd name="connsiteY8" fmla="*/ 333235 h 2123935"/>
                  <a:gd name="connsiteX0" fmla="*/ 154442 w 1969642"/>
                  <a:gd name="connsiteY0" fmla="*/ 333235 h 2123935"/>
                  <a:gd name="connsiteX1" fmla="*/ 440534 w 1969642"/>
                  <a:gd name="connsiteY1" fmla="*/ 57011 h 2123935"/>
                  <a:gd name="connsiteX2" fmla="*/ 1871664 w 1969642"/>
                  <a:gd name="connsiteY2" fmla="*/ 1611968 h 2123935"/>
                  <a:gd name="connsiteX3" fmla="*/ 1599861 w 1969642"/>
                  <a:gd name="connsiteY3" fmla="*/ 1985824 h 2123935"/>
                  <a:gd name="connsiteX4" fmla="*/ 1312071 w 1969642"/>
                  <a:gd name="connsiteY4" fmla="*/ 1590537 h 2123935"/>
                  <a:gd name="connsiteX5" fmla="*/ 1381125 w 1969642"/>
                  <a:gd name="connsiteY5" fmla="*/ 2123935 h 2123935"/>
                  <a:gd name="connsiteX6" fmla="*/ 0 w 1969642"/>
                  <a:gd name="connsiteY6" fmla="*/ 578504 h 2123935"/>
                  <a:gd name="connsiteX7" fmla="*/ 471491 w 1969642"/>
                  <a:gd name="connsiteY7" fmla="*/ 647561 h 2123935"/>
                  <a:gd name="connsiteX8" fmla="*/ 154442 w 1969642"/>
                  <a:gd name="connsiteY8" fmla="*/ 333235 h 2123935"/>
                  <a:gd name="connsiteX0" fmla="*/ 154442 w 1969642"/>
                  <a:gd name="connsiteY0" fmla="*/ 333235 h 2123935"/>
                  <a:gd name="connsiteX1" fmla="*/ 440534 w 1969642"/>
                  <a:gd name="connsiteY1" fmla="*/ 57011 h 2123935"/>
                  <a:gd name="connsiteX2" fmla="*/ 1871664 w 1969642"/>
                  <a:gd name="connsiteY2" fmla="*/ 1611968 h 2123935"/>
                  <a:gd name="connsiteX3" fmla="*/ 1599861 w 1969642"/>
                  <a:gd name="connsiteY3" fmla="*/ 1985824 h 2123935"/>
                  <a:gd name="connsiteX4" fmla="*/ 1312071 w 1969642"/>
                  <a:gd name="connsiteY4" fmla="*/ 1590537 h 2123935"/>
                  <a:gd name="connsiteX5" fmla="*/ 1381125 w 1969642"/>
                  <a:gd name="connsiteY5" fmla="*/ 2123935 h 2123935"/>
                  <a:gd name="connsiteX6" fmla="*/ 0 w 1969642"/>
                  <a:gd name="connsiteY6" fmla="*/ 578504 h 2123935"/>
                  <a:gd name="connsiteX7" fmla="*/ 471491 w 1969642"/>
                  <a:gd name="connsiteY7" fmla="*/ 647561 h 2123935"/>
                  <a:gd name="connsiteX8" fmla="*/ 154442 w 1969642"/>
                  <a:gd name="connsiteY8" fmla="*/ 333235 h 2123935"/>
                  <a:gd name="connsiteX0" fmla="*/ 154442 w 1971393"/>
                  <a:gd name="connsiteY0" fmla="*/ 333235 h 2123935"/>
                  <a:gd name="connsiteX1" fmla="*/ 440534 w 1971393"/>
                  <a:gd name="connsiteY1" fmla="*/ 57011 h 2123935"/>
                  <a:gd name="connsiteX2" fmla="*/ 1874045 w 1971393"/>
                  <a:gd name="connsiteY2" fmla="*/ 1590536 h 2123935"/>
                  <a:gd name="connsiteX3" fmla="*/ 1599861 w 1971393"/>
                  <a:gd name="connsiteY3" fmla="*/ 1985824 h 2123935"/>
                  <a:gd name="connsiteX4" fmla="*/ 1312071 w 1971393"/>
                  <a:gd name="connsiteY4" fmla="*/ 1590537 h 2123935"/>
                  <a:gd name="connsiteX5" fmla="*/ 1381125 w 1971393"/>
                  <a:gd name="connsiteY5" fmla="*/ 2123935 h 2123935"/>
                  <a:gd name="connsiteX6" fmla="*/ 0 w 1971393"/>
                  <a:gd name="connsiteY6" fmla="*/ 578504 h 2123935"/>
                  <a:gd name="connsiteX7" fmla="*/ 471491 w 1971393"/>
                  <a:gd name="connsiteY7" fmla="*/ 647561 h 2123935"/>
                  <a:gd name="connsiteX8" fmla="*/ 154442 w 1971393"/>
                  <a:gd name="connsiteY8" fmla="*/ 333235 h 2123935"/>
                  <a:gd name="connsiteX0" fmla="*/ 154442 w 1971393"/>
                  <a:gd name="connsiteY0" fmla="*/ 333235 h 2123935"/>
                  <a:gd name="connsiteX1" fmla="*/ 440534 w 1971393"/>
                  <a:gd name="connsiteY1" fmla="*/ 57011 h 2123935"/>
                  <a:gd name="connsiteX2" fmla="*/ 1874045 w 1971393"/>
                  <a:gd name="connsiteY2" fmla="*/ 1590536 h 2123935"/>
                  <a:gd name="connsiteX3" fmla="*/ 1599861 w 1971393"/>
                  <a:gd name="connsiteY3" fmla="*/ 1985824 h 2123935"/>
                  <a:gd name="connsiteX4" fmla="*/ 1312071 w 1971393"/>
                  <a:gd name="connsiteY4" fmla="*/ 1590537 h 2123935"/>
                  <a:gd name="connsiteX5" fmla="*/ 1381125 w 1971393"/>
                  <a:gd name="connsiteY5" fmla="*/ 2123935 h 2123935"/>
                  <a:gd name="connsiteX6" fmla="*/ 0 w 1971393"/>
                  <a:gd name="connsiteY6" fmla="*/ 578504 h 2123935"/>
                  <a:gd name="connsiteX7" fmla="*/ 471491 w 1971393"/>
                  <a:gd name="connsiteY7" fmla="*/ 647561 h 2123935"/>
                  <a:gd name="connsiteX8" fmla="*/ 154442 w 1971393"/>
                  <a:gd name="connsiteY8" fmla="*/ 333235 h 2123935"/>
                  <a:gd name="connsiteX0" fmla="*/ 154442 w 1971393"/>
                  <a:gd name="connsiteY0" fmla="*/ 333235 h 2123935"/>
                  <a:gd name="connsiteX1" fmla="*/ 440534 w 1971393"/>
                  <a:gd name="connsiteY1" fmla="*/ 57011 h 2123935"/>
                  <a:gd name="connsiteX2" fmla="*/ 1874045 w 1971393"/>
                  <a:gd name="connsiteY2" fmla="*/ 1590536 h 2123935"/>
                  <a:gd name="connsiteX3" fmla="*/ 1599861 w 1971393"/>
                  <a:gd name="connsiteY3" fmla="*/ 1985824 h 2123935"/>
                  <a:gd name="connsiteX4" fmla="*/ 1312071 w 1971393"/>
                  <a:gd name="connsiteY4" fmla="*/ 1590537 h 2123935"/>
                  <a:gd name="connsiteX5" fmla="*/ 1381125 w 1971393"/>
                  <a:gd name="connsiteY5" fmla="*/ 2123935 h 2123935"/>
                  <a:gd name="connsiteX6" fmla="*/ 0 w 1971393"/>
                  <a:gd name="connsiteY6" fmla="*/ 578504 h 2123935"/>
                  <a:gd name="connsiteX7" fmla="*/ 471491 w 1971393"/>
                  <a:gd name="connsiteY7" fmla="*/ 647561 h 2123935"/>
                  <a:gd name="connsiteX8" fmla="*/ 154442 w 1971393"/>
                  <a:gd name="connsiteY8" fmla="*/ 333235 h 2123935"/>
                  <a:gd name="connsiteX0" fmla="*/ 160347 w 1977298"/>
                  <a:gd name="connsiteY0" fmla="*/ 333235 h 2123935"/>
                  <a:gd name="connsiteX1" fmla="*/ 446439 w 1977298"/>
                  <a:gd name="connsiteY1" fmla="*/ 57011 h 2123935"/>
                  <a:gd name="connsiteX2" fmla="*/ 1879950 w 1977298"/>
                  <a:gd name="connsiteY2" fmla="*/ 1590536 h 2123935"/>
                  <a:gd name="connsiteX3" fmla="*/ 1605766 w 1977298"/>
                  <a:gd name="connsiteY3" fmla="*/ 1985824 h 2123935"/>
                  <a:gd name="connsiteX4" fmla="*/ 1317976 w 1977298"/>
                  <a:gd name="connsiteY4" fmla="*/ 1590537 h 2123935"/>
                  <a:gd name="connsiteX5" fmla="*/ 1387030 w 1977298"/>
                  <a:gd name="connsiteY5" fmla="*/ 2123935 h 2123935"/>
                  <a:gd name="connsiteX6" fmla="*/ 1 w 1977298"/>
                  <a:gd name="connsiteY6" fmla="*/ 590305 h 2123935"/>
                  <a:gd name="connsiteX7" fmla="*/ 477396 w 1977298"/>
                  <a:gd name="connsiteY7" fmla="*/ 647561 h 2123935"/>
                  <a:gd name="connsiteX8" fmla="*/ 160347 w 1977298"/>
                  <a:gd name="connsiteY8" fmla="*/ 333235 h 2123935"/>
                  <a:gd name="connsiteX0" fmla="*/ 160347 w 1977298"/>
                  <a:gd name="connsiteY0" fmla="*/ 333235 h 2131017"/>
                  <a:gd name="connsiteX1" fmla="*/ 446439 w 1977298"/>
                  <a:gd name="connsiteY1" fmla="*/ 57011 h 2131017"/>
                  <a:gd name="connsiteX2" fmla="*/ 1879950 w 1977298"/>
                  <a:gd name="connsiteY2" fmla="*/ 1590536 h 2131017"/>
                  <a:gd name="connsiteX3" fmla="*/ 1605766 w 1977298"/>
                  <a:gd name="connsiteY3" fmla="*/ 1985824 h 2131017"/>
                  <a:gd name="connsiteX4" fmla="*/ 1317976 w 1977298"/>
                  <a:gd name="connsiteY4" fmla="*/ 1590537 h 2131017"/>
                  <a:gd name="connsiteX5" fmla="*/ 1377586 w 1977298"/>
                  <a:gd name="connsiteY5" fmla="*/ 2131018 h 2131017"/>
                  <a:gd name="connsiteX6" fmla="*/ 1 w 1977298"/>
                  <a:gd name="connsiteY6" fmla="*/ 590305 h 2131017"/>
                  <a:gd name="connsiteX7" fmla="*/ 477396 w 1977298"/>
                  <a:gd name="connsiteY7" fmla="*/ 647561 h 2131017"/>
                  <a:gd name="connsiteX8" fmla="*/ 160347 w 1977298"/>
                  <a:gd name="connsiteY8" fmla="*/ 333235 h 2131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77298" h="2131017">
                    <a:moveTo>
                      <a:pt x="160347" y="333235"/>
                    </a:moveTo>
                    <a:cubicBezTo>
                      <a:pt x="31873" y="114160"/>
                      <a:pt x="184388" y="-107294"/>
                      <a:pt x="446439" y="57011"/>
                    </a:cubicBezTo>
                    <a:cubicBezTo>
                      <a:pt x="881470" y="320138"/>
                      <a:pt x="1512898" y="933311"/>
                      <a:pt x="1879950" y="1590536"/>
                    </a:cubicBezTo>
                    <a:cubicBezTo>
                      <a:pt x="2073511" y="1907242"/>
                      <a:pt x="1976560" y="2307293"/>
                      <a:pt x="1605766" y="1985824"/>
                    </a:cubicBezTo>
                    <a:cubicBezTo>
                      <a:pt x="1506944" y="1891368"/>
                      <a:pt x="1437775" y="1754843"/>
                      <a:pt x="1317976" y="1590537"/>
                    </a:cubicBezTo>
                    <a:cubicBezTo>
                      <a:pt x="1372801" y="1688565"/>
                      <a:pt x="1439101" y="2028227"/>
                      <a:pt x="1377586" y="2131018"/>
                    </a:cubicBezTo>
                    <a:cubicBezTo>
                      <a:pt x="1244633" y="1450378"/>
                      <a:pt x="576264" y="818508"/>
                      <a:pt x="1" y="590305"/>
                    </a:cubicBezTo>
                    <a:cubicBezTo>
                      <a:pt x="176609" y="535535"/>
                      <a:pt x="378630" y="608666"/>
                      <a:pt x="477396" y="647561"/>
                    </a:cubicBezTo>
                    <a:cubicBezTo>
                      <a:pt x="395639" y="566598"/>
                      <a:pt x="196860" y="436424"/>
                      <a:pt x="160347" y="333235"/>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sp>
            <p:nvSpPr>
              <p:cNvPr id="178" name="Rectangle 4"/>
              <p:cNvSpPr/>
              <p:nvPr/>
            </p:nvSpPr>
            <p:spPr>
              <a:xfrm rot="7612051">
                <a:off x="2782048" y="3134103"/>
                <a:ext cx="272435" cy="227251"/>
              </a:xfrm>
              <a:custGeom>
                <a:avLst/>
                <a:gdLst>
                  <a:gd name="connsiteX0" fmla="*/ 0 w 731044"/>
                  <a:gd name="connsiteY0" fmla="*/ 0 h 697706"/>
                  <a:gd name="connsiteX1" fmla="*/ 731044 w 731044"/>
                  <a:gd name="connsiteY1" fmla="*/ 0 h 697706"/>
                  <a:gd name="connsiteX2" fmla="*/ 731044 w 731044"/>
                  <a:gd name="connsiteY2" fmla="*/ 697706 h 697706"/>
                  <a:gd name="connsiteX3" fmla="*/ 0 w 731044"/>
                  <a:gd name="connsiteY3" fmla="*/ 697706 h 697706"/>
                  <a:gd name="connsiteX4" fmla="*/ 0 w 731044"/>
                  <a:gd name="connsiteY4" fmla="*/ 0 h 697706"/>
                  <a:gd name="connsiteX0" fmla="*/ 92869 w 731044"/>
                  <a:gd name="connsiteY0" fmla="*/ 507206 h 697706"/>
                  <a:gd name="connsiteX1" fmla="*/ 731044 w 731044"/>
                  <a:gd name="connsiteY1" fmla="*/ 0 h 697706"/>
                  <a:gd name="connsiteX2" fmla="*/ 731044 w 731044"/>
                  <a:gd name="connsiteY2" fmla="*/ 697706 h 697706"/>
                  <a:gd name="connsiteX3" fmla="*/ 0 w 731044"/>
                  <a:gd name="connsiteY3" fmla="*/ 697706 h 697706"/>
                  <a:gd name="connsiteX4" fmla="*/ 92869 w 731044"/>
                  <a:gd name="connsiteY4" fmla="*/ 507206 h 697706"/>
                  <a:gd name="connsiteX0" fmla="*/ 92869 w 731044"/>
                  <a:gd name="connsiteY0" fmla="*/ 314325 h 504825"/>
                  <a:gd name="connsiteX1" fmla="*/ 454819 w 731044"/>
                  <a:gd name="connsiteY1" fmla="*/ 0 h 504825"/>
                  <a:gd name="connsiteX2" fmla="*/ 731044 w 731044"/>
                  <a:gd name="connsiteY2" fmla="*/ 504825 h 504825"/>
                  <a:gd name="connsiteX3" fmla="*/ 0 w 731044"/>
                  <a:gd name="connsiteY3" fmla="*/ 504825 h 504825"/>
                  <a:gd name="connsiteX4" fmla="*/ 92869 w 731044"/>
                  <a:gd name="connsiteY4" fmla="*/ 314325 h 504825"/>
                  <a:gd name="connsiteX0" fmla="*/ 92869 w 650082"/>
                  <a:gd name="connsiteY0" fmla="*/ 314325 h 504825"/>
                  <a:gd name="connsiteX1" fmla="*/ 454819 w 650082"/>
                  <a:gd name="connsiteY1" fmla="*/ 0 h 504825"/>
                  <a:gd name="connsiteX2" fmla="*/ 650082 w 650082"/>
                  <a:gd name="connsiteY2" fmla="*/ 219075 h 504825"/>
                  <a:gd name="connsiteX3" fmla="*/ 0 w 650082"/>
                  <a:gd name="connsiteY3" fmla="*/ 504825 h 504825"/>
                  <a:gd name="connsiteX4" fmla="*/ 92869 w 650082"/>
                  <a:gd name="connsiteY4" fmla="*/ 314325 h 504825"/>
                  <a:gd name="connsiteX0" fmla="*/ 92869 w 689668"/>
                  <a:gd name="connsiteY0" fmla="*/ 314325 h 504825"/>
                  <a:gd name="connsiteX1" fmla="*/ 454819 w 689668"/>
                  <a:gd name="connsiteY1" fmla="*/ 0 h 504825"/>
                  <a:gd name="connsiteX2" fmla="*/ 650082 w 689668"/>
                  <a:gd name="connsiteY2" fmla="*/ 219075 h 504825"/>
                  <a:gd name="connsiteX3" fmla="*/ 0 w 689668"/>
                  <a:gd name="connsiteY3" fmla="*/ 504825 h 504825"/>
                  <a:gd name="connsiteX4" fmla="*/ 92869 w 689668"/>
                  <a:gd name="connsiteY4" fmla="*/ 314325 h 504825"/>
                  <a:gd name="connsiteX0" fmla="*/ 92869 w 690173"/>
                  <a:gd name="connsiteY0" fmla="*/ 302418 h 492918"/>
                  <a:gd name="connsiteX1" fmla="*/ 459581 w 690173"/>
                  <a:gd name="connsiteY1" fmla="*/ 0 h 492918"/>
                  <a:gd name="connsiteX2" fmla="*/ 650082 w 690173"/>
                  <a:gd name="connsiteY2" fmla="*/ 207168 h 492918"/>
                  <a:gd name="connsiteX3" fmla="*/ 0 w 690173"/>
                  <a:gd name="connsiteY3" fmla="*/ 492918 h 492918"/>
                  <a:gd name="connsiteX4" fmla="*/ 92869 w 690173"/>
                  <a:gd name="connsiteY4" fmla="*/ 302418 h 492918"/>
                  <a:gd name="connsiteX0" fmla="*/ 92869 w 690173"/>
                  <a:gd name="connsiteY0" fmla="*/ 302418 h 492918"/>
                  <a:gd name="connsiteX1" fmla="*/ 459581 w 690173"/>
                  <a:gd name="connsiteY1" fmla="*/ 0 h 492918"/>
                  <a:gd name="connsiteX2" fmla="*/ 650082 w 690173"/>
                  <a:gd name="connsiteY2" fmla="*/ 207168 h 492918"/>
                  <a:gd name="connsiteX3" fmla="*/ 0 w 690173"/>
                  <a:gd name="connsiteY3" fmla="*/ 492918 h 492918"/>
                  <a:gd name="connsiteX4" fmla="*/ 92869 w 690173"/>
                  <a:gd name="connsiteY4" fmla="*/ 302418 h 492918"/>
                  <a:gd name="connsiteX0" fmla="*/ 92869 w 702970"/>
                  <a:gd name="connsiteY0" fmla="*/ 359701 h 550201"/>
                  <a:gd name="connsiteX1" fmla="*/ 459581 w 702970"/>
                  <a:gd name="connsiteY1" fmla="*/ 57283 h 550201"/>
                  <a:gd name="connsiteX2" fmla="*/ 650082 w 702970"/>
                  <a:gd name="connsiteY2" fmla="*/ 264451 h 550201"/>
                  <a:gd name="connsiteX3" fmla="*/ 0 w 702970"/>
                  <a:gd name="connsiteY3" fmla="*/ 550201 h 550201"/>
                  <a:gd name="connsiteX4" fmla="*/ 92869 w 702970"/>
                  <a:gd name="connsiteY4" fmla="*/ 359701 h 550201"/>
                  <a:gd name="connsiteX0" fmla="*/ 92869 w 706874"/>
                  <a:gd name="connsiteY0" fmla="*/ 347179 h 537679"/>
                  <a:gd name="connsiteX1" fmla="*/ 459581 w 706874"/>
                  <a:gd name="connsiteY1" fmla="*/ 44761 h 537679"/>
                  <a:gd name="connsiteX2" fmla="*/ 650082 w 706874"/>
                  <a:gd name="connsiteY2" fmla="*/ 251929 h 537679"/>
                  <a:gd name="connsiteX3" fmla="*/ 0 w 706874"/>
                  <a:gd name="connsiteY3" fmla="*/ 537679 h 537679"/>
                  <a:gd name="connsiteX4" fmla="*/ 92869 w 706874"/>
                  <a:gd name="connsiteY4" fmla="*/ 347179 h 537679"/>
                  <a:gd name="connsiteX0" fmla="*/ 92869 w 705065"/>
                  <a:gd name="connsiteY0" fmla="*/ 353475 h 543975"/>
                  <a:gd name="connsiteX1" fmla="*/ 450056 w 705065"/>
                  <a:gd name="connsiteY1" fmla="*/ 43913 h 543975"/>
                  <a:gd name="connsiteX2" fmla="*/ 650082 w 705065"/>
                  <a:gd name="connsiteY2" fmla="*/ 258225 h 543975"/>
                  <a:gd name="connsiteX3" fmla="*/ 0 w 705065"/>
                  <a:gd name="connsiteY3" fmla="*/ 543975 h 543975"/>
                  <a:gd name="connsiteX4" fmla="*/ 92869 w 705065"/>
                  <a:gd name="connsiteY4" fmla="*/ 353475 h 543975"/>
                  <a:gd name="connsiteX0" fmla="*/ 92869 w 738325"/>
                  <a:gd name="connsiteY0" fmla="*/ 357004 h 547504"/>
                  <a:gd name="connsiteX1" fmla="*/ 450056 w 738325"/>
                  <a:gd name="connsiteY1" fmla="*/ 47442 h 547504"/>
                  <a:gd name="connsiteX2" fmla="*/ 650082 w 738325"/>
                  <a:gd name="connsiteY2" fmla="*/ 261754 h 547504"/>
                  <a:gd name="connsiteX3" fmla="*/ 0 w 738325"/>
                  <a:gd name="connsiteY3" fmla="*/ 547504 h 547504"/>
                  <a:gd name="connsiteX4" fmla="*/ 92869 w 738325"/>
                  <a:gd name="connsiteY4" fmla="*/ 357004 h 547504"/>
                  <a:gd name="connsiteX0" fmla="*/ 92869 w 734198"/>
                  <a:gd name="connsiteY0" fmla="*/ 366816 h 557316"/>
                  <a:gd name="connsiteX1" fmla="*/ 450056 w 734198"/>
                  <a:gd name="connsiteY1" fmla="*/ 57254 h 557316"/>
                  <a:gd name="connsiteX2" fmla="*/ 650082 w 734198"/>
                  <a:gd name="connsiteY2" fmla="*/ 271566 h 557316"/>
                  <a:gd name="connsiteX3" fmla="*/ 0 w 734198"/>
                  <a:gd name="connsiteY3" fmla="*/ 557316 h 557316"/>
                  <a:gd name="connsiteX4" fmla="*/ 92869 w 734198"/>
                  <a:gd name="connsiteY4" fmla="*/ 366816 h 557316"/>
                  <a:gd name="connsiteX0" fmla="*/ 92869 w 736225"/>
                  <a:gd name="connsiteY0" fmla="*/ 366816 h 557316"/>
                  <a:gd name="connsiteX1" fmla="*/ 450056 w 736225"/>
                  <a:gd name="connsiteY1" fmla="*/ 57254 h 557316"/>
                  <a:gd name="connsiteX2" fmla="*/ 650082 w 736225"/>
                  <a:gd name="connsiteY2" fmla="*/ 271566 h 557316"/>
                  <a:gd name="connsiteX3" fmla="*/ 0 w 736225"/>
                  <a:gd name="connsiteY3" fmla="*/ 557316 h 557316"/>
                  <a:gd name="connsiteX4" fmla="*/ 92869 w 736225"/>
                  <a:gd name="connsiteY4" fmla="*/ 366816 h 557316"/>
                  <a:gd name="connsiteX0" fmla="*/ 92869 w 757544"/>
                  <a:gd name="connsiteY0" fmla="*/ 364191 h 554691"/>
                  <a:gd name="connsiteX1" fmla="*/ 450056 w 757544"/>
                  <a:gd name="connsiteY1" fmla="*/ 54629 h 554691"/>
                  <a:gd name="connsiteX2" fmla="*/ 676276 w 757544"/>
                  <a:gd name="connsiteY2" fmla="*/ 287991 h 554691"/>
                  <a:gd name="connsiteX3" fmla="*/ 0 w 757544"/>
                  <a:gd name="connsiteY3" fmla="*/ 554691 h 554691"/>
                  <a:gd name="connsiteX4" fmla="*/ 92869 w 757544"/>
                  <a:gd name="connsiteY4" fmla="*/ 364191 h 554691"/>
                  <a:gd name="connsiteX0" fmla="*/ 92869 w 756519"/>
                  <a:gd name="connsiteY0" fmla="*/ 364477 h 554977"/>
                  <a:gd name="connsiteX1" fmla="*/ 450056 w 756519"/>
                  <a:gd name="connsiteY1" fmla="*/ 54915 h 554977"/>
                  <a:gd name="connsiteX2" fmla="*/ 676276 w 756519"/>
                  <a:gd name="connsiteY2" fmla="*/ 288277 h 554977"/>
                  <a:gd name="connsiteX3" fmla="*/ 0 w 756519"/>
                  <a:gd name="connsiteY3" fmla="*/ 554977 h 554977"/>
                  <a:gd name="connsiteX4" fmla="*/ 92869 w 756519"/>
                  <a:gd name="connsiteY4" fmla="*/ 364477 h 554977"/>
                  <a:gd name="connsiteX0" fmla="*/ 92869 w 758034"/>
                  <a:gd name="connsiteY0" fmla="*/ 369357 h 559857"/>
                  <a:gd name="connsiteX1" fmla="*/ 450056 w 758034"/>
                  <a:gd name="connsiteY1" fmla="*/ 59795 h 559857"/>
                  <a:gd name="connsiteX2" fmla="*/ 676276 w 758034"/>
                  <a:gd name="connsiteY2" fmla="*/ 293157 h 559857"/>
                  <a:gd name="connsiteX3" fmla="*/ 0 w 758034"/>
                  <a:gd name="connsiteY3" fmla="*/ 559857 h 559857"/>
                  <a:gd name="connsiteX4" fmla="*/ 92869 w 758034"/>
                  <a:gd name="connsiteY4" fmla="*/ 369357 h 559857"/>
                  <a:gd name="connsiteX0" fmla="*/ 0 w 665165"/>
                  <a:gd name="connsiteY0" fmla="*/ 369357 h 521757"/>
                  <a:gd name="connsiteX1" fmla="*/ 357187 w 665165"/>
                  <a:gd name="connsiteY1" fmla="*/ 59795 h 521757"/>
                  <a:gd name="connsiteX2" fmla="*/ 583407 w 665165"/>
                  <a:gd name="connsiteY2" fmla="*/ 293157 h 521757"/>
                  <a:gd name="connsiteX3" fmla="*/ 138112 w 665165"/>
                  <a:gd name="connsiteY3" fmla="*/ 521757 h 521757"/>
                  <a:gd name="connsiteX4" fmla="*/ 0 w 665165"/>
                  <a:gd name="connsiteY4" fmla="*/ 369357 h 521757"/>
                  <a:gd name="connsiteX0" fmla="*/ 0 w 665165"/>
                  <a:gd name="connsiteY0" fmla="*/ 369357 h 533663"/>
                  <a:gd name="connsiteX1" fmla="*/ 357187 w 665165"/>
                  <a:gd name="connsiteY1" fmla="*/ 59795 h 533663"/>
                  <a:gd name="connsiteX2" fmla="*/ 583407 w 665165"/>
                  <a:gd name="connsiteY2" fmla="*/ 293157 h 533663"/>
                  <a:gd name="connsiteX3" fmla="*/ 154781 w 665165"/>
                  <a:gd name="connsiteY3" fmla="*/ 533663 h 533663"/>
                  <a:gd name="connsiteX4" fmla="*/ 0 w 665165"/>
                  <a:gd name="connsiteY4" fmla="*/ 369357 h 533663"/>
                  <a:gd name="connsiteX0" fmla="*/ 0 w 665165"/>
                  <a:gd name="connsiteY0" fmla="*/ 369357 h 543188"/>
                  <a:gd name="connsiteX1" fmla="*/ 357187 w 665165"/>
                  <a:gd name="connsiteY1" fmla="*/ 59795 h 543188"/>
                  <a:gd name="connsiteX2" fmla="*/ 583407 w 665165"/>
                  <a:gd name="connsiteY2" fmla="*/ 293157 h 543188"/>
                  <a:gd name="connsiteX3" fmla="*/ 154781 w 665165"/>
                  <a:gd name="connsiteY3" fmla="*/ 543188 h 543188"/>
                  <a:gd name="connsiteX4" fmla="*/ 0 w 665165"/>
                  <a:gd name="connsiteY4" fmla="*/ 369357 h 543188"/>
                  <a:gd name="connsiteX0" fmla="*/ 403 w 665568"/>
                  <a:gd name="connsiteY0" fmla="*/ 369357 h 543188"/>
                  <a:gd name="connsiteX1" fmla="*/ 357590 w 665568"/>
                  <a:gd name="connsiteY1" fmla="*/ 59795 h 543188"/>
                  <a:gd name="connsiteX2" fmla="*/ 583810 w 665568"/>
                  <a:gd name="connsiteY2" fmla="*/ 293157 h 543188"/>
                  <a:gd name="connsiteX3" fmla="*/ 155184 w 665568"/>
                  <a:gd name="connsiteY3" fmla="*/ 543188 h 543188"/>
                  <a:gd name="connsiteX4" fmla="*/ 403 w 665568"/>
                  <a:gd name="connsiteY4" fmla="*/ 369357 h 543188"/>
                  <a:gd name="connsiteX0" fmla="*/ 2012 w 667177"/>
                  <a:gd name="connsiteY0" fmla="*/ 369357 h 546530"/>
                  <a:gd name="connsiteX1" fmla="*/ 359199 w 667177"/>
                  <a:gd name="connsiteY1" fmla="*/ 59795 h 546530"/>
                  <a:gd name="connsiteX2" fmla="*/ 585419 w 667177"/>
                  <a:gd name="connsiteY2" fmla="*/ 293157 h 546530"/>
                  <a:gd name="connsiteX3" fmla="*/ 156793 w 667177"/>
                  <a:gd name="connsiteY3" fmla="*/ 543188 h 546530"/>
                  <a:gd name="connsiteX4" fmla="*/ 2012 w 667177"/>
                  <a:gd name="connsiteY4" fmla="*/ 369357 h 546530"/>
                  <a:gd name="connsiteX0" fmla="*/ 2012 w 667177"/>
                  <a:gd name="connsiteY0" fmla="*/ 369357 h 546530"/>
                  <a:gd name="connsiteX1" fmla="*/ 359199 w 667177"/>
                  <a:gd name="connsiteY1" fmla="*/ 59795 h 546530"/>
                  <a:gd name="connsiteX2" fmla="*/ 585419 w 667177"/>
                  <a:gd name="connsiteY2" fmla="*/ 293157 h 546530"/>
                  <a:gd name="connsiteX3" fmla="*/ 156793 w 667177"/>
                  <a:gd name="connsiteY3" fmla="*/ 543188 h 546530"/>
                  <a:gd name="connsiteX4" fmla="*/ 2012 w 667177"/>
                  <a:gd name="connsiteY4" fmla="*/ 369357 h 546530"/>
                  <a:gd name="connsiteX0" fmla="*/ 14922 w 680087"/>
                  <a:gd name="connsiteY0" fmla="*/ 369357 h 545428"/>
                  <a:gd name="connsiteX1" fmla="*/ 372109 w 680087"/>
                  <a:gd name="connsiteY1" fmla="*/ 59795 h 545428"/>
                  <a:gd name="connsiteX2" fmla="*/ 598329 w 680087"/>
                  <a:gd name="connsiteY2" fmla="*/ 293157 h 545428"/>
                  <a:gd name="connsiteX3" fmla="*/ 169703 w 680087"/>
                  <a:gd name="connsiteY3" fmla="*/ 543188 h 545428"/>
                  <a:gd name="connsiteX4" fmla="*/ 14922 w 680087"/>
                  <a:gd name="connsiteY4" fmla="*/ 369357 h 545428"/>
                  <a:gd name="connsiteX0" fmla="*/ 13366 w 678531"/>
                  <a:gd name="connsiteY0" fmla="*/ 369357 h 554814"/>
                  <a:gd name="connsiteX1" fmla="*/ 370553 w 678531"/>
                  <a:gd name="connsiteY1" fmla="*/ 59795 h 554814"/>
                  <a:gd name="connsiteX2" fmla="*/ 596773 w 678531"/>
                  <a:gd name="connsiteY2" fmla="*/ 293157 h 554814"/>
                  <a:gd name="connsiteX3" fmla="*/ 180054 w 678531"/>
                  <a:gd name="connsiteY3" fmla="*/ 552713 h 554814"/>
                  <a:gd name="connsiteX4" fmla="*/ 13366 w 678531"/>
                  <a:gd name="connsiteY4" fmla="*/ 369357 h 554814"/>
                  <a:gd name="connsiteX0" fmla="*/ 10389 w 675554"/>
                  <a:gd name="connsiteY0" fmla="*/ 369357 h 559513"/>
                  <a:gd name="connsiteX1" fmla="*/ 367576 w 675554"/>
                  <a:gd name="connsiteY1" fmla="*/ 59795 h 559513"/>
                  <a:gd name="connsiteX2" fmla="*/ 593796 w 675554"/>
                  <a:gd name="connsiteY2" fmla="*/ 293157 h 559513"/>
                  <a:gd name="connsiteX3" fmla="*/ 208033 w 675554"/>
                  <a:gd name="connsiteY3" fmla="*/ 557475 h 559513"/>
                  <a:gd name="connsiteX4" fmla="*/ 10389 w 675554"/>
                  <a:gd name="connsiteY4" fmla="*/ 369357 h 559513"/>
                  <a:gd name="connsiteX0" fmla="*/ 9895 w 675060"/>
                  <a:gd name="connsiteY0" fmla="*/ 369357 h 563100"/>
                  <a:gd name="connsiteX1" fmla="*/ 367082 w 675060"/>
                  <a:gd name="connsiteY1" fmla="*/ 59795 h 563100"/>
                  <a:gd name="connsiteX2" fmla="*/ 593302 w 675060"/>
                  <a:gd name="connsiteY2" fmla="*/ 293157 h 563100"/>
                  <a:gd name="connsiteX3" fmla="*/ 207539 w 675060"/>
                  <a:gd name="connsiteY3" fmla="*/ 557475 h 563100"/>
                  <a:gd name="connsiteX4" fmla="*/ 9895 w 675060"/>
                  <a:gd name="connsiteY4" fmla="*/ 369357 h 563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5060" h="563100">
                    <a:moveTo>
                      <a:pt x="9895" y="369357"/>
                    </a:moveTo>
                    <a:lnTo>
                      <a:pt x="367082" y="59795"/>
                    </a:lnTo>
                    <a:cubicBezTo>
                      <a:pt x="555994" y="-121972"/>
                      <a:pt x="806820" y="155838"/>
                      <a:pt x="593302" y="293157"/>
                    </a:cubicBezTo>
                    <a:lnTo>
                      <a:pt x="207539" y="557475"/>
                    </a:lnTo>
                    <a:cubicBezTo>
                      <a:pt x="60695" y="594781"/>
                      <a:pt x="-31379" y="436826"/>
                      <a:pt x="9895" y="369357"/>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sp>
            <p:nvSpPr>
              <p:cNvPr id="179" name="Rectangle 4"/>
              <p:cNvSpPr/>
              <p:nvPr/>
            </p:nvSpPr>
            <p:spPr>
              <a:xfrm rot="7612051">
                <a:off x="1673875" y="3127194"/>
                <a:ext cx="311845" cy="314471"/>
              </a:xfrm>
              <a:custGeom>
                <a:avLst/>
                <a:gdLst>
                  <a:gd name="connsiteX0" fmla="*/ 0 w 731044"/>
                  <a:gd name="connsiteY0" fmla="*/ 0 h 697706"/>
                  <a:gd name="connsiteX1" fmla="*/ 731044 w 731044"/>
                  <a:gd name="connsiteY1" fmla="*/ 0 h 697706"/>
                  <a:gd name="connsiteX2" fmla="*/ 731044 w 731044"/>
                  <a:gd name="connsiteY2" fmla="*/ 697706 h 697706"/>
                  <a:gd name="connsiteX3" fmla="*/ 0 w 731044"/>
                  <a:gd name="connsiteY3" fmla="*/ 697706 h 697706"/>
                  <a:gd name="connsiteX4" fmla="*/ 0 w 731044"/>
                  <a:gd name="connsiteY4" fmla="*/ 0 h 697706"/>
                  <a:gd name="connsiteX0" fmla="*/ 92869 w 731044"/>
                  <a:gd name="connsiteY0" fmla="*/ 507206 h 697706"/>
                  <a:gd name="connsiteX1" fmla="*/ 731044 w 731044"/>
                  <a:gd name="connsiteY1" fmla="*/ 0 h 697706"/>
                  <a:gd name="connsiteX2" fmla="*/ 731044 w 731044"/>
                  <a:gd name="connsiteY2" fmla="*/ 697706 h 697706"/>
                  <a:gd name="connsiteX3" fmla="*/ 0 w 731044"/>
                  <a:gd name="connsiteY3" fmla="*/ 697706 h 697706"/>
                  <a:gd name="connsiteX4" fmla="*/ 92869 w 731044"/>
                  <a:gd name="connsiteY4" fmla="*/ 507206 h 697706"/>
                  <a:gd name="connsiteX0" fmla="*/ 92869 w 731044"/>
                  <a:gd name="connsiteY0" fmla="*/ 314325 h 504825"/>
                  <a:gd name="connsiteX1" fmla="*/ 454819 w 731044"/>
                  <a:gd name="connsiteY1" fmla="*/ 0 h 504825"/>
                  <a:gd name="connsiteX2" fmla="*/ 731044 w 731044"/>
                  <a:gd name="connsiteY2" fmla="*/ 504825 h 504825"/>
                  <a:gd name="connsiteX3" fmla="*/ 0 w 731044"/>
                  <a:gd name="connsiteY3" fmla="*/ 504825 h 504825"/>
                  <a:gd name="connsiteX4" fmla="*/ 92869 w 731044"/>
                  <a:gd name="connsiteY4" fmla="*/ 314325 h 504825"/>
                  <a:gd name="connsiteX0" fmla="*/ 92869 w 650082"/>
                  <a:gd name="connsiteY0" fmla="*/ 314325 h 504825"/>
                  <a:gd name="connsiteX1" fmla="*/ 454819 w 650082"/>
                  <a:gd name="connsiteY1" fmla="*/ 0 h 504825"/>
                  <a:gd name="connsiteX2" fmla="*/ 650082 w 650082"/>
                  <a:gd name="connsiteY2" fmla="*/ 219075 h 504825"/>
                  <a:gd name="connsiteX3" fmla="*/ 0 w 650082"/>
                  <a:gd name="connsiteY3" fmla="*/ 504825 h 504825"/>
                  <a:gd name="connsiteX4" fmla="*/ 92869 w 650082"/>
                  <a:gd name="connsiteY4" fmla="*/ 314325 h 504825"/>
                  <a:gd name="connsiteX0" fmla="*/ 92869 w 689668"/>
                  <a:gd name="connsiteY0" fmla="*/ 314325 h 504825"/>
                  <a:gd name="connsiteX1" fmla="*/ 454819 w 689668"/>
                  <a:gd name="connsiteY1" fmla="*/ 0 h 504825"/>
                  <a:gd name="connsiteX2" fmla="*/ 650082 w 689668"/>
                  <a:gd name="connsiteY2" fmla="*/ 219075 h 504825"/>
                  <a:gd name="connsiteX3" fmla="*/ 0 w 689668"/>
                  <a:gd name="connsiteY3" fmla="*/ 504825 h 504825"/>
                  <a:gd name="connsiteX4" fmla="*/ 92869 w 689668"/>
                  <a:gd name="connsiteY4" fmla="*/ 314325 h 504825"/>
                  <a:gd name="connsiteX0" fmla="*/ 92869 w 690173"/>
                  <a:gd name="connsiteY0" fmla="*/ 302418 h 492918"/>
                  <a:gd name="connsiteX1" fmla="*/ 459581 w 690173"/>
                  <a:gd name="connsiteY1" fmla="*/ 0 h 492918"/>
                  <a:gd name="connsiteX2" fmla="*/ 650082 w 690173"/>
                  <a:gd name="connsiteY2" fmla="*/ 207168 h 492918"/>
                  <a:gd name="connsiteX3" fmla="*/ 0 w 690173"/>
                  <a:gd name="connsiteY3" fmla="*/ 492918 h 492918"/>
                  <a:gd name="connsiteX4" fmla="*/ 92869 w 690173"/>
                  <a:gd name="connsiteY4" fmla="*/ 302418 h 492918"/>
                  <a:gd name="connsiteX0" fmla="*/ 92869 w 690173"/>
                  <a:gd name="connsiteY0" fmla="*/ 302418 h 492918"/>
                  <a:gd name="connsiteX1" fmla="*/ 459581 w 690173"/>
                  <a:gd name="connsiteY1" fmla="*/ 0 h 492918"/>
                  <a:gd name="connsiteX2" fmla="*/ 650082 w 690173"/>
                  <a:gd name="connsiteY2" fmla="*/ 207168 h 492918"/>
                  <a:gd name="connsiteX3" fmla="*/ 0 w 690173"/>
                  <a:gd name="connsiteY3" fmla="*/ 492918 h 492918"/>
                  <a:gd name="connsiteX4" fmla="*/ 92869 w 690173"/>
                  <a:gd name="connsiteY4" fmla="*/ 302418 h 492918"/>
                  <a:gd name="connsiteX0" fmla="*/ 92869 w 702970"/>
                  <a:gd name="connsiteY0" fmla="*/ 359701 h 550201"/>
                  <a:gd name="connsiteX1" fmla="*/ 459581 w 702970"/>
                  <a:gd name="connsiteY1" fmla="*/ 57283 h 550201"/>
                  <a:gd name="connsiteX2" fmla="*/ 650082 w 702970"/>
                  <a:gd name="connsiteY2" fmla="*/ 264451 h 550201"/>
                  <a:gd name="connsiteX3" fmla="*/ 0 w 702970"/>
                  <a:gd name="connsiteY3" fmla="*/ 550201 h 550201"/>
                  <a:gd name="connsiteX4" fmla="*/ 92869 w 702970"/>
                  <a:gd name="connsiteY4" fmla="*/ 359701 h 550201"/>
                  <a:gd name="connsiteX0" fmla="*/ 92869 w 706874"/>
                  <a:gd name="connsiteY0" fmla="*/ 347179 h 537679"/>
                  <a:gd name="connsiteX1" fmla="*/ 459581 w 706874"/>
                  <a:gd name="connsiteY1" fmla="*/ 44761 h 537679"/>
                  <a:gd name="connsiteX2" fmla="*/ 650082 w 706874"/>
                  <a:gd name="connsiteY2" fmla="*/ 251929 h 537679"/>
                  <a:gd name="connsiteX3" fmla="*/ 0 w 706874"/>
                  <a:gd name="connsiteY3" fmla="*/ 537679 h 537679"/>
                  <a:gd name="connsiteX4" fmla="*/ 92869 w 706874"/>
                  <a:gd name="connsiteY4" fmla="*/ 347179 h 537679"/>
                  <a:gd name="connsiteX0" fmla="*/ 92869 w 705065"/>
                  <a:gd name="connsiteY0" fmla="*/ 353475 h 543975"/>
                  <a:gd name="connsiteX1" fmla="*/ 450056 w 705065"/>
                  <a:gd name="connsiteY1" fmla="*/ 43913 h 543975"/>
                  <a:gd name="connsiteX2" fmla="*/ 650082 w 705065"/>
                  <a:gd name="connsiteY2" fmla="*/ 258225 h 543975"/>
                  <a:gd name="connsiteX3" fmla="*/ 0 w 705065"/>
                  <a:gd name="connsiteY3" fmla="*/ 543975 h 543975"/>
                  <a:gd name="connsiteX4" fmla="*/ 92869 w 705065"/>
                  <a:gd name="connsiteY4" fmla="*/ 353475 h 543975"/>
                  <a:gd name="connsiteX0" fmla="*/ 92869 w 738325"/>
                  <a:gd name="connsiteY0" fmla="*/ 357004 h 547504"/>
                  <a:gd name="connsiteX1" fmla="*/ 450056 w 738325"/>
                  <a:gd name="connsiteY1" fmla="*/ 47442 h 547504"/>
                  <a:gd name="connsiteX2" fmla="*/ 650082 w 738325"/>
                  <a:gd name="connsiteY2" fmla="*/ 261754 h 547504"/>
                  <a:gd name="connsiteX3" fmla="*/ 0 w 738325"/>
                  <a:gd name="connsiteY3" fmla="*/ 547504 h 547504"/>
                  <a:gd name="connsiteX4" fmla="*/ 92869 w 738325"/>
                  <a:gd name="connsiteY4" fmla="*/ 357004 h 547504"/>
                  <a:gd name="connsiteX0" fmla="*/ 92869 w 734198"/>
                  <a:gd name="connsiteY0" fmla="*/ 366816 h 557316"/>
                  <a:gd name="connsiteX1" fmla="*/ 450056 w 734198"/>
                  <a:gd name="connsiteY1" fmla="*/ 57254 h 557316"/>
                  <a:gd name="connsiteX2" fmla="*/ 650082 w 734198"/>
                  <a:gd name="connsiteY2" fmla="*/ 271566 h 557316"/>
                  <a:gd name="connsiteX3" fmla="*/ 0 w 734198"/>
                  <a:gd name="connsiteY3" fmla="*/ 557316 h 557316"/>
                  <a:gd name="connsiteX4" fmla="*/ 92869 w 734198"/>
                  <a:gd name="connsiteY4" fmla="*/ 366816 h 557316"/>
                  <a:gd name="connsiteX0" fmla="*/ 92869 w 736225"/>
                  <a:gd name="connsiteY0" fmla="*/ 366816 h 557316"/>
                  <a:gd name="connsiteX1" fmla="*/ 450056 w 736225"/>
                  <a:gd name="connsiteY1" fmla="*/ 57254 h 557316"/>
                  <a:gd name="connsiteX2" fmla="*/ 650082 w 736225"/>
                  <a:gd name="connsiteY2" fmla="*/ 271566 h 557316"/>
                  <a:gd name="connsiteX3" fmla="*/ 0 w 736225"/>
                  <a:gd name="connsiteY3" fmla="*/ 557316 h 557316"/>
                  <a:gd name="connsiteX4" fmla="*/ 92869 w 736225"/>
                  <a:gd name="connsiteY4" fmla="*/ 366816 h 557316"/>
                  <a:gd name="connsiteX0" fmla="*/ 92869 w 757544"/>
                  <a:gd name="connsiteY0" fmla="*/ 364191 h 554691"/>
                  <a:gd name="connsiteX1" fmla="*/ 450056 w 757544"/>
                  <a:gd name="connsiteY1" fmla="*/ 54629 h 554691"/>
                  <a:gd name="connsiteX2" fmla="*/ 676276 w 757544"/>
                  <a:gd name="connsiteY2" fmla="*/ 287991 h 554691"/>
                  <a:gd name="connsiteX3" fmla="*/ 0 w 757544"/>
                  <a:gd name="connsiteY3" fmla="*/ 554691 h 554691"/>
                  <a:gd name="connsiteX4" fmla="*/ 92869 w 757544"/>
                  <a:gd name="connsiteY4" fmla="*/ 364191 h 554691"/>
                  <a:gd name="connsiteX0" fmla="*/ 92869 w 756519"/>
                  <a:gd name="connsiteY0" fmla="*/ 364477 h 554977"/>
                  <a:gd name="connsiteX1" fmla="*/ 450056 w 756519"/>
                  <a:gd name="connsiteY1" fmla="*/ 54915 h 554977"/>
                  <a:gd name="connsiteX2" fmla="*/ 676276 w 756519"/>
                  <a:gd name="connsiteY2" fmla="*/ 288277 h 554977"/>
                  <a:gd name="connsiteX3" fmla="*/ 0 w 756519"/>
                  <a:gd name="connsiteY3" fmla="*/ 554977 h 554977"/>
                  <a:gd name="connsiteX4" fmla="*/ 92869 w 756519"/>
                  <a:gd name="connsiteY4" fmla="*/ 364477 h 554977"/>
                  <a:gd name="connsiteX0" fmla="*/ 92869 w 758034"/>
                  <a:gd name="connsiteY0" fmla="*/ 369357 h 559857"/>
                  <a:gd name="connsiteX1" fmla="*/ 450056 w 758034"/>
                  <a:gd name="connsiteY1" fmla="*/ 59795 h 559857"/>
                  <a:gd name="connsiteX2" fmla="*/ 676276 w 758034"/>
                  <a:gd name="connsiteY2" fmla="*/ 293157 h 559857"/>
                  <a:gd name="connsiteX3" fmla="*/ 0 w 758034"/>
                  <a:gd name="connsiteY3" fmla="*/ 559857 h 559857"/>
                  <a:gd name="connsiteX4" fmla="*/ 92869 w 758034"/>
                  <a:gd name="connsiteY4" fmla="*/ 369357 h 559857"/>
                  <a:gd name="connsiteX0" fmla="*/ 0 w 665165"/>
                  <a:gd name="connsiteY0" fmla="*/ 369357 h 521757"/>
                  <a:gd name="connsiteX1" fmla="*/ 357187 w 665165"/>
                  <a:gd name="connsiteY1" fmla="*/ 59795 h 521757"/>
                  <a:gd name="connsiteX2" fmla="*/ 583407 w 665165"/>
                  <a:gd name="connsiteY2" fmla="*/ 293157 h 521757"/>
                  <a:gd name="connsiteX3" fmla="*/ 138112 w 665165"/>
                  <a:gd name="connsiteY3" fmla="*/ 521757 h 521757"/>
                  <a:gd name="connsiteX4" fmla="*/ 0 w 665165"/>
                  <a:gd name="connsiteY4" fmla="*/ 369357 h 521757"/>
                  <a:gd name="connsiteX0" fmla="*/ 0 w 665165"/>
                  <a:gd name="connsiteY0" fmla="*/ 369357 h 533663"/>
                  <a:gd name="connsiteX1" fmla="*/ 357187 w 665165"/>
                  <a:gd name="connsiteY1" fmla="*/ 59795 h 533663"/>
                  <a:gd name="connsiteX2" fmla="*/ 583407 w 665165"/>
                  <a:gd name="connsiteY2" fmla="*/ 293157 h 533663"/>
                  <a:gd name="connsiteX3" fmla="*/ 154781 w 665165"/>
                  <a:gd name="connsiteY3" fmla="*/ 533663 h 533663"/>
                  <a:gd name="connsiteX4" fmla="*/ 0 w 665165"/>
                  <a:gd name="connsiteY4" fmla="*/ 369357 h 533663"/>
                  <a:gd name="connsiteX0" fmla="*/ 0 w 665165"/>
                  <a:gd name="connsiteY0" fmla="*/ 369357 h 543188"/>
                  <a:gd name="connsiteX1" fmla="*/ 357187 w 665165"/>
                  <a:gd name="connsiteY1" fmla="*/ 59795 h 543188"/>
                  <a:gd name="connsiteX2" fmla="*/ 583407 w 665165"/>
                  <a:gd name="connsiteY2" fmla="*/ 293157 h 543188"/>
                  <a:gd name="connsiteX3" fmla="*/ 154781 w 665165"/>
                  <a:gd name="connsiteY3" fmla="*/ 543188 h 543188"/>
                  <a:gd name="connsiteX4" fmla="*/ 0 w 665165"/>
                  <a:gd name="connsiteY4" fmla="*/ 369357 h 543188"/>
                  <a:gd name="connsiteX0" fmla="*/ 403 w 665568"/>
                  <a:gd name="connsiteY0" fmla="*/ 369357 h 543188"/>
                  <a:gd name="connsiteX1" fmla="*/ 357590 w 665568"/>
                  <a:gd name="connsiteY1" fmla="*/ 59795 h 543188"/>
                  <a:gd name="connsiteX2" fmla="*/ 583810 w 665568"/>
                  <a:gd name="connsiteY2" fmla="*/ 293157 h 543188"/>
                  <a:gd name="connsiteX3" fmla="*/ 155184 w 665568"/>
                  <a:gd name="connsiteY3" fmla="*/ 543188 h 543188"/>
                  <a:gd name="connsiteX4" fmla="*/ 403 w 665568"/>
                  <a:gd name="connsiteY4" fmla="*/ 369357 h 543188"/>
                  <a:gd name="connsiteX0" fmla="*/ 2012 w 667177"/>
                  <a:gd name="connsiteY0" fmla="*/ 369357 h 546530"/>
                  <a:gd name="connsiteX1" fmla="*/ 359199 w 667177"/>
                  <a:gd name="connsiteY1" fmla="*/ 59795 h 546530"/>
                  <a:gd name="connsiteX2" fmla="*/ 585419 w 667177"/>
                  <a:gd name="connsiteY2" fmla="*/ 293157 h 546530"/>
                  <a:gd name="connsiteX3" fmla="*/ 156793 w 667177"/>
                  <a:gd name="connsiteY3" fmla="*/ 543188 h 546530"/>
                  <a:gd name="connsiteX4" fmla="*/ 2012 w 667177"/>
                  <a:gd name="connsiteY4" fmla="*/ 369357 h 546530"/>
                  <a:gd name="connsiteX0" fmla="*/ 2012 w 667177"/>
                  <a:gd name="connsiteY0" fmla="*/ 369357 h 546530"/>
                  <a:gd name="connsiteX1" fmla="*/ 359199 w 667177"/>
                  <a:gd name="connsiteY1" fmla="*/ 59795 h 546530"/>
                  <a:gd name="connsiteX2" fmla="*/ 585419 w 667177"/>
                  <a:gd name="connsiteY2" fmla="*/ 293157 h 546530"/>
                  <a:gd name="connsiteX3" fmla="*/ 156793 w 667177"/>
                  <a:gd name="connsiteY3" fmla="*/ 543188 h 546530"/>
                  <a:gd name="connsiteX4" fmla="*/ 2012 w 667177"/>
                  <a:gd name="connsiteY4" fmla="*/ 369357 h 546530"/>
                  <a:gd name="connsiteX0" fmla="*/ 14922 w 680087"/>
                  <a:gd name="connsiteY0" fmla="*/ 369357 h 545428"/>
                  <a:gd name="connsiteX1" fmla="*/ 372109 w 680087"/>
                  <a:gd name="connsiteY1" fmla="*/ 59795 h 545428"/>
                  <a:gd name="connsiteX2" fmla="*/ 598329 w 680087"/>
                  <a:gd name="connsiteY2" fmla="*/ 293157 h 545428"/>
                  <a:gd name="connsiteX3" fmla="*/ 169703 w 680087"/>
                  <a:gd name="connsiteY3" fmla="*/ 543188 h 545428"/>
                  <a:gd name="connsiteX4" fmla="*/ 14922 w 680087"/>
                  <a:gd name="connsiteY4" fmla="*/ 369357 h 545428"/>
                  <a:gd name="connsiteX0" fmla="*/ 13366 w 678531"/>
                  <a:gd name="connsiteY0" fmla="*/ 369357 h 554814"/>
                  <a:gd name="connsiteX1" fmla="*/ 370553 w 678531"/>
                  <a:gd name="connsiteY1" fmla="*/ 59795 h 554814"/>
                  <a:gd name="connsiteX2" fmla="*/ 596773 w 678531"/>
                  <a:gd name="connsiteY2" fmla="*/ 293157 h 554814"/>
                  <a:gd name="connsiteX3" fmla="*/ 180054 w 678531"/>
                  <a:gd name="connsiteY3" fmla="*/ 552713 h 554814"/>
                  <a:gd name="connsiteX4" fmla="*/ 13366 w 678531"/>
                  <a:gd name="connsiteY4" fmla="*/ 369357 h 554814"/>
                  <a:gd name="connsiteX0" fmla="*/ 10389 w 675554"/>
                  <a:gd name="connsiteY0" fmla="*/ 369357 h 559513"/>
                  <a:gd name="connsiteX1" fmla="*/ 367576 w 675554"/>
                  <a:gd name="connsiteY1" fmla="*/ 59795 h 559513"/>
                  <a:gd name="connsiteX2" fmla="*/ 593796 w 675554"/>
                  <a:gd name="connsiteY2" fmla="*/ 293157 h 559513"/>
                  <a:gd name="connsiteX3" fmla="*/ 208033 w 675554"/>
                  <a:gd name="connsiteY3" fmla="*/ 557475 h 559513"/>
                  <a:gd name="connsiteX4" fmla="*/ 10389 w 675554"/>
                  <a:gd name="connsiteY4" fmla="*/ 369357 h 559513"/>
                  <a:gd name="connsiteX0" fmla="*/ 9895 w 675060"/>
                  <a:gd name="connsiteY0" fmla="*/ 369357 h 563100"/>
                  <a:gd name="connsiteX1" fmla="*/ 367082 w 675060"/>
                  <a:gd name="connsiteY1" fmla="*/ 59795 h 563100"/>
                  <a:gd name="connsiteX2" fmla="*/ 593302 w 675060"/>
                  <a:gd name="connsiteY2" fmla="*/ 293157 h 563100"/>
                  <a:gd name="connsiteX3" fmla="*/ 207539 w 675060"/>
                  <a:gd name="connsiteY3" fmla="*/ 557475 h 563100"/>
                  <a:gd name="connsiteX4" fmla="*/ 9895 w 675060"/>
                  <a:gd name="connsiteY4" fmla="*/ 369357 h 563100"/>
                  <a:gd name="connsiteX0" fmla="*/ 30178 w 695343"/>
                  <a:gd name="connsiteY0" fmla="*/ 369357 h 785109"/>
                  <a:gd name="connsiteX1" fmla="*/ 387365 w 695343"/>
                  <a:gd name="connsiteY1" fmla="*/ 59795 h 785109"/>
                  <a:gd name="connsiteX2" fmla="*/ 613585 w 695343"/>
                  <a:gd name="connsiteY2" fmla="*/ 293157 h 785109"/>
                  <a:gd name="connsiteX3" fmla="*/ 115280 w 695343"/>
                  <a:gd name="connsiteY3" fmla="*/ 782558 h 785109"/>
                  <a:gd name="connsiteX4" fmla="*/ 30178 w 695343"/>
                  <a:gd name="connsiteY4" fmla="*/ 369357 h 785109"/>
                  <a:gd name="connsiteX0" fmla="*/ 23471 w 709737"/>
                  <a:gd name="connsiteY0" fmla="*/ 467831 h 785914"/>
                  <a:gd name="connsiteX1" fmla="*/ 401759 w 709737"/>
                  <a:gd name="connsiteY1" fmla="*/ 59795 h 785914"/>
                  <a:gd name="connsiteX2" fmla="*/ 627979 w 709737"/>
                  <a:gd name="connsiteY2" fmla="*/ 293157 h 785914"/>
                  <a:gd name="connsiteX3" fmla="*/ 129674 w 709737"/>
                  <a:gd name="connsiteY3" fmla="*/ 782558 h 785914"/>
                  <a:gd name="connsiteX4" fmla="*/ 23471 w 709737"/>
                  <a:gd name="connsiteY4" fmla="*/ 467831 h 785914"/>
                  <a:gd name="connsiteX0" fmla="*/ 23471 w 709737"/>
                  <a:gd name="connsiteY0" fmla="*/ 467831 h 785914"/>
                  <a:gd name="connsiteX1" fmla="*/ 401759 w 709737"/>
                  <a:gd name="connsiteY1" fmla="*/ 59795 h 785914"/>
                  <a:gd name="connsiteX2" fmla="*/ 627979 w 709737"/>
                  <a:gd name="connsiteY2" fmla="*/ 293157 h 785914"/>
                  <a:gd name="connsiteX3" fmla="*/ 129674 w 709737"/>
                  <a:gd name="connsiteY3" fmla="*/ 782558 h 785914"/>
                  <a:gd name="connsiteX4" fmla="*/ 23471 w 709737"/>
                  <a:gd name="connsiteY4" fmla="*/ 467831 h 785914"/>
                  <a:gd name="connsiteX0" fmla="*/ 13091 w 755627"/>
                  <a:gd name="connsiteY0" fmla="*/ 608508 h 788636"/>
                  <a:gd name="connsiteX1" fmla="*/ 447649 w 755627"/>
                  <a:gd name="connsiteY1" fmla="*/ 59795 h 788636"/>
                  <a:gd name="connsiteX2" fmla="*/ 673869 w 755627"/>
                  <a:gd name="connsiteY2" fmla="*/ 293157 h 788636"/>
                  <a:gd name="connsiteX3" fmla="*/ 175564 w 755627"/>
                  <a:gd name="connsiteY3" fmla="*/ 782558 h 788636"/>
                  <a:gd name="connsiteX4" fmla="*/ 13091 w 755627"/>
                  <a:gd name="connsiteY4" fmla="*/ 608508 h 788636"/>
                  <a:gd name="connsiteX0" fmla="*/ 33465 w 776001"/>
                  <a:gd name="connsiteY0" fmla="*/ 608508 h 787482"/>
                  <a:gd name="connsiteX1" fmla="*/ 468023 w 776001"/>
                  <a:gd name="connsiteY1" fmla="*/ 59795 h 787482"/>
                  <a:gd name="connsiteX2" fmla="*/ 694243 w 776001"/>
                  <a:gd name="connsiteY2" fmla="*/ 293157 h 787482"/>
                  <a:gd name="connsiteX3" fmla="*/ 195938 w 776001"/>
                  <a:gd name="connsiteY3" fmla="*/ 782558 h 787482"/>
                  <a:gd name="connsiteX4" fmla="*/ 33465 w 776001"/>
                  <a:gd name="connsiteY4" fmla="*/ 608508 h 787482"/>
                  <a:gd name="connsiteX0" fmla="*/ 33465 w 776001"/>
                  <a:gd name="connsiteY0" fmla="*/ 596443 h 775417"/>
                  <a:gd name="connsiteX1" fmla="*/ 468023 w 776001"/>
                  <a:gd name="connsiteY1" fmla="*/ 61797 h 775417"/>
                  <a:gd name="connsiteX2" fmla="*/ 694243 w 776001"/>
                  <a:gd name="connsiteY2" fmla="*/ 281092 h 775417"/>
                  <a:gd name="connsiteX3" fmla="*/ 195938 w 776001"/>
                  <a:gd name="connsiteY3" fmla="*/ 770493 h 775417"/>
                  <a:gd name="connsiteX4" fmla="*/ 33465 w 776001"/>
                  <a:gd name="connsiteY4" fmla="*/ 596443 h 775417"/>
                  <a:gd name="connsiteX0" fmla="*/ 33465 w 766898"/>
                  <a:gd name="connsiteY0" fmla="*/ 601405 h 780379"/>
                  <a:gd name="connsiteX1" fmla="*/ 468023 w 766898"/>
                  <a:gd name="connsiteY1" fmla="*/ 66759 h 780379"/>
                  <a:gd name="connsiteX2" fmla="*/ 694243 w 766898"/>
                  <a:gd name="connsiteY2" fmla="*/ 286054 h 780379"/>
                  <a:gd name="connsiteX3" fmla="*/ 195938 w 766898"/>
                  <a:gd name="connsiteY3" fmla="*/ 775455 h 780379"/>
                  <a:gd name="connsiteX4" fmla="*/ 33465 w 766898"/>
                  <a:gd name="connsiteY4" fmla="*/ 601405 h 780379"/>
                  <a:gd name="connsiteX0" fmla="*/ 33465 w 772715"/>
                  <a:gd name="connsiteY0" fmla="*/ 600246 h 779220"/>
                  <a:gd name="connsiteX1" fmla="*/ 468023 w 772715"/>
                  <a:gd name="connsiteY1" fmla="*/ 65600 h 779220"/>
                  <a:gd name="connsiteX2" fmla="*/ 701277 w 772715"/>
                  <a:gd name="connsiteY2" fmla="*/ 291929 h 779220"/>
                  <a:gd name="connsiteX3" fmla="*/ 195938 w 772715"/>
                  <a:gd name="connsiteY3" fmla="*/ 774296 h 779220"/>
                  <a:gd name="connsiteX4" fmla="*/ 33465 w 772715"/>
                  <a:gd name="connsiteY4" fmla="*/ 600246 h 779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2715" h="779220">
                    <a:moveTo>
                      <a:pt x="33465" y="600246"/>
                    </a:moveTo>
                    <a:lnTo>
                      <a:pt x="468023" y="65600"/>
                    </a:lnTo>
                    <a:cubicBezTo>
                      <a:pt x="656935" y="-116167"/>
                      <a:pt x="893694" y="119440"/>
                      <a:pt x="701277" y="291929"/>
                    </a:cubicBezTo>
                    <a:lnTo>
                      <a:pt x="195938" y="774296"/>
                    </a:lnTo>
                    <a:cubicBezTo>
                      <a:pt x="49094" y="811602"/>
                      <a:pt x="-57045" y="625512"/>
                      <a:pt x="33465" y="600246"/>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grpSp>
        <p:grpSp>
          <p:nvGrpSpPr>
            <p:cNvPr id="114" name="Group 113"/>
            <p:cNvGrpSpPr/>
            <p:nvPr/>
          </p:nvGrpSpPr>
          <p:grpSpPr>
            <a:xfrm>
              <a:off x="7379996" y="2344902"/>
              <a:ext cx="275554" cy="246714"/>
              <a:chOff x="1584260" y="2477994"/>
              <a:chExt cx="1401030" cy="1335231"/>
            </a:xfrm>
          </p:grpSpPr>
          <p:grpSp>
            <p:nvGrpSpPr>
              <p:cNvPr id="166" name="Group 165"/>
              <p:cNvGrpSpPr/>
              <p:nvPr/>
            </p:nvGrpSpPr>
            <p:grpSpPr>
              <a:xfrm>
                <a:off x="1584260" y="2477994"/>
                <a:ext cx="1401030" cy="1335231"/>
                <a:chOff x="1584260" y="2477994"/>
                <a:chExt cx="1401030" cy="1335231"/>
              </a:xfrm>
            </p:grpSpPr>
            <p:sp>
              <p:nvSpPr>
                <p:cNvPr id="172" name="Rectangle 171"/>
                <p:cNvSpPr/>
                <p:nvPr/>
              </p:nvSpPr>
              <p:spPr>
                <a:xfrm rot="8543713">
                  <a:off x="2719953" y="3056856"/>
                  <a:ext cx="150701" cy="28072"/>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sp>
              <p:nvSpPr>
                <p:cNvPr id="173" name="Rectangle 172"/>
                <p:cNvSpPr/>
                <p:nvPr/>
              </p:nvSpPr>
              <p:spPr>
                <a:xfrm rot="158365">
                  <a:off x="1808984" y="2714294"/>
                  <a:ext cx="150701" cy="28072"/>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sp>
              <p:nvSpPr>
                <p:cNvPr id="174" name="Rectangle 8"/>
                <p:cNvSpPr/>
                <p:nvPr/>
              </p:nvSpPr>
              <p:spPr>
                <a:xfrm rot="7612051">
                  <a:off x="1738827" y="2566762"/>
                  <a:ext cx="1091896" cy="1401030"/>
                </a:xfrm>
                <a:custGeom>
                  <a:avLst/>
                  <a:gdLst>
                    <a:gd name="connsiteX0" fmla="*/ 0 w 1243013"/>
                    <a:gd name="connsiteY0" fmla="*/ 0 h 1193006"/>
                    <a:gd name="connsiteX1" fmla="*/ 1243013 w 1243013"/>
                    <a:gd name="connsiteY1" fmla="*/ 0 h 1193006"/>
                    <a:gd name="connsiteX2" fmla="*/ 1243013 w 1243013"/>
                    <a:gd name="connsiteY2" fmla="*/ 1193006 h 1193006"/>
                    <a:gd name="connsiteX3" fmla="*/ 0 w 1243013"/>
                    <a:gd name="connsiteY3" fmla="*/ 1193006 h 1193006"/>
                    <a:gd name="connsiteX4" fmla="*/ 0 w 1243013"/>
                    <a:gd name="connsiteY4" fmla="*/ 0 h 1193006"/>
                    <a:gd name="connsiteX0" fmla="*/ 26194 w 1243013"/>
                    <a:gd name="connsiteY0" fmla="*/ 42862 h 1193006"/>
                    <a:gd name="connsiteX1" fmla="*/ 1243013 w 1243013"/>
                    <a:gd name="connsiteY1" fmla="*/ 0 h 1193006"/>
                    <a:gd name="connsiteX2" fmla="*/ 1243013 w 1243013"/>
                    <a:gd name="connsiteY2" fmla="*/ 1193006 h 1193006"/>
                    <a:gd name="connsiteX3" fmla="*/ 0 w 1243013"/>
                    <a:gd name="connsiteY3" fmla="*/ 1193006 h 1193006"/>
                    <a:gd name="connsiteX4" fmla="*/ 26194 w 1243013"/>
                    <a:gd name="connsiteY4" fmla="*/ 42862 h 1193006"/>
                    <a:gd name="connsiteX0" fmla="*/ 26194 w 1243013"/>
                    <a:gd name="connsiteY0" fmla="*/ 123825 h 1273969"/>
                    <a:gd name="connsiteX1" fmla="*/ 581025 w 1243013"/>
                    <a:gd name="connsiteY1" fmla="*/ 0 h 1273969"/>
                    <a:gd name="connsiteX2" fmla="*/ 1243013 w 1243013"/>
                    <a:gd name="connsiteY2" fmla="*/ 1273969 h 1273969"/>
                    <a:gd name="connsiteX3" fmla="*/ 0 w 1243013"/>
                    <a:gd name="connsiteY3" fmla="*/ 1273969 h 1273969"/>
                    <a:gd name="connsiteX4" fmla="*/ 26194 w 1243013"/>
                    <a:gd name="connsiteY4" fmla="*/ 123825 h 1273969"/>
                    <a:gd name="connsiteX0" fmla="*/ 26194 w 1243013"/>
                    <a:gd name="connsiteY0" fmla="*/ 138750 h 1288894"/>
                    <a:gd name="connsiteX1" fmla="*/ 581025 w 1243013"/>
                    <a:gd name="connsiteY1" fmla="*/ 14925 h 1288894"/>
                    <a:gd name="connsiteX2" fmla="*/ 1243013 w 1243013"/>
                    <a:gd name="connsiteY2" fmla="*/ 1288894 h 1288894"/>
                    <a:gd name="connsiteX3" fmla="*/ 0 w 1243013"/>
                    <a:gd name="connsiteY3" fmla="*/ 1288894 h 1288894"/>
                    <a:gd name="connsiteX4" fmla="*/ 26194 w 1243013"/>
                    <a:gd name="connsiteY4" fmla="*/ 138750 h 1288894"/>
                    <a:gd name="connsiteX0" fmla="*/ 26194 w 1243013"/>
                    <a:gd name="connsiteY0" fmla="*/ 139595 h 1289739"/>
                    <a:gd name="connsiteX1" fmla="*/ 581025 w 1243013"/>
                    <a:gd name="connsiteY1" fmla="*/ 15770 h 1289739"/>
                    <a:gd name="connsiteX2" fmla="*/ 1243013 w 1243013"/>
                    <a:gd name="connsiteY2" fmla="*/ 1289739 h 1289739"/>
                    <a:gd name="connsiteX3" fmla="*/ 0 w 1243013"/>
                    <a:gd name="connsiteY3" fmla="*/ 1289739 h 1289739"/>
                    <a:gd name="connsiteX4" fmla="*/ 26194 w 1243013"/>
                    <a:gd name="connsiteY4" fmla="*/ 139595 h 1289739"/>
                    <a:gd name="connsiteX0" fmla="*/ 35719 w 1243013"/>
                    <a:gd name="connsiteY0" fmla="*/ 128708 h 1290758"/>
                    <a:gd name="connsiteX1" fmla="*/ 581025 w 1243013"/>
                    <a:gd name="connsiteY1" fmla="*/ 16789 h 1290758"/>
                    <a:gd name="connsiteX2" fmla="*/ 1243013 w 1243013"/>
                    <a:gd name="connsiteY2" fmla="*/ 1290758 h 1290758"/>
                    <a:gd name="connsiteX3" fmla="*/ 0 w 1243013"/>
                    <a:gd name="connsiteY3" fmla="*/ 1290758 h 1290758"/>
                    <a:gd name="connsiteX4" fmla="*/ 35719 w 1243013"/>
                    <a:gd name="connsiteY4" fmla="*/ 128708 h 1290758"/>
                    <a:gd name="connsiteX0" fmla="*/ 35719 w 1243013"/>
                    <a:gd name="connsiteY0" fmla="*/ 128124 h 1290174"/>
                    <a:gd name="connsiteX1" fmla="*/ 581025 w 1243013"/>
                    <a:gd name="connsiteY1" fmla="*/ 16205 h 1290174"/>
                    <a:gd name="connsiteX2" fmla="*/ 1243013 w 1243013"/>
                    <a:gd name="connsiteY2" fmla="*/ 1290174 h 1290174"/>
                    <a:gd name="connsiteX3" fmla="*/ 0 w 1243013"/>
                    <a:gd name="connsiteY3" fmla="*/ 1290174 h 1290174"/>
                    <a:gd name="connsiteX4" fmla="*/ 35719 w 1243013"/>
                    <a:gd name="connsiteY4" fmla="*/ 128124 h 1290174"/>
                    <a:gd name="connsiteX0" fmla="*/ 35719 w 1243013"/>
                    <a:gd name="connsiteY0" fmla="*/ 128124 h 1290174"/>
                    <a:gd name="connsiteX1" fmla="*/ 581025 w 1243013"/>
                    <a:gd name="connsiteY1" fmla="*/ 16205 h 1290174"/>
                    <a:gd name="connsiteX2" fmla="*/ 1243013 w 1243013"/>
                    <a:gd name="connsiteY2" fmla="*/ 1290174 h 1290174"/>
                    <a:gd name="connsiteX3" fmla="*/ 0 w 1243013"/>
                    <a:gd name="connsiteY3" fmla="*/ 1290174 h 1290174"/>
                    <a:gd name="connsiteX4" fmla="*/ 14288 w 1243013"/>
                    <a:gd name="connsiteY4" fmla="*/ 573420 h 1290174"/>
                    <a:gd name="connsiteX5" fmla="*/ 35719 w 1243013"/>
                    <a:gd name="connsiteY5" fmla="*/ 128124 h 1290174"/>
                    <a:gd name="connsiteX0" fmla="*/ 50006 w 1257300"/>
                    <a:gd name="connsiteY0" fmla="*/ 128124 h 1290174"/>
                    <a:gd name="connsiteX1" fmla="*/ 595312 w 1257300"/>
                    <a:gd name="connsiteY1" fmla="*/ 16205 h 1290174"/>
                    <a:gd name="connsiteX2" fmla="*/ 1257300 w 1257300"/>
                    <a:gd name="connsiteY2" fmla="*/ 1290174 h 1290174"/>
                    <a:gd name="connsiteX3" fmla="*/ 14287 w 1257300"/>
                    <a:gd name="connsiteY3" fmla="*/ 1290174 h 1290174"/>
                    <a:gd name="connsiteX4" fmla="*/ 0 w 1257300"/>
                    <a:gd name="connsiteY4" fmla="*/ 213851 h 1290174"/>
                    <a:gd name="connsiteX5" fmla="*/ 50006 w 1257300"/>
                    <a:gd name="connsiteY5" fmla="*/ 128124 h 1290174"/>
                    <a:gd name="connsiteX0" fmla="*/ 50119 w 1257413"/>
                    <a:gd name="connsiteY0" fmla="*/ 128124 h 1290174"/>
                    <a:gd name="connsiteX1" fmla="*/ 595425 w 1257413"/>
                    <a:gd name="connsiteY1" fmla="*/ 16205 h 1290174"/>
                    <a:gd name="connsiteX2" fmla="*/ 1257413 w 1257413"/>
                    <a:gd name="connsiteY2" fmla="*/ 1290174 h 1290174"/>
                    <a:gd name="connsiteX3" fmla="*/ 14400 w 1257413"/>
                    <a:gd name="connsiteY3" fmla="*/ 1290174 h 1290174"/>
                    <a:gd name="connsiteX4" fmla="*/ 113 w 1257413"/>
                    <a:gd name="connsiteY4" fmla="*/ 213851 h 1290174"/>
                    <a:gd name="connsiteX5" fmla="*/ 50119 w 1257413"/>
                    <a:gd name="connsiteY5" fmla="*/ 128124 h 1290174"/>
                    <a:gd name="connsiteX0" fmla="*/ 50611 w 1257905"/>
                    <a:gd name="connsiteY0" fmla="*/ 128124 h 1290174"/>
                    <a:gd name="connsiteX1" fmla="*/ 595917 w 1257905"/>
                    <a:gd name="connsiteY1" fmla="*/ 16205 h 1290174"/>
                    <a:gd name="connsiteX2" fmla="*/ 1257905 w 1257905"/>
                    <a:gd name="connsiteY2" fmla="*/ 1290174 h 1290174"/>
                    <a:gd name="connsiteX3" fmla="*/ 14892 w 1257905"/>
                    <a:gd name="connsiteY3" fmla="*/ 1290174 h 1290174"/>
                    <a:gd name="connsiteX4" fmla="*/ 605 w 1257905"/>
                    <a:gd name="connsiteY4" fmla="*/ 213851 h 1290174"/>
                    <a:gd name="connsiteX5" fmla="*/ 50611 w 1257905"/>
                    <a:gd name="connsiteY5" fmla="*/ 128124 h 1290174"/>
                    <a:gd name="connsiteX0" fmla="*/ 53298 w 1260592"/>
                    <a:gd name="connsiteY0" fmla="*/ 128124 h 1290174"/>
                    <a:gd name="connsiteX1" fmla="*/ 598604 w 1260592"/>
                    <a:gd name="connsiteY1" fmla="*/ 16205 h 1290174"/>
                    <a:gd name="connsiteX2" fmla="*/ 1260592 w 1260592"/>
                    <a:gd name="connsiteY2" fmla="*/ 1290174 h 1290174"/>
                    <a:gd name="connsiteX3" fmla="*/ 17579 w 1260592"/>
                    <a:gd name="connsiteY3" fmla="*/ 1290174 h 1290174"/>
                    <a:gd name="connsiteX4" fmla="*/ 3292 w 1260592"/>
                    <a:gd name="connsiteY4" fmla="*/ 213851 h 1290174"/>
                    <a:gd name="connsiteX5" fmla="*/ 53298 w 1260592"/>
                    <a:gd name="connsiteY5" fmla="*/ 128124 h 1290174"/>
                    <a:gd name="connsiteX0" fmla="*/ 53298 w 1260592"/>
                    <a:gd name="connsiteY0" fmla="*/ 128124 h 1290174"/>
                    <a:gd name="connsiteX1" fmla="*/ 598604 w 1260592"/>
                    <a:gd name="connsiteY1" fmla="*/ 16205 h 1290174"/>
                    <a:gd name="connsiteX2" fmla="*/ 1260592 w 1260592"/>
                    <a:gd name="connsiteY2" fmla="*/ 1290174 h 1290174"/>
                    <a:gd name="connsiteX3" fmla="*/ 17579 w 1260592"/>
                    <a:gd name="connsiteY3" fmla="*/ 1290174 h 1290174"/>
                    <a:gd name="connsiteX4" fmla="*/ 3293 w 1260592"/>
                    <a:gd name="connsiteY4" fmla="*/ 654382 h 1290174"/>
                    <a:gd name="connsiteX5" fmla="*/ 3292 w 1260592"/>
                    <a:gd name="connsiteY5" fmla="*/ 213851 h 1290174"/>
                    <a:gd name="connsiteX6" fmla="*/ 53298 w 1260592"/>
                    <a:gd name="connsiteY6" fmla="*/ 128124 h 1290174"/>
                    <a:gd name="connsiteX0" fmla="*/ 142874 w 1350168"/>
                    <a:gd name="connsiteY0" fmla="*/ 128124 h 1290174"/>
                    <a:gd name="connsiteX1" fmla="*/ 688180 w 1350168"/>
                    <a:gd name="connsiteY1" fmla="*/ 16205 h 1290174"/>
                    <a:gd name="connsiteX2" fmla="*/ 1350168 w 1350168"/>
                    <a:gd name="connsiteY2" fmla="*/ 1290174 h 1290174"/>
                    <a:gd name="connsiteX3" fmla="*/ 107155 w 1350168"/>
                    <a:gd name="connsiteY3" fmla="*/ 1290174 h 1290174"/>
                    <a:gd name="connsiteX4" fmla="*/ 0 w 1350168"/>
                    <a:gd name="connsiteY4" fmla="*/ 528175 h 1290174"/>
                    <a:gd name="connsiteX5" fmla="*/ 92868 w 1350168"/>
                    <a:gd name="connsiteY5" fmla="*/ 213851 h 1290174"/>
                    <a:gd name="connsiteX6" fmla="*/ 142874 w 1350168"/>
                    <a:gd name="connsiteY6" fmla="*/ 128124 h 1290174"/>
                    <a:gd name="connsiteX0" fmla="*/ 154780 w 1362074"/>
                    <a:gd name="connsiteY0" fmla="*/ 128124 h 1290174"/>
                    <a:gd name="connsiteX1" fmla="*/ 700086 w 1362074"/>
                    <a:gd name="connsiteY1" fmla="*/ 16205 h 1290174"/>
                    <a:gd name="connsiteX2" fmla="*/ 1362074 w 1362074"/>
                    <a:gd name="connsiteY2" fmla="*/ 1290174 h 1290174"/>
                    <a:gd name="connsiteX3" fmla="*/ 119061 w 1362074"/>
                    <a:gd name="connsiteY3" fmla="*/ 1290174 h 1290174"/>
                    <a:gd name="connsiteX4" fmla="*/ 0 w 1362074"/>
                    <a:gd name="connsiteY4" fmla="*/ 523412 h 1290174"/>
                    <a:gd name="connsiteX5" fmla="*/ 104774 w 1362074"/>
                    <a:gd name="connsiteY5" fmla="*/ 213851 h 1290174"/>
                    <a:gd name="connsiteX6" fmla="*/ 154780 w 1362074"/>
                    <a:gd name="connsiteY6" fmla="*/ 128124 h 1290174"/>
                    <a:gd name="connsiteX0" fmla="*/ 154780 w 1362074"/>
                    <a:gd name="connsiteY0" fmla="*/ 128124 h 1290174"/>
                    <a:gd name="connsiteX1" fmla="*/ 700086 w 1362074"/>
                    <a:gd name="connsiteY1" fmla="*/ 16205 h 1290174"/>
                    <a:gd name="connsiteX2" fmla="*/ 1362074 w 1362074"/>
                    <a:gd name="connsiteY2" fmla="*/ 1290174 h 1290174"/>
                    <a:gd name="connsiteX3" fmla="*/ 119061 w 1362074"/>
                    <a:gd name="connsiteY3" fmla="*/ 1290174 h 1290174"/>
                    <a:gd name="connsiteX4" fmla="*/ 0 w 1362074"/>
                    <a:gd name="connsiteY4" fmla="*/ 523412 h 1290174"/>
                    <a:gd name="connsiteX5" fmla="*/ 104774 w 1362074"/>
                    <a:gd name="connsiteY5" fmla="*/ 213851 h 1290174"/>
                    <a:gd name="connsiteX6" fmla="*/ 154780 w 1362074"/>
                    <a:gd name="connsiteY6" fmla="*/ 128124 h 1290174"/>
                    <a:gd name="connsiteX0" fmla="*/ 159542 w 1366836"/>
                    <a:gd name="connsiteY0" fmla="*/ 128124 h 1290174"/>
                    <a:gd name="connsiteX1" fmla="*/ 704848 w 1366836"/>
                    <a:gd name="connsiteY1" fmla="*/ 16205 h 1290174"/>
                    <a:gd name="connsiteX2" fmla="*/ 1366836 w 1366836"/>
                    <a:gd name="connsiteY2" fmla="*/ 1290174 h 1290174"/>
                    <a:gd name="connsiteX3" fmla="*/ 123823 w 1366836"/>
                    <a:gd name="connsiteY3" fmla="*/ 1290174 h 1290174"/>
                    <a:gd name="connsiteX4" fmla="*/ 0 w 1366836"/>
                    <a:gd name="connsiteY4" fmla="*/ 530556 h 1290174"/>
                    <a:gd name="connsiteX5" fmla="*/ 109536 w 1366836"/>
                    <a:gd name="connsiteY5" fmla="*/ 213851 h 1290174"/>
                    <a:gd name="connsiteX6" fmla="*/ 159542 w 1366836"/>
                    <a:gd name="connsiteY6" fmla="*/ 128124 h 1290174"/>
                    <a:gd name="connsiteX0" fmla="*/ 159542 w 1366836"/>
                    <a:gd name="connsiteY0" fmla="*/ 128124 h 1290174"/>
                    <a:gd name="connsiteX1" fmla="*/ 704848 w 1366836"/>
                    <a:gd name="connsiteY1" fmla="*/ 16205 h 1290174"/>
                    <a:gd name="connsiteX2" fmla="*/ 1366836 w 1366836"/>
                    <a:gd name="connsiteY2" fmla="*/ 1290174 h 1290174"/>
                    <a:gd name="connsiteX3" fmla="*/ 123823 w 1366836"/>
                    <a:gd name="connsiteY3" fmla="*/ 1290174 h 1290174"/>
                    <a:gd name="connsiteX4" fmla="*/ 0 w 1366836"/>
                    <a:gd name="connsiteY4" fmla="*/ 530556 h 1290174"/>
                    <a:gd name="connsiteX5" fmla="*/ 109536 w 1366836"/>
                    <a:gd name="connsiteY5" fmla="*/ 213851 h 1290174"/>
                    <a:gd name="connsiteX6" fmla="*/ 159542 w 1366836"/>
                    <a:gd name="connsiteY6" fmla="*/ 128124 h 1290174"/>
                    <a:gd name="connsiteX0" fmla="*/ 159542 w 1366836"/>
                    <a:gd name="connsiteY0" fmla="*/ 128124 h 1290174"/>
                    <a:gd name="connsiteX1" fmla="*/ 704848 w 1366836"/>
                    <a:gd name="connsiteY1" fmla="*/ 16205 h 1290174"/>
                    <a:gd name="connsiteX2" fmla="*/ 1366836 w 1366836"/>
                    <a:gd name="connsiteY2" fmla="*/ 1290174 h 1290174"/>
                    <a:gd name="connsiteX3" fmla="*/ 123823 w 1366836"/>
                    <a:gd name="connsiteY3" fmla="*/ 1290174 h 1290174"/>
                    <a:gd name="connsiteX4" fmla="*/ 0 w 1366836"/>
                    <a:gd name="connsiteY4" fmla="*/ 530556 h 1290174"/>
                    <a:gd name="connsiteX5" fmla="*/ 109536 w 1366836"/>
                    <a:gd name="connsiteY5" fmla="*/ 213851 h 1290174"/>
                    <a:gd name="connsiteX6" fmla="*/ 159542 w 1366836"/>
                    <a:gd name="connsiteY6" fmla="*/ 128124 h 1290174"/>
                    <a:gd name="connsiteX0" fmla="*/ 159542 w 1366836"/>
                    <a:gd name="connsiteY0" fmla="*/ 128124 h 1290174"/>
                    <a:gd name="connsiteX1" fmla="*/ 704848 w 1366836"/>
                    <a:gd name="connsiteY1" fmla="*/ 16205 h 1290174"/>
                    <a:gd name="connsiteX2" fmla="*/ 1366836 w 1366836"/>
                    <a:gd name="connsiteY2" fmla="*/ 1290174 h 1290174"/>
                    <a:gd name="connsiteX3" fmla="*/ 123823 w 1366836"/>
                    <a:gd name="connsiteY3" fmla="*/ 1290174 h 1290174"/>
                    <a:gd name="connsiteX4" fmla="*/ 0 w 1366836"/>
                    <a:gd name="connsiteY4" fmla="*/ 530556 h 1290174"/>
                    <a:gd name="connsiteX5" fmla="*/ 109536 w 1366836"/>
                    <a:gd name="connsiteY5" fmla="*/ 213851 h 1290174"/>
                    <a:gd name="connsiteX6" fmla="*/ 159542 w 1366836"/>
                    <a:gd name="connsiteY6" fmla="*/ 128124 h 1290174"/>
                    <a:gd name="connsiteX0" fmla="*/ 159542 w 1366836"/>
                    <a:gd name="connsiteY0" fmla="*/ 128124 h 1290174"/>
                    <a:gd name="connsiteX1" fmla="*/ 704848 w 1366836"/>
                    <a:gd name="connsiteY1" fmla="*/ 16205 h 1290174"/>
                    <a:gd name="connsiteX2" fmla="*/ 1366836 w 1366836"/>
                    <a:gd name="connsiteY2" fmla="*/ 1290174 h 1290174"/>
                    <a:gd name="connsiteX3" fmla="*/ 123823 w 1366836"/>
                    <a:gd name="connsiteY3" fmla="*/ 1290174 h 1290174"/>
                    <a:gd name="connsiteX4" fmla="*/ 0 w 1366836"/>
                    <a:gd name="connsiteY4" fmla="*/ 530556 h 1290174"/>
                    <a:gd name="connsiteX5" fmla="*/ 109536 w 1366836"/>
                    <a:gd name="connsiteY5" fmla="*/ 213851 h 1290174"/>
                    <a:gd name="connsiteX6" fmla="*/ 159542 w 1366836"/>
                    <a:gd name="connsiteY6" fmla="*/ 128124 h 1290174"/>
                    <a:gd name="connsiteX0" fmla="*/ 159542 w 1366836"/>
                    <a:gd name="connsiteY0" fmla="*/ 128124 h 1290174"/>
                    <a:gd name="connsiteX1" fmla="*/ 704848 w 1366836"/>
                    <a:gd name="connsiteY1" fmla="*/ 16205 h 1290174"/>
                    <a:gd name="connsiteX2" fmla="*/ 1366836 w 1366836"/>
                    <a:gd name="connsiteY2" fmla="*/ 1290174 h 1290174"/>
                    <a:gd name="connsiteX3" fmla="*/ 123823 w 1366836"/>
                    <a:gd name="connsiteY3" fmla="*/ 1290174 h 1290174"/>
                    <a:gd name="connsiteX4" fmla="*/ 0 w 1366836"/>
                    <a:gd name="connsiteY4" fmla="*/ 530556 h 1290174"/>
                    <a:gd name="connsiteX5" fmla="*/ 104773 w 1366836"/>
                    <a:gd name="connsiteY5" fmla="*/ 213851 h 1290174"/>
                    <a:gd name="connsiteX6" fmla="*/ 159542 w 1366836"/>
                    <a:gd name="connsiteY6" fmla="*/ 128124 h 1290174"/>
                    <a:gd name="connsiteX0" fmla="*/ 159542 w 1366836"/>
                    <a:gd name="connsiteY0" fmla="*/ 128124 h 1290174"/>
                    <a:gd name="connsiteX1" fmla="*/ 704848 w 1366836"/>
                    <a:gd name="connsiteY1" fmla="*/ 16205 h 1290174"/>
                    <a:gd name="connsiteX2" fmla="*/ 1366836 w 1366836"/>
                    <a:gd name="connsiteY2" fmla="*/ 1290174 h 1290174"/>
                    <a:gd name="connsiteX3" fmla="*/ 123823 w 1366836"/>
                    <a:gd name="connsiteY3" fmla="*/ 1290174 h 1290174"/>
                    <a:gd name="connsiteX4" fmla="*/ 52387 w 1366836"/>
                    <a:gd name="connsiteY4" fmla="*/ 871076 h 1290174"/>
                    <a:gd name="connsiteX5" fmla="*/ 0 w 1366836"/>
                    <a:gd name="connsiteY5" fmla="*/ 530556 h 1290174"/>
                    <a:gd name="connsiteX6" fmla="*/ 104773 w 1366836"/>
                    <a:gd name="connsiteY6" fmla="*/ 213851 h 1290174"/>
                    <a:gd name="connsiteX7" fmla="*/ 159542 w 1366836"/>
                    <a:gd name="connsiteY7" fmla="*/ 128124 h 1290174"/>
                    <a:gd name="connsiteX0" fmla="*/ 159542 w 1366836"/>
                    <a:gd name="connsiteY0" fmla="*/ 128124 h 1290174"/>
                    <a:gd name="connsiteX1" fmla="*/ 704848 w 1366836"/>
                    <a:gd name="connsiteY1" fmla="*/ 16205 h 1290174"/>
                    <a:gd name="connsiteX2" fmla="*/ 1366836 w 1366836"/>
                    <a:gd name="connsiteY2" fmla="*/ 1290174 h 1290174"/>
                    <a:gd name="connsiteX3" fmla="*/ 123823 w 1366836"/>
                    <a:gd name="connsiteY3" fmla="*/ 1290174 h 1290174"/>
                    <a:gd name="connsiteX4" fmla="*/ 169069 w 1366836"/>
                    <a:gd name="connsiteY4" fmla="*/ 578182 h 1290174"/>
                    <a:gd name="connsiteX5" fmla="*/ 0 w 1366836"/>
                    <a:gd name="connsiteY5" fmla="*/ 530556 h 1290174"/>
                    <a:gd name="connsiteX6" fmla="*/ 104773 w 1366836"/>
                    <a:gd name="connsiteY6" fmla="*/ 213851 h 1290174"/>
                    <a:gd name="connsiteX7" fmla="*/ 159542 w 1366836"/>
                    <a:gd name="connsiteY7" fmla="*/ 128124 h 1290174"/>
                    <a:gd name="connsiteX0" fmla="*/ 159542 w 1366836"/>
                    <a:gd name="connsiteY0" fmla="*/ 128124 h 1290174"/>
                    <a:gd name="connsiteX1" fmla="*/ 704848 w 1366836"/>
                    <a:gd name="connsiteY1" fmla="*/ 16205 h 1290174"/>
                    <a:gd name="connsiteX2" fmla="*/ 1366836 w 1366836"/>
                    <a:gd name="connsiteY2" fmla="*/ 1290174 h 1290174"/>
                    <a:gd name="connsiteX3" fmla="*/ 123823 w 1366836"/>
                    <a:gd name="connsiteY3" fmla="*/ 1290174 h 1290174"/>
                    <a:gd name="connsiteX4" fmla="*/ 169069 w 1366836"/>
                    <a:gd name="connsiteY4" fmla="*/ 578182 h 1290174"/>
                    <a:gd name="connsiteX5" fmla="*/ 0 w 1366836"/>
                    <a:gd name="connsiteY5" fmla="*/ 537700 h 1290174"/>
                    <a:gd name="connsiteX6" fmla="*/ 104773 w 1366836"/>
                    <a:gd name="connsiteY6" fmla="*/ 213851 h 1290174"/>
                    <a:gd name="connsiteX7" fmla="*/ 159542 w 1366836"/>
                    <a:gd name="connsiteY7" fmla="*/ 128124 h 1290174"/>
                    <a:gd name="connsiteX0" fmla="*/ 159542 w 1366836"/>
                    <a:gd name="connsiteY0" fmla="*/ 128124 h 1290174"/>
                    <a:gd name="connsiteX1" fmla="*/ 704848 w 1366836"/>
                    <a:gd name="connsiteY1" fmla="*/ 16205 h 1290174"/>
                    <a:gd name="connsiteX2" fmla="*/ 1366836 w 1366836"/>
                    <a:gd name="connsiteY2" fmla="*/ 1290174 h 1290174"/>
                    <a:gd name="connsiteX3" fmla="*/ 123823 w 1366836"/>
                    <a:gd name="connsiteY3" fmla="*/ 1290174 h 1290174"/>
                    <a:gd name="connsiteX4" fmla="*/ 152399 w 1366836"/>
                    <a:gd name="connsiteY4" fmla="*/ 871076 h 1290174"/>
                    <a:gd name="connsiteX5" fmla="*/ 169069 w 1366836"/>
                    <a:gd name="connsiteY5" fmla="*/ 578182 h 1290174"/>
                    <a:gd name="connsiteX6" fmla="*/ 0 w 1366836"/>
                    <a:gd name="connsiteY6" fmla="*/ 537700 h 1290174"/>
                    <a:gd name="connsiteX7" fmla="*/ 104773 w 1366836"/>
                    <a:gd name="connsiteY7" fmla="*/ 213851 h 1290174"/>
                    <a:gd name="connsiteX8" fmla="*/ 159542 w 1366836"/>
                    <a:gd name="connsiteY8" fmla="*/ 128124 h 1290174"/>
                    <a:gd name="connsiteX0" fmla="*/ 159542 w 1366836"/>
                    <a:gd name="connsiteY0" fmla="*/ 128124 h 1290174"/>
                    <a:gd name="connsiteX1" fmla="*/ 704848 w 1366836"/>
                    <a:gd name="connsiteY1" fmla="*/ 16205 h 1290174"/>
                    <a:gd name="connsiteX2" fmla="*/ 1366836 w 1366836"/>
                    <a:gd name="connsiteY2" fmla="*/ 1290174 h 1290174"/>
                    <a:gd name="connsiteX3" fmla="*/ 123823 w 1366836"/>
                    <a:gd name="connsiteY3" fmla="*/ 1290174 h 1290174"/>
                    <a:gd name="connsiteX4" fmla="*/ 278605 w 1366836"/>
                    <a:gd name="connsiteY4" fmla="*/ 282908 h 1290174"/>
                    <a:gd name="connsiteX5" fmla="*/ 169069 w 1366836"/>
                    <a:gd name="connsiteY5" fmla="*/ 578182 h 1290174"/>
                    <a:gd name="connsiteX6" fmla="*/ 0 w 1366836"/>
                    <a:gd name="connsiteY6" fmla="*/ 537700 h 1290174"/>
                    <a:gd name="connsiteX7" fmla="*/ 104773 w 1366836"/>
                    <a:gd name="connsiteY7" fmla="*/ 213851 h 1290174"/>
                    <a:gd name="connsiteX8" fmla="*/ 159542 w 1366836"/>
                    <a:gd name="connsiteY8" fmla="*/ 128124 h 1290174"/>
                    <a:gd name="connsiteX0" fmla="*/ 159542 w 1366836"/>
                    <a:gd name="connsiteY0" fmla="*/ 128124 h 1290174"/>
                    <a:gd name="connsiteX1" fmla="*/ 704848 w 1366836"/>
                    <a:gd name="connsiteY1" fmla="*/ 16205 h 1290174"/>
                    <a:gd name="connsiteX2" fmla="*/ 1366836 w 1366836"/>
                    <a:gd name="connsiteY2" fmla="*/ 1290174 h 1290174"/>
                    <a:gd name="connsiteX3" fmla="*/ 123823 w 1366836"/>
                    <a:gd name="connsiteY3" fmla="*/ 1290174 h 1290174"/>
                    <a:gd name="connsiteX4" fmla="*/ 278605 w 1366836"/>
                    <a:gd name="connsiteY4" fmla="*/ 282908 h 1290174"/>
                    <a:gd name="connsiteX5" fmla="*/ 180975 w 1366836"/>
                    <a:gd name="connsiteY5" fmla="*/ 590088 h 1290174"/>
                    <a:gd name="connsiteX6" fmla="*/ 0 w 1366836"/>
                    <a:gd name="connsiteY6" fmla="*/ 537700 h 1290174"/>
                    <a:gd name="connsiteX7" fmla="*/ 104773 w 1366836"/>
                    <a:gd name="connsiteY7" fmla="*/ 213851 h 1290174"/>
                    <a:gd name="connsiteX8" fmla="*/ 159542 w 1366836"/>
                    <a:gd name="connsiteY8" fmla="*/ 128124 h 1290174"/>
                    <a:gd name="connsiteX0" fmla="*/ 159542 w 1366836"/>
                    <a:gd name="connsiteY0" fmla="*/ 128124 h 1290174"/>
                    <a:gd name="connsiteX1" fmla="*/ 704848 w 1366836"/>
                    <a:gd name="connsiteY1" fmla="*/ 16205 h 1290174"/>
                    <a:gd name="connsiteX2" fmla="*/ 1366836 w 1366836"/>
                    <a:gd name="connsiteY2" fmla="*/ 1290174 h 1290174"/>
                    <a:gd name="connsiteX3" fmla="*/ 123823 w 1366836"/>
                    <a:gd name="connsiteY3" fmla="*/ 1290174 h 1290174"/>
                    <a:gd name="connsiteX4" fmla="*/ 207168 w 1366836"/>
                    <a:gd name="connsiteY4" fmla="*/ 778207 h 1290174"/>
                    <a:gd name="connsiteX5" fmla="*/ 278605 w 1366836"/>
                    <a:gd name="connsiteY5" fmla="*/ 282908 h 1290174"/>
                    <a:gd name="connsiteX6" fmla="*/ 180975 w 1366836"/>
                    <a:gd name="connsiteY6" fmla="*/ 590088 h 1290174"/>
                    <a:gd name="connsiteX7" fmla="*/ 0 w 1366836"/>
                    <a:gd name="connsiteY7" fmla="*/ 537700 h 1290174"/>
                    <a:gd name="connsiteX8" fmla="*/ 104773 w 1366836"/>
                    <a:gd name="connsiteY8" fmla="*/ 213851 h 1290174"/>
                    <a:gd name="connsiteX9" fmla="*/ 159542 w 1366836"/>
                    <a:gd name="connsiteY9" fmla="*/ 128124 h 1290174"/>
                    <a:gd name="connsiteX0" fmla="*/ 159542 w 1366836"/>
                    <a:gd name="connsiteY0" fmla="*/ 128124 h 1290174"/>
                    <a:gd name="connsiteX1" fmla="*/ 704848 w 1366836"/>
                    <a:gd name="connsiteY1" fmla="*/ 16205 h 1290174"/>
                    <a:gd name="connsiteX2" fmla="*/ 1366836 w 1366836"/>
                    <a:gd name="connsiteY2" fmla="*/ 1290174 h 1290174"/>
                    <a:gd name="connsiteX3" fmla="*/ 123823 w 1366836"/>
                    <a:gd name="connsiteY3" fmla="*/ 1290174 h 1290174"/>
                    <a:gd name="connsiteX4" fmla="*/ 583405 w 1366836"/>
                    <a:gd name="connsiteY4" fmla="*/ 256713 h 1290174"/>
                    <a:gd name="connsiteX5" fmla="*/ 278605 w 1366836"/>
                    <a:gd name="connsiteY5" fmla="*/ 282908 h 1290174"/>
                    <a:gd name="connsiteX6" fmla="*/ 180975 w 1366836"/>
                    <a:gd name="connsiteY6" fmla="*/ 590088 h 1290174"/>
                    <a:gd name="connsiteX7" fmla="*/ 0 w 1366836"/>
                    <a:gd name="connsiteY7" fmla="*/ 537700 h 1290174"/>
                    <a:gd name="connsiteX8" fmla="*/ 104773 w 1366836"/>
                    <a:gd name="connsiteY8" fmla="*/ 213851 h 1290174"/>
                    <a:gd name="connsiteX9" fmla="*/ 159542 w 1366836"/>
                    <a:gd name="connsiteY9" fmla="*/ 128124 h 1290174"/>
                    <a:gd name="connsiteX0" fmla="*/ 159542 w 1366836"/>
                    <a:gd name="connsiteY0" fmla="*/ 128124 h 1290174"/>
                    <a:gd name="connsiteX1" fmla="*/ 704848 w 1366836"/>
                    <a:gd name="connsiteY1" fmla="*/ 16205 h 1290174"/>
                    <a:gd name="connsiteX2" fmla="*/ 1366836 w 1366836"/>
                    <a:gd name="connsiteY2" fmla="*/ 1290174 h 1290174"/>
                    <a:gd name="connsiteX3" fmla="*/ 123823 w 1366836"/>
                    <a:gd name="connsiteY3" fmla="*/ 1290174 h 1290174"/>
                    <a:gd name="connsiteX4" fmla="*/ 583405 w 1366836"/>
                    <a:gd name="connsiteY4" fmla="*/ 256713 h 1290174"/>
                    <a:gd name="connsiteX5" fmla="*/ 276223 w 1366836"/>
                    <a:gd name="connsiteY5" fmla="*/ 301958 h 1290174"/>
                    <a:gd name="connsiteX6" fmla="*/ 180975 w 1366836"/>
                    <a:gd name="connsiteY6" fmla="*/ 590088 h 1290174"/>
                    <a:gd name="connsiteX7" fmla="*/ 0 w 1366836"/>
                    <a:gd name="connsiteY7" fmla="*/ 537700 h 1290174"/>
                    <a:gd name="connsiteX8" fmla="*/ 104773 w 1366836"/>
                    <a:gd name="connsiteY8" fmla="*/ 213851 h 1290174"/>
                    <a:gd name="connsiteX9" fmla="*/ 159542 w 1366836"/>
                    <a:gd name="connsiteY9" fmla="*/ 128124 h 1290174"/>
                    <a:gd name="connsiteX0" fmla="*/ 159542 w 1366836"/>
                    <a:gd name="connsiteY0" fmla="*/ 128124 h 1290174"/>
                    <a:gd name="connsiteX1" fmla="*/ 704848 w 1366836"/>
                    <a:gd name="connsiteY1" fmla="*/ 16205 h 1290174"/>
                    <a:gd name="connsiteX2" fmla="*/ 1366836 w 1366836"/>
                    <a:gd name="connsiteY2" fmla="*/ 1290174 h 1290174"/>
                    <a:gd name="connsiteX3" fmla="*/ 123823 w 1366836"/>
                    <a:gd name="connsiteY3" fmla="*/ 1290174 h 1290174"/>
                    <a:gd name="connsiteX4" fmla="*/ 571499 w 1366836"/>
                    <a:gd name="connsiteY4" fmla="*/ 266238 h 1290174"/>
                    <a:gd name="connsiteX5" fmla="*/ 276223 w 1366836"/>
                    <a:gd name="connsiteY5" fmla="*/ 301958 h 1290174"/>
                    <a:gd name="connsiteX6" fmla="*/ 180975 w 1366836"/>
                    <a:gd name="connsiteY6" fmla="*/ 590088 h 1290174"/>
                    <a:gd name="connsiteX7" fmla="*/ 0 w 1366836"/>
                    <a:gd name="connsiteY7" fmla="*/ 537700 h 1290174"/>
                    <a:gd name="connsiteX8" fmla="*/ 104773 w 1366836"/>
                    <a:gd name="connsiteY8" fmla="*/ 213851 h 1290174"/>
                    <a:gd name="connsiteX9" fmla="*/ 159542 w 1366836"/>
                    <a:gd name="connsiteY9" fmla="*/ 128124 h 1290174"/>
                    <a:gd name="connsiteX0" fmla="*/ 159542 w 1366836"/>
                    <a:gd name="connsiteY0" fmla="*/ 128124 h 1290174"/>
                    <a:gd name="connsiteX1" fmla="*/ 704848 w 1366836"/>
                    <a:gd name="connsiteY1" fmla="*/ 16205 h 1290174"/>
                    <a:gd name="connsiteX2" fmla="*/ 1366836 w 1366836"/>
                    <a:gd name="connsiteY2" fmla="*/ 1290174 h 1290174"/>
                    <a:gd name="connsiteX3" fmla="*/ 123823 w 1366836"/>
                    <a:gd name="connsiteY3" fmla="*/ 1290174 h 1290174"/>
                    <a:gd name="connsiteX4" fmla="*/ 583405 w 1366836"/>
                    <a:gd name="connsiteY4" fmla="*/ 261476 h 1290174"/>
                    <a:gd name="connsiteX5" fmla="*/ 276223 w 1366836"/>
                    <a:gd name="connsiteY5" fmla="*/ 301958 h 1290174"/>
                    <a:gd name="connsiteX6" fmla="*/ 180975 w 1366836"/>
                    <a:gd name="connsiteY6" fmla="*/ 590088 h 1290174"/>
                    <a:gd name="connsiteX7" fmla="*/ 0 w 1366836"/>
                    <a:gd name="connsiteY7" fmla="*/ 537700 h 1290174"/>
                    <a:gd name="connsiteX8" fmla="*/ 104773 w 1366836"/>
                    <a:gd name="connsiteY8" fmla="*/ 213851 h 1290174"/>
                    <a:gd name="connsiteX9" fmla="*/ 159542 w 1366836"/>
                    <a:gd name="connsiteY9" fmla="*/ 128124 h 1290174"/>
                    <a:gd name="connsiteX0" fmla="*/ 159542 w 1366836"/>
                    <a:gd name="connsiteY0" fmla="*/ 128124 h 1290174"/>
                    <a:gd name="connsiteX1" fmla="*/ 704848 w 1366836"/>
                    <a:gd name="connsiteY1" fmla="*/ 16205 h 1290174"/>
                    <a:gd name="connsiteX2" fmla="*/ 1366836 w 1366836"/>
                    <a:gd name="connsiteY2" fmla="*/ 1290174 h 1290174"/>
                    <a:gd name="connsiteX3" fmla="*/ 123823 w 1366836"/>
                    <a:gd name="connsiteY3" fmla="*/ 1290174 h 1290174"/>
                    <a:gd name="connsiteX4" fmla="*/ 402430 w 1366836"/>
                    <a:gd name="connsiteY4" fmla="*/ 659145 h 1290174"/>
                    <a:gd name="connsiteX5" fmla="*/ 583405 w 1366836"/>
                    <a:gd name="connsiteY5" fmla="*/ 261476 h 1290174"/>
                    <a:gd name="connsiteX6" fmla="*/ 276223 w 1366836"/>
                    <a:gd name="connsiteY6" fmla="*/ 301958 h 1290174"/>
                    <a:gd name="connsiteX7" fmla="*/ 180975 w 1366836"/>
                    <a:gd name="connsiteY7" fmla="*/ 590088 h 1290174"/>
                    <a:gd name="connsiteX8" fmla="*/ 0 w 1366836"/>
                    <a:gd name="connsiteY8" fmla="*/ 537700 h 1290174"/>
                    <a:gd name="connsiteX9" fmla="*/ 104773 w 1366836"/>
                    <a:gd name="connsiteY9" fmla="*/ 213851 h 1290174"/>
                    <a:gd name="connsiteX10" fmla="*/ 159542 w 1366836"/>
                    <a:gd name="connsiteY10" fmla="*/ 128124 h 1290174"/>
                    <a:gd name="connsiteX0" fmla="*/ 159542 w 1366836"/>
                    <a:gd name="connsiteY0" fmla="*/ 128124 h 1290174"/>
                    <a:gd name="connsiteX1" fmla="*/ 704848 w 1366836"/>
                    <a:gd name="connsiteY1" fmla="*/ 16205 h 1290174"/>
                    <a:gd name="connsiteX2" fmla="*/ 1366836 w 1366836"/>
                    <a:gd name="connsiteY2" fmla="*/ 1290174 h 1290174"/>
                    <a:gd name="connsiteX3" fmla="*/ 123823 w 1366836"/>
                    <a:gd name="connsiteY3" fmla="*/ 1290174 h 1290174"/>
                    <a:gd name="connsiteX4" fmla="*/ 659605 w 1366836"/>
                    <a:gd name="connsiteY4" fmla="*/ 404351 h 1290174"/>
                    <a:gd name="connsiteX5" fmla="*/ 583405 w 1366836"/>
                    <a:gd name="connsiteY5" fmla="*/ 261476 h 1290174"/>
                    <a:gd name="connsiteX6" fmla="*/ 276223 w 1366836"/>
                    <a:gd name="connsiteY6" fmla="*/ 301958 h 1290174"/>
                    <a:gd name="connsiteX7" fmla="*/ 180975 w 1366836"/>
                    <a:gd name="connsiteY7" fmla="*/ 590088 h 1290174"/>
                    <a:gd name="connsiteX8" fmla="*/ 0 w 1366836"/>
                    <a:gd name="connsiteY8" fmla="*/ 537700 h 1290174"/>
                    <a:gd name="connsiteX9" fmla="*/ 104773 w 1366836"/>
                    <a:gd name="connsiteY9" fmla="*/ 213851 h 1290174"/>
                    <a:gd name="connsiteX10" fmla="*/ 159542 w 1366836"/>
                    <a:gd name="connsiteY10" fmla="*/ 128124 h 1290174"/>
                    <a:gd name="connsiteX0" fmla="*/ 159542 w 1366836"/>
                    <a:gd name="connsiteY0" fmla="*/ 128124 h 1290174"/>
                    <a:gd name="connsiteX1" fmla="*/ 704848 w 1366836"/>
                    <a:gd name="connsiteY1" fmla="*/ 16205 h 1290174"/>
                    <a:gd name="connsiteX2" fmla="*/ 1366836 w 1366836"/>
                    <a:gd name="connsiteY2" fmla="*/ 1290174 h 1290174"/>
                    <a:gd name="connsiteX3" fmla="*/ 123823 w 1366836"/>
                    <a:gd name="connsiteY3" fmla="*/ 1290174 h 1290174"/>
                    <a:gd name="connsiteX4" fmla="*/ 659605 w 1366836"/>
                    <a:gd name="connsiteY4" fmla="*/ 404351 h 1290174"/>
                    <a:gd name="connsiteX5" fmla="*/ 573880 w 1366836"/>
                    <a:gd name="connsiteY5" fmla="*/ 263857 h 1290174"/>
                    <a:gd name="connsiteX6" fmla="*/ 276223 w 1366836"/>
                    <a:gd name="connsiteY6" fmla="*/ 301958 h 1290174"/>
                    <a:gd name="connsiteX7" fmla="*/ 180975 w 1366836"/>
                    <a:gd name="connsiteY7" fmla="*/ 590088 h 1290174"/>
                    <a:gd name="connsiteX8" fmla="*/ 0 w 1366836"/>
                    <a:gd name="connsiteY8" fmla="*/ 537700 h 1290174"/>
                    <a:gd name="connsiteX9" fmla="*/ 104773 w 1366836"/>
                    <a:gd name="connsiteY9" fmla="*/ 213851 h 1290174"/>
                    <a:gd name="connsiteX10" fmla="*/ 159542 w 1366836"/>
                    <a:gd name="connsiteY10" fmla="*/ 128124 h 1290174"/>
                    <a:gd name="connsiteX0" fmla="*/ 159542 w 1366836"/>
                    <a:gd name="connsiteY0" fmla="*/ 128124 h 1290174"/>
                    <a:gd name="connsiteX1" fmla="*/ 704848 w 1366836"/>
                    <a:gd name="connsiteY1" fmla="*/ 16205 h 1290174"/>
                    <a:gd name="connsiteX2" fmla="*/ 1366836 w 1366836"/>
                    <a:gd name="connsiteY2" fmla="*/ 1290174 h 1290174"/>
                    <a:gd name="connsiteX3" fmla="*/ 123823 w 1366836"/>
                    <a:gd name="connsiteY3" fmla="*/ 1290174 h 1290174"/>
                    <a:gd name="connsiteX4" fmla="*/ 659605 w 1366836"/>
                    <a:gd name="connsiteY4" fmla="*/ 404351 h 1290174"/>
                    <a:gd name="connsiteX5" fmla="*/ 573880 w 1366836"/>
                    <a:gd name="connsiteY5" fmla="*/ 263857 h 1290174"/>
                    <a:gd name="connsiteX6" fmla="*/ 276223 w 1366836"/>
                    <a:gd name="connsiteY6" fmla="*/ 301958 h 1290174"/>
                    <a:gd name="connsiteX7" fmla="*/ 180975 w 1366836"/>
                    <a:gd name="connsiteY7" fmla="*/ 590088 h 1290174"/>
                    <a:gd name="connsiteX8" fmla="*/ 0 w 1366836"/>
                    <a:gd name="connsiteY8" fmla="*/ 537700 h 1290174"/>
                    <a:gd name="connsiteX9" fmla="*/ 104773 w 1366836"/>
                    <a:gd name="connsiteY9" fmla="*/ 213851 h 1290174"/>
                    <a:gd name="connsiteX10" fmla="*/ 159542 w 1366836"/>
                    <a:gd name="connsiteY10" fmla="*/ 128124 h 1290174"/>
                    <a:gd name="connsiteX0" fmla="*/ 159542 w 1366836"/>
                    <a:gd name="connsiteY0" fmla="*/ 128124 h 1290174"/>
                    <a:gd name="connsiteX1" fmla="*/ 704848 w 1366836"/>
                    <a:gd name="connsiteY1" fmla="*/ 16205 h 1290174"/>
                    <a:gd name="connsiteX2" fmla="*/ 1366836 w 1366836"/>
                    <a:gd name="connsiteY2" fmla="*/ 1290174 h 1290174"/>
                    <a:gd name="connsiteX3" fmla="*/ 123823 w 1366836"/>
                    <a:gd name="connsiteY3" fmla="*/ 1290174 h 1290174"/>
                    <a:gd name="connsiteX4" fmla="*/ 659605 w 1366836"/>
                    <a:gd name="connsiteY4" fmla="*/ 404351 h 1290174"/>
                    <a:gd name="connsiteX5" fmla="*/ 573880 w 1366836"/>
                    <a:gd name="connsiteY5" fmla="*/ 263857 h 1290174"/>
                    <a:gd name="connsiteX6" fmla="*/ 276223 w 1366836"/>
                    <a:gd name="connsiteY6" fmla="*/ 301958 h 1290174"/>
                    <a:gd name="connsiteX7" fmla="*/ 180975 w 1366836"/>
                    <a:gd name="connsiteY7" fmla="*/ 590088 h 1290174"/>
                    <a:gd name="connsiteX8" fmla="*/ 0 w 1366836"/>
                    <a:gd name="connsiteY8" fmla="*/ 537700 h 1290174"/>
                    <a:gd name="connsiteX9" fmla="*/ 104773 w 1366836"/>
                    <a:gd name="connsiteY9" fmla="*/ 213851 h 1290174"/>
                    <a:gd name="connsiteX10" fmla="*/ 159542 w 1366836"/>
                    <a:gd name="connsiteY10" fmla="*/ 128124 h 1290174"/>
                    <a:gd name="connsiteX0" fmla="*/ 159542 w 1366836"/>
                    <a:gd name="connsiteY0" fmla="*/ 128124 h 1290174"/>
                    <a:gd name="connsiteX1" fmla="*/ 704848 w 1366836"/>
                    <a:gd name="connsiteY1" fmla="*/ 16205 h 1290174"/>
                    <a:gd name="connsiteX2" fmla="*/ 1366836 w 1366836"/>
                    <a:gd name="connsiteY2" fmla="*/ 1290174 h 1290174"/>
                    <a:gd name="connsiteX3" fmla="*/ 123823 w 1366836"/>
                    <a:gd name="connsiteY3" fmla="*/ 1290174 h 1290174"/>
                    <a:gd name="connsiteX4" fmla="*/ 652461 w 1366836"/>
                    <a:gd name="connsiteY4" fmla="*/ 409114 h 1290174"/>
                    <a:gd name="connsiteX5" fmla="*/ 573880 w 1366836"/>
                    <a:gd name="connsiteY5" fmla="*/ 263857 h 1290174"/>
                    <a:gd name="connsiteX6" fmla="*/ 276223 w 1366836"/>
                    <a:gd name="connsiteY6" fmla="*/ 301958 h 1290174"/>
                    <a:gd name="connsiteX7" fmla="*/ 180975 w 1366836"/>
                    <a:gd name="connsiteY7" fmla="*/ 590088 h 1290174"/>
                    <a:gd name="connsiteX8" fmla="*/ 0 w 1366836"/>
                    <a:gd name="connsiteY8" fmla="*/ 537700 h 1290174"/>
                    <a:gd name="connsiteX9" fmla="*/ 104773 w 1366836"/>
                    <a:gd name="connsiteY9" fmla="*/ 213851 h 1290174"/>
                    <a:gd name="connsiteX10" fmla="*/ 159542 w 1366836"/>
                    <a:gd name="connsiteY10" fmla="*/ 128124 h 1290174"/>
                    <a:gd name="connsiteX0" fmla="*/ 159542 w 1366836"/>
                    <a:gd name="connsiteY0" fmla="*/ 128124 h 1290174"/>
                    <a:gd name="connsiteX1" fmla="*/ 704848 w 1366836"/>
                    <a:gd name="connsiteY1" fmla="*/ 16205 h 1290174"/>
                    <a:gd name="connsiteX2" fmla="*/ 957262 w 1366836"/>
                    <a:gd name="connsiteY2" fmla="*/ 492457 h 1290174"/>
                    <a:gd name="connsiteX3" fmla="*/ 1366836 w 1366836"/>
                    <a:gd name="connsiteY3" fmla="*/ 1290174 h 1290174"/>
                    <a:gd name="connsiteX4" fmla="*/ 123823 w 1366836"/>
                    <a:gd name="connsiteY4" fmla="*/ 1290174 h 1290174"/>
                    <a:gd name="connsiteX5" fmla="*/ 652461 w 1366836"/>
                    <a:gd name="connsiteY5" fmla="*/ 409114 h 1290174"/>
                    <a:gd name="connsiteX6" fmla="*/ 573880 w 1366836"/>
                    <a:gd name="connsiteY6" fmla="*/ 263857 h 1290174"/>
                    <a:gd name="connsiteX7" fmla="*/ 276223 w 1366836"/>
                    <a:gd name="connsiteY7" fmla="*/ 301958 h 1290174"/>
                    <a:gd name="connsiteX8" fmla="*/ 180975 w 1366836"/>
                    <a:gd name="connsiteY8" fmla="*/ 590088 h 1290174"/>
                    <a:gd name="connsiteX9" fmla="*/ 0 w 1366836"/>
                    <a:gd name="connsiteY9" fmla="*/ 537700 h 1290174"/>
                    <a:gd name="connsiteX10" fmla="*/ 104773 w 1366836"/>
                    <a:gd name="connsiteY10" fmla="*/ 213851 h 1290174"/>
                    <a:gd name="connsiteX11" fmla="*/ 159542 w 1366836"/>
                    <a:gd name="connsiteY11" fmla="*/ 128124 h 1290174"/>
                    <a:gd name="connsiteX0" fmla="*/ 159542 w 1366836"/>
                    <a:gd name="connsiteY0" fmla="*/ 128124 h 1290174"/>
                    <a:gd name="connsiteX1" fmla="*/ 704848 w 1366836"/>
                    <a:gd name="connsiteY1" fmla="*/ 16205 h 1290174"/>
                    <a:gd name="connsiteX2" fmla="*/ 1131093 w 1366836"/>
                    <a:gd name="connsiteY2" fmla="*/ 278144 h 1290174"/>
                    <a:gd name="connsiteX3" fmla="*/ 1366836 w 1366836"/>
                    <a:gd name="connsiteY3" fmla="*/ 1290174 h 1290174"/>
                    <a:gd name="connsiteX4" fmla="*/ 123823 w 1366836"/>
                    <a:gd name="connsiteY4" fmla="*/ 1290174 h 1290174"/>
                    <a:gd name="connsiteX5" fmla="*/ 652461 w 1366836"/>
                    <a:gd name="connsiteY5" fmla="*/ 409114 h 1290174"/>
                    <a:gd name="connsiteX6" fmla="*/ 573880 w 1366836"/>
                    <a:gd name="connsiteY6" fmla="*/ 263857 h 1290174"/>
                    <a:gd name="connsiteX7" fmla="*/ 276223 w 1366836"/>
                    <a:gd name="connsiteY7" fmla="*/ 301958 h 1290174"/>
                    <a:gd name="connsiteX8" fmla="*/ 180975 w 1366836"/>
                    <a:gd name="connsiteY8" fmla="*/ 590088 h 1290174"/>
                    <a:gd name="connsiteX9" fmla="*/ 0 w 1366836"/>
                    <a:gd name="connsiteY9" fmla="*/ 537700 h 1290174"/>
                    <a:gd name="connsiteX10" fmla="*/ 104773 w 1366836"/>
                    <a:gd name="connsiteY10" fmla="*/ 213851 h 1290174"/>
                    <a:gd name="connsiteX11" fmla="*/ 159542 w 1366836"/>
                    <a:gd name="connsiteY11" fmla="*/ 128124 h 1290174"/>
                    <a:gd name="connsiteX0" fmla="*/ 159542 w 1366836"/>
                    <a:gd name="connsiteY0" fmla="*/ 128124 h 1290174"/>
                    <a:gd name="connsiteX1" fmla="*/ 704848 w 1366836"/>
                    <a:gd name="connsiteY1" fmla="*/ 16205 h 1290174"/>
                    <a:gd name="connsiteX2" fmla="*/ 1152524 w 1366836"/>
                    <a:gd name="connsiteY2" fmla="*/ 275763 h 1290174"/>
                    <a:gd name="connsiteX3" fmla="*/ 1366836 w 1366836"/>
                    <a:gd name="connsiteY3" fmla="*/ 1290174 h 1290174"/>
                    <a:gd name="connsiteX4" fmla="*/ 123823 w 1366836"/>
                    <a:gd name="connsiteY4" fmla="*/ 1290174 h 1290174"/>
                    <a:gd name="connsiteX5" fmla="*/ 652461 w 1366836"/>
                    <a:gd name="connsiteY5" fmla="*/ 409114 h 1290174"/>
                    <a:gd name="connsiteX6" fmla="*/ 573880 w 1366836"/>
                    <a:gd name="connsiteY6" fmla="*/ 263857 h 1290174"/>
                    <a:gd name="connsiteX7" fmla="*/ 276223 w 1366836"/>
                    <a:gd name="connsiteY7" fmla="*/ 301958 h 1290174"/>
                    <a:gd name="connsiteX8" fmla="*/ 180975 w 1366836"/>
                    <a:gd name="connsiteY8" fmla="*/ 590088 h 1290174"/>
                    <a:gd name="connsiteX9" fmla="*/ 0 w 1366836"/>
                    <a:gd name="connsiteY9" fmla="*/ 537700 h 1290174"/>
                    <a:gd name="connsiteX10" fmla="*/ 104773 w 1366836"/>
                    <a:gd name="connsiteY10" fmla="*/ 213851 h 1290174"/>
                    <a:gd name="connsiteX11" fmla="*/ 159542 w 1366836"/>
                    <a:gd name="connsiteY11" fmla="*/ 128124 h 1290174"/>
                    <a:gd name="connsiteX0" fmla="*/ 159542 w 1366836"/>
                    <a:gd name="connsiteY0" fmla="*/ 128124 h 1290174"/>
                    <a:gd name="connsiteX1" fmla="*/ 704848 w 1366836"/>
                    <a:gd name="connsiteY1" fmla="*/ 16205 h 1290174"/>
                    <a:gd name="connsiteX2" fmla="*/ 1152524 w 1366836"/>
                    <a:gd name="connsiteY2" fmla="*/ 275763 h 1290174"/>
                    <a:gd name="connsiteX3" fmla="*/ 1366836 w 1366836"/>
                    <a:gd name="connsiteY3" fmla="*/ 1290174 h 1290174"/>
                    <a:gd name="connsiteX4" fmla="*/ 123823 w 1366836"/>
                    <a:gd name="connsiteY4" fmla="*/ 1290174 h 1290174"/>
                    <a:gd name="connsiteX5" fmla="*/ 652461 w 1366836"/>
                    <a:gd name="connsiteY5" fmla="*/ 409114 h 1290174"/>
                    <a:gd name="connsiteX6" fmla="*/ 573880 w 1366836"/>
                    <a:gd name="connsiteY6" fmla="*/ 263857 h 1290174"/>
                    <a:gd name="connsiteX7" fmla="*/ 276223 w 1366836"/>
                    <a:gd name="connsiteY7" fmla="*/ 301958 h 1290174"/>
                    <a:gd name="connsiteX8" fmla="*/ 180975 w 1366836"/>
                    <a:gd name="connsiteY8" fmla="*/ 590088 h 1290174"/>
                    <a:gd name="connsiteX9" fmla="*/ 0 w 1366836"/>
                    <a:gd name="connsiteY9" fmla="*/ 537700 h 1290174"/>
                    <a:gd name="connsiteX10" fmla="*/ 104773 w 1366836"/>
                    <a:gd name="connsiteY10" fmla="*/ 213851 h 1290174"/>
                    <a:gd name="connsiteX11" fmla="*/ 159542 w 1366836"/>
                    <a:gd name="connsiteY11" fmla="*/ 128124 h 1290174"/>
                    <a:gd name="connsiteX0" fmla="*/ 159542 w 1366836"/>
                    <a:gd name="connsiteY0" fmla="*/ 128124 h 1290174"/>
                    <a:gd name="connsiteX1" fmla="*/ 704848 w 1366836"/>
                    <a:gd name="connsiteY1" fmla="*/ 16205 h 1290174"/>
                    <a:gd name="connsiteX2" fmla="*/ 1152524 w 1366836"/>
                    <a:gd name="connsiteY2" fmla="*/ 275763 h 1290174"/>
                    <a:gd name="connsiteX3" fmla="*/ 1366836 w 1366836"/>
                    <a:gd name="connsiteY3" fmla="*/ 1290174 h 1290174"/>
                    <a:gd name="connsiteX4" fmla="*/ 123823 w 1366836"/>
                    <a:gd name="connsiteY4" fmla="*/ 1290174 h 1290174"/>
                    <a:gd name="connsiteX5" fmla="*/ 652461 w 1366836"/>
                    <a:gd name="connsiteY5" fmla="*/ 409114 h 1290174"/>
                    <a:gd name="connsiteX6" fmla="*/ 573880 w 1366836"/>
                    <a:gd name="connsiteY6" fmla="*/ 263857 h 1290174"/>
                    <a:gd name="connsiteX7" fmla="*/ 276223 w 1366836"/>
                    <a:gd name="connsiteY7" fmla="*/ 301958 h 1290174"/>
                    <a:gd name="connsiteX8" fmla="*/ 180975 w 1366836"/>
                    <a:gd name="connsiteY8" fmla="*/ 590088 h 1290174"/>
                    <a:gd name="connsiteX9" fmla="*/ 0 w 1366836"/>
                    <a:gd name="connsiteY9" fmla="*/ 537700 h 1290174"/>
                    <a:gd name="connsiteX10" fmla="*/ 104773 w 1366836"/>
                    <a:gd name="connsiteY10" fmla="*/ 213851 h 1290174"/>
                    <a:gd name="connsiteX11" fmla="*/ 159542 w 1366836"/>
                    <a:gd name="connsiteY11" fmla="*/ 128124 h 1290174"/>
                    <a:gd name="connsiteX0" fmla="*/ 159542 w 1366836"/>
                    <a:gd name="connsiteY0" fmla="*/ 116525 h 1278575"/>
                    <a:gd name="connsiteX1" fmla="*/ 704848 w 1366836"/>
                    <a:gd name="connsiteY1" fmla="*/ 4606 h 1278575"/>
                    <a:gd name="connsiteX2" fmla="*/ 1152524 w 1366836"/>
                    <a:gd name="connsiteY2" fmla="*/ 264164 h 1278575"/>
                    <a:gd name="connsiteX3" fmla="*/ 1366836 w 1366836"/>
                    <a:gd name="connsiteY3" fmla="*/ 1278575 h 1278575"/>
                    <a:gd name="connsiteX4" fmla="*/ 123823 w 1366836"/>
                    <a:gd name="connsiteY4" fmla="*/ 1278575 h 1278575"/>
                    <a:gd name="connsiteX5" fmla="*/ 652461 w 1366836"/>
                    <a:gd name="connsiteY5" fmla="*/ 397515 h 1278575"/>
                    <a:gd name="connsiteX6" fmla="*/ 573880 w 1366836"/>
                    <a:gd name="connsiteY6" fmla="*/ 252258 h 1278575"/>
                    <a:gd name="connsiteX7" fmla="*/ 276223 w 1366836"/>
                    <a:gd name="connsiteY7" fmla="*/ 290359 h 1278575"/>
                    <a:gd name="connsiteX8" fmla="*/ 180975 w 1366836"/>
                    <a:gd name="connsiteY8" fmla="*/ 578489 h 1278575"/>
                    <a:gd name="connsiteX9" fmla="*/ 0 w 1366836"/>
                    <a:gd name="connsiteY9" fmla="*/ 526101 h 1278575"/>
                    <a:gd name="connsiteX10" fmla="*/ 104773 w 1366836"/>
                    <a:gd name="connsiteY10" fmla="*/ 202252 h 1278575"/>
                    <a:gd name="connsiteX11" fmla="*/ 159542 w 1366836"/>
                    <a:gd name="connsiteY11" fmla="*/ 116525 h 1278575"/>
                    <a:gd name="connsiteX0" fmla="*/ 159542 w 1366836"/>
                    <a:gd name="connsiteY0" fmla="*/ 128036 h 1290086"/>
                    <a:gd name="connsiteX1" fmla="*/ 688179 w 1366836"/>
                    <a:gd name="connsiteY1" fmla="*/ 4211 h 1290086"/>
                    <a:gd name="connsiteX2" fmla="*/ 1152524 w 1366836"/>
                    <a:gd name="connsiteY2" fmla="*/ 275675 h 1290086"/>
                    <a:gd name="connsiteX3" fmla="*/ 1366836 w 1366836"/>
                    <a:gd name="connsiteY3" fmla="*/ 1290086 h 1290086"/>
                    <a:gd name="connsiteX4" fmla="*/ 123823 w 1366836"/>
                    <a:gd name="connsiteY4" fmla="*/ 1290086 h 1290086"/>
                    <a:gd name="connsiteX5" fmla="*/ 652461 w 1366836"/>
                    <a:gd name="connsiteY5" fmla="*/ 409026 h 1290086"/>
                    <a:gd name="connsiteX6" fmla="*/ 573880 w 1366836"/>
                    <a:gd name="connsiteY6" fmla="*/ 263769 h 1290086"/>
                    <a:gd name="connsiteX7" fmla="*/ 276223 w 1366836"/>
                    <a:gd name="connsiteY7" fmla="*/ 301870 h 1290086"/>
                    <a:gd name="connsiteX8" fmla="*/ 180975 w 1366836"/>
                    <a:gd name="connsiteY8" fmla="*/ 590000 h 1290086"/>
                    <a:gd name="connsiteX9" fmla="*/ 0 w 1366836"/>
                    <a:gd name="connsiteY9" fmla="*/ 537612 h 1290086"/>
                    <a:gd name="connsiteX10" fmla="*/ 104773 w 1366836"/>
                    <a:gd name="connsiteY10" fmla="*/ 213763 h 1290086"/>
                    <a:gd name="connsiteX11" fmla="*/ 159542 w 1366836"/>
                    <a:gd name="connsiteY11" fmla="*/ 128036 h 1290086"/>
                    <a:gd name="connsiteX0" fmla="*/ 159542 w 1366836"/>
                    <a:gd name="connsiteY0" fmla="*/ 128036 h 1290086"/>
                    <a:gd name="connsiteX1" fmla="*/ 688179 w 1366836"/>
                    <a:gd name="connsiteY1" fmla="*/ 4211 h 1290086"/>
                    <a:gd name="connsiteX2" fmla="*/ 1152524 w 1366836"/>
                    <a:gd name="connsiteY2" fmla="*/ 275675 h 1290086"/>
                    <a:gd name="connsiteX3" fmla="*/ 1366836 w 1366836"/>
                    <a:gd name="connsiteY3" fmla="*/ 1290086 h 1290086"/>
                    <a:gd name="connsiteX4" fmla="*/ 123823 w 1366836"/>
                    <a:gd name="connsiteY4" fmla="*/ 1290086 h 1290086"/>
                    <a:gd name="connsiteX5" fmla="*/ 652461 w 1366836"/>
                    <a:gd name="connsiteY5" fmla="*/ 409026 h 1290086"/>
                    <a:gd name="connsiteX6" fmla="*/ 573880 w 1366836"/>
                    <a:gd name="connsiteY6" fmla="*/ 263769 h 1290086"/>
                    <a:gd name="connsiteX7" fmla="*/ 276223 w 1366836"/>
                    <a:gd name="connsiteY7" fmla="*/ 301870 h 1290086"/>
                    <a:gd name="connsiteX8" fmla="*/ 180975 w 1366836"/>
                    <a:gd name="connsiteY8" fmla="*/ 590000 h 1290086"/>
                    <a:gd name="connsiteX9" fmla="*/ 0 w 1366836"/>
                    <a:gd name="connsiteY9" fmla="*/ 537612 h 1290086"/>
                    <a:gd name="connsiteX10" fmla="*/ 104773 w 1366836"/>
                    <a:gd name="connsiteY10" fmla="*/ 213763 h 1290086"/>
                    <a:gd name="connsiteX11" fmla="*/ 159542 w 1366836"/>
                    <a:gd name="connsiteY11" fmla="*/ 128036 h 1290086"/>
                    <a:gd name="connsiteX0" fmla="*/ 159542 w 1366836"/>
                    <a:gd name="connsiteY0" fmla="*/ 124676 h 1286726"/>
                    <a:gd name="connsiteX1" fmla="*/ 688179 w 1366836"/>
                    <a:gd name="connsiteY1" fmla="*/ 851 h 1286726"/>
                    <a:gd name="connsiteX2" fmla="*/ 1152524 w 1366836"/>
                    <a:gd name="connsiteY2" fmla="*/ 272315 h 1286726"/>
                    <a:gd name="connsiteX3" fmla="*/ 1366836 w 1366836"/>
                    <a:gd name="connsiteY3" fmla="*/ 1286726 h 1286726"/>
                    <a:gd name="connsiteX4" fmla="*/ 123823 w 1366836"/>
                    <a:gd name="connsiteY4" fmla="*/ 1286726 h 1286726"/>
                    <a:gd name="connsiteX5" fmla="*/ 652461 w 1366836"/>
                    <a:gd name="connsiteY5" fmla="*/ 405666 h 1286726"/>
                    <a:gd name="connsiteX6" fmla="*/ 573880 w 1366836"/>
                    <a:gd name="connsiteY6" fmla="*/ 260409 h 1286726"/>
                    <a:gd name="connsiteX7" fmla="*/ 276223 w 1366836"/>
                    <a:gd name="connsiteY7" fmla="*/ 298510 h 1286726"/>
                    <a:gd name="connsiteX8" fmla="*/ 180975 w 1366836"/>
                    <a:gd name="connsiteY8" fmla="*/ 586640 h 1286726"/>
                    <a:gd name="connsiteX9" fmla="*/ 0 w 1366836"/>
                    <a:gd name="connsiteY9" fmla="*/ 534252 h 1286726"/>
                    <a:gd name="connsiteX10" fmla="*/ 104773 w 1366836"/>
                    <a:gd name="connsiteY10" fmla="*/ 210403 h 1286726"/>
                    <a:gd name="connsiteX11" fmla="*/ 159542 w 1366836"/>
                    <a:gd name="connsiteY11" fmla="*/ 124676 h 1286726"/>
                    <a:gd name="connsiteX0" fmla="*/ 159542 w 1366836"/>
                    <a:gd name="connsiteY0" fmla="*/ 129403 h 1291453"/>
                    <a:gd name="connsiteX1" fmla="*/ 678654 w 1366836"/>
                    <a:gd name="connsiteY1" fmla="*/ 815 h 1291453"/>
                    <a:gd name="connsiteX2" fmla="*/ 1152524 w 1366836"/>
                    <a:gd name="connsiteY2" fmla="*/ 277042 h 1291453"/>
                    <a:gd name="connsiteX3" fmla="*/ 1366836 w 1366836"/>
                    <a:gd name="connsiteY3" fmla="*/ 1291453 h 1291453"/>
                    <a:gd name="connsiteX4" fmla="*/ 123823 w 1366836"/>
                    <a:gd name="connsiteY4" fmla="*/ 1291453 h 1291453"/>
                    <a:gd name="connsiteX5" fmla="*/ 652461 w 1366836"/>
                    <a:gd name="connsiteY5" fmla="*/ 410393 h 1291453"/>
                    <a:gd name="connsiteX6" fmla="*/ 573880 w 1366836"/>
                    <a:gd name="connsiteY6" fmla="*/ 265136 h 1291453"/>
                    <a:gd name="connsiteX7" fmla="*/ 276223 w 1366836"/>
                    <a:gd name="connsiteY7" fmla="*/ 303237 h 1291453"/>
                    <a:gd name="connsiteX8" fmla="*/ 180975 w 1366836"/>
                    <a:gd name="connsiteY8" fmla="*/ 591367 h 1291453"/>
                    <a:gd name="connsiteX9" fmla="*/ 0 w 1366836"/>
                    <a:gd name="connsiteY9" fmla="*/ 538979 h 1291453"/>
                    <a:gd name="connsiteX10" fmla="*/ 104773 w 1366836"/>
                    <a:gd name="connsiteY10" fmla="*/ 215130 h 1291453"/>
                    <a:gd name="connsiteX11" fmla="*/ 159542 w 1366836"/>
                    <a:gd name="connsiteY11" fmla="*/ 129403 h 1291453"/>
                    <a:gd name="connsiteX0" fmla="*/ 159542 w 1366836"/>
                    <a:gd name="connsiteY0" fmla="*/ 129403 h 1291453"/>
                    <a:gd name="connsiteX1" fmla="*/ 678654 w 1366836"/>
                    <a:gd name="connsiteY1" fmla="*/ 815 h 1291453"/>
                    <a:gd name="connsiteX2" fmla="*/ 1152524 w 1366836"/>
                    <a:gd name="connsiteY2" fmla="*/ 277042 h 1291453"/>
                    <a:gd name="connsiteX3" fmla="*/ 1366836 w 1366836"/>
                    <a:gd name="connsiteY3" fmla="*/ 1291453 h 1291453"/>
                    <a:gd name="connsiteX4" fmla="*/ 123823 w 1366836"/>
                    <a:gd name="connsiteY4" fmla="*/ 1291453 h 1291453"/>
                    <a:gd name="connsiteX5" fmla="*/ 652461 w 1366836"/>
                    <a:gd name="connsiteY5" fmla="*/ 410393 h 1291453"/>
                    <a:gd name="connsiteX6" fmla="*/ 573880 w 1366836"/>
                    <a:gd name="connsiteY6" fmla="*/ 265136 h 1291453"/>
                    <a:gd name="connsiteX7" fmla="*/ 276223 w 1366836"/>
                    <a:gd name="connsiteY7" fmla="*/ 303237 h 1291453"/>
                    <a:gd name="connsiteX8" fmla="*/ 180975 w 1366836"/>
                    <a:gd name="connsiteY8" fmla="*/ 591367 h 1291453"/>
                    <a:gd name="connsiteX9" fmla="*/ 0 w 1366836"/>
                    <a:gd name="connsiteY9" fmla="*/ 538979 h 1291453"/>
                    <a:gd name="connsiteX10" fmla="*/ 104773 w 1366836"/>
                    <a:gd name="connsiteY10" fmla="*/ 215130 h 1291453"/>
                    <a:gd name="connsiteX11" fmla="*/ 159542 w 1366836"/>
                    <a:gd name="connsiteY11" fmla="*/ 129403 h 1291453"/>
                    <a:gd name="connsiteX0" fmla="*/ 159542 w 1366836"/>
                    <a:gd name="connsiteY0" fmla="*/ 130574 h 1292624"/>
                    <a:gd name="connsiteX1" fmla="*/ 678654 w 1366836"/>
                    <a:gd name="connsiteY1" fmla="*/ 1986 h 1292624"/>
                    <a:gd name="connsiteX2" fmla="*/ 1152524 w 1366836"/>
                    <a:gd name="connsiteY2" fmla="*/ 278213 h 1292624"/>
                    <a:gd name="connsiteX3" fmla="*/ 1366836 w 1366836"/>
                    <a:gd name="connsiteY3" fmla="*/ 1292624 h 1292624"/>
                    <a:gd name="connsiteX4" fmla="*/ 123823 w 1366836"/>
                    <a:gd name="connsiteY4" fmla="*/ 1292624 h 1292624"/>
                    <a:gd name="connsiteX5" fmla="*/ 652461 w 1366836"/>
                    <a:gd name="connsiteY5" fmla="*/ 411564 h 1292624"/>
                    <a:gd name="connsiteX6" fmla="*/ 573880 w 1366836"/>
                    <a:gd name="connsiteY6" fmla="*/ 266307 h 1292624"/>
                    <a:gd name="connsiteX7" fmla="*/ 276223 w 1366836"/>
                    <a:gd name="connsiteY7" fmla="*/ 304408 h 1292624"/>
                    <a:gd name="connsiteX8" fmla="*/ 180975 w 1366836"/>
                    <a:gd name="connsiteY8" fmla="*/ 592538 h 1292624"/>
                    <a:gd name="connsiteX9" fmla="*/ 0 w 1366836"/>
                    <a:gd name="connsiteY9" fmla="*/ 540150 h 1292624"/>
                    <a:gd name="connsiteX10" fmla="*/ 104773 w 1366836"/>
                    <a:gd name="connsiteY10" fmla="*/ 216301 h 1292624"/>
                    <a:gd name="connsiteX11" fmla="*/ 159542 w 1366836"/>
                    <a:gd name="connsiteY11" fmla="*/ 130574 h 1292624"/>
                    <a:gd name="connsiteX0" fmla="*/ 159542 w 1366836"/>
                    <a:gd name="connsiteY0" fmla="*/ 121211 h 1283261"/>
                    <a:gd name="connsiteX1" fmla="*/ 683417 w 1366836"/>
                    <a:gd name="connsiteY1" fmla="*/ 2148 h 1283261"/>
                    <a:gd name="connsiteX2" fmla="*/ 1152524 w 1366836"/>
                    <a:gd name="connsiteY2" fmla="*/ 268850 h 1283261"/>
                    <a:gd name="connsiteX3" fmla="*/ 1366836 w 1366836"/>
                    <a:gd name="connsiteY3" fmla="*/ 1283261 h 1283261"/>
                    <a:gd name="connsiteX4" fmla="*/ 123823 w 1366836"/>
                    <a:gd name="connsiteY4" fmla="*/ 1283261 h 1283261"/>
                    <a:gd name="connsiteX5" fmla="*/ 652461 w 1366836"/>
                    <a:gd name="connsiteY5" fmla="*/ 402201 h 1283261"/>
                    <a:gd name="connsiteX6" fmla="*/ 573880 w 1366836"/>
                    <a:gd name="connsiteY6" fmla="*/ 256944 h 1283261"/>
                    <a:gd name="connsiteX7" fmla="*/ 276223 w 1366836"/>
                    <a:gd name="connsiteY7" fmla="*/ 295045 h 1283261"/>
                    <a:gd name="connsiteX8" fmla="*/ 180975 w 1366836"/>
                    <a:gd name="connsiteY8" fmla="*/ 583175 h 1283261"/>
                    <a:gd name="connsiteX9" fmla="*/ 0 w 1366836"/>
                    <a:gd name="connsiteY9" fmla="*/ 530787 h 1283261"/>
                    <a:gd name="connsiteX10" fmla="*/ 104773 w 1366836"/>
                    <a:gd name="connsiteY10" fmla="*/ 206938 h 1283261"/>
                    <a:gd name="connsiteX11" fmla="*/ 159542 w 1366836"/>
                    <a:gd name="connsiteY11" fmla="*/ 121211 h 1283261"/>
                    <a:gd name="connsiteX0" fmla="*/ 159542 w 1366836"/>
                    <a:gd name="connsiteY0" fmla="*/ 126780 h 1288830"/>
                    <a:gd name="connsiteX1" fmla="*/ 683417 w 1366836"/>
                    <a:gd name="connsiteY1" fmla="*/ 7717 h 1288830"/>
                    <a:gd name="connsiteX2" fmla="*/ 1152524 w 1366836"/>
                    <a:gd name="connsiteY2" fmla="*/ 274419 h 1288830"/>
                    <a:gd name="connsiteX3" fmla="*/ 1366836 w 1366836"/>
                    <a:gd name="connsiteY3" fmla="*/ 1288830 h 1288830"/>
                    <a:gd name="connsiteX4" fmla="*/ 123823 w 1366836"/>
                    <a:gd name="connsiteY4" fmla="*/ 1288830 h 1288830"/>
                    <a:gd name="connsiteX5" fmla="*/ 652461 w 1366836"/>
                    <a:gd name="connsiteY5" fmla="*/ 407770 h 1288830"/>
                    <a:gd name="connsiteX6" fmla="*/ 573880 w 1366836"/>
                    <a:gd name="connsiteY6" fmla="*/ 262513 h 1288830"/>
                    <a:gd name="connsiteX7" fmla="*/ 276223 w 1366836"/>
                    <a:gd name="connsiteY7" fmla="*/ 300614 h 1288830"/>
                    <a:gd name="connsiteX8" fmla="*/ 180975 w 1366836"/>
                    <a:gd name="connsiteY8" fmla="*/ 588744 h 1288830"/>
                    <a:gd name="connsiteX9" fmla="*/ 0 w 1366836"/>
                    <a:gd name="connsiteY9" fmla="*/ 536356 h 1288830"/>
                    <a:gd name="connsiteX10" fmla="*/ 104773 w 1366836"/>
                    <a:gd name="connsiteY10" fmla="*/ 212507 h 1288830"/>
                    <a:gd name="connsiteX11" fmla="*/ 159542 w 1366836"/>
                    <a:gd name="connsiteY11" fmla="*/ 126780 h 1288830"/>
                    <a:gd name="connsiteX0" fmla="*/ 159542 w 1366836"/>
                    <a:gd name="connsiteY0" fmla="*/ 119379 h 1281429"/>
                    <a:gd name="connsiteX1" fmla="*/ 683417 w 1366836"/>
                    <a:gd name="connsiteY1" fmla="*/ 316 h 1281429"/>
                    <a:gd name="connsiteX2" fmla="*/ 1152524 w 1366836"/>
                    <a:gd name="connsiteY2" fmla="*/ 267018 h 1281429"/>
                    <a:gd name="connsiteX3" fmla="*/ 1366836 w 1366836"/>
                    <a:gd name="connsiteY3" fmla="*/ 1281429 h 1281429"/>
                    <a:gd name="connsiteX4" fmla="*/ 123823 w 1366836"/>
                    <a:gd name="connsiteY4" fmla="*/ 1281429 h 1281429"/>
                    <a:gd name="connsiteX5" fmla="*/ 652461 w 1366836"/>
                    <a:gd name="connsiteY5" fmla="*/ 400369 h 1281429"/>
                    <a:gd name="connsiteX6" fmla="*/ 573880 w 1366836"/>
                    <a:gd name="connsiteY6" fmla="*/ 255112 h 1281429"/>
                    <a:gd name="connsiteX7" fmla="*/ 276223 w 1366836"/>
                    <a:gd name="connsiteY7" fmla="*/ 293213 h 1281429"/>
                    <a:gd name="connsiteX8" fmla="*/ 180975 w 1366836"/>
                    <a:gd name="connsiteY8" fmla="*/ 581343 h 1281429"/>
                    <a:gd name="connsiteX9" fmla="*/ 0 w 1366836"/>
                    <a:gd name="connsiteY9" fmla="*/ 528955 h 1281429"/>
                    <a:gd name="connsiteX10" fmla="*/ 104773 w 1366836"/>
                    <a:gd name="connsiteY10" fmla="*/ 205106 h 1281429"/>
                    <a:gd name="connsiteX11" fmla="*/ 159542 w 1366836"/>
                    <a:gd name="connsiteY11" fmla="*/ 119379 h 1281429"/>
                    <a:gd name="connsiteX0" fmla="*/ 159542 w 1366836"/>
                    <a:gd name="connsiteY0" fmla="*/ 126500 h 1288550"/>
                    <a:gd name="connsiteX1" fmla="*/ 683417 w 1366836"/>
                    <a:gd name="connsiteY1" fmla="*/ 293 h 1288550"/>
                    <a:gd name="connsiteX2" fmla="*/ 1152524 w 1366836"/>
                    <a:gd name="connsiteY2" fmla="*/ 274139 h 1288550"/>
                    <a:gd name="connsiteX3" fmla="*/ 1366836 w 1366836"/>
                    <a:gd name="connsiteY3" fmla="*/ 1288550 h 1288550"/>
                    <a:gd name="connsiteX4" fmla="*/ 123823 w 1366836"/>
                    <a:gd name="connsiteY4" fmla="*/ 1288550 h 1288550"/>
                    <a:gd name="connsiteX5" fmla="*/ 652461 w 1366836"/>
                    <a:gd name="connsiteY5" fmla="*/ 407490 h 1288550"/>
                    <a:gd name="connsiteX6" fmla="*/ 573880 w 1366836"/>
                    <a:gd name="connsiteY6" fmla="*/ 262233 h 1288550"/>
                    <a:gd name="connsiteX7" fmla="*/ 276223 w 1366836"/>
                    <a:gd name="connsiteY7" fmla="*/ 300334 h 1288550"/>
                    <a:gd name="connsiteX8" fmla="*/ 180975 w 1366836"/>
                    <a:gd name="connsiteY8" fmla="*/ 588464 h 1288550"/>
                    <a:gd name="connsiteX9" fmla="*/ 0 w 1366836"/>
                    <a:gd name="connsiteY9" fmla="*/ 536076 h 1288550"/>
                    <a:gd name="connsiteX10" fmla="*/ 104773 w 1366836"/>
                    <a:gd name="connsiteY10" fmla="*/ 212227 h 1288550"/>
                    <a:gd name="connsiteX11" fmla="*/ 159542 w 1366836"/>
                    <a:gd name="connsiteY11" fmla="*/ 126500 h 1288550"/>
                    <a:gd name="connsiteX0" fmla="*/ 159542 w 1366836"/>
                    <a:gd name="connsiteY0" fmla="*/ 126500 h 1288550"/>
                    <a:gd name="connsiteX1" fmla="*/ 683417 w 1366836"/>
                    <a:gd name="connsiteY1" fmla="*/ 293 h 1288550"/>
                    <a:gd name="connsiteX2" fmla="*/ 1152524 w 1366836"/>
                    <a:gd name="connsiteY2" fmla="*/ 274139 h 1288550"/>
                    <a:gd name="connsiteX3" fmla="*/ 1366836 w 1366836"/>
                    <a:gd name="connsiteY3" fmla="*/ 1288550 h 1288550"/>
                    <a:gd name="connsiteX4" fmla="*/ 123823 w 1366836"/>
                    <a:gd name="connsiteY4" fmla="*/ 1288550 h 1288550"/>
                    <a:gd name="connsiteX5" fmla="*/ 652461 w 1366836"/>
                    <a:gd name="connsiteY5" fmla="*/ 407490 h 1288550"/>
                    <a:gd name="connsiteX6" fmla="*/ 573880 w 1366836"/>
                    <a:gd name="connsiteY6" fmla="*/ 262233 h 1288550"/>
                    <a:gd name="connsiteX7" fmla="*/ 276223 w 1366836"/>
                    <a:gd name="connsiteY7" fmla="*/ 300334 h 1288550"/>
                    <a:gd name="connsiteX8" fmla="*/ 180975 w 1366836"/>
                    <a:gd name="connsiteY8" fmla="*/ 588464 h 1288550"/>
                    <a:gd name="connsiteX9" fmla="*/ 0 w 1366836"/>
                    <a:gd name="connsiteY9" fmla="*/ 536076 h 1288550"/>
                    <a:gd name="connsiteX10" fmla="*/ 104773 w 1366836"/>
                    <a:gd name="connsiteY10" fmla="*/ 212227 h 1288550"/>
                    <a:gd name="connsiteX11" fmla="*/ 159542 w 1366836"/>
                    <a:gd name="connsiteY11" fmla="*/ 126500 h 1288550"/>
                    <a:gd name="connsiteX0" fmla="*/ 159542 w 1366836"/>
                    <a:gd name="connsiteY0" fmla="*/ 126500 h 1288550"/>
                    <a:gd name="connsiteX1" fmla="*/ 683417 w 1366836"/>
                    <a:gd name="connsiteY1" fmla="*/ 293 h 1288550"/>
                    <a:gd name="connsiteX2" fmla="*/ 1152524 w 1366836"/>
                    <a:gd name="connsiteY2" fmla="*/ 274139 h 1288550"/>
                    <a:gd name="connsiteX3" fmla="*/ 1366836 w 1366836"/>
                    <a:gd name="connsiteY3" fmla="*/ 1288550 h 1288550"/>
                    <a:gd name="connsiteX4" fmla="*/ 123823 w 1366836"/>
                    <a:gd name="connsiteY4" fmla="*/ 1288550 h 1288550"/>
                    <a:gd name="connsiteX5" fmla="*/ 652461 w 1366836"/>
                    <a:gd name="connsiteY5" fmla="*/ 407490 h 1288550"/>
                    <a:gd name="connsiteX6" fmla="*/ 573880 w 1366836"/>
                    <a:gd name="connsiteY6" fmla="*/ 262233 h 1288550"/>
                    <a:gd name="connsiteX7" fmla="*/ 276223 w 1366836"/>
                    <a:gd name="connsiteY7" fmla="*/ 300334 h 1288550"/>
                    <a:gd name="connsiteX8" fmla="*/ 180975 w 1366836"/>
                    <a:gd name="connsiteY8" fmla="*/ 588464 h 1288550"/>
                    <a:gd name="connsiteX9" fmla="*/ 0 w 1366836"/>
                    <a:gd name="connsiteY9" fmla="*/ 536076 h 1288550"/>
                    <a:gd name="connsiteX10" fmla="*/ 104773 w 1366836"/>
                    <a:gd name="connsiteY10" fmla="*/ 212227 h 1288550"/>
                    <a:gd name="connsiteX11" fmla="*/ 159542 w 1366836"/>
                    <a:gd name="connsiteY11" fmla="*/ 126500 h 1288550"/>
                    <a:gd name="connsiteX0" fmla="*/ 159542 w 1366836"/>
                    <a:gd name="connsiteY0" fmla="*/ 126500 h 1288550"/>
                    <a:gd name="connsiteX1" fmla="*/ 683417 w 1366836"/>
                    <a:gd name="connsiteY1" fmla="*/ 293 h 1288550"/>
                    <a:gd name="connsiteX2" fmla="*/ 1152524 w 1366836"/>
                    <a:gd name="connsiteY2" fmla="*/ 274139 h 1288550"/>
                    <a:gd name="connsiteX3" fmla="*/ 1288255 w 1366836"/>
                    <a:gd name="connsiteY3" fmla="*/ 905172 h 1288550"/>
                    <a:gd name="connsiteX4" fmla="*/ 1366836 w 1366836"/>
                    <a:gd name="connsiteY4" fmla="*/ 1288550 h 1288550"/>
                    <a:gd name="connsiteX5" fmla="*/ 123823 w 1366836"/>
                    <a:gd name="connsiteY5" fmla="*/ 1288550 h 1288550"/>
                    <a:gd name="connsiteX6" fmla="*/ 652461 w 1366836"/>
                    <a:gd name="connsiteY6" fmla="*/ 407490 h 1288550"/>
                    <a:gd name="connsiteX7" fmla="*/ 573880 w 1366836"/>
                    <a:gd name="connsiteY7" fmla="*/ 262233 h 1288550"/>
                    <a:gd name="connsiteX8" fmla="*/ 276223 w 1366836"/>
                    <a:gd name="connsiteY8" fmla="*/ 300334 h 1288550"/>
                    <a:gd name="connsiteX9" fmla="*/ 180975 w 1366836"/>
                    <a:gd name="connsiteY9" fmla="*/ 588464 h 1288550"/>
                    <a:gd name="connsiteX10" fmla="*/ 0 w 1366836"/>
                    <a:gd name="connsiteY10" fmla="*/ 536076 h 1288550"/>
                    <a:gd name="connsiteX11" fmla="*/ 104773 w 1366836"/>
                    <a:gd name="connsiteY11" fmla="*/ 212227 h 1288550"/>
                    <a:gd name="connsiteX12" fmla="*/ 159542 w 1366836"/>
                    <a:gd name="connsiteY12" fmla="*/ 126500 h 1288550"/>
                    <a:gd name="connsiteX0" fmla="*/ 159542 w 1369217"/>
                    <a:gd name="connsiteY0" fmla="*/ 126500 h 1288550"/>
                    <a:gd name="connsiteX1" fmla="*/ 683417 w 1369217"/>
                    <a:gd name="connsiteY1" fmla="*/ 293 h 1288550"/>
                    <a:gd name="connsiteX2" fmla="*/ 1152524 w 1369217"/>
                    <a:gd name="connsiteY2" fmla="*/ 274139 h 1288550"/>
                    <a:gd name="connsiteX3" fmla="*/ 1369217 w 1369217"/>
                    <a:gd name="connsiteY3" fmla="*/ 959941 h 1288550"/>
                    <a:gd name="connsiteX4" fmla="*/ 1366836 w 1369217"/>
                    <a:gd name="connsiteY4" fmla="*/ 1288550 h 1288550"/>
                    <a:gd name="connsiteX5" fmla="*/ 123823 w 1369217"/>
                    <a:gd name="connsiteY5" fmla="*/ 1288550 h 1288550"/>
                    <a:gd name="connsiteX6" fmla="*/ 652461 w 1369217"/>
                    <a:gd name="connsiteY6" fmla="*/ 407490 h 1288550"/>
                    <a:gd name="connsiteX7" fmla="*/ 573880 w 1369217"/>
                    <a:gd name="connsiteY7" fmla="*/ 262233 h 1288550"/>
                    <a:gd name="connsiteX8" fmla="*/ 276223 w 1369217"/>
                    <a:gd name="connsiteY8" fmla="*/ 300334 h 1288550"/>
                    <a:gd name="connsiteX9" fmla="*/ 180975 w 1369217"/>
                    <a:gd name="connsiteY9" fmla="*/ 588464 h 1288550"/>
                    <a:gd name="connsiteX10" fmla="*/ 0 w 1369217"/>
                    <a:gd name="connsiteY10" fmla="*/ 536076 h 1288550"/>
                    <a:gd name="connsiteX11" fmla="*/ 104773 w 1369217"/>
                    <a:gd name="connsiteY11" fmla="*/ 212227 h 1288550"/>
                    <a:gd name="connsiteX12" fmla="*/ 159542 w 1369217"/>
                    <a:gd name="connsiteY12" fmla="*/ 126500 h 1288550"/>
                    <a:gd name="connsiteX0" fmla="*/ 159542 w 1366941"/>
                    <a:gd name="connsiteY0" fmla="*/ 126500 h 1288550"/>
                    <a:gd name="connsiteX1" fmla="*/ 683417 w 1366941"/>
                    <a:gd name="connsiteY1" fmla="*/ 293 h 1288550"/>
                    <a:gd name="connsiteX2" fmla="*/ 1152524 w 1366941"/>
                    <a:gd name="connsiteY2" fmla="*/ 274139 h 1288550"/>
                    <a:gd name="connsiteX3" fmla="*/ 1364454 w 1366941"/>
                    <a:gd name="connsiteY3" fmla="*/ 952797 h 1288550"/>
                    <a:gd name="connsiteX4" fmla="*/ 1366836 w 1366941"/>
                    <a:gd name="connsiteY4" fmla="*/ 1288550 h 1288550"/>
                    <a:gd name="connsiteX5" fmla="*/ 123823 w 1366941"/>
                    <a:gd name="connsiteY5" fmla="*/ 1288550 h 1288550"/>
                    <a:gd name="connsiteX6" fmla="*/ 652461 w 1366941"/>
                    <a:gd name="connsiteY6" fmla="*/ 407490 h 1288550"/>
                    <a:gd name="connsiteX7" fmla="*/ 573880 w 1366941"/>
                    <a:gd name="connsiteY7" fmla="*/ 262233 h 1288550"/>
                    <a:gd name="connsiteX8" fmla="*/ 276223 w 1366941"/>
                    <a:gd name="connsiteY8" fmla="*/ 300334 h 1288550"/>
                    <a:gd name="connsiteX9" fmla="*/ 180975 w 1366941"/>
                    <a:gd name="connsiteY9" fmla="*/ 588464 h 1288550"/>
                    <a:gd name="connsiteX10" fmla="*/ 0 w 1366941"/>
                    <a:gd name="connsiteY10" fmla="*/ 536076 h 1288550"/>
                    <a:gd name="connsiteX11" fmla="*/ 104773 w 1366941"/>
                    <a:gd name="connsiteY11" fmla="*/ 212227 h 1288550"/>
                    <a:gd name="connsiteX12" fmla="*/ 159542 w 1366941"/>
                    <a:gd name="connsiteY12" fmla="*/ 126500 h 1288550"/>
                    <a:gd name="connsiteX0" fmla="*/ 159542 w 1370457"/>
                    <a:gd name="connsiteY0" fmla="*/ 126500 h 1288550"/>
                    <a:gd name="connsiteX1" fmla="*/ 683417 w 1370457"/>
                    <a:gd name="connsiteY1" fmla="*/ 293 h 1288550"/>
                    <a:gd name="connsiteX2" fmla="*/ 1152524 w 1370457"/>
                    <a:gd name="connsiteY2" fmla="*/ 274139 h 1288550"/>
                    <a:gd name="connsiteX3" fmla="*/ 1364454 w 1370457"/>
                    <a:gd name="connsiteY3" fmla="*/ 952797 h 1288550"/>
                    <a:gd name="connsiteX4" fmla="*/ 1366836 w 1370457"/>
                    <a:gd name="connsiteY4" fmla="*/ 1288550 h 1288550"/>
                    <a:gd name="connsiteX5" fmla="*/ 123823 w 1370457"/>
                    <a:gd name="connsiteY5" fmla="*/ 1288550 h 1288550"/>
                    <a:gd name="connsiteX6" fmla="*/ 652461 w 1370457"/>
                    <a:gd name="connsiteY6" fmla="*/ 407490 h 1288550"/>
                    <a:gd name="connsiteX7" fmla="*/ 573880 w 1370457"/>
                    <a:gd name="connsiteY7" fmla="*/ 262233 h 1288550"/>
                    <a:gd name="connsiteX8" fmla="*/ 276223 w 1370457"/>
                    <a:gd name="connsiteY8" fmla="*/ 300334 h 1288550"/>
                    <a:gd name="connsiteX9" fmla="*/ 180975 w 1370457"/>
                    <a:gd name="connsiteY9" fmla="*/ 588464 h 1288550"/>
                    <a:gd name="connsiteX10" fmla="*/ 0 w 1370457"/>
                    <a:gd name="connsiteY10" fmla="*/ 536076 h 1288550"/>
                    <a:gd name="connsiteX11" fmla="*/ 104773 w 1370457"/>
                    <a:gd name="connsiteY11" fmla="*/ 212227 h 1288550"/>
                    <a:gd name="connsiteX12" fmla="*/ 159542 w 1370457"/>
                    <a:gd name="connsiteY12" fmla="*/ 126500 h 1288550"/>
                    <a:gd name="connsiteX0" fmla="*/ 159542 w 1376708"/>
                    <a:gd name="connsiteY0" fmla="*/ 126500 h 1288550"/>
                    <a:gd name="connsiteX1" fmla="*/ 683417 w 1376708"/>
                    <a:gd name="connsiteY1" fmla="*/ 293 h 1288550"/>
                    <a:gd name="connsiteX2" fmla="*/ 1152524 w 1376708"/>
                    <a:gd name="connsiteY2" fmla="*/ 274139 h 1288550"/>
                    <a:gd name="connsiteX3" fmla="*/ 1364454 w 1376708"/>
                    <a:gd name="connsiteY3" fmla="*/ 952797 h 1288550"/>
                    <a:gd name="connsiteX4" fmla="*/ 1366836 w 1376708"/>
                    <a:gd name="connsiteY4" fmla="*/ 1288550 h 1288550"/>
                    <a:gd name="connsiteX5" fmla="*/ 123823 w 1376708"/>
                    <a:gd name="connsiteY5" fmla="*/ 1288550 h 1288550"/>
                    <a:gd name="connsiteX6" fmla="*/ 652461 w 1376708"/>
                    <a:gd name="connsiteY6" fmla="*/ 407490 h 1288550"/>
                    <a:gd name="connsiteX7" fmla="*/ 573880 w 1376708"/>
                    <a:gd name="connsiteY7" fmla="*/ 262233 h 1288550"/>
                    <a:gd name="connsiteX8" fmla="*/ 276223 w 1376708"/>
                    <a:gd name="connsiteY8" fmla="*/ 300334 h 1288550"/>
                    <a:gd name="connsiteX9" fmla="*/ 180975 w 1376708"/>
                    <a:gd name="connsiteY9" fmla="*/ 588464 h 1288550"/>
                    <a:gd name="connsiteX10" fmla="*/ 0 w 1376708"/>
                    <a:gd name="connsiteY10" fmla="*/ 536076 h 1288550"/>
                    <a:gd name="connsiteX11" fmla="*/ 104773 w 1376708"/>
                    <a:gd name="connsiteY11" fmla="*/ 212227 h 1288550"/>
                    <a:gd name="connsiteX12" fmla="*/ 159542 w 1376708"/>
                    <a:gd name="connsiteY12" fmla="*/ 126500 h 1288550"/>
                    <a:gd name="connsiteX0" fmla="*/ 159542 w 1392922"/>
                    <a:gd name="connsiteY0" fmla="*/ 126500 h 1288550"/>
                    <a:gd name="connsiteX1" fmla="*/ 683417 w 1392922"/>
                    <a:gd name="connsiteY1" fmla="*/ 293 h 1288550"/>
                    <a:gd name="connsiteX2" fmla="*/ 1152524 w 1392922"/>
                    <a:gd name="connsiteY2" fmla="*/ 274139 h 1288550"/>
                    <a:gd name="connsiteX3" fmla="*/ 1364454 w 1392922"/>
                    <a:gd name="connsiteY3" fmla="*/ 952797 h 1288550"/>
                    <a:gd name="connsiteX4" fmla="*/ 1366836 w 1392922"/>
                    <a:gd name="connsiteY4" fmla="*/ 1288550 h 1288550"/>
                    <a:gd name="connsiteX5" fmla="*/ 123823 w 1392922"/>
                    <a:gd name="connsiteY5" fmla="*/ 1288550 h 1288550"/>
                    <a:gd name="connsiteX6" fmla="*/ 652461 w 1392922"/>
                    <a:gd name="connsiteY6" fmla="*/ 407490 h 1288550"/>
                    <a:gd name="connsiteX7" fmla="*/ 573880 w 1392922"/>
                    <a:gd name="connsiteY7" fmla="*/ 262233 h 1288550"/>
                    <a:gd name="connsiteX8" fmla="*/ 276223 w 1392922"/>
                    <a:gd name="connsiteY8" fmla="*/ 300334 h 1288550"/>
                    <a:gd name="connsiteX9" fmla="*/ 180975 w 1392922"/>
                    <a:gd name="connsiteY9" fmla="*/ 588464 h 1288550"/>
                    <a:gd name="connsiteX10" fmla="*/ 0 w 1392922"/>
                    <a:gd name="connsiteY10" fmla="*/ 536076 h 1288550"/>
                    <a:gd name="connsiteX11" fmla="*/ 104773 w 1392922"/>
                    <a:gd name="connsiteY11" fmla="*/ 212227 h 1288550"/>
                    <a:gd name="connsiteX12" fmla="*/ 159542 w 1392922"/>
                    <a:gd name="connsiteY12" fmla="*/ 126500 h 1288550"/>
                    <a:gd name="connsiteX0" fmla="*/ 159542 w 1399879"/>
                    <a:gd name="connsiteY0" fmla="*/ 126500 h 1288550"/>
                    <a:gd name="connsiteX1" fmla="*/ 683417 w 1399879"/>
                    <a:gd name="connsiteY1" fmla="*/ 293 h 1288550"/>
                    <a:gd name="connsiteX2" fmla="*/ 1152524 w 1399879"/>
                    <a:gd name="connsiteY2" fmla="*/ 274139 h 1288550"/>
                    <a:gd name="connsiteX3" fmla="*/ 1364454 w 1399879"/>
                    <a:gd name="connsiteY3" fmla="*/ 952797 h 1288550"/>
                    <a:gd name="connsiteX4" fmla="*/ 1366836 w 1399879"/>
                    <a:gd name="connsiteY4" fmla="*/ 1288550 h 1288550"/>
                    <a:gd name="connsiteX5" fmla="*/ 123823 w 1399879"/>
                    <a:gd name="connsiteY5" fmla="*/ 1288550 h 1288550"/>
                    <a:gd name="connsiteX6" fmla="*/ 652461 w 1399879"/>
                    <a:gd name="connsiteY6" fmla="*/ 407490 h 1288550"/>
                    <a:gd name="connsiteX7" fmla="*/ 573880 w 1399879"/>
                    <a:gd name="connsiteY7" fmla="*/ 262233 h 1288550"/>
                    <a:gd name="connsiteX8" fmla="*/ 276223 w 1399879"/>
                    <a:gd name="connsiteY8" fmla="*/ 300334 h 1288550"/>
                    <a:gd name="connsiteX9" fmla="*/ 180975 w 1399879"/>
                    <a:gd name="connsiteY9" fmla="*/ 588464 h 1288550"/>
                    <a:gd name="connsiteX10" fmla="*/ 0 w 1399879"/>
                    <a:gd name="connsiteY10" fmla="*/ 536076 h 1288550"/>
                    <a:gd name="connsiteX11" fmla="*/ 104773 w 1399879"/>
                    <a:gd name="connsiteY11" fmla="*/ 212227 h 1288550"/>
                    <a:gd name="connsiteX12" fmla="*/ 159542 w 1399879"/>
                    <a:gd name="connsiteY12" fmla="*/ 126500 h 1288550"/>
                    <a:gd name="connsiteX0" fmla="*/ 159542 w 1399879"/>
                    <a:gd name="connsiteY0" fmla="*/ 126500 h 1305219"/>
                    <a:gd name="connsiteX1" fmla="*/ 683417 w 1399879"/>
                    <a:gd name="connsiteY1" fmla="*/ 293 h 1305219"/>
                    <a:gd name="connsiteX2" fmla="*/ 1152524 w 1399879"/>
                    <a:gd name="connsiteY2" fmla="*/ 274139 h 1305219"/>
                    <a:gd name="connsiteX3" fmla="*/ 1364454 w 1399879"/>
                    <a:gd name="connsiteY3" fmla="*/ 952797 h 1305219"/>
                    <a:gd name="connsiteX4" fmla="*/ 1092993 w 1399879"/>
                    <a:gd name="connsiteY4" fmla="*/ 1305219 h 1305219"/>
                    <a:gd name="connsiteX5" fmla="*/ 123823 w 1399879"/>
                    <a:gd name="connsiteY5" fmla="*/ 1288550 h 1305219"/>
                    <a:gd name="connsiteX6" fmla="*/ 652461 w 1399879"/>
                    <a:gd name="connsiteY6" fmla="*/ 407490 h 1305219"/>
                    <a:gd name="connsiteX7" fmla="*/ 573880 w 1399879"/>
                    <a:gd name="connsiteY7" fmla="*/ 262233 h 1305219"/>
                    <a:gd name="connsiteX8" fmla="*/ 276223 w 1399879"/>
                    <a:gd name="connsiteY8" fmla="*/ 300334 h 1305219"/>
                    <a:gd name="connsiteX9" fmla="*/ 180975 w 1399879"/>
                    <a:gd name="connsiteY9" fmla="*/ 588464 h 1305219"/>
                    <a:gd name="connsiteX10" fmla="*/ 0 w 1399879"/>
                    <a:gd name="connsiteY10" fmla="*/ 536076 h 1305219"/>
                    <a:gd name="connsiteX11" fmla="*/ 104773 w 1399879"/>
                    <a:gd name="connsiteY11" fmla="*/ 212227 h 1305219"/>
                    <a:gd name="connsiteX12" fmla="*/ 159542 w 1399879"/>
                    <a:gd name="connsiteY12" fmla="*/ 126500 h 1305219"/>
                    <a:gd name="connsiteX0" fmla="*/ 159542 w 1399879"/>
                    <a:gd name="connsiteY0" fmla="*/ 126500 h 1305219"/>
                    <a:gd name="connsiteX1" fmla="*/ 683417 w 1399879"/>
                    <a:gd name="connsiteY1" fmla="*/ 293 h 1305219"/>
                    <a:gd name="connsiteX2" fmla="*/ 1152524 w 1399879"/>
                    <a:gd name="connsiteY2" fmla="*/ 274139 h 1305219"/>
                    <a:gd name="connsiteX3" fmla="*/ 1364454 w 1399879"/>
                    <a:gd name="connsiteY3" fmla="*/ 952797 h 1305219"/>
                    <a:gd name="connsiteX4" fmla="*/ 1092993 w 1399879"/>
                    <a:gd name="connsiteY4" fmla="*/ 1305219 h 1305219"/>
                    <a:gd name="connsiteX5" fmla="*/ 123823 w 1399879"/>
                    <a:gd name="connsiteY5" fmla="*/ 1288550 h 1305219"/>
                    <a:gd name="connsiteX6" fmla="*/ 652461 w 1399879"/>
                    <a:gd name="connsiteY6" fmla="*/ 407490 h 1305219"/>
                    <a:gd name="connsiteX7" fmla="*/ 573880 w 1399879"/>
                    <a:gd name="connsiteY7" fmla="*/ 262233 h 1305219"/>
                    <a:gd name="connsiteX8" fmla="*/ 276223 w 1399879"/>
                    <a:gd name="connsiteY8" fmla="*/ 300334 h 1305219"/>
                    <a:gd name="connsiteX9" fmla="*/ 180975 w 1399879"/>
                    <a:gd name="connsiteY9" fmla="*/ 588464 h 1305219"/>
                    <a:gd name="connsiteX10" fmla="*/ 0 w 1399879"/>
                    <a:gd name="connsiteY10" fmla="*/ 536076 h 1305219"/>
                    <a:gd name="connsiteX11" fmla="*/ 104773 w 1399879"/>
                    <a:gd name="connsiteY11" fmla="*/ 212227 h 1305219"/>
                    <a:gd name="connsiteX12" fmla="*/ 159542 w 1399879"/>
                    <a:gd name="connsiteY12" fmla="*/ 126500 h 1305219"/>
                    <a:gd name="connsiteX0" fmla="*/ 159542 w 1399879"/>
                    <a:gd name="connsiteY0" fmla="*/ 126500 h 1305219"/>
                    <a:gd name="connsiteX1" fmla="*/ 683417 w 1399879"/>
                    <a:gd name="connsiteY1" fmla="*/ 293 h 1305219"/>
                    <a:gd name="connsiteX2" fmla="*/ 1152524 w 1399879"/>
                    <a:gd name="connsiteY2" fmla="*/ 274139 h 1305219"/>
                    <a:gd name="connsiteX3" fmla="*/ 1364454 w 1399879"/>
                    <a:gd name="connsiteY3" fmla="*/ 952797 h 1305219"/>
                    <a:gd name="connsiteX4" fmla="*/ 1092993 w 1399879"/>
                    <a:gd name="connsiteY4" fmla="*/ 1305219 h 1305219"/>
                    <a:gd name="connsiteX5" fmla="*/ 123823 w 1399879"/>
                    <a:gd name="connsiteY5" fmla="*/ 1288550 h 1305219"/>
                    <a:gd name="connsiteX6" fmla="*/ 652461 w 1399879"/>
                    <a:gd name="connsiteY6" fmla="*/ 407490 h 1305219"/>
                    <a:gd name="connsiteX7" fmla="*/ 573880 w 1399879"/>
                    <a:gd name="connsiteY7" fmla="*/ 262233 h 1305219"/>
                    <a:gd name="connsiteX8" fmla="*/ 276223 w 1399879"/>
                    <a:gd name="connsiteY8" fmla="*/ 300334 h 1305219"/>
                    <a:gd name="connsiteX9" fmla="*/ 180975 w 1399879"/>
                    <a:gd name="connsiteY9" fmla="*/ 588464 h 1305219"/>
                    <a:gd name="connsiteX10" fmla="*/ 0 w 1399879"/>
                    <a:gd name="connsiteY10" fmla="*/ 536076 h 1305219"/>
                    <a:gd name="connsiteX11" fmla="*/ 104773 w 1399879"/>
                    <a:gd name="connsiteY11" fmla="*/ 212227 h 1305219"/>
                    <a:gd name="connsiteX12" fmla="*/ 159542 w 1399879"/>
                    <a:gd name="connsiteY12" fmla="*/ 126500 h 1305219"/>
                    <a:gd name="connsiteX0" fmla="*/ 159542 w 1399879"/>
                    <a:gd name="connsiteY0" fmla="*/ 126500 h 1305219"/>
                    <a:gd name="connsiteX1" fmla="*/ 683417 w 1399879"/>
                    <a:gd name="connsiteY1" fmla="*/ 293 h 1305219"/>
                    <a:gd name="connsiteX2" fmla="*/ 1152524 w 1399879"/>
                    <a:gd name="connsiteY2" fmla="*/ 274139 h 1305219"/>
                    <a:gd name="connsiteX3" fmla="*/ 1364454 w 1399879"/>
                    <a:gd name="connsiteY3" fmla="*/ 952797 h 1305219"/>
                    <a:gd name="connsiteX4" fmla="*/ 1092993 w 1399879"/>
                    <a:gd name="connsiteY4" fmla="*/ 1305219 h 1305219"/>
                    <a:gd name="connsiteX5" fmla="*/ 123823 w 1399879"/>
                    <a:gd name="connsiteY5" fmla="*/ 1288550 h 1305219"/>
                    <a:gd name="connsiteX6" fmla="*/ 652461 w 1399879"/>
                    <a:gd name="connsiteY6" fmla="*/ 407490 h 1305219"/>
                    <a:gd name="connsiteX7" fmla="*/ 573880 w 1399879"/>
                    <a:gd name="connsiteY7" fmla="*/ 262233 h 1305219"/>
                    <a:gd name="connsiteX8" fmla="*/ 276223 w 1399879"/>
                    <a:gd name="connsiteY8" fmla="*/ 300334 h 1305219"/>
                    <a:gd name="connsiteX9" fmla="*/ 180975 w 1399879"/>
                    <a:gd name="connsiteY9" fmla="*/ 588464 h 1305219"/>
                    <a:gd name="connsiteX10" fmla="*/ 0 w 1399879"/>
                    <a:gd name="connsiteY10" fmla="*/ 536076 h 1305219"/>
                    <a:gd name="connsiteX11" fmla="*/ 104773 w 1399879"/>
                    <a:gd name="connsiteY11" fmla="*/ 212227 h 1305219"/>
                    <a:gd name="connsiteX12" fmla="*/ 159542 w 1399879"/>
                    <a:gd name="connsiteY12" fmla="*/ 126500 h 1305219"/>
                    <a:gd name="connsiteX0" fmla="*/ 159542 w 1399879"/>
                    <a:gd name="connsiteY0" fmla="*/ 126500 h 1305219"/>
                    <a:gd name="connsiteX1" fmla="*/ 683417 w 1399879"/>
                    <a:gd name="connsiteY1" fmla="*/ 293 h 1305219"/>
                    <a:gd name="connsiteX2" fmla="*/ 1152524 w 1399879"/>
                    <a:gd name="connsiteY2" fmla="*/ 274139 h 1305219"/>
                    <a:gd name="connsiteX3" fmla="*/ 1364454 w 1399879"/>
                    <a:gd name="connsiteY3" fmla="*/ 952797 h 1305219"/>
                    <a:gd name="connsiteX4" fmla="*/ 1092993 w 1399879"/>
                    <a:gd name="connsiteY4" fmla="*/ 1305219 h 1305219"/>
                    <a:gd name="connsiteX5" fmla="*/ 547686 w 1399879"/>
                    <a:gd name="connsiteY5" fmla="*/ 1298078 h 1305219"/>
                    <a:gd name="connsiteX6" fmla="*/ 123823 w 1399879"/>
                    <a:gd name="connsiteY6" fmla="*/ 1288550 h 1305219"/>
                    <a:gd name="connsiteX7" fmla="*/ 652461 w 1399879"/>
                    <a:gd name="connsiteY7" fmla="*/ 407490 h 1305219"/>
                    <a:gd name="connsiteX8" fmla="*/ 573880 w 1399879"/>
                    <a:gd name="connsiteY8" fmla="*/ 262233 h 1305219"/>
                    <a:gd name="connsiteX9" fmla="*/ 276223 w 1399879"/>
                    <a:gd name="connsiteY9" fmla="*/ 300334 h 1305219"/>
                    <a:gd name="connsiteX10" fmla="*/ 180975 w 1399879"/>
                    <a:gd name="connsiteY10" fmla="*/ 588464 h 1305219"/>
                    <a:gd name="connsiteX11" fmla="*/ 0 w 1399879"/>
                    <a:gd name="connsiteY11" fmla="*/ 536076 h 1305219"/>
                    <a:gd name="connsiteX12" fmla="*/ 104773 w 1399879"/>
                    <a:gd name="connsiteY12" fmla="*/ 212227 h 1305219"/>
                    <a:gd name="connsiteX13" fmla="*/ 159542 w 1399879"/>
                    <a:gd name="connsiteY13" fmla="*/ 126500 h 1305219"/>
                    <a:gd name="connsiteX0" fmla="*/ 159542 w 1399879"/>
                    <a:gd name="connsiteY0" fmla="*/ 126500 h 1364753"/>
                    <a:gd name="connsiteX1" fmla="*/ 683417 w 1399879"/>
                    <a:gd name="connsiteY1" fmla="*/ 293 h 1364753"/>
                    <a:gd name="connsiteX2" fmla="*/ 1152524 w 1399879"/>
                    <a:gd name="connsiteY2" fmla="*/ 274139 h 1364753"/>
                    <a:gd name="connsiteX3" fmla="*/ 1364454 w 1399879"/>
                    <a:gd name="connsiteY3" fmla="*/ 952797 h 1364753"/>
                    <a:gd name="connsiteX4" fmla="*/ 1092993 w 1399879"/>
                    <a:gd name="connsiteY4" fmla="*/ 1305219 h 1364753"/>
                    <a:gd name="connsiteX5" fmla="*/ 545305 w 1399879"/>
                    <a:gd name="connsiteY5" fmla="*/ 1364753 h 1364753"/>
                    <a:gd name="connsiteX6" fmla="*/ 123823 w 1399879"/>
                    <a:gd name="connsiteY6" fmla="*/ 1288550 h 1364753"/>
                    <a:gd name="connsiteX7" fmla="*/ 652461 w 1399879"/>
                    <a:gd name="connsiteY7" fmla="*/ 407490 h 1364753"/>
                    <a:gd name="connsiteX8" fmla="*/ 573880 w 1399879"/>
                    <a:gd name="connsiteY8" fmla="*/ 262233 h 1364753"/>
                    <a:gd name="connsiteX9" fmla="*/ 276223 w 1399879"/>
                    <a:gd name="connsiteY9" fmla="*/ 300334 h 1364753"/>
                    <a:gd name="connsiteX10" fmla="*/ 180975 w 1399879"/>
                    <a:gd name="connsiteY10" fmla="*/ 588464 h 1364753"/>
                    <a:gd name="connsiteX11" fmla="*/ 0 w 1399879"/>
                    <a:gd name="connsiteY11" fmla="*/ 536076 h 1364753"/>
                    <a:gd name="connsiteX12" fmla="*/ 104773 w 1399879"/>
                    <a:gd name="connsiteY12" fmla="*/ 212227 h 1364753"/>
                    <a:gd name="connsiteX13" fmla="*/ 159542 w 1399879"/>
                    <a:gd name="connsiteY13" fmla="*/ 126500 h 1364753"/>
                    <a:gd name="connsiteX0" fmla="*/ 159542 w 1399879"/>
                    <a:gd name="connsiteY0" fmla="*/ 126500 h 1364753"/>
                    <a:gd name="connsiteX1" fmla="*/ 683417 w 1399879"/>
                    <a:gd name="connsiteY1" fmla="*/ 293 h 1364753"/>
                    <a:gd name="connsiteX2" fmla="*/ 1152524 w 1399879"/>
                    <a:gd name="connsiteY2" fmla="*/ 274139 h 1364753"/>
                    <a:gd name="connsiteX3" fmla="*/ 1364454 w 1399879"/>
                    <a:gd name="connsiteY3" fmla="*/ 952797 h 1364753"/>
                    <a:gd name="connsiteX4" fmla="*/ 1092993 w 1399879"/>
                    <a:gd name="connsiteY4" fmla="*/ 1305219 h 1364753"/>
                    <a:gd name="connsiteX5" fmla="*/ 545305 w 1399879"/>
                    <a:gd name="connsiteY5" fmla="*/ 1364753 h 1364753"/>
                    <a:gd name="connsiteX6" fmla="*/ 123823 w 1399879"/>
                    <a:gd name="connsiteY6" fmla="*/ 1288550 h 1364753"/>
                    <a:gd name="connsiteX7" fmla="*/ 652461 w 1399879"/>
                    <a:gd name="connsiteY7" fmla="*/ 407490 h 1364753"/>
                    <a:gd name="connsiteX8" fmla="*/ 573880 w 1399879"/>
                    <a:gd name="connsiteY8" fmla="*/ 262233 h 1364753"/>
                    <a:gd name="connsiteX9" fmla="*/ 276223 w 1399879"/>
                    <a:gd name="connsiteY9" fmla="*/ 300334 h 1364753"/>
                    <a:gd name="connsiteX10" fmla="*/ 180975 w 1399879"/>
                    <a:gd name="connsiteY10" fmla="*/ 588464 h 1364753"/>
                    <a:gd name="connsiteX11" fmla="*/ 0 w 1399879"/>
                    <a:gd name="connsiteY11" fmla="*/ 536076 h 1364753"/>
                    <a:gd name="connsiteX12" fmla="*/ 104773 w 1399879"/>
                    <a:gd name="connsiteY12" fmla="*/ 212227 h 1364753"/>
                    <a:gd name="connsiteX13" fmla="*/ 159542 w 1399879"/>
                    <a:gd name="connsiteY13" fmla="*/ 126500 h 1364753"/>
                    <a:gd name="connsiteX0" fmla="*/ 159542 w 1399879"/>
                    <a:gd name="connsiteY0" fmla="*/ 126500 h 1364753"/>
                    <a:gd name="connsiteX1" fmla="*/ 683417 w 1399879"/>
                    <a:gd name="connsiteY1" fmla="*/ 293 h 1364753"/>
                    <a:gd name="connsiteX2" fmla="*/ 1152524 w 1399879"/>
                    <a:gd name="connsiteY2" fmla="*/ 274139 h 1364753"/>
                    <a:gd name="connsiteX3" fmla="*/ 1364454 w 1399879"/>
                    <a:gd name="connsiteY3" fmla="*/ 952797 h 1364753"/>
                    <a:gd name="connsiteX4" fmla="*/ 1090612 w 1399879"/>
                    <a:gd name="connsiteY4" fmla="*/ 1298075 h 1364753"/>
                    <a:gd name="connsiteX5" fmla="*/ 545305 w 1399879"/>
                    <a:gd name="connsiteY5" fmla="*/ 1364753 h 1364753"/>
                    <a:gd name="connsiteX6" fmla="*/ 123823 w 1399879"/>
                    <a:gd name="connsiteY6" fmla="*/ 1288550 h 1364753"/>
                    <a:gd name="connsiteX7" fmla="*/ 652461 w 1399879"/>
                    <a:gd name="connsiteY7" fmla="*/ 407490 h 1364753"/>
                    <a:gd name="connsiteX8" fmla="*/ 573880 w 1399879"/>
                    <a:gd name="connsiteY8" fmla="*/ 262233 h 1364753"/>
                    <a:gd name="connsiteX9" fmla="*/ 276223 w 1399879"/>
                    <a:gd name="connsiteY9" fmla="*/ 300334 h 1364753"/>
                    <a:gd name="connsiteX10" fmla="*/ 180975 w 1399879"/>
                    <a:gd name="connsiteY10" fmla="*/ 588464 h 1364753"/>
                    <a:gd name="connsiteX11" fmla="*/ 0 w 1399879"/>
                    <a:gd name="connsiteY11" fmla="*/ 536076 h 1364753"/>
                    <a:gd name="connsiteX12" fmla="*/ 104773 w 1399879"/>
                    <a:gd name="connsiteY12" fmla="*/ 212227 h 1364753"/>
                    <a:gd name="connsiteX13" fmla="*/ 159542 w 1399879"/>
                    <a:gd name="connsiteY13" fmla="*/ 126500 h 1364753"/>
                    <a:gd name="connsiteX0" fmla="*/ 159542 w 1399879"/>
                    <a:gd name="connsiteY0" fmla="*/ 126500 h 1364753"/>
                    <a:gd name="connsiteX1" fmla="*/ 683417 w 1399879"/>
                    <a:gd name="connsiteY1" fmla="*/ 293 h 1364753"/>
                    <a:gd name="connsiteX2" fmla="*/ 1152524 w 1399879"/>
                    <a:gd name="connsiteY2" fmla="*/ 274139 h 1364753"/>
                    <a:gd name="connsiteX3" fmla="*/ 1364454 w 1399879"/>
                    <a:gd name="connsiteY3" fmla="*/ 952797 h 1364753"/>
                    <a:gd name="connsiteX4" fmla="*/ 1090612 w 1399879"/>
                    <a:gd name="connsiteY4" fmla="*/ 1298075 h 1364753"/>
                    <a:gd name="connsiteX5" fmla="*/ 545305 w 1399879"/>
                    <a:gd name="connsiteY5" fmla="*/ 1364753 h 1364753"/>
                    <a:gd name="connsiteX6" fmla="*/ 123823 w 1399879"/>
                    <a:gd name="connsiteY6" fmla="*/ 1288550 h 1364753"/>
                    <a:gd name="connsiteX7" fmla="*/ 652461 w 1399879"/>
                    <a:gd name="connsiteY7" fmla="*/ 407490 h 1364753"/>
                    <a:gd name="connsiteX8" fmla="*/ 573880 w 1399879"/>
                    <a:gd name="connsiteY8" fmla="*/ 262233 h 1364753"/>
                    <a:gd name="connsiteX9" fmla="*/ 276223 w 1399879"/>
                    <a:gd name="connsiteY9" fmla="*/ 300334 h 1364753"/>
                    <a:gd name="connsiteX10" fmla="*/ 180975 w 1399879"/>
                    <a:gd name="connsiteY10" fmla="*/ 588464 h 1364753"/>
                    <a:gd name="connsiteX11" fmla="*/ 0 w 1399879"/>
                    <a:gd name="connsiteY11" fmla="*/ 536076 h 1364753"/>
                    <a:gd name="connsiteX12" fmla="*/ 104773 w 1399879"/>
                    <a:gd name="connsiteY12" fmla="*/ 212227 h 1364753"/>
                    <a:gd name="connsiteX13" fmla="*/ 159542 w 1399879"/>
                    <a:gd name="connsiteY13" fmla="*/ 126500 h 1364753"/>
                    <a:gd name="connsiteX0" fmla="*/ 159542 w 1399879"/>
                    <a:gd name="connsiteY0" fmla="*/ 126500 h 1364753"/>
                    <a:gd name="connsiteX1" fmla="*/ 683417 w 1399879"/>
                    <a:gd name="connsiteY1" fmla="*/ 293 h 1364753"/>
                    <a:gd name="connsiteX2" fmla="*/ 1152524 w 1399879"/>
                    <a:gd name="connsiteY2" fmla="*/ 274139 h 1364753"/>
                    <a:gd name="connsiteX3" fmla="*/ 1364454 w 1399879"/>
                    <a:gd name="connsiteY3" fmla="*/ 952797 h 1364753"/>
                    <a:gd name="connsiteX4" fmla="*/ 1090612 w 1399879"/>
                    <a:gd name="connsiteY4" fmla="*/ 1298075 h 1364753"/>
                    <a:gd name="connsiteX5" fmla="*/ 545305 w 1399879"/>
                    <a:gd name="connsiteY5" fmla="*/ 1364753 h 1364753"/>
                    <a:gd name="connsiteX6" fmla="*/ 123823 w 1399879"/>
                    <a:gd name="connsiteY6" fmla="*/ 1288550 h 1364753"/>
                    <a:gd name="connsiteX7" fmla="*/ 652461 w 1399879"/>
                    <a:gd name="connsiteY7" fmla="*/ 407490 h 1364753"/>
                    <a:gd name="connsiteX8" fmla="*/ 573880 w 1399879"/>
                    <a:gd name="connsiteY8" fmla="*/ 262233 h 1364753"/>
                    <a:gd name="connsiteX9" fmla="*/ 276223 w 1399879"/>
                    <a:gd name="connsiteY9" fmla="*/ 300334 h 1364753"/>
                    <a:gd name="connsiteX10" fmla="*/ 180975 w 1399879"/>
                    <a:gd name="connsiteY10" fmla="*/ 588464 h 1364753"/>
                    <a:gd name="connsiteX11" fmla="*/ 0 w 1399879"/>
                    <a:gd name="connsiteY11" fmla="*/ 536076 h 1364753"/>
                    <a:gd name="connsiteX12" fmla="*/ 104773 w 1399879"/>
                    <a:gd name="connsiteY12" fmla="*/ 212227 h 1364753"/>
                    <a:gd name="connsiteX13" fmla="*/ 159542 w 1399879"/>
                    <a:gd name="connsiteY13" fmla="*/ 126500 h 1364753"/>
                    <a:gd name="connsiteX0" fmla="*/ 159542 w 1399879"/>
                    <a:gd name="connsiteY0" fmla="*/ 126500 h 1364753"/>
                    <a:gd name="connsiteX1" fmla="*/ 683417 w 1399879"/>
                    <a:gd name="connsiteY1" fmla="*/ 293 h 1364753"/>
                    <a:gd name="connsiteX2" fmla="*/ 1152524 w 1399879"/>
                    <a:gd name="connsiteY2" fmla="*/ 274139 h 1364753"/>
                    <a:gd name="connsiteX3" fmla="*/ 1364454 w 1399879"/>
                    <a:gd name="connsiteY3" fmla="*/ 952797 h 1364753"/>
                    <a:gd name="connsiteX4" fmla="*/ 1090612 w 1399879"/>
                    <a:gd name="connsiteY4" fmla="*/ 1298075 h 1364753"/>
                    <a:gd name="connsiteX5" fmla="*/ 542924 w 1399879"/>
                    <a:gd name="connsiteY5" fmla="*/ 1364753 h 1364753"/>
                    <a:gd name="connsiteX6" fmla="*/ 123823 w 1399879"/>
                    <a:gd name="connsiteY6" fmla="*/ 1288550 h 1364753"/>
                    <a:gd name="connsiteX7" fmla="*/ 652461 w 1399879"/>
                    <a:gd name="connsiteY7" fmla="*/ 407490 h 1364753"/>
                    <a:gd name="connsiteX8" fmla="*/ 573880 w 1399879"/>
                    <a:gd name="connsiteY8" fmla="*/ 262233 h 1364753"/>
                    <a:gd name="connsiteX9" fmla="*/ 276223 w 1399879"/>
                    <a:gd name="connsiteY9" fmla="*/ 300334 h 1364753"/>
                    <a:gd name="connsiteX10" fmla="*/ 180975 w 1399879"/>
                    <a:gd name="connsiteY10" fmla="*/ 588464 h 1364753"/>
                    <a:gd name="connsiteX11" fmla="*/ 0 w 1399879"/>
                    <a:gd name="connsiteY11" fmla="*/ 536076 h 1364753"/>
                    <a:gd name="connsiteX12" fmla="*/ 104773 w 1399879"/>
                    <a:gd name="connsiteY12" fmla="*/ 212227 h 1364753"/>
                    <a:gd name="connsiteX13" fmla="*/ 159542 w 1399879"/>
                    <a:gd name="connsiteY13" fmla="*/ 126500 h 1364753"/>
                    <a:gd name="connsiteX0" fmla="*/ 159542 w 1399879"/>
                    <a:gd name="connsiteY0" fmla="*/ 126500 h 1367135"/>
                    <a:gd name="connsiteX1" fmla="*/ 683417 w 1399879"/>
                    <a:gd name="connsiteY1" fmla="*/ 293 h 1367135"/>
                    <a:gd name="connsiteX2" fmla="*/ 1152524 w 1399879"/>
                    <a:gd name="connsiteY2" fmla="*/ 274139 h 1367135"/>
                    <a:gd name="connsiteX3" fmla="*/ 1364454 w 1399879"/>
                    <a:gd name="connsiteY3" fmla="*/ 952797 h 1367135"/>
                    <a:gd name="connsiteX4" fmla="*/ 1090612 w 1399879"/>
                    <a:gd name="connsiteY4" fmla="*/ 1298075 h 1367135"/>
                    <a:gd name="connsiteX5" fmla="*/ 533399 w 1399879"/>
                    <a:gd name="connsiteY5" fmla="*/ 1367135 h 1367135"/>
                    <a:gd name="connsiteX6" fmla="*/ 123823 w 1399879"/>
                    <a:gd name="connsiteY6" fmla="*/ 1288550 h 1367135"/>
                    <a:gd name="connsiteX7" fmla="*/ 652461 w 1399879"/>
                    <a:gd name="connsiteY7" fmla="*/ 407490 h 1367135"/>
                    <a:gd name="connsiteX8" fmla="*/ 573880 w 1399879"/>
                    <a:gd name="connsiteY8" fmla="*/ 262233 h 1367135"/>
                    <a:gd name="connsiteX9" fmla="*/ 276223 w 1399879"/>
                    <a:gd name="connsiteY9" fmla="*/ 300334 h 1367135"/>
                    <a:gd name="connsiteX10" fmla="*/ 180975 w 1399879"/>
                    <a:gd name="connsiteY10" fmla="*/ 588464 h 1367135"/>
                    <a:gd name="connsiteX11" fmla="*/ 0 w 1399879"/>
                    <a:gd name="connsiteY11" fmla="*/ 536076 h 1367135"/>
                    <a:gd name="connsiteX12" fmla="*/ 104773 w 1399879"/>
                    <a:gd name="connsiteY12" fmla="*/ 212227 h 1367135"/>
                    <a:gd name="connsiteX13" fmla="*/ 159542 w 1399879"/>
                    <a:gd name="connsiteY13" fmla="*/ 126500 h 1367135"/>
                    <a:gd name="connsiteX0" fmla="*/ 159542 w 1399879"/>
                    <a:gd name="connsiteY0" fmla="*/ 126500 h 1367135"/>
                    <a:gd name="connsiteX1" fmla="*/ 683417 w 1399879"/>
                    <a:gd name="connsiteY1" fmla="*/ 293 h 1367135"/>
                    <a:gd name="connsiteX2" fmla="*/ 1152524 w 1399879"/>
                    <a:gd name="connsiteY2" fmla="*/ 274139 h 1367135"/>
                    <a:gd name="connsiteX3" fmla="*/ 1364454 w 1399879"/>
                    <a:gd name="connsiteY3" fmla="*/ 952797 h 1367135"/>
                    <a:gd name="connsiteX4" fmla="*/ 1090612 w 1399879"/>
                    <a:gd name="connsiteY4" fmla="*/ 1298075 h 1367135"/>
                    <a:gd name="connsiteX5" fmla="*/ 533399 w 1399879"/>
                    <a:gd name="connsiteY5" fmla="*/ 1367135 h 1367135"/>
                    <a:gd name="connsiteX6" fmla="*/ 495298 w 1399879"/>
                    <a:gd name="connsiteY6" fmla="*/ 1183775 h 1367135"/>
                    <a:gd name="connsiteX7" fmla="*/ 652461 w 1399879"/>
                    <a:gd name="connsiteY7" fmla="*/ 407490 h 1367135"/>
                    <a:gd name="connsiteX8" fmla="*/ 573880 w 1399879"/>
                    <a:gd name="connsiteY8" fmla="*/ 262233 h 1367135"/>
                    <a:gd name="connsiteX9" fmla="*/ 276223 w 1399879"/>
                    <a:gd name="connsiteY9" fmla="*/ 300334 h 1367135"/>
                    <a:gd name="connsiteX10" fmla="*/ 180975 w 1399879"/>
                    <a:gd name="connsiteY10" fmla="*/ 588464 h 1367135"/>
                    <a:gd name="connsiteX11" fmla="*/ 0 w 1399879"/>
                    <a:gd name="connsiteY11" fmla="*/ 536076 h 1367135"/>
                    <a:gd name="connsiteX12" fmla="*/ 104773 w 1399879"/>
                    <a:gd name="connsiteY12" fmla="*/ 212227 h 1367135"/>
                    <a:gd name="connsiteX13" fmla="*/ 159542 w 1399879"/>
                    <a:gd name="connsiteY13" fmla="*/ 126500 h 1367135"/>
                    <a:gd name="connsiteX0" fmla="*/ 159542 w 1399879"/>
                    <a:gd name="connsiteY0" fmla="*/ 126500 h 1367135"/>
                    <a:gd name="connsiteX1" fmla="*/ 683417 w 1399879"/>
                    <a:gd name="connsiteY1" fmla="*/ 293 h 1367135"/>
                    <a:gd name="connsiteX2" fmla="*/ 1152524 w 1399879"/>
                    <a:gd name="connsiteY2" fmla="*/ 274139 h 1367135"/>
                    <a:gd name="connsiteX3" fmla="*/ 1364454 w 1399879"/>
                    <a:gd name="connsiteY3" fmla="*/ 952797 h 1367135"/>
                    <a:gd name="connsiteX4" fmla="*/ 1090612 w 1399879"/>
                    <a:gd name="connsiteY4" fmla="*/ 1298075 h 1367135"/>
                    <a:gd name="connsiteX5" fmla="*/ 533399 w 1399879"/>
                    <a:gd name="connsiteY5" fmla="*/ 1367135 h 1367135"/>
                    <a:gd name="connsiteX6" fmla="*/ 495298 w 1399879"/>
                    <a:gd name="connsiteY6" fmla="*/ 1183775 h 1367135"/>
                    <a:gd name="connsiteX7" fmla="*/ 581023 w 1399879"/>
                    <a:gd name="connsiteY7" fmla="*/ 781347 h 1367135"/>
                    <a:gd name="connsiteX8" fmla="*/ 652461 w 1399879"/>
                    <a:gd name="connsiteY8" fmla="*/ 407490 h 1367135"/>
                    <a:gd name="connsiteX9" fmla="*/ 573880 w 1399879"/>
                    <a:gd name="connsiteY9" fmla="*/ 262233 h 1367135"/>
                    <a:gd name="connsiteX10" fmla="*/ 276223 w 1399879"/>
                    <a:gd name="connsiteY10" fmla="*/ 300334 h 1367135"/>
                    <a:gd name="connsiteX11" fmla="*/ 180975 w 1399879"/>
                    <a:gd name="connsiteY11" fmla="*/ 588464 h 1367135"/>
                    <a:gd name="connsiteX12" fmla="*/ 0 w 1399879"/>
                    <a:gd name="connsiteY12" fmla="*/ 536076 h 1367135"/>
                    <a:gd name="connsiteX13" fmla="*/ 104773 w 1399879"/>
                    <a:gd name="connsiteY13" fmla="*/ 212227 h 1367135"/>
                    <a:gd name="connsiteX14" fmla="*/ 159542 w 1399879"/>
                    <a:gd name="connsiteY14" fmla="*/ 126500 h 1367135"/>
                    <a:gd name="connsiteX0" fmla="*/ 159542 w 1399879"/>
                    <a:gd name="connsiteY0" fmla="*/ 126500 h 1367135"/>
                    <a:gd name="connsiteX1" fmla="*/ 683417 w 1399879"/>
                    <a:gd name="connsiteY1" fmla="*/ 293 h 1367135"/>
                    <a:gd name="connsiteX2" fmla="*/ 1152524 w 1399879"/>
                    <a:gd name="connsiteY2" fmla="*/ 274139 h 1367135"/>
                    <a:gd name="connsiteX3" fmla="*/ 1364454 w 1399879"/>
                    <a:gd name="connsiteY3" fmla="*/ 952797 h 1367135"/>
                    <a:gd name="connsiteX4" fmla="*/ 1090612 w 1399879"/>
                    <a:gd name="connsiteY4" fmla="*/ 1298075 h 1367135"/>
                    <a:gd name="connsiteX5" fmla="*/ 533399 w 1399879"/>
                    <a:gd name="connsiteY5" fmla="*/ 1367135 h 1367135"/>
                    <a:gd name="connsiteX6" fmla="*/ 495298 w 1399879"/>
                    <a:gd name="connsiteY6" fmla="*/ 1183775 h 1367135"/>
                    <a:gd name="connsiteX7" fmla="*/ 988217 w 1399879"/>
                    <a:gd name="connsiteY7" fmla="*/ 1121866 h 1367135"/>
                    <a:gd name="connsiteX8" fmla="*/ 652461 w 1399879"/>
                    <a:gd name="connsiteY8" fmla="*/ 407490 h 1367135"/>
                    <a:gd name="connsiteX9" fmla="*/ 573880 w 1399879"/>
                    <a:gd name="connsiteY9" fmla="*/ 262233 h 1367135"/>
                    <a:gd name="connsiteX10" fmla="*/ 276223 w 1399879"/>
                    <a:gd name="connsiteY10" fmla="*/ 300334 h 1367135"/>
                    <a:gd name="connsiteX11" fmla="*/ 180975 w 1399879"/>
                    <a:gd name="connsiteY11" fmla="*/ 588464 h 1367135"/>
                    <a:gd name="connsiteX12" fmla="*/ 0 w 1399879"/>
                    <a:gd name="connsiteY12" fmla="*/ 536076 h 1367135"/>
                    <a:gd name="connsiteX13" fmla="*/ 104773 w 1399879"/>
                    <a:gd name="connsiteY13" fmla="*/ 212227 h 1367135"/>
                    <a:gd name="connsiteX14" fmla="*/ 159542 w 1399879"/>
                    <a:gd name="connsiteY14" fmla="*/ 126500 h 1367135"/>
                    <a:gd name="connsiteX0" fmla="*/ 159542 w 1399879"/>
                    <a:gd name="connsiteY0" fmla="*/ 126500 h 1367135"/>
                    <a:gd name="connsiteX1" fmla="*/ 683417 w 1399879"/>
                    <a:gd name="connsiteY1" fmla="*/ 293 h 1367135"/>
                    <a:gd name="connsiteX2" fmla="*/ 1152524 w 1399879"/>
                    <a:gd name="connsiteY2" fmla="*/ 274139 h 1367135"/>
                    <a:gd name="connsiteX3" fmla="*/ 1364454 w 1399879"/>
                    <a:gd name="connsiteY3" fmla="*/ 952797 h 1367135"/>
                    <a:gd name="connsiteX4" fmla="*/ 1090612 w 1399879"/>
                    <a:gd name="connsiteY4" fmla="*/ 1298075 h 1367135"/>
                    <a:gd name="connsiteX5" fmla="*/ 533399 w 1399879"/>
                    <a:gd name="connsiteY5" fmla="*/ 1367135 h 1367135"/>
                    <a:gd name="connsiteX6" fmla="*/ 497679 w 1399879"/>
                    <a:gd name="connsiteY6" fmla="*/ 1169488 h 1367135"/>
                    <a:gd name="connsiteX7" fmla="*/ 988217 w 1399879"/>
                    <a:gd name="connsiteY7" fmla="*/ 1121866 h 1367135"/>
                    <a:gd name="connsiteX8" fmla="*/ 652461 w 1399879"/>
                    <a:gd name="connsiteY8" fmla="*/ 407490 h 1367135"/>
                    <a:gd name="connsiteX9" fmla="*/ 573880 w 1399879"/>
                    <a:gd name="connsiteY9" fmla="*/ 262233 h 1367135"/>
                    <a:gd name="connsiteX10" fmla="*/ 276223 w 1399879"/>
                    <a:gd name="connsiteY10" fmla="*/ 300334 h 1367135"/>
                    <a:gd name="connsiteX11" fmla="*/ 180975 w 1399879"/>
                    <a:gd name="connsiteY11" fmla="*/ 588464 h 1367135"/>
                    <a:gd name="connsiteX12" fmla="*/ 0 w 1399879"/>
                    <a:gd name="connsiteY12" fmla="*/ 536076 h 1367135"/>
                    <a:gd name="connsiteX13" fmla="*/ 104773 w 1399879"/>
                    <a:gd name="connsiteY13" fmla="*/ 212227 h 1367135"/>
                    <a:gd name="connsiteX14" fmla="*/ 159542 w 1399879"/>
                    <a:gd name="connsiteY14" fmla="*/ 126500 h 1367135"/>
                    <a:gd name="connsiteX0" fmla="*/ 159542 w 1399879"/>
                    <a:gd name="connsiteY0" fmla="*/ 126500 h 1367135"/>
                    <a:gd name="connsiteX1" fmla="*/ 683417 w 1399879"/>
                    <a:gd name="connsiteY1" fmla="*/ 293 h 1367135"/>
                    <a:gd name="connsiteX2" fmla="*/ 1152524 w 1399879"/>
                    <a:gd name="connsiteY2" fmla="*/ 274139 h 1367135"/>
                    <a:gd name="connsiteX3" fmla="*/ 1364454 w 1399879"/>
                    <a:gd name="connsiteY3" fmla="*/ 952797 h 1367135"/>
                    <a:gd name="connsiteX4" fmla="*/ 1090612 w 1399879"/>
                    <a:gd name="connsiteY4" fmla="*/ 1298075 h 1367135"/>
                    <a:gd name="connsiteX5" fmla="*/ 521492 w 1399879"/>
                    <a:gd name="connsiteY5" fmla="*/ 1367135 h 1367135"/>
                    <a:gd name="connsiteX6" fmla="*/ 497679 w 1399879"/>
                    <a:gd name="connsiteY6" fmla="*/ 1169488 h 1367135"/>
                    <a:gd name="connsiteX7" fmla="*/ 988217 w 1399879"/>
                    <a:gd name="connsiteY7" fmla="*/ 1121866 h 1367135"/>
                    <a:gd name="connsiteX8" fmla="*/ 652461 w 1399879"/>
                    <a:gd name="connsiteY8" fmla="*/ 407490 h 1367135"/>
                    <a:gd name="connsiteX9" fmla="*/ 573880 w 1399879"/>
                    <a:gd name="connsiteY9" fmla="*/ 262233 h 1367135"/>
                    <a:gd name="connsiteX10" fmla="*/ 276223 w 1399879"/>
                    <a:gd name="connsiteY10" fmla="*/ 300334 h 1367135"/>
                    <a:gd name="connsiteX11" fmla="*/ 180975 w 1399879"/>
                    <a:gd name="connsiteY11" fmla="*/ 588464 h 1367135"/>
                    <a:gd name="connsiteX12" fmla="*/ 0 w 1399879"/>
                    <a:gd name="connsiteY12" fmla="*/ 536076 h 1367135"/>
                    <a:gd name="connsiteX13" fmla="*/ 104773 w 1399879"/>
                    <a:gd name="connsiteY13" fmla="*/ 212227 h 1367135"/>
                    <a:gd name="connsiteX14" fmla="*/ 159542 w 1399879"/>
                    <a:gd name="connsiteY14" fmla="*/ 126500 h 1367135"/>
                    <a:gd name="connsiteX0" fmla="*/ 159542 w 1399879"/>
                    <a:gd name="connsiteY0" fmla="*/ 126500 h 1367135"/>
                    <a:gd name="connsiteX1" fmla="*/ 683417 w 1399879"/>
                    <a:gd name="connsiteY1" fmla="*/ 293 h 1367135"/>
                    <a:gd name="connsiteX2" fmla="*/ 1152524 w 1399879"/>
                    <a:gd name="connsiteY2" fmla="*/ 274139 h 1367135"/>
                    <a:gd name="connsiteX3" fmla="*/ 1364454 w 1399879"/>
                    <a:gd name="connsiteY3" fmla="*/ 952797 h 1367135"/>
                    <a:gd name="connsiteX4" fmla="*/ 1090612 w 1399879"/>
                    <a:gd name="connsiteY4" fmla="*/ 1298075 h 1367135"/>
                    <a:gd name="connsiteX5" fmla="*/ 521492 w 1399879"/>
                    <a:gd name="connsiteY5" fmla="*/ 1367135 h 1367135"/>
                    <a:gd name="connsiteX6" fmla="*/ 509586 w 1399879"/>
                    <a:gd name="connsiteY6" fmla="*/ 1169488 h 1367135"/>
                    <a:gd name="connsiteX7" fmla="*/ 988217 w 1399879"/>
                    <a:gd name="connsiteY7" fmla="*/ 1121866 h 1367135"/>
                    <a:gd name="connsiteX8" fmla="*/ 652461 w 1399879"/>
                    <a:gd name="connsiteY8" fmla="*/ 407490 h 1367135"/>
                    <a:gd name="connsiteX9" fmla="*/ 573880 w 1399879"/>
                    <a:gd name="connsiteY9" fmla="*/ 262233 h 1367135"/>
                    <a:gd name="connsiteX10" fmla="*/ 276223 w 1399879"/>
                    <a:gd name="connsiteY10" fmla="*/ 300334 h 1367135"/>
                    <a:gd name="connsiteX11" fmla="*/ 180975 w 1399879"/>
                    <a:gd name="connsiteY11" fmla="*/ 588464 h 1367135"/>
                    <a:gd name="connsiteX12" fmla="*/ 0 w 1399879"/>
                    <a:gd name="connsiteY12" fmla="*/ 536076 h 1367135"/>
                    <a:gd name="connsiteX13" fmla="*/ 104773 w 1399879"/>
                    <a:gd name="connsiteY13" fmla="*/ 212227 h 1367135"/>
                    <a:gd name="connsiteX14" fmla="*/ 159542 w 1399879"/>
                    <a:gd name="connsiteY14" fmla="*/ 126500 h 1367135"/>
                    <a:gd name="connsiteX0" fmla="*/ 159542 w 1399879"/>
                    <a:gd name="connsiteY0" fmla="*/ 126500 h 1367135"/>
                    <a:gd name="connsiteX1" fmla="*/ 683417 w 1399879"/>
                    <a:gd name="connsiteY1" fmla="*/ 293 h 1367135"/>
                    <a:gd name="connsiteX2" fmla="*/ 1152524 w 1399879"/>
                    <a:gd name="connsiteY2" fmla="*/ 274139 h 1367135"/>
                    <a:gd name="connsiteX3" fmla="*/ 1364454 w 1399879"/>
                    <a:gd name="connsiteY3" fmla="*/ 952797 h 1367135"/>
                    <a:gd name="connsiteX4" fmla="*/ 1090612 w 1399879"/>
                    <a:gd name="connsiteY4" fmla="*/ 1298075 h 1367135"/>
                    <a:gd name="connsiteX5" fmla="*/ 521492 w 1399879"/>
                    <a:gd name="connsiteY5" fmla="*/ 1367135 h 1367135"/>
                    <a:gd name="connsiteX6" fmla="*/ 495298 w 1399879"/>
                    <a:gd name="connsiteY6" fmla="*/ 1171869 h 1367135"/>
                    <a:gd name="connsiteX7" fmla="*/ 988217 w 1399879"/>
                    <a:gd name="connsiteY7" fmla="*/ 1121866 h 1367135"/>
                    <a:gd name="connsiteX8" fmla="*/ 652461 w 1399879"/>
                    <a:gd name="connsiteY8" fmla="*/ 407490 h 1367135"/>
                    <a:gd name="connsiteX9" fmla="*/ 573880 w 1399879"/>
                    <a:gd name="connsiteY9" fmla="*/ 262233 h 1367135"/>
                    <a:gd name="connsiteX10" fmla="*/ 276223 w 1399879"/>
                    <a:gd name="connsiteY10" fmla="*/ 300334 h 1367135"/>
                    <a:gd name="connsiteX11" fmla="*/ 180975 w 1399879"/>
                    <a:gd name="connsiteY11" fmla="*/ 588464 h 1367135"/>
                    <a:gd name="connsiteX12" fmla="*/ 0 w 1399879"/>
                    <a:gd name="connsiteY12" fmla="*/ 536076 h 1367135"/>
                    <a:gd name="connsiteX13" fmla="*/ 104773 w 1399879"/>
                    <a:gd name="connsiteY13" fmla="*/ 212227 h 1367135"/>
                    <a:gd name="connsiteX14" fmla="*/ 159542 w 1399879"/>
                    <a:gd name="connsiteY14" fmla="*/ 126500 h 1367135"/>
                    <a:gd name="connsiteX0" fmla="*/ 159542 w 1399879"/>
                    <a:gd name="connsiteY0" fmla="*/ 126500 h 1367135"/>
                    <a:gd name="connsiteX1" fmla="*/ 683417 w 1399879"/>
                    <a:gd name="connsiteY1" fmla="*/ 293 h 1367135"/>
                    <a:gd name="connsiteX2" fmla="*/ 1152524 w 1399879"/>
                    <a:gd name="connsiteY2" fmla="*/ 274139 h 1367135"/>
                    <a:gd name="connsiteX3" fmla="*/ 1364454 w 1399879"/>
                    <a:gd name="connsiteY3" fmla="*/ 952797 h 1367135"/>
                    <a:gd name="connsiteX4" fmla="*/ 1090612 w 1399879"/>
                    <a:gd name="connsiteY4" fmla="*/ 1298075 h 1367135"/>
                    <a:gd name="connsiteX5" fmla="*/ 521492 w 1399879"/>
                    <a:gd name="connsiteY5" fmla="*/ 1367135 h 1367135"/>
                    <a:gd name="connsiteX6" fmla="*/ 495298 w 1399879"/>
                    <a:gd name="connsiteY6" fmla="*/ 1171869 h 1367135"/>
                    <a:gd name="connsiteX7" fmla="*/ 985835 w 1399879"/>
                    <a:gd name="connsiteY7" fmla="*/ 1112341 h 1367135"/>
                    <a:gd name="connsiteX8" fmla="*/ 652461 w 1399879"/>
                    <a:gd name="connsiteY8" fmla="*/ 407490 h 1367135"/>
                    <a:gd name="connsiteX9" fmla="*/ 573880 w 1399879"/>
                    <a:gd name="connsiteY9" fmla="*/ 262233 h 1367135"/>
                    <a:gd name="connsiteX10" fmla="*/ 276223 w 1399879"/>
                    <a:gd name="connsiteY10" fmla="*/ 300334 h 1367135"/>
                    <a:gd name="connsiteX11" fmla="*/ 180975 w 1399879"/>
                    <a:gd name="connsiteY11" fmla="*/ 588464 h 1367135"/>
                    <a:gd name="connsiteX12" fmla="*/ 0 w 1399879"/>
                    <a:gd name="connsiteY12" fmla="*/ 536076 h 1367135"/>
                    <a:gd name="connsiteX13" fmla="*/ 104773 w 1399879"/>
                    <a:gd name="connsiteY13" fmla="*/ 212227 h 1367135"/>
                    <a:gd name="connsiteX14" fmla="*/ 159542 w 1399879"/>
                    <a:gd name="connsiteY14" fmla="*/ 126500 h 1367135"/>
                    <a:gd name="connsiteX0" fmla="*/ 159542 w 1399879"/>
                    <a:gd name="connsiteY0" fmla="*/ 126500 h 1367135"/>
                    <a:gd name="connsiteX1" fmla="*/ 683417 w 1399879"/>
                    <a:gd name="connsiteY1" fmla="*/ 293 h 1367135"/>
                    <a:gd name="connsiteX2" fmla="*/ 1152524 w 1399879"/>
                    <a:gd name="connsiteY2" fmla="*/ 274139 h 1367135"/>
                    <a:gd name="connsiteX3" fmla="*/ 1364454 w 1399879"/>
                    <a:gd name="connsiteY3" fmla="*/ 952797 h 1367135"/>
                    <a:gd name="connsiteX4" fmla="*/ 1090612 w 1399879"/>
                    <a:gd name="connsiteY4" fmla="*/ 1298075 h 1367135"/>
                    <a:gd name="connsiteX5" fmla="*/ 521492 w 1399879"/>
                    <a:gd name="connsiteY5" fmla="*/ 1367135 h 1367135"/>
                    <a:gd name="connsiteX6" fmla="*/ 495298 w 1399879"/>
                    <a:gd name="connsiteY6" fmla="*/ 1171869 h 1367135"/>
                    <a:gd name="connsiteX7" fmla="*/ 985835 w 1399879"/>
                    <a:gd name="connsiteY7" fmla="*/ 1112341 h 1367135"/>
                    <a:gd name="connsiteX8" fmla="*/ 795336 w 1399879"/>
                    <a:gd name="connsiteY8" fmla="*/ 714672 h 1367135"/>
                    <a:gd name="connsiteX9" fmla="*/ 652461 w 1399879"/>
                    <a:gd name="connsiteY9" fmla="*/ 407490 h 1367135"/>
                    <a:gd name="connsiteX10" fmla="*/ 573880 w 1399879"/>
                    <a:gd name="connsiteY10" fmla="*/ 262233 h 1367135"/>
                    <a:gd name="connsiteX11" fmla="*/ 276223 w 1399879"/>
                    <a:gd name="connsiteY11" fmla="*/ 300334 h 1367135"/>
                    <a:gd name="connsiteX12" fmla="*/ 180975 w 1399879"/>
                    <a:gd name="connsiteY12" fmla="*/ 588464 h 1367135"/>
                    <a:gd name="connsiteX13" fmla="*/ 0 w 1399879"/>
                    <a:gd name="connsiteY13" fmla="*/ 536076 h 1367135"/>
                    <a:gd name="connsiteX14" fmla="*/ 104773 w 1399879"/>
                    <a:gd name="connsiteY14" fmla="*/ 212227 h 1367135"/>
                    <a:gd name="connsiteX15" fmla="*/ 159542 w 1399879"/>
                    <a:gd name="connsiteY15" fmla="*/ 126500 h 1367135"/>
                    <a:gd name="connsiteX0" fmla="*/ 159542 w 1399879"/>
                    <a:gd name="connsiteY0" fmla="*/ 126500 h 1367135"/>
                    <a:gd name="connsiteX1" fmla="*/ 683417 w 1399879"/>
                    <a:gd name="connsiteY1" fmla="*/ 293 h 1367135"/>
                    <a:gd name="connsiteX2" fmla="*/ 1152524 w 1399879"/>
                    <a:gd name="connsiteY2" fmla="*/ 274139 h 1367135"/>
                    <a:gd name="connsiteX3" fmla="*/ 1364454 w 1399879"/>
                    <a:gd name="connsiteY3" fmla="*/ 952797 h 1367135"/>
                    <a:gd name="connsiteX4" fmla="*/ 1090612 w 1399879"/>
                    <a:gd name="connsiteY4" fmla="*/ 1298075 h 1367135"/>
                    <a:gd name="connsiteX5" fmla="*/ 521492 w 1399879"/>
                    <a:gd name="connsiteY5" fmla="*/ 1367135 h 1367135"/>
                    <a:gd name="connsiteX6" fmla="*/ 495298 w 1399879"/>
                    <a:gd name="connsiteY6" fmla="*/ 1171869 h 1367135"/>
                    <a:gd name="connsiteX7" fmla="*/ 985835 w 1399879"/>
                    <a:gd name="connsiteY7" fmla="*/ 1112341 h 1367135"/>
                    <a:gd name="connsiteX8" fmla="*/ 1116805 w 1399879"/>
                    <a:gd name="connsiteY8" fmla="*/ 886122 h 1367135"/>
                    <a:gd name="connsiteX9" fmla="*/ 652461 w 1399879"/>
                    <a:gd name="connsiteY9" fmla="*/ 407490 h 1367135"/>
                    <a:gd name="connsiteX10" fmla="*/ 573880 w 1399879"/>
                    <a:gd name="connsiteY10" fmla="*/ 262233 h 1367135"/>
                    <a:gd name="connsiteX11" fmla="*/ 276223 w 1399879"/>
                    <a:gd name="connsiteY11" fmla="*/ 300334 h 1367135"/>
                    <a:gd name="connsiteX12" fmla="*/ 180975 w 1399879"/>
                    <a:gd name="connsiteY12" fmla="*/ 588464 h 1367135"/>
                    <a:gd name="connsiteX13" fmla="*/ 0 w 1399879"/>
                    <a:gd name="connsiteY13" fmla="*/ 536076 h 1367135"/>
                    <a:gd name="connsiteX14" fmla="*/ 104773 w 1399879"/>
                    <a:gd name="connsiteY14" fmla="*/ 212227 h 1367135"/>
                    <a:gd name="connsiteX15" fmla="*/ 159542 w 1399879"/>
                    <a:gd name="connsiteY15" fmla="*/ 126500 h 1367135"/>
                    <a:gd name="connsiteX0" fmla="*/ 159542 w 1399879"/>
                    <a:gd name="connsiteY0" fmla="*/ 126500 h 1367135"/>
                    <a:gd name="connsiteX1" fmla="*/ 683417 w 1399879"/>
                    <a:gd name="connsiteY1" fmla="*/ 293 h 1367135"/>
                    <a:gd name="connsiteX2" fmla="*/ 1152524 w 1399879"/>
                    <a:gd name="connsiteY2" fmla="*/ 274139 h 1367135"/>
                    <a:gd name="connsiteX3" fmla="*/ 1364454 w 1399879"/>
                    <a:gd name="connsiteY3" fmla="*/ 952797 h 1367135"/>
                    <a:gd name="connsiteX4" fmla="*/ 1090612 w 1399879"/>
                    <a:gd name="connsiteY4" fmla="*/ 1298075 h 1367135"/>
                    <a:gd name="connsiteX5" fmla="*/ 521492 w 1399879"/>
                    <a:gd name="connsiteY5" fmla="*/ 1367135 h 1367135"/>
                    <a:gd name="connsiteX6" fmla="*/ 495298 w 1399879"/>
                    <a:gd name="connsiteY6" fmla="*/ 1171869 h 1367135"/>
                    <a:gd name="connsiteX7" fmla="*/ 985835 w 1399879"/>
                    <a:gd name="connsiteY7" fmla="*/ 1112341 h 1367135"/>
                    <a:gd name="connsiteX8" fmla="*/ 1116805 w 1399879"/>
                    <a:gd name="connsiteY8" fmla="*/ 886122 h 1367135"/>
                    <a:gd name="connsiteX9" fmla="*/ 888204 w 1399879"/>
                    <a:gd name="connsiteY9" fmla="*/ 655141 h 1367135"/>
                    <a:gd name="connsiteX10" fmla="*/ 652461 w 1399879"/>
                    <a:gd name="connsiteY10" fmla="*/ 407490 h 1367135"/>
                    <a:gd name="connsiteX11" fmla="*/ 573880 w 1399879"/>
                    <a:gd name="connsiteY11" fmla="*/ 262233 h 1367135"/>
                    <a:gd name="connsiteX12" fmla="*/ 276223 w 1399879"/>
                    <a:gd name="connsiteY12" fmla="*/ 300334 h 1367135"/>
                    <a:gd name="connsiteX13" fmla="*/ 180975 w 1399879"/>
                    <a:gd name="connsiteY13" fmla="*/ 588464 h 1367135"/>
                    <a:gd name="connsiteX14" fmla="*/ 0 w 1399879"/>
                    <a:gd name="connsiteY14" fmla="*/ 536076 h 1367135"/>
                    <a:gd name="connsiteX15" fmla="*/ 104773 w 1399879"/>
                    <a:gd name="connsiteY15" fmla="*/ 212227 h 1367135"/>
                    <a:gd name="connsiteX16" fmla="*/ 159542 w 1399879"/>
                    <a:gd name="connsiteY16" fmla="*/ 126500 h 1367135"/>
                    <a:gd name="connsiteX0" fmla="*/ 159542 w 1399879"/>
                    <a:gd name="connsiteY0" fmla="*/ 126500 h 1367135"/>
                    <a:gd name="connsiteX1" fmla="*/ 683417 w 1399879"/>
                    <a:gd name="connsiteY1" fmla="*/ 293 h 1367135"/>
                    <a:gd name="connsiteX2" fmla="*/ 1152524 w 1399879"/>
                    <a:gd name="connsiteY2" fmla="*/ 274139 h 1367135"/>
                    <a:gd name="connsiteX3" fmla="*/ 1364454 w 1399879"/>
                    <a:gd name="connsiteY3" fmla="*/ 952797 h 1367135"/>
                    <a:gd name="connsiteX4" fmla="*/ 1090612 w 1399879"/>
                    <a:gd name="connsiteY4" fmla="*/ 1298075 h 1367135"/>
                    <a:gd name="connsiteX5" fmla="*/ 521492 w 1399879"/>
                    <a:gd name="connsiteY5" fmla="*/ 1367135 h 1367135"/>
                    <a:gd name="connsiteX6" fmla="*/ 495298 w 1399879"/>
                    <a:gd name="connsiteY6" fmla="*/ 1171869 h 1367135"/>
                    <a:gd name="connsiteX7" fmla="*/ 985835 w 1399879"/>
                    <a:gd name="connsiteY7" fmla="*/ 1112341 h 1367135"/>
                    <a:gd name="connsiteX8" fmla="*/ 1116805 w 1399879"/>
                    <a:gd name="connsiteY8" fmla="*/ 886122 h 1367135"/>
                    <a:gd name="connsiteX9" fmla="*/ 992979 w 1399879"/>
                    <a:gd name="connsiteY9" fmla="*/ 793253 h 1367135"/>
                    <a:gd name="connsiteX10" fmla="*/ 652461 w 1399879"/>
                    <a:gd name="connsiteY10" fmla="*/ 407490 h 1367135"/>
                    <a:gd name="connsiteX11" fmla="*/ 573880 w 1399879"/>
                    <a:gd name="connsiteY11" fmla="*/ 262233 h 1367135"/>
                    <a:gd name="connsiteX12" fmla="*/ 276223 w 1399879"/>
                    <a:gd name="connsiteY12" fmla="*/ 300334 h 1367135"/>
                    <a:gd name="connsiteX13" fmla="*/ 180975 w 1399879"/>
                    <a:gd name="connsiteY13" fmla="*/ 588464 h 1367135"/>
                    <a:gd name="connsiteX14" fmla="*/ 0 w 1399879"/>
                    <a:gd name="connsiteY14" fmla="*/ 536076 h 1367135"/>
                    <a:gd name="connsiteX15" fmla="*/ 104773 w 1399879"/>
                    <a:gd name="connsiteY15" fmla="*/ 212227 h 1367135"/>
                    <a:gd name="connsiteX16" fmla="*/ 159542 w 1399879"/>
                    <a:gd name="connsiteY16" fmla="*/ 126500 h 1367135"/>
                    <a:gd name="connsiteX0" fmla="*/ 159542 w 1399879"/>
                    <a:gd name="connsiteY0" fmla="*/ 126500 h 1367135"/>
                    <a:gd name="connsiteX1" fmla="*/ 683417 w 1399879"/>
                    <a:gd name="connsiteY1" fmla="*/ 293 h 1367135"/>
                    <a:gd name="connsiteX2" fmla="*/ 1152524 w 1399879"/>
                    <a:gd name="connsiteY2" fmla="*/ 274139 h 1367135"/>
                    <a:gd name="connsiteX3" fmla="*/ 1364454 w 1399879"/>
                    <a:gd name="connsiteY3" fmla="*/ 952797 h 1367135"/>
                    <a:gd name="connsiteX4" fmla="*/ 1090612 w 1399879"/>
                    <a:gd name="connsiteY4" fmla="*/ 1298075 h 1367135"/>
                    <a:gd name="connsiteX5" fmla="*/ 521492 w 1399879"/>
                    <a:gd name="connsiteY5" fmla="*/ 1367135 h 1367135"/>
                    <a:gd name="connsiteX6" fmla="*/ 495298 w 1399879"/>
                    <a:gd name="connsiteY6" fmla="*/ 1171869 h 1367135"/>
                    <a:gd name="connsiteX7" fmla="*/ 985835 w 1399879"/>
                    <a:gd name="connsiteY7" fmla="*/ 1112341 h 1367135"/>
                    <a:gd name="connsiteX8" fmla="*/ 1116805 w 1399879"/>
                    <a:gd name="connsiteY8" fmla="*/ 886122 h 1367135"/>
                    <a:gd name="connsiteX9" fmla="*/ 990598 w 1399879"/>
                    <a:gd name="connsiteY9" fmla="*/ 786110 h 1367135"/>
                    <a:gd name="connsiteX10" fmla="*/ 652461 w 1399879"/>
                    <a:gd name="connsiteY10" fmla="*/ 407490 h 1367135"/>
                    <a:gd name="connsiteX11" fmla="*/ 573880 w 1399879"/>
                    <a:gd name="connsiteY11" fmla="*/ 262233 h 1367135"/>
                    <a:gd name="connsiteX12" fmla="*/ 276223 w 1399879"/>
                    <a:gd name="connsiteY12" fmla="*/ 300334 h 1367135"/>
                    <a:gd name="connsiteX13" fmla="*/ 180975 w 1399879"/>
                    <a:gd name="connsiteY13" fmla="*/ 588464 h 1367135"/>
                    <a:gd name="connsiteX14" fmla="*/ 0 w 1399879"/>
                    <a:gd name="connsiteY14" fmla="*/ 536076 h 1367135"/>
                    <a:gd name="connsiteX15" fmla="*/ 104773 w 1399879"/>
                    <a:gd name="connsiteY15" fmla="*/ 212227 h 1367135"/>
                    <a:gd name="connsiteX16" fmla="*/ 159542 w 1399879"/>
                    <a:gd name="connsiteY16" fmla="*/ 126500 h 1367135"/>
                    <a:gd name="connsiteX0" fmla="*/ 159542 w 1399879"/>
                    <a:gd name="connsiteY0" fmla="*/ 126500 h 1545376"/>
                    <a:gd name="connsiteX1" fmla="*/ 683417 w 1399879"/>
                    <a:gd name="connsiteY1" fmla="*/ 293 h 1545376"/>
                    <a:gd name="connsiteX2" fmla="*/ 1152524 w 1399879"/>
                    <a:gd name="connsiteY2" fmla="*/ 274139 h 1545376"/>
                    <a:gd name="connsiteX3" fmla="*/ 1364454 w 1399879"/>
                    <a:gd name="connsiteY3" fmla="*/ 952797 h 1545376"/>
                    <a:gd name="connsiteX4" fmla="*/ 1090612 w 1399879"/>
                    <a:gd name="connsiteY4" fmla="*/ 1298075 h 1545376"/>
                    <a:gd name="connsiteX5" fmla="*/ 646389 w 1399879"/>
                    <a:gd name="connsiteY5" fmla="*/ 1545376 h 1545376"/>
                    <a:gd name="connsiteX6" fmla="*/ 495298 w 1399879"/>
                    <a:gd name="connsiteY6" fmla="*/ 1171869 h 1545376"/>
                    <a:gd name="connsiteX7" fmla="*/ 985835 w 1399879"/>
                    <a:gd name="connsiteY7" fmla="*/ 1112341 h 1545376"/>
                    <a:gd name="connsiteX8" fmla="*/ 1116805 w 1399879"/>
                    <a:gd name="connsiteY8" fmla="*/ 886122 h 1545376"/>
                    <a:gd name="connsiteX9" fmla="*/ 990598 w 1399879"/>
                    <a:gd name="connsiteY9" fmla="*/ 786110 h 1545376"/>
                    <a:gd name="connsiteX10" fmla="*/ 652461 w 1399879"/>
                    <a:gd name="connsiteY10" fmla="*/ 407490 h 1545376"/>
                    <a:gd name="connsiteX11" fmla="*/ 573880 w 1399879"/>
                    <a:gd name="connsiteY11" fmla="*/ 262233 h 1545376"/>
                    <a:gd name="connsiteX12" fmla="*/ 276223 w 1399879"/>
                    <a:gd name="connsiteY12" fmla="*/ 300334 h 1545376"/>
                    <a:gd name="connsiteX13" fmla="*/ 180975 w 1399879"/>
                    <a:gd name="connsiteY13" fmla="*/ 588464 h 1545376"/>
                    <a:gd name="connsiteX14" fmla="*/ 0 w 1399879"/>
                    <a:gd name="connsiteY14" fmla="*/ 536076 h 1545376"/>
                    <a:gd name="connsiteX15" fmla="*/ 104773 w 1399879"/>
                    <a:gd name="connsiteY15" fmla="*/ 212227 h 1545376"/>
                    <a:gd name="connsiteX16" fmla="*/ 159542 w 1399879"/>
                    <a:gd name="connsiteY16" fmla="*/ 126500 h 1545376"/>
                    <a:gd name="connsiteX0" fmla="*/ 159542 w 1399879"/>
                    <a:gd name="connsiteY0" fmla="*/ 126500 h 1545376"/>
                    <a:gd name="connsiteX1" fmla="*/ 683417 w 1399879"/>
                    <a:gd name="connsiteY1" fmla="*/ 293 h 1545376"/>
                    <a:gd name="connsiteX2" fmla="*/ 1152524 w 1399879"/>
                    <a:gd name="connsiteY2" fmla="*/ 274139 h 1545376"/>
                    <a:gd name="connsiteX3" fmla="*/ 1364454 w 1399879"/>
                    <a:gd name="connsiteY3" fmla="*/ 952797 h 1545376"/>
                    <a:gd name="connsiteX4" fmla="*/ 1090612 w 1399879"/>
                    <a:gd name="connsiteY4" fmla="*/ 1298075 h 1545376"/>
                    <a:gd name="connsiteX5" fmla="*/ 646389 w 1399879"/>
                    <a:gd name="connsiteY5" fmla="*/ 1545376 h 1545376"/>
                    <a:gd name="connsiteX6" fmla="*/ 538794 w 1399879"/>
                    <a:gd name="connsiteY6" fmla="*/ 1419927 h 1545376"/>
                    <a:gd name="connsiteX7" fmla="*/ 985835 w 1399879"/>
                    <a:gd name="connsiteY7" fmla="*/ 1112341 h 1545376"/>
                    <a:gd name="connsiteX8" fmla="*/ 1116805 w 1399879"/>
                    <a:gd name="connsiteY8" fmla="*/ 886122 h 1545376"/>
                    <a:gd name="connsiteX9" fmla="*/ 990598 w 1399879"/>
                    <a:gd name="connsiteY9" fmla="*/ 786110 h 1545376"/>
                    <a:gd name="connsiteX10" fmla="*/ 652461 w 1399879"/>
                    <a:gd name="connsiteY10" fmla="*/ 407490 h 1545376"/>
                    <a:gd name="connsiteX11" fmla="*/ 573880 w 1399879"/>
                    <a:gd name="connsiteY11" fmla="*/ 262233 h 1545376"/>
                    <a:gd name="connsiteX12" fmla="*/ 276223 w 1399879"/>
                    <a:gd name="connsiteY12" fmla="*/ 300334 h 1545376"/>
                    <a:gd name="connsiteX13" fmla="*/ 180975 w 1399879"/>
                    <a:gd name="connsiteY13" fmla="*/ 588464 h 1545376"/>
                    <a:gd name="connsiteX14" fmla="*/ 0 w 1399879"/>
                    <a:gd name="connsiteY14" fmla="*/ 536076 h 1545376"/>
                    <a:gd name="connsiteX15" fmla="*/ 104773 w 1399879"/>
                    <a:gd name="connsiteY15" fmla="*/ 212227 h 1545376"/>
                    <a:gd name="connsiteX16" fmla="*/ 159542 w 1399879"/>
                    <a:gd name="connsiteY16" fmla="*/ 126500 h 1545376"/>
                    <a:gd name="connsiteX0" fmla="*/ 159542 w 1399879"/>
                    <a:gd name="connsiteY0" fmla="*/ 126500 h 1566778"/>
                    <a:gd name="connsiteX1" fmla="*/ 683417 w 1399879"/>
                    <a:gd name="connsiteY1" fmla="*/ 293 h 1566778"/>
                    <a:gd name="connsiteX2" fmla="*/ 1152524 w 1399879"/>
                    <a:gd name="connsiteY2" fmla="*/ 274139 h 1566778"/>
                    <a:gd name="connsiteX3" fmla="*/ 1364454 w 1399879"/>
                    <a:gd name="connsiteY3" fmla="*/ 952797 h 1566778"/>
                    <a:gd name="connsiteX4" fmla="*/ 1090612 w 1399879"/>
                    <a:gd name="connsiteY4" fmla="*/ 1298075 h 1566778"/>
                    <a:gd name="connsiteX5" fmla="*/ 638319 w 1399879"/>
                    <a:gd name="connsiteY5" fmla="*/ 1566778 h 1566778"/>
                    <a:gd name="connsiteX6" fmla="*/ 538794 w 1399879"/>
                    <a:gd name="connsiteY6" fmla="*/ 1419927 h 1566778"/>
                    <a:gd name="connsiteX7" fmla="*/ 985835 w 1399879"/>
                    <a:gd name="connsiteY7" fmla="*/ 1112341 h 1566778"/>
                    <a:gd name="connsiteX8" fmla="*/ 1116805 w 1399879"/>
                    <a:gd name="connsiteY8" fmla="*/ 886122 h 1566778"/>
                    <a:gd name="connsiteX9" fmla="*/ 990598 w 1399879"/>
                    <a:gd name="connsiteY9" fmla="*/ 786110 h 1566778"/>
                    <a:gd name="connsiteX10" fmla="*/ 652461 w 1399879"/>
                    <a:gd name="connsiteY10" fmla="*/ 407490 h 1566778"/>
                    <a:gd name="connsiteX11" fmla="*/ 573880 w 1399879"/>
                    <a:gd name="connsiteY11" fmla="*/ 262233 h 1566778"/>
                    <a:gd name="connsiteX12" fmla="*/ 276223 w 1399879"/>
                    <a:gd name="connsiteY12" fmla="*/ 300334 h 1566778"/>
                    <a:gd name="connsiteX13" fmla="*/ 180975 w 1399879"/>
                    <a:gd name="connsiteY13" fmla="*/ 588464 h 1566778"/>
                    <a:gd name="connsiteX14" fmla="*/ 0 w 1399879"/>
                    <a:gd name="connsiteY14" fmla="*/ 536076 h 1566778"/>
                    <a:gd name="connsiteX15" fmla="*/ 104773 w 1399879"/>
                    <a:gd name="connsiteY15" fmla="*/ 212227 h 1566778"/>
                    <a:gd name="connsiteX16" fmla="*/ 159542 w 1399879"/>
                    <a:gd name="connsiteY16" fmla="*/ 126500 h 1566778"/>
                    <a:gd name="connsiteX0" fmla="*/ 159542 w 1399879"/>
                    <a:gd name="connsiteY0" fmla="*/ 126500 h 1562568"/>
                    <a:gd name="connsiteX1" fmla="*/ 683417 w 1399879"/>
                    <a:gd name="connsiteY1" fmla="*/ 293 h 1562568"/>
                    <a:gd name="connsiteX2" fmla="*/ 1152524 w 1399879"/>
                    <a:gd name="connsiteY2" fmla="*/ 274139 h 1562568"/>
                    <a:gd name="connsiteX3" fmla="*/ 1364454 w 1399879"/>
                    <a:gd name="connsiteY3" fmla="*/ 952797 h 1562568"/>
                    <a:gd name="connsiteX4" fmla="*/ 1090612 w 1399879"/>
                    <a:gd name="connsiteY4" fmla="*/ 1298075 h 1562568"/>
                    <a:gd name="connsiteX5" fmla="*/ 643933 w 1399879"/>
                    <a:gd name="connsiteY5" fmla="*/ 1562568 h 1562568"/>
                    <a:gd name="connsiteX6" fmla="*/ 538794 w 1399879"/>
                    <a:gd name="connsiteY6" fmla="*/ 1419927 h 1562568"/>
                    <a:gd name="connsiteX7" fmla="*/ 985835 w 1399879"/>
                    <a:gd name="connsiteY7" fmla="*/ 1112341 h 1562568"/>
                    <a:gd name="connsiteX8" fmla="*/ 1116805 w 1399879"/>
                    <a:gd name="connsiteY8" fmla="*/ 886122 h 1562568"/>
                    <a:gd name="connsiteX9" fmla="*/ 990598 w 1399879"/>
                    <a:gd name="connsiteY9" fmla="*/ 786110 h 1562568"/>
                    <a:gd name="connsiteX10" fmla="*/ 652461 w 1399879"/>
                    <a:gd name="connsiteY10" fmla="*/ 407490 h 1562568"/>
                    <a:gd name="connsiteX11" fmla="*/ 573880 w 1399879"/>
                    <a:gd name="connsiteY11" fmla="*/ 262233 h 1562568"/>
                    <a:gd name="connsiteX12" fmla="*/ 276223 w 1399879"/>
                    <a:gd name="connsiteY12" fmla="*/ 300334 h 1562568"/>
                    <a:gd name="connsiteX13" fmla="*/ 180975 w 1399879"/>
                    <a:gd name="connsiteY13" fmla="*/ 588464 h 1562568"/>
                    <a:gd name="connsiteX14" fmla="*/ 0 w 1399879"/>
                    <a:gd name="connsiteY14" fmla="*/ 536076 h 1562568"/>
                    <a:gd name="connsiteX15" fmla="*/ 104773 w 1399879"/>
                    <a:gd name="connsiteY15" fmla="*/ 212227 h 1562568"/>
                    <a:gd name="connsiteX16" fmla="*/ 159542 w 1399879"/>
                    <a:gd name="connsiteY16" fmla="*/ 126500 h 1562568"/>
                    <a:gd name="connsiteX0" fmla="*/ 159542 w 1399879"/>
                    <a:gd name="connsiteY0" fmla="*/ 126500 h 1562568"/>
                    <a:gd name="connsiteX1" fmla="*/ 683417 w 1399879"/>
                    <a:gd name="connsiteY1" fmla="*/ 293 h 1562568"/>
                    <a:gd name="connsiteX2" fmla="*/ 1152524 w 1399879"/>
                    <a:gd name="connsiteY2" fmla="*/ 274139 h 1562568"/>
                    <a:gd name="connsiteX3" fmla="*/ 1364454 w 1399879"/>
                    <a:gd name="connsiteY3" fmla="*/ 952797 h 1562568"/>
                    <a:gd name="connsiteX4" fmla="*/ 1090612 w 1399879"/>
                    <a:gd name="connsiteY4" fmla="*/ 1298075 h 1562568"/>
                    <a:gd name="connsiteX5" fmla="*/ 643933 w 1399879"/>
                    <a:gd name="connsiteY5" fmla="*/ 1562568 h 1562568"/>
                    <a:gd name="connsiteX6" fmla="*/ 538794 w 1399879"/>
                    <a:gd name="connsiteY6" fmla="*/ 1419927 h 1562568"/>
                    <a:gd name="connsiteX7" fmla="*/ 985835 w 1399879"/>
                    <a:gd name="connsiteY7" fmla="*/ 1112341 h 1562568"/>
                    <a:gd name="connsiteX8" fmla="*/ 1116805 w 1399879"/>
                    <a:gd name="connsiteY8" fmla="*/ 886122 h 1562568"/>
                    <a:gd name="connsiteX9" fmla="*/ 990598 w 1399879"/>
                    <a:gd name="connsiteY9" fmla="*/ 786110 h 1562568"/>
                    <a:gd name="connsiteX10" fmla="*/ 652461 w 1399879"/>
                    <a:gd name="connsiteY10" fmla="*/ 407490 h 1562568"/>
                    <a:gd name="connsiteX11" fmla="*/ 573880 w 1399879"/>
                    <a:gd name="connsiteY11" fmla="*/ 262233 h 1562568"/>
                    <a:gd name="connsiteX12" fmla="*/ 276223 w 1399879"/>
                    <a:gd name="connsiteY12" fmla="*/ 300334 h 1562568"/>
                    <a:gd name="connsiteX13" fmla="*/ 180975 w 1399879"/>
                    <a:gd name="connsiteY13" fmla="*/ 588464 h 1562568"/>
                    <a:gd name="connsiteX14" fmla="*/ 0 w 1399879"/>
                    <a:gd name="connsiteY14" fmla="*/ 536076 h 1562568"/>
                    <a:gd name="connsiteX15" fmla="*/ 104773 w 1399879"/>
                    <a:gd name="connsiteY15" fmla="*/ 212227 h 1562568"/>
                    <a:gd name="connsiteX16" fmla="*/ 159542 w 1399879"/>
                    <a:gd name="connsiteY16" fmla="*/ 126500 h 1562568"/>
                    <a:gd name="connsiteX0" fmla="*/ 159542 w 1399879"/>
                    <a:gd name="connsiteY0" fmla="*/ 126500 h 1562568"/>
                    <a:gd name="connsiteX1" fmla="*/ 683417 w 1399879"/>
                    <a:gd name="connsiteY1" fmla="*/ 293 h 1562568"/>
                    <a:gd name="connsiteX2" fmla="*/ 1152524 w 1399879"/>
                    <a:gd name="connsiteY2" fmla="*/ 274139 h 1562568"/>
                    <a:gd name="connsiteX3" fmla="*/ 1364454 w 1399879"/>
                    <a:gd name="connsiteY3" fmla="*/ 952797 h 1562568"/>
                    <a:gd name="connsiteX4" fmla="*/ 1080789 w 1399879"/>
                    <a:gd name="connsiteY4" fmla="*/ 1287900 h 1562568"/>
                    <a:gd name="connsiteX5" fmla="*/ 643933 w 1399879"/>
                    <a:gd name="connsiteY5" fmla="*/ 1562568 h 1562568"/>
                    <a:gd name="connsiteX6" fmla="*/ 538794 w 1399879"/>
                    <a:gd name="connsiteY6" fmla="*/ 1419927 h 1562568"/>
                    <a:gd name="connsiteX7" fmla="*/ 985835 w 1399879"/>
                    <a:gd name="connsiteY7" fmla="*/ 1112341 h 1562568"/>
                    <a:gd name="connsiteX8" fmla="*/ 1116805 w 1399879"/>
                    <a:gd name="connsiteY8" fmla="*/ 886122 h 1562568"/>
                    <a:gd name="connsiteX9" fmla="*/ 990598 w 1399879"/>
                    <a:gd name="connsiteY9" fmla="*/ 786110 h 1562568"/>
                    <a:gd name="connsiteX10" fmla="*/ 652461 w 1399879"/>
                    <a:gd name="connsiteY10" fmla="*/ 407490 h 1562568"/>
                    <a:gd name="connsiteX11" fmla="*/ 573880 w 1399879"/>
                    <a:gd name="connsiteY11" fmla="*/ 262233 h 1562568"/>
                    <a:gd name="connsiteX12" fmla="*/ 276223 w 1399879"/>
                    <a:gd name="connsiteY12" fmla="*/ 300334 h 1562568"/>
                    <a:gd name="connsiteX13" fmla="*/ 180975 w 1399879"/>
                    <a:gd name="connsiteY13" fmla="*/ 588464 h 1562568"/>
                    <a:gd name="connsiteX14" fmla="*/ 0 w 1399879"/>
                    <a:gd name="connsiteY14" fmla="*/ 536076 h 1562568"/>
                    <a:gd name="connsiteX15" fmla="*/ 104773 w 1399879"/>
                    <a:gd name="connsiteY15" fmla="*/ 212227 h 1562568"/>
                    <a:gd name="connsiteX16" fmla="*/ 159542 w 1399879"/>
                    <a:gd name="connsiteY16" fmla="*/ 126500 h 1562568"/>
                    <a:gd name="connsiteX0" fmla="*/ 159542 w 1399879"/>
                    <a:gd name="connsiteY0" fmla="*/ 126500 h 1562568"/>
                    <a:gd name="connsiteX1" fmla="*/ 683417 w 1399879"/>
                    <a:gd name="connsiteY1" fmla="*/ 293 h 1562568"/>
                    <a:gd name="connsiteX2" fmla="*/ 1152524 w 1399879"/>
                    <a:gd name="connsiteY2" fmla="*/ 274139 h 1562568"/>
                    <a:gd name="connsiteX3" fmla="*/ 1364454 w 1399879"/>
                    <a:gd name="connsiteY3" fmla="*/ 952797 h 1562568"/>
                    <a:gd name="connsiteX4" fmla="*/ 1080789 w 1399879"/>
                    <a:gd name="connsiteY4" fmla="*/ 1287900 h 1562568"/>
                    <a:gd name="connsiteX5" fmla="*/ 643933 w 1399879"/>
                    <a:gd name="connsiteY5" fmla="*/ 1562568 h 1562568"/>
                    <a:gd name="connsiteX6" fmla="*/ 538794 w 1399879"/>
                    <a:gd name="connsiteY6" fmla="*/ 1419927 h 1562568"/>
                    <a:gd name="connsiteX7" fmla="*/ 985835 w 1399879"/>
                    <a:gd name="connsiteY7" fmla="*/ 1112341 h 1562568"/>
                    <a:gd name="connsiteX8" fmla="*/ 1116805 w 1399879"/>
                    <a:gd name="connsiteY8" fmla="*/ 886122 h 1562568"/>
                    <a:gd name="connsiteX9" fmla="*/ 990598 w 1399879"/>
                    <a:gd name="connsiteY9" fmla="*/ 786110 h 1562568"/>
                    <a:gd name="connsiteX10" fmla="*/ 652461 w 1399879"/>
                    <a:gd name="connsiteY10" fmla="*/ 407490 h 1562568"/>
                    <a:gd name="connsiteX11" fmla="*/ 573880 w 1399879"/>
                    <a:gd name="connsiteY11" fmla="*/ 262233 h 1562568"/>
                    <a:gd name="connsiteX12" fmla="*/ 276223 w 1399879"/>
                    <a:gd name="connsiteY12" fmla="*/ 300334 h 1562568"/>
                    <a:gd name="connsiteX13" fmla="*/ 180975 w 1399879"/>
                    <a:gd name="connsiteY13" fmla="*/ 588464 h 1562568"/>
                    <a:gd name="connsiteX14" fmla="*/ 0 w 1399879"/>
                    <a:gd name="connsiteY14" fmla="*/ 536076 h 1562568"/>
                    <a:gd name="connsiteX15" fmla="*/ 104773 w 1399879"/>
                    <a:gd name="connsiteY15" fmla="*/ 212227 h 1562568"/>
                    <a:gd name="connsiteX16" fmla="*/ 159542 w 1399879"/>
                    <a:gd name="connsiteY16" fmla="*/ 126500 h 1562568"/>
                    <a:gd name="connsiteX0" fmla="*/ 159542 w 1399879"/>
                    <a:gd name="connsiteY0" fmla="*/ 126500 h 1562568"/>
                    <a:gd name="connsiteX1" fmla="*/ 683417 w 1399879"/>
                    <a:gd name="connsiteY1" fmla="*/ 293 h 1562568"/>
                    <a:gd name="connsiteX2" fmla="*/ 1152524 w 1399879"/>
                    <a:gd name="connsiteY2" fmla="*/ 274139 h 1562568"/>
                    <a:gd name="connsiteX3" fmla="*/ 1364454 w 1399879"/>
                    <a:gd name="connsiteY3" fmla="*/ 952797 h 1562568"/>
                    <a:gd name="connsiteX4" fmla="*/ 1080789 w 1399879"/>
                    <a:gd name="connsiteY4" fmla="*/ 1287900 h 1562568"/>
                    <a:gd name="connsiteX5" fmla="*/ 643933 w 1399879"/>
                    <a:gd name="connsiteY5" fmla="*/ 1562568 h 1562568"/>
                    <a:gd name="connsiteX6" fmla="*/ 538794 w 1399879"/>
                    <a:gd name="connsiteY6" fmla="*/ 1419927 h 1562568"/>
                    <a:gd name="connsiteX7" fmla="*/ 985835 w 1399879"/>
                    <a:gd name="connsiteY7" fmla="*/ 1112341 h 1562568"/>
                    <a:gd name="connsiteX8" fmla="*/ 1116805 w 1399879"/>
                    <a:gd name="connsiteY8" fmla="*/ 886122 h 1562568"/>
                    <a:gd name="connsiteX9" fmla="*/ 990598 w 1399879"/>
                    <a:gd name="connsiteY9" fmla="*/ 786110 h 1562568"/>
                    <a:gd name="connsiteX10" fmla="*/ 652461 w 1399879"/>
                    <a:gd name="connsiteY10" fmla="*/ 407490 h 1562568"/>
                    <a:gd name="connsiteX11" fmla="*/ 573880 w 1399879"/>
                    <a:gd name="connsiteY11" fmla="*/ 262233 h 1562568"/>
                    <a:gd name="connsiteX12" fmla="*/ 276223 w 1399879"/>
                    <a:gd name="connsiteY12" fmla="*/ 300334 h 1562568"/>
                    <a:gd name="connsiteX13" fmla="*/ 180975 w 1399879"/>
                    <a:gd name="connsiteY13" fmla="*/ 588464 h 1562568"/>
                    <a:gd name="connsiteX14" fmla="*/ 0 w 1399879"/>
                    <a:gd name="connsiteY14" fmla="*/ 536076 h 1562568"/>
                    <a:gd name="connsiteX15" fmla="*/ 104773 w 1399879"/>
                    <a:gd name="connsiteY15" fmla="*/ 212227 h 1562568"/>
                    <a:gd name="connsiteX16" fmla="*/ 159542 w 1399879"/>
                    <a:gd name="connsiteY16" fmla="*/ 126500 h 1562568"/>
                    <a:gd name="connsiteX0" fmla="*/ 159542 w 1399879"/>
                    <a:gd name="connsiteY0" fmla="*/ 126500 h 1562568"/>
                    <a:gd name="connsiteX1" fmla="*/ 683417 w 1399879"/>
                    <a:gd name="connsiteY1" fmla="*/ 293 h 1562568"/>
                    <a:gd name="connsiteX2" fmla="*/ 1152524 w 1399879"/>
                    <a:gd name="connsiteY2" fmla="*/ 274139 h 1562568"/>
                    <a:gd name="connsiteX3" fmla="*/ 1364454 w 1399879"/>
                    <a:gd name="connsiteY3" fmla="*/ 952797 h 1562568"/>
                    <a:gd name="connsiteX4" fmla="*/ 1080789 w 1399879"/>
                    <a:gd name="connsiteY4" fmla="*/ 1287900 h 1562568"/>
                    <a:gd name="connsiteX5" fmla="*/ 643933 w 1399879"/>
                    <a:gd name="connsiteY5" fmla="*/ 1562568 h 1562568"/>
                    <a:gd name="connsiteX6" fmla="*/ 538794 w 1399879"/>
                    <a:gd name="connsiteY6" fmla="*/ 1419927 h 1562568"/>
                    <a:gd name="connsiteX7" fmla="*/ 985835 w 1399879"/>
                    <a:gd name="connsiteY7" fmla="*/ 1112341 h 1562568"/>
                    <a:gd name="connsiteX8" fmla="*/ 1116805 w 1399879"/>
                    <a:gd name="connsiteY8" fmla="*/ 886122 h 1562568"/>
                    <a:gd name="connsiteX9" fmla="*/ 990598 w 1399879"/>
                    <a:gd name="connsiteY9" fmla="*/ 786110 h 1562568"/>
                    <a:gd name="connsiteX10" fmla="*/ 652461 w 1399879"/>
                    <a:gd name="connsiteY10" fmla="*/ 407490 h 1562568"/>
                    <a:gd name="connsiteX11" fmla="*/ 573880 w 1399879"/>
                    <a:gd name="connsiteY11" fmla="*/ 262233 h 1562568"/>
                    <a:gd name="connsiteX12" fmla="*/ 276223 w 1399879"/>
                    <a:gd name="connsiteY12" fmla="*/ 300334 h 1562568"/>
                    <a:gd name="connsiteX13" fmla="*/ 180975 w 1399879"/>
                    <a:gd name="connsiteY13" fmla="*/ 588464 h 1562568"/>
                    <a:gd name="connsiteX14" fmla="*/ 0 w 1399879"/>
                    <a:gd name="connsiteY14" fmla="*/ 536076 h 1562568"/>
                    <a:gd name="connsiteX15" fmla="*/ 104773 w 1399879"/>
                    <a:gd name="connsiteY15" fmla="*/ 212227 h 1562568"/>
                    <a:gd name="connsiteX16" fmla="*/ 159542 w 1399879"/>
                    <a:gd name="connsiteY16" fmla="*/ 126500 h 1562568"/>
                    <a:gd name="connsiteX0" fmla="*/ 159542 w 1399879"/>
                    <a:gd name="connsiteY0" fmla="*/ 126500 h 1562568"/>
                    <a:gd name="connsiteX1" fmla="*/ 683417 w 1399879"/>
                    <a:gd name="connsiteY1" fmla="*/ 293 h 1562568"/>
                    <a:gd name="connsiteX2" fmla="*/ 1152524 w 1399879"/>
                    <a:gd name="connsiteY2" fmla="*/ 274139 h 1562568"/>
                    <a:gd name="connsiteX3" fmla="*/ 1364454 w 1399879"/>
                    <a:gd name="connsiteY3" fmla="*/ 952797 h 1562568"/>
                    <a:gd name="connsiteX4" fmla="*/ 1080789 w 1399879"/>
                    <a:gd name="connsiteY4" fmla="*/ 1287900 h 1562568"/>
                    <a:gd name="connsiteX5" fmla="*/ 643933 w 1399879"/>
                    <a:gd name="connsiteY5" fmla="*/ 1562568 h 1562568"/>
                    <a:gd name="connsiteX6" fmla="*/ 538794 w 1399879"/>
                    <a:gd name="connsiteY6" fmla="*/ 1419927 h 1562568"/>
                    <a:gd name="connsiteX7" fmla="*/ 985835 w 1399879"/>
                    <a:gd name="connsiteY7" fmla="*/ 1112341 h 1562568"/>
                    <a:gd name="connsiteX8" fmla="*/ 1116805 w 1399879"/>
                    <a:gd name="connsiteY8" fmla="*/ 886122 h 1562568"/>
                    <a:gd name="connsiteX9" fmla="*/ 990598 w 1399879"/>
                    <a:gd name="connsiteY9" fmla="*/ 786110 h 1562568"/>
                    <a:gd name="connsiteX10" fmla="*/ 652461 w 1399879"/>
                    <a:gd name="connsiteY10" fmla="*/ 407490 h 1562568"/>
                    <a:gd name="connsiteX11" fmla="*/ 573880 w 1399879"/>
                    <a:gd name="connsiteY11" fmla="*/ 262233 h 1562568"/>
                    <a:gd name="connsiteX12" fmla="*/ 276223 w 1399879"/>
                    <a:gd name="connsiteY12" fmla="*/ 300334 h 1562568"/>
                    <a:gd name="connsiteX13" fmla="*/ 180975 w 1399879"/>
                    <a:gd name="connsiteY13" fmla="*/ 588464 h 1562568"/>
                    <a:gd name="connsiteX14" fmla="*/ 0 w 1399879"/>
                    <a:gd name="connsiteY14" fmla="*/ 536076 h 1562568"/>
                    <a:gd name="connsiteX15" fmla="*/ 104773 w 1399879"/>
                    <a:gd name="connsiteY15" fmla="*/ 212227 h 1562568"/>
                    <a:gd name="connsiteX16" fmla="*/ 159542 w 1399879"/>
                    <a:gd name="connsiteY16" fmla="*/ 126500 h 1562568"/>
                    <a:gd name="connsiteX0" fmla="*/ 159542 w 1399879"/>
                    <a:gd name="connsiteY0" fmla="*/ 126500 h 1562568"/>
                    <a:gd name="connsiteX1" fmla="*/ 683417 w 1399879"/>
                    <a:gd name="connsiteY1" fmla="*/ 293 h 1562568"/>
                    <a:gd name="connsiteX2" fmla="*/ 1152524 w 1399879"/>
                    <a:gd name="connsiteY2" fmla="*/ 274139 h 1562568"/>
                    <a:gd name="connsiteX3" fmla="*/ 1364454 w 1399879"/>
                    <a:gd name="connsiteY3" fmla="*/ 952797 h 1562568"/>
                    <a:gd name="connsiteX4" fmla="*/ 1080789 w 1399879"/>
                    <a:gd name="connsiteY4" fmla="*/ 1287900 h 1562568"/>
                    <a:gd name="connsiteX5" fmla="*/ 643933 w 1399879"/>
                    <a:gd name="connsiteY5" fmla="*/ 1562568 h 1562568"/>
                    <a:gd name="connsiteX6" fmla="*/ 538794 w 1399879"/>
                    <a:gd name="connsiteY6" fmla="*/ 1419927 h 1562568"/>
                    <a:gd name="connsiteX7" fmla="*/ 985835 w 1399879"/>
                    <a:gd name="connsiteY7" fmla="*/ 1112341 h 1562568"/>
                    <a:gd name="connsiteX8" fmla="*/ 1116805 w 1399879"/>
                    <a:gd name="connsiteY8" fmla="*/ 886122 h 1562568"/>
                    <a:gd name="connsiteX9" fmla="*/ 990598 w 1399879"/>
                    <a:gd name="connsiteY9" fmla="*/ 786110 h 1562568"/>
                    <a:gd name="connsiteX10" fmla="*/ 652461 w 1399879"/>
                    <a:gd name="connsiteY10" fmla="*/ 407490 h 1562568"/>
                    <a:gd name="connsiteX11" fmla="*/ 573880 w 1399879"/>
                    <a:gd name="connsiteY11" fmla="*/ 262233 h 1562568"/>
                    <a:gd name="connsiteX12" fmla="*/ 276223 w 1399879"/>
                    <a:gd name="connsiteY12" fmla="*/ 300334 h 1562568"/>
                    <a:gd name="connsiteX13" fmla="*/ 180975 w 1399879"/>
                    <a:gd name="connsiteY13" fmla="*/ 588464 h 1562568"/>
                    <a:gd name="connsiteX14" fmla="*/ 0 w 1399879"/>
                    <a:gd name="connsiteY14" fmla="*/ 536076 h 1562568"/>
                    <a:gd name="connsiteX15" fmla="*/ 104773 w 1399879"/>
                    <a:gd name="connsiteY15" fmla="*/ 212227 h 1562568"/>
                    <a:gd name="connsiteX16" fmla="*/ 159542 w 1399879"/>
                    <a:gd name="connsiteY16" fmla="*/ 126500 h 1562568"/>
                    <a:gd name="connsiteX0" fmla="*/ 159542 w 1399879"/>
                    <a:gd name="connsiteY0" fmla="*/ 126500 h 1562568"/>
                    <a:gd name="connsiteX1" fmla="*/ 683417 w 1399879"/>
                    <a:gd name="connsiteY1" fmla="*/ 293 h 1562568"/>
                    <a:gd name="connsiteX2" fmla="*/ 1152524 w 1399879"/>
                    <a:gd name="connsiteY2" fmla="*/ 274139 h 1562568"/>
                    <a:gd name="connsiteX3" fmla="*/ 1364454 w 1399879"/>
                    <a:gd name="connsiteY3" fmla="*/ 952797 h 1562568"/>
                    <a:gd name="connsiteX4" fmla="*/ 1080789 w 1399879"/>
                    <a:gd name="connsiteY4" fmla="*/ 1287900 h 1562568"/>
                    <a:gd name="connsiteX5" fmla="*/ 643933 w 1399879"/>
                    <a:gd name="connsiteY5" fmla="*/ 1562568 h 1562568"/>
                    <a:gd name="connsiteX6" fmla="*/ 538794 w 1399879"/>
                    <a:gd name="connsiteY6" fmla="*/ 1419927 h 1562568"/>
                    <a:gd name="connsiteX7" fmla="*/ 979870 w 1399879"/>
                    <a:gd name="connsiteY7" fmla="*/ 1119007 h 1562568"/>
                    <a:gd name="connsiteX8" fmla="*/ 1116805 w 1399879"/>
                    <a:gd name="connsiteY8" fmla="*/ 886122 h 1562568"/>
                    <a:gd name="connsiteX9" fmla="*/ 990598 w 1399879"/>
                    <a:gd name="connsiteY9" fmla="*/ 786110 h 1562568"/>
                    <a:gd name="connsiteX10" fmla="*/ 652461 w 1399879"/>
                    <a:gd name="connsiteY10" fmla="*/ 407490 h 1562568"/>
                    <a:gd name="connsiteX11" fmla="*/ 573880 w 1399879"/>
                    <a:gd name="connsiteY11" fmla="*/ 262233 h 1562568"/>
                    <a:gd name="connsiteX12" fmla="*/ 276223 w 1399879"/>
                    <a:gd name="connsiteY12" fmla="*/ 300334 h 1562568"/>
                    <a:gd name="connsiteX13" fmla="*/ 180975 w 1399879"/>
                    <a:gd name="connsiteY13" fmla="*/ 588464 h 1562568"/>
                    <a:gd name="connsiteX14" fmla="*/ 0 w 1399879"/>
                    <a:gd name="connsiteY14" fmla="*/ 536076 h 1562568"/>
                    <a:gd name="connsiteX15" fmla="*/ 104773 w 1399879"/>
                    <a:gd name="connsiteY15" fmla="*/ 212227 h 1562568"/>
                    <a:gd name="connsiteX16" fmla="*/ 159542 w 1399879"/>
                    <a:gd name="connsiteY16" fmla="*/ 126500 h 1562568"/>
                    <a:gd name="connsiteX0" fmla="*/ 159542 w 1399879"/>
                    <a:gd name="connsiteY0" fmla="*/ 126500 h 1562568"/>
                    <a:gd name="connsiteX1" fmla="*/ 683417 w 1399879"/>
                    <a:gd name="connsiteY1" fmla="*/ 293 h 1562568"/>
                    <a:gd name="connsiteX2" fmla="*/ 1152524 w 1399879"/>
                    <a:gd name="connsiteY2" fmla="*/ 274139 h 1562568"/>
                    <a:gd name="connsiteX3" fmla="*/ 1364454 w 1399879"/>
                    <a:gd name="connsiteY3" fmla="*/ 952797 h 1562568"/>
                    <a:gd name="connsiteX4" fmla="*/ 1080789 w 1399879"/>
                    <a:gd name="connsiteY4" fmla="*/ 1287900 h 1562568"/>
                    <a:gd name="connsiteX5" fmla="*/ 643933 w 1399879"/>
                    <a:gd name="connsiteY5" fmla="*/ 1562568 h 1562568"/>
                    <a:gd name="connsiteX6" fmla="*/ 538794 w 1399879"/>
                    <a:gd name="connsiteY6" fmla="*/ 1419927 h 1562568"/>
                    <a:gd name="connsiteX7" fmla="*/ 979870 w 1399879"/>
                    <a:gd name="connsiteY7" fmla="*/ 1119007 h 1562568"/>
                    <a:gd name="connsiteX8" fmla="*/ 1116805 w 1399879"/>
                    <a:gd name="connsiteY8" fmla="*/ 886122 h 1562568"/>
                    <a:gd name="connsiteX9" fmla="*/ 990598 w 1399879"/>
                    <a:gd name="connsiteY9" fmla="*/ 786110 h 1562568"/>
                    <a:gd name="connsiteX10" fmla="*/ 652461 w 1399879"/>
                    <a:gd name="connsiteY10" fmla="*/ 407490 h 1562568"/>
                    <a:gd name="connsiteX11" fmla="*/ 573880 w 1399879"/>
                    <a:gd name="connsiteY11" fmla="*/ 262233 h 1562568"/>
                    <a:gd name="connsiteX12" fmla="*/ 276223 w 1399879"/>
                    <a:gd name="connsiteY12" fmla="*/ 300334 h 1562568"/>
                    <a:gd name="connsiteX13" fmla="*/ 180975 w 1399879"/>
                    <a:gd name="connsiteY13" fmla="*/ 588464 h 1562568"/>
                    <a:gd name="connsiteX14" fmla="*/ 0 w 1399879"/>
                    <a:gd name="connsiteY14" fmla="*/ 536076 h 1562568"/>
                    <a:gd name="connsiteX15" fmla="*/ 104773 w 1399879"/>
                    <a:gd name="connsiteY15" fmla="*/ 212227 h 1562568"/>
                    <a:gd name="connsiteX16" fmla="*/ 159542 w 1399879"/>
                    <a:gd name="connsiteY16" fmla="*/ 126500 h 1562568"/>
                    <a:gd name="connsiteX0" fmla="*/ 159542 w 1399879"/>
                    <a:gd name="connsiteY0" fmla="*/ 126500 h 1562568"/>
                    <a:gd name="connsiteX1" fmla="*/ 683417 w 1399879"/>
                    <a:gd name="connsiteY1" fmla="*/ 293 h 1562568"/>
                    <a:gd name="connsiteX2" fmla="*/ 1152524 w 1399879"/>
                    <a:gd name="connsiteY2" fmla="*/ 274139 h 1562568"/>
                    <a:gd name="connsiteX3" fmla="*/ 1364454 w 1399879"/>
                    <a:gd name="connsiteY3" fmla="*/ 952797 h 1562568"/>
                    <a:gd name="connsiteX4" fmla="*/ 1080789 w 1399879"/>
                    <a:gd name="connsiteY4" fmla="*/ 1287900 h 1562568"/>
                    <a:gd name="connsiteX5" fmla="*/ 643933 w 1399879"/>
                    <a:gd name="connsiteY5" fmla="*/ 1562568 h 1562568"/>
                    <a:gd name="connsiteX6" fmla="*/ 538794 w 1399879"/>
                    <a:gd name="connsiteY6" fmla="*/ 1419927 h 1562568"/>
                    <a:gd name="connsiteX7" fmla="*/ 979870 w 1399879"/>
                    <a:gd name="connsiteY7" fmla="*/ 1119007 h 1562568"/>
                    <a:gd name="connsiteX8" fmla="*/ 1116805 w 1399879"/>
                    <a:gd name="connsiteY8" fmla="*/ 886122 h 1562568"/>
                    <a:gd name="connsiteX9" fmla="*/ 990598 w 1399879"/>
                    <a:gd name="connsiteY9" fmla="*/ 786110 h 1562568"/>
                    <a:gd name="connsiteX10" fmla="*/ 652461 w 1399879"/>
                    <a:gd name="connsiteY10" fmla="*/ 407490 h 1562568"/>
                    <a:gd name="connsiteX11" fmla="*/ 573880 w 1399879"/>
                    <a:gd name="connsiteY11" fmla="*/ 262233 h 1562568"/>
                    <a:gd name="connsiteX12" fmla="*/ 276223 w 1399879"/>
                    <a:gd name="connsiteY12" fmla="*/ 300334 h 1562568"/>
                    <a:gd name="connsiteX13" fmla="*/ 180975 w 1399879"/>
                    <a:gd name="connsiteY13" fmla="*/ 588464 h 1562568"/>
                    <a:gd name="connsiteX14" fmla="*/ 0 w 1399879"/>
                    <a:gd name="connsiteY14" fmla="*/ 536076 h 1562568"/>
                    <a:gd name="connsiteX15" fmla="*/ 104773 w 1399879"/>
                    <a:gd name="connsiteY15" fmla="*/ 212227 h 1562568"/>
                    <a:gd name="connsiteX16" fmla="*/ 159542 w 1399879"/>
                    <a:gd name="connsiteY16" fmla="*/ 126500 h 1562568"/>
                    <a:gd name="connsiteX0" fmla="*/ 159542 w 1399879"/>
                    <a:gd name="connsiteY0" fmla="*/ 126500 h 1562568"/>
                    <a:gd name="connsiteX1" fmla="*/ 683417 w 1399879"/>
                    <a:gd name="connsiteY1" fmla="*/ 293 h 1562568"/>
                    <a:gd name="connsiteX2" fmla="*/ 1152524 w 1399879"/>
                    <a:gd name="connsiteY2" fmla="*/ 274139 h 1562568"/>
                    <a:gd name="connsiteX3" fmla="*/ 1364454 w 1399879"/>
                    <a:gd name="connsiteY3" fmla="*/ 952797 h 1562568"/>
                    <a:gd name="connsiteX4" fmla="*/ 1080789 w 1399879"/>
                    <a:gd name="connsiteY4" fmla="*/ 1287900 h 1562568"/>
                    <a:gd name="connsiteX5" fmla="*/ 643933 w 1399879"/>
                    <a:gd name="connsiteY5" fmla="*/ 1562568 h 1562568"/>
                    <a:gd name="connsiteX6" fmla="*/ 538794 w 1399879"/>
                    <a:gd name="connsiteY6" fmla="*/ 1419927 h 1562568"/>
                    <a:gd name="connsiteX7" fmla="*/ 979870 w 1399879"/>
                    <a:gd name="connsiteY7" fmla="*/ 1119007 h 1562568"/>
                    <a:gd name="connsiteX8" fmla="*/ 1116805 w 1399879"/>
                    <a:gd name="connsiteY8" fmla="*/ 886122 h 1562568"/>
                    <a:gd name="connsiteX9" fmla="*/ 990598 w 1399879"/>
                    <a:gd name="connsiteY9" fmla="*/ 786110 h 1562568"/>
                    <a:gd name="connsiteX10" fmla="*/ 652461 w 1399879"/>
                    <a:gd name="connsiteY10" fmla="*/ 407490 h 1562568"/>
                    <a:gd name="connsiteX11" fmla="*/ 573880 w 1399879"/>
                    <a:gd name="connsiteY11" fmla="*/ 262233 h 1562568"/>
                    <a:gd name="connsiteX12" fmla="*/ 276223 w 1399879"/>
                    <a:gd name="connsiteY12" fmla="*/ 300334 h 1562568"/>
                    <a:gd name="connsiteX13" fmla="*/ 180975 w 1399879"/>
                    <a:gd name="connsiteY13" fmla="*/ 588464 h 1562568"/>
                    <a:gd name="connsiteX14" fmla="*/ 0 w 1399879"/>
                    <a:gd name="connsiteY14" fmla="*/ 536076 h 1562568"/>
                    <a:gd name="connsiteX15" fmla="*/ 104773 w 1399879"/>
                    <a:gd name="connsiteY15" fmla="*/ 212227 h 1562568"/>
                    <a:gd name="connsiteX16" fmla="*/ 159542 w 1399879"/>
                    <a:gd name="connsiteY16" fmla="*/ 126500 h 1562568"/>
                    <a:gd name="connsiteX0" fmla="*/ 159542 w 1399879"/>
                    <a:gd name="connsiteY0" fmla="*/ 126500 h 1562568"/>
                    <a:gd name="connsiteX1" fmla="*/ 683417 w 1399879"/>
                    <a:gd name="connsiteY1" fmla="*/ 293 h 1562568"/>
                    <a:gd name="connsiteX2" fmla="*/ 1152524 w 1399879"/>
                    <a:gd name="connsiteY2" fmla="*/ 274139 h 1562568"/>
                    <a:gd name="connsiteX3" fmla="*/ 1364454 w 1399879"/>
                    <a:gd name="connsiteY3" fmla="*/ 952797 h 1562568"/>
                    <a:gd name="connsiteX4" fmla="*/ 1080789 w 1399879"/>
                    <a:gd name="connsiteY4" fmla="*/ 1287900 h 1562568"/>
                    <a:gd name="connsiteX5" fmla="*/ 643933 w 1399879"/>
                    <a:gd name="connsiteY5" fmla="*/ 1562568 h 1562568"/>
                    <a:gd name="connsiteX6" fmla="*/ 538794 w 1399879"/>
                    <a:gd name="connsiteY6" fmla="*/ 1419927 h 1562568"/>
                    <a:gd name="connsiteX7" fmla="*/ 979870 w 1399879"/>
                    <a:gd name="connsiteY7" fmla="*/ 1119007 h 1562568"/>
                    <a:gd name="connsiteX8" fmla="*/ 1116805 w 1399879"/>
                    <a:gd name="connsiteY8" fmla="*/ 886122 h 1562568"/>
                    <a:gd name="connsiteX9" fmla="*/ 990598 w 1399879"/>
                    <a:gd name="connsiteY9" fmla="*/ 786110 h 1562568"/>
                    <a:gd name="connsiteX10" fmla="*/ 652461 w 1399879"/>
                    <a:gd name="connsiteY10" fmla="*/ 407490 h 1562568"/>
                    <a:gd name="connsiteX11" fmla="*/ 573880 w 1399879"/>
                    <a:gd name="connsiteY11" fmla="*/ 262233 h 1562568"/>
                    <a:gd name="connsiteX12" fmla="*/ 276223 w 1399879"/>
                    <a:gd name="connsiteY12" fmla="*/ 300334 h 1562568"/>
                    <a:gd name="connsiteX13" fmla="*/ 180975 w 1399879"/>
                    <a:gd name="connsiteY13" fmla="*/ 588464 h 1562568"/>
                    <a:gd name="connsiteX14" fmla="*/ 0 w 1399879"/>
                    <a:gd name="connsiteY14" fmla="*/ 536076 h 1562568"/>
                    <a:gd name="connsiteX15" fmla="*/ 104773 w 1399879"/>
                    <a:gd name="connsiteY15" fmla="*/ 212227 h 1562568"/>
                    <a:gd name="connsiteX16" fmla="*/ 159542 w 1399879"/>
                    <a:gd name="connsiteY16" fmla="*/ 126500 h 1562568"/>
                    <a:gd name="connsiteX0" fmla="*/ 159542 w 1399879"/>
                    <a:gd name="connsiteY0" fmla="*/ 126500 h 1562568"/>
                    <a:gd name="connsiteX1" fmla="*/ 683417 w 1399879"/>
                    <a:gd name="connsiteY1" fmla="*/ 293 h 1562568"/>
                    <a:gd name="connsiteX2" fmla="*/ 1152524 w 1399879"/>
                    <a:gd name="connsiteY2" fmla="*/ 274139 h 1562568"/>
                    <a:gd name="connsiteX3" fmla="*/ 1364454 w 1399879"/>
                    <a:gd name="connsiteY3" fmla="*/ 952797 h 1562568"/>
                    <a:gd name="connsiteX4" fmla="*/ 1080789 w 1399879"/>
                    <a:gd name="connsiteY4" fmla="*/ 1287900 h 1562568"/>
                    <a:gd name="connsiteX5" fmla="*/ 643933 w 1399879"/>
                    <a:gd name="connsiteY5" fmla="*/ 1562568 h 1562568"/>
                    <a:gd name="connsiteX6" fmla="*/ 538794 w 1399879"/>
                    <a:gd name="connsiteY6" fmla="*/ 1419927 h 1562568"/>
                    <a:gd name="connsiteX7" fmla="*/ 979870 w 1399879"/>
                    <a:gd name="connsiteY7" fmla="*/ 1119007 h 1562568"/>
                    <a:gd name="connsiteX8" fmla="*/ 1116805 w 1399879"/>
                    <a:gd name="connsiteY8" fmla="*/ 886122 h 1562568"/>
                    <a:gd name="connsiteX9" fmla="*/ 990598 w 1399879"/>
                    <a:gd name="connsiteY9" fmla="*/ 786110 h 1562568"/>
                    <a:gd name="connsiteX10" fmla="*/ 652461 w 1399879"/>
                    <a:gd name="connsiteY10" fmla="*/ 407490 h 1562568"/>
                    <a:gd name="connsiteX11" fmla="*/ 573880 w 1399879"/>
                    <a:gd name="connsiteY11" fmla="*/ 262233 h 1562568"/>
                    <a:gd name="connsiteX12" fmla="*/ 276223 w 1399879"/>
                    <a:gd name="connsiteY12" fmla="*/ 300334 h 1562568"/>
                    <a:gd name="connsiteX13" fmla="*/ 180975 w 1399879"/>
                    <a:gd name="connsiteY13" fmla="*/ 588464 h 1562568"/>
                    <a:gd name="connsiteX14" fmla="*/ 0 w 1399879"/>
                    <a:gd name="connsiteY14" fmla="*/ 536076 h 1562568"/>
                    <a:gd name="connsiteX15" fmla="*/ 104773 w 1399879"/>
                    <a:gd name="connsiteY15" fmla="*/ 212227 h 1562568"/>
                    <a:gd name="connsiteX16" fmla="*/ 159542 w 1399879"/>
                    <a:gd name="connsiteY16" fmla="*/ 126500 h 1562568"/>
                    <a:gd name="connsiteX0" fmla="*/ 159542 w 1399879"/>
                    <a:gd name="connsiteY0" fmla="*/ 126500 h 1568883"/>
                    <a:gd name="connsiteX1" fmla="*/ 683417 w 1399879"/>
                    <a:gd name="connsiteY1" fmla="*/ 293 h 1568883"/>
                    <a:gd name="connsiteX2" fmla="*/ 1152524 w 1399879"/>
                    <a:gd name="connsiteY2" fmla="*/ 274139 h 1568883"/>
                    <a:gd name="connsiteX3" fmla="*/ 1364454 w 1399879"/>
                    <a:gd name="connsiteY3" fmla="*/ 952797 h 1568883"/>
                    <a:gd name="connsiteX4" fmla="*/ 1080789 w 1399879"/>
                    <a:gd name="connsiteY4" fmla="*/ 1287900 h 1568883"/>
                    <a:gd name="connsiteX5" fmla="*/ 644284 w 1399879"/>
                    <a:gd name="connsiteY5" fmla="*/ 1568883 h 1568883"/>
                    <a:gd name="connsiteX6" fmla="*/ 538794 w 1399879"/>
                    <a:gd name="connsiteY6" fmla="*/ 1419927 h 1568883"/>
                    <a:gd name="connsiteX7" fmla="*/ 979870 w 1399879"/>
                    <a:gd name="connsiteY7" fmla="*/ 1119007 h 1568883"/>
                    <a:gd name="connsiteX8" fmla="*/ 1116805 w 1399879"/>
                    <a:gd name="connsiteY8" fmla="*/ 886122 h 1568883"/>
                    <a:gd name="connsiteX9" fmla="*/ 990598 w 1399879"/>
                    <a:gd name="connsiteY9" fmla="*/ 786110 h 1568883"/>
                    <a:gd name="connsiteX10" fmla="*/ 652461 w 1399879"/>
                    <a:gd name="connsiteY10" fmla="*/ 407490 h 1568883"/>
                    <a:gd name="connsiteX11" fmla="*/ 573880 w 1399879"/>
                    <a:gd name="connsiteY11" fmla="*/ 262233 h 1568883"/>
                    <a:gd name="connsiteX12" fmla="*/ 276223 w 1399879"/>
                    <a:gd name="connsiteY12" fmla="*/ 300334 h 1568883"/>
                    <a:gd name="connsiteX13" fmla="*/ 180975 w 1399879"/>
                    <a:gd name="connsiteY13" fmla="*/ 588464 h 1568883"/>
                    <a:gd name="connsiteX14" fmla="*/ 0 w 1399879"/>
                    <a:gd name="connsiteY14" fmla="*/ 536076 h 1568883"/>
                    <a:gd name="connsiteX15" fmla="*/ 104773 w 1399879"/>
                    <a:gd name="connsiteY15" fmla="*/ 212227 h 1568883"/>
                    <a:gd name="connsiteX16" fmla="*/ 159542 w 1399879"/>
                    <a:gd name="connsiteY16" fmla="*/ 126500 h 1568883"/>
                    <a:gd name="connsiteX0" fmla="*/ 159542 w 1399879"/>
                    <a:gd name="connsiteY0" fmla="*/ 126500 h 1568883"/>
                    <a:gd name="connsiteX1" fmla="*/ 683417 w 1399879"/>
                    <a:gd name="connsiteY1" fmla="*/ 293 h 1568883"/>
                    <a:gd name="connsiteX2" fmla="*/ 1152524 w 1399879"/>
                    <a:gd name="connsiteY2" fmla="*/ 274139 h 1568883"/>
                    <a:gd name="connsiteX3" fmla="*/ 1364454 w 1399879"/>
                    <a:gd name="connsiteY3" fmla="*/ 952797 h 1568883"/>
                    <a:gd name="connsiteX4" fmla="*/ 1080789 w 1399879"/>
                    <a:gd name="connsiteY4" fmla="*/ 1287900 h 1568883"/>
                    <a:gd name="connsiteX5" fmla="*/ 644284 w 1399879"/>
                    <a:gd name="connsiteY5" fmla="*/ 1568883 h 1568883"/>
                    <a:gd name="connsiteX6" fmla="*/ 538794 w 1399879"/>
                    <a:gd name="connsiteY6" fmla="*/ 1419927 h 1568883"/>
                    <a:gd name="connsiteX7" fmla="*/ 979870 w 1399879"/>
                    <a:gd name="connsiteY7" fmla="*/ 1119007 h 1568883"/>
                    <a:gd name="connsiteX8" fmla="*/ 1116805 w 1399879"/>
                    <a:gd name="connsiteY8" fmla="*/ 886122 h 1568883"/>
                    <a:gd name="connsiteX9" fmla="*/ 990598 w 1399879"/>
                    <a:gd name="connsiteY9" fmla="*/ 786110 h 1568883"/>
                    <a:gd name="connsiteX10" fmla="*/ 652461 w 1399879"/>
                    <a:gd name="connsiteY10" fmla="*/ 407490 h 1568883"/>
                    <a:gd name="connsiteX11" fmla="*/ 573880 w 1399879"/>
                    <a:gd name="connsiteY11" fmla="*/ 262233 h 1568883"/>
                    <a:gd name="connsiteX12" fmla="*/ 460075 w 1399879"/>
                    <a:gd name="connsiteY12" fmla="*/ 232626 h 1568883"/>
                    <a:gd name="connsiteX13" fmla="*/ 180975 w 1399879"/>
                    <a:gd name="connsiteY13" fmla="*/ 588464 h 1568883"/>
                    <a:gd name="connsiteX14" fmla="*/ 0 w 1399879"/>
                    <a:gd name="connsiteY14" fmla="*/ 536076 h 1568883"/>
                    <a:gd name="connsiteX15" fmla="*/ 104773 w 1399879"/>
                    <a:gd name="connsiteY15" fmla="*/ 212227 h 1568883"/>
                    <a:gd name="connsiteX16" fmla="*/ 159542 w 1399879"/>
                    <a:gd name="connsiteY16" fmla="*/ 126500 h 1568883"/>
                    <a:gd name="connsiteX0" fmla="*/ 159542 w 1399879"/>
                    <a:gd name="connsiteY0" fmla="*/ 126500 h 1568883"/>
                    <a:gd name="connsiteX1" fmla="*/ 683417 w 1399879"/>
                    <a:gd name="connsiteY1" fmla="*/ 293 h 1568883"/>
                    <a:gd name="connsiteX2" fmla="*/ 1152524 w 1399879"/>
                    <a:gd name="connsiteY2" fmla="*/ 274139 h 1568883"/>
                    <a:gd name="connsiteX3" fmla="*/ 1364454 w 1399879"/>
                    <a:gd name="connsiteY3" fmla="*/ 952797 h 1568883"/>
                    <a:gd name="connsiteX4" fmla="*/ 1080789 w 1399879"/>
                    <a:gd name="connsiteY4" fmla="*/ 1287900 h 1568883"/>
                    <a:gd name="connsiteX5" fmla="*/ 644284 w 1399879"/>
                    <a:gd name="connsiteY5" fmla="*/ 1568883 h 1568883"/>
                    <a:gd name="connsiteX6" fmla="*/ 538794 w 1399879"/>
                    <a:gd name="connsiteY6" fmla="*/ 1419927 h 1568883"/>
                    <a:gd name="connsiteX7" fmla="*/ 979870 w 1399879"/>
                    <a:gd name="connsiteY7" fmla="*/ 1119007 h 1568883"/>
                    <a:gd name="connsiteX8" fmla="*/ 1116805 w 1399879"/>
                    <a:gd name="connsiteY8" fmla="*/ 886122 h 1568883"/>
                    <a:gd name="connsiteX9" fmla="*/ 990598 w 1399879"/>
                    <a:gd name="connsiteY9" fmla="*/ 786110 h 1568883"/>
                    <a:gd name="connsiteX10" fmla="*/ 652461 w 1399879"/>
                    <a:gd name="connsiteY10" fmla="*/ 407490 h 1568883"/>
                    <a:gd name="connsiteX11" fmla="*/ 573880 w 1399879"/>
                    <a:gd name="connsiteY11" fmla="*/ 262233 h 1568883"/>
                    <a:gd name="connsiteX12" fmla="*/ 460075 w 1399879"/>
                    <a:gd name="connsiteY12" fmla="*/ 232626 h 1568883"/>
                    <a:gd name="connsiteX13" fmla="*/ 180975 w 1399879"/>
                    <a:gd name="connsiteY13" fmla="*/ 588464 h 1568883"/>
                    <a:gd name="connsiteX14" fmla="*/ 0 w 1399879"/>
                    <a:gd name="connsiteY14" fmla="*/ 536076 h 1568883"/>
                    <a:gd name="connsiteX15" fmla="*/ 104773 w 1399879"/>
                    <a:gd name="connsiteY15" fmla="*/ 212227 h 1568883"/>
                    <a:gd name="connsiteX16" fmla="*/ 159542 w 1399879"/>
                    <a:gd name="connsiteY16" fmla="*/ 126500 h 1568883"/>
                    <a:gd name="connsiteX0" fmla="*/ 159542 w 1399879"/>
                    <a:gd name="connsiteY0" fmla="*/ 126500 h 1568883"/>
                    <a:gd name="connsiteX1" fmla="*/ 683417 w 1399879"/>
                    <a:gd name="connsiteY1" fmla="*/ 293 h 1568883"/>
                    <a:gd name="connsiteX2" fmla="*/ 1152524 w 1399879"/>
                    <a:gd name="connsiteY2" fmla="*/ 274139 h 1568883"/>
                    <a:gd name="connsiteX3" fmla="*/ 1364454 w 1399879"/>
                    <a:gd name="connsiteY3" fmla="*/ 952797 h 1568883"/>
                    <a:gd name="connsiteX4" fmla="*/ 1080789 w 1399879"/>
                    <a:gd name="connsiteY4" fmla="*/ 1287900 h 1568883"/>
                    <a:gd name="connsiteX5" fmla="*/ 644284 w 1399879"/>
                    <a:gd name="connsiteY5" fmla="*/ 1568883 h 1568883"/>
                    <a:gd name="connsiteX6" fmla="*/ 538794 w 1399879"/>
                    <a:gd name="connsiteY6" fmla="*/ 1419927 h 1568883"/>
                    <a:gd name="connsiteX7" fmla="*/ 979870 w 1399879"/>
                    <a:gd name="connsiteY7" fmla="*/ 1119007 h 1568883"/>
                    <a:gd name="connsiteX8" fmla="*/ 1116805 w 1399879"/>
                    <a:gd name="connsiteY8" fmla="*/ 886122 h 1568883"/>
                    <a:gd name="connsiteX9" fmla="*/ 990598 w 1399879"/>
                    <a:gd name="connsiteY9" fmla="*/ 786110 h 1568883"/>
                    <a:gd name="connsiteX10" fmla="*/ 652461 w 1399879"/>
                    <a:gd name="connsiteY10" fmla="*/ 407490 h 1568883"/>
                    <a:gd name="connsiteX11" fmla="*/ 575284 w 1399879"/>
                    <a:gd name="connsiteY11" fmla="*/ 261181 h 1568883"/>
                    <a:gd name="connsiteX12" fmla="*/ 460075 w 1399879"/>
                    <a:gd name="connsiteY12" fmla="*/ 232626 h 1568883"/>
                    <a:gd name="connsiteX13" fmla="*/ 180975 w 1399879"/>
                    <a:gd name="connsiteY13" fmla="*/ 588464 h 1568883"/>
                    <a:gd name="connsiteX14" fmla="*/ 0 w 1399879"/>
                    <a:gd name="connsiteY14" fmla="*/ 536076 h 1568883"/>
                    <a:gd name="connsiteX15" fmla="*/ 104773 w 1399879"/>
                    <a:gd name="connsiteY15" fmla="*/ 212227 h 1568883"/>
                    <a:gd name="connsiteX16" fmla="*/ 159542 w 1399879"/>
                    <a:gd name="connsiteY16" fmla="*/ 126500 h 1568883"/>
                    <a:gd name="connsiteX0" fmla="*/ 159542 w 1399879"/>
                    <a:gd name="connsiteY0" fmla="*/ 126500 h 1568883"/>
                    <a:gd name="connsiteX1" fmla="*/ 683417 w 1399879"/>
                    <a:gd name="connsiteY1" fmla="*/ 293 h 1568883"/>
                    <a:gd name="connsiteX2" fmla="*/ 1152524 w 1399879"/>
                    <a:gd name="connsiteY2" fmla="*/ 274139 h 1568883"/>
                    <a:gd name="connsiteX3" fmla="*/ 1364454 w 1399879"/>
                    <a:gd name="connsiteY3" fmla="*/ 952797 h 1568883"/>
                    <a:gd name="connsiteX4" fmla="*/ 1080789 w 1399879"/>
                    <a:gd name="connsiteY4" fmla="*/ 1287900 h 1568883"/>
                    <a:gd name="connsiteX5" fmla="*/ 644284 w 1399879"/>
                    <a:gd name="connsiteY5" fmla="*/ 1568883 h 1568883"/>
                    <a:gd name="connsiteX6" fmla="*/ 538794 w 1399879"/>
                    <a:gd name="connsiteY6" fmla="*/ 1419927 h 1568883"/>
                    <a:gd name="connsiteX7" fmla="*/ 979870 w 1399879"/>
                    <a:gd name="connsiteY7" fmla="*/ 1119007 h 1568883"/>
                    <a:gd name="connsiteX8" fmla="*/ 1116805 w 1399879"/>
                    <a:gd name="connsiteY8" fmla="*/ 886122 h 1568883"/>
                    <a:gd name="connsiteX9" fmla="*/ 990598 w 1399879"/>
                    <a:gd name="connsiteY9" fmla="*/ 786110 h 1568883"/>
                    <a:gd name="connsiteX10" fmla="*/ 652461 w 1399879"/>
                    <a:gd name="connsiteY10" fmla="*/ 407490 h 1568883"/>
                    <a:gd name="connsiteX11" fmla="*/ 575284 w 1399879"/>
                    <a:gd name="connsiteY11" fmla="*/ 261181 h 1568883"/>
                    <a:gd name="connsiteX12" fmla="*/ 460075 w 1399879"/>
                    <a:gd name="connsiteY12" fmla="*/ 232626 h 1568883"/>
                    <a:gd name="connsiteX13" fmla="*/ 180975 w 1399879"/>
                    <a:gd name="connsiteY13" fmla="*/ 588464 h 1568883"/>
                    <a:gd name="connsiteX14" fmla="*/ 0 w 1399879"/>
                    <a:gd name="connsiteY14" fmla="*/ 536076 h 1568883"/>
                    <a:gd name="connsiteX15" fmla="*/ 104773 w 1399879"/>
                    <a:gd name="connsiteY15" fmla="*/ 212227 h 1568883"/>
                    <a:gd name="connsiteX16" fmla="*/ 159542 w 1399879"/>
                    <a:gd name="connsiteY16" fmla="*/ 126500 h 1568883"/>
                    <a:gd name="connsiteX0" fmla="*/ 159542 w 1399879"/>
                    <a:gd name="connsiteY0" fmla="*/ 126500 h 1568883"/>
                    <a:gd name="connsiteX1" fmla="*/ 683417 w 1399879"/>
                    <a:gd name="connsiteY1" fmla="*/ 293 h 1568883"/>
                    <a:gd name="connsiteX2" fmla="*/ 1152524 w 1399879"/>
                    <a:gd name="connsiteY2" fmla="*/ 274139 h 1568883"/>
                    <a:gd name="connsiteX3" fmla="*/ 1364454 w 1399879"/>
                    <a:gd name="connsiteY3" fmla="*/ 952797 h 1568883"/>
                    <a:gd name="connsiteX4" fmla="*/ 1080789 w 1399879"/>
                    <a:gd name="connsiteY4" fmla="*/ 1287900 h 1568883"/>
                    <a:gd name="connsiteX5" fmla="*/ 644284 w 1399879"/>
                    <a:gd name="connsiteY5" fmla="*/ 1568883 h 1568883"/>
                    <a:gd name="connsiteX6" fmla="*/ 538794 w 1399879"/>
                    <a:gd name="connsiteY6" fmla="*/ 1419927 h 1568883"/>
                    <a:gd name="connsiteX7" fmla="*/ 979870 w 1399879"/>
                    <a:gd name="connsiteY7" fmla="*/ 1119007 h 1568883"/>
                    <a:gd name="connsiteX8" fmla="*/ 1116805 w 1399879"/>
                    <a:gd name="connsiteY8" fmla="*/ 886122 h 1568883"/>
                    <a:gd name="connsiteX9" fmla="*/ 990598 w 1399879"/>
                    <a:gd name="connsiteY9" fmla="*/ 786110 h 1568883"/>
                    <a:gd name="connsiteX10" fmla="*/ 652461 w 1399879"/>
                    <a:gd name="connsiteY10" fmla="*/ 407490 h 1568883"/>
                    <a:gd name="connsiteX11" fmla="*/ 575284 w 1399879"/>
                    <a:gd name="connsiteY11" fmla="*/ 261181 h 1568883"/>
                    <a:gd name="connsiteX12" fmla="*/ 460075 w 1399879"/>
                    <a:gd name="connsiteY12" fmla="*/ 232626 h 1568883"/>
                    <a:gd name="connsiteX13" fmla="*/ 180975 w 1399879"/>
                    <a:gd name="connsiteY13" fmla="*/ 588464 h 1568883"/>
                    <a:gd name="connsiteX14" fmla="*/ 0 w 1399879"/>
                    <a:gd name="connsiteY14" fmla="*/ 536076 h 1568883"/>
                    <a:gd name="connsiteX15" fmla="*/ 104773 w 1399879"/>
                    <a:gd name="connsiteY15" fmla="*/ 212227 h 1568883"/>
                    <a:gd name="connsiteX16" fmla="*/ 159542 w 1399879"/>
                    <a:gd name="connsiteY16" fmla="*/ 126500 h 1568883"/>
                    <a:gd name="connsiteX0" fmla="*/ 159542 w 1399879"/>
                    <a:gd name="connsiteY0" fmla="*/ 126500 h 1568883"/>
                    <a:gd name="connsiteX1" fmla="*/ 683417 w 1399879"/>
                    <a:gd name="connsiteY1" fmla="*/ 293 h 1568883"/>
                    <a:gd name="connsiteX2" fmla="*/ 1152524 w 1399879"/>
                    <a:gd name="connsiteY2" fmla="*/ 274139 h 1568883"/>
                    <a:gd name="connsiteX3" fmla="*/ 1364454 w 1399879"/>
                    <a:gd name="connsiteY3" fmla="*/ 952797 h 1568883"/>
                    <a:gd name="connsiteX4" fmla="*/ 1080789 w 1399879"/>
                    <a:gd name="connsiteY4" fmla="*/ 1287900 h 1568883"/>
                    <a:gd name="connsiteX5" fmla="*/ 644284 w 1399879"/>
                    <a:gd name="connsiteY5" fmla="*/ 1568883 h 1568883"/>
                    <a:gd name="connsiteX6" fmla="*/ 538794 w 1399879"/>
                    <a:gd name="connsiteY6" fmla="*/ 1419927 h 1568883"/>
                    <a:gd name="connsiteX7" fmla="*/ 979870 w 1399879"/>
                    <a:gd name="connsiteY7" fmla="*/ 1119007 h 1568883"/>
                    <a:gd name="connsiteX8" fmla="*/ 1116805 w 1399879"/>
                    <a:gd name="connsiteY8" fmla="*/ 886122 h 1568883"/>
                    <a:gd name="connsiteX9" fmla="*/ 990598 w 1399879"/>
                    <a:gd name="connsiteY9" fmla="*/ 786110 h 1568883"/>
                    <a:gd name="connsiteX10" fmla="*/ 652461 w 1399879"/>
                    <a:gd name="connsiteY10" fmla="*/ 407490 h 1568883"/>
                    <a:gd name="connsiteX11" fmla="*/ 586161 w 1399879"/>
                    <a:gd name="connsiteY11" fmla="*/ 255217 h 1568883"/>
                    <a:gd name="connsiteX12" fmla="*/ 460075 w 1399879"/>
                    <a:gd name="connsiteY12" fmla="*/ 232626 h 1568883"/>
                    <a:gd name="connsiteX13" fmla="*/ 180975 w 1399879"/>
                    <a:gd name="connsiteY13" fmla="*/ 588464 h 1568883"/>
                    <a:gd name="connsiteX14" fmla="*/ 0 w 1399879"/>
                    <a:gd name="connsiteY14" fmla="*/ 536076 h 1568883"/>
                    <a:gd name="connsiteX15" fmla="*/ 104773 w 1399879"/>
                    <a:gd name="connsiteY15" fmla="*/ 212227 h 1568883"/>
                    <a:gd name="connsiteX16" fmla="*/ 159542 w 1399879"/>
                    <a:gd name="connsiteY16" fmla="*/ 126500 h 1568883"/>
                    <a:gd name="connsiteX0" fmla="*/ 159542 w 1399879"/>
                    <a:gd name="connsiteY0" fmla="*/ 126500 h 1568883"/>
                    <a:gd name="connsiteX1" fmla="*/ 683417 w 1399879"/>
                    <a:gd name="connsiteY1" fmla="*/ 293 h 1568883"/>
                    <a:gd name="connsiteX2" fmla="*/ 1152524 w 1399879"/>
                    <a:gd name="connsiteY2" fmla="*/ 274139 h 1568883"/>
                    <a:gd name="connsiteX3" fmla="*/ 1364454 w 1399879"/>
                    <a:gd name="connsiteY3" fmla="*/ 952797 h 1568883"/>
                    <a:gd name="connsiteX4" fmla="*/ 1080789 w 1399879"/>
                    <a:gd name="connsiteY4" fmla="*/ 1287900 h 1568883"/>
                    <a:gd name="connsiteX5" fmla="*/ 644284 w 1399879"/>
                    <a:gd name="connsiteY5" fmla="*/ 1568883 h 1568883"/>
                    <a:gd name="connsiteX6" fmla="*/ 538794 w 1399879"/>
                    <a:gd name="connsiteY6" fmla="*/ 1419927 h 1568883"/>
                    <a:gd name="connsiteX7" fmla="*/ 979870 w 1399879"/>
                    <a:gd name="connsiteY7" fmla="*/ 1119007 h 1568883"/>
                    <a:gd name="connsiteX8" fmla="*/ 1116805 w 1399879"/>
                    <a:gd name="connsiteY8" fmla="*/ 886122 h 1568883"/>
                    <a:gd name="connsiteX9" fmla="*/ 990598 w 1399879"/>
                    <a:gd name="connsiteY9" fmla="*/ 786110 h 1568883"/>
                    <a:gd name="connsiteX10" fmla="*/ 652461 w 1399879"/>
                    <a:gd name="connsiteY10" fmla="*/ 407490 h 1568883"/>
                    <a:gd name="connsiteX11" fmla="*/ 586161 w 1399879"/>
                    <a:gd name="connsiteY11" fmla="*/ 255217 h 1568883"/>
                    <a:gd name="connsiteX12" fmla="*/ 460075 w 1399879"/>
                    <a:gd name="connsiteY12" fmla="*/ 232626 h 1568883"/>
                    <a:gd name="connsiteX13" fmla="*/ 180975 w 1399879"/>
                    <a:gd name="connsiteY13" fmla="*/ 588464 h 1568883"/>
                    <a:gd name="connsiteX14" fmla="*/ 0 w 1399879"/>
                    <a:gd name="connsiteY14" fmla="*/ 536076 h 1568883"/>
                    <a:gd name="connsiteX15" fmla="*/ 104773 w 1399879"/>
                    <a:gd name="connsiteY15" fmla="*/ 212227 h 1568883"/>
                    <a:gd name="connsiteX16" fmla="*/ 159542 w 1399879"/>
                    <a:gd name="connsiteY16" fmla="*/ 126500 h 1568883"/>
                    <a:gd name="connsiteX0" fmla="*/ 159542 w 1399879"/>
                    <a:gd name="connsiteY0" fmla="*/ 126500 h 1568883"/>
                    <a:gd name="connsiteX1" fmla="*/ 683417 w 1399879"/>
                    <a:gd name="connsiteY1" fmla="*/ 293 h 1568883"/>
                    <a:gd name="connsiteX2" fmla="*/ 1152524 w 1399879"/>
                    <a:gd name="connsiteY2" fmla="*/ 274139 h 1568883"/>
                    <a:gd name="connsiteX3" fmla="*/ 1364454 w 1399879"/>
                    <a:gd name="connsiteY3" fmla="*/ 952797 h 1568883"/>
                    <a:gd name="connsiteX4" fmla="*/ 1080789 w 1399879"/>
                    <a:gd name="connsiteY4" fmla="*/ 1287900 h 1568883"/>
                    <a:gd name="connsiteX5" fmla="*/ 644284 w 1399879"/>
                    <a:gd name="connsiteY5" fmla="*/ 1568883 h 1568883"/>
                    <a:gd name="connsiteX6" fmla="*/ 538794 w 1399879"/>
                    <a:gd name="connsiteY6" fmla="*/ 1419927 h 1568883"/>
                    <a:gd name="connsiteX7" fmla="*/ 979870 w 1399879"/>
                    <a:gd name="connsiteY7" fmla="*/ 1119007 h 1568883"/>
                    <a:gd name="connsiteX8" fmla="*/ 1116805 w 1399879"/>
                    <a:gd name="connsiteY8" fmla="*/ 886122 h 1568883"/>
                    <a:gd name="connsiteX9" fmla="*/ 990598 w 1399879"/>
                    <a:gd name="connsiteY9" fmla="*/ 786110 h 1568883"/>
                    <a:gd name="connsiteX10" fmla="*/ 652461 w 1399879"/>
                    <a:gd name="connsiteY10" fmla="*/ 407490 h 1568883"/>
                    <a:gd name="connsiteX11" fmla="*/ 586161 w 1399879"/>
                    <a:gd name="connsiteY11" fmla="*/ 255217 h 1568883"/>
                    <a:gd name="connsiteX12" fmla="*/ 460075 w 1399879"/>
                    <a:gd name="connsiteY12" fmla="*/ 232626 h 1568883"/>
                    <a:gd name="connsiteX13" fmla="*/ 180975 w 1399879"/>
                    <a:gd name="connsiteY13" fmla="*/ 588464 h 1568883"/>
                    <a:gd name="connsiteX14" fmla="*/ 0 w 1399879"/>
                    <a:gd name="connsiteY14" fmla="*/ 536076 h 1568883"/>
                    <a:gd name="connsiteX15" fmla="*/ 104773 w 1399879"/>
                    <a:gd name="connsiteY15" fmla="*/ 212227 h 1568883"/>
                    <a:gd name="connsiteX16" fmla="*/ 159542 w 1399879"/>
                    <a:gd name="connsiteY16" fmla="*/ 126500 h 1568883"/>
                    <a:gd name="connsiteX0" fmla="*/ 159542 w 1399879"/>
                    <a:gd name="connsiteY0" fmla="*/ 126500 h 1568883"/>
                    <a:gd name="connsiteX1" fmla="*/ 683417 w 1399879"/>
                    <a:gd name="connsiteY1" fmla="*/ 293 h 1568883"/>
                    <a:gd name="connsiteX2" fmla="*/ 1152524 w 1399879"/>
                    <a:gd name="connsiteY2" fmla="*/ 274139 h 1568883"/>
                    <a:gd name="connsiteX3" fmla="*/ 1364454 w 1399879"/>
                    <a:gd name="connsiteY3" fmla="*/ 952797 h 1568883"/>
                    <a:gd name="connsiteX4" fmla="*/ 1080789 w 1399879"/>
                    <a:gd name="connsiteY4" fmla="*/ 1287900 h 1568883"/>
                    <a:gd name="connsiteX5" fmla="*/ 644284 w 1399879"/>
                    <a:gd name="connsiteY5" fmla="*/ 1568883 h 1568883"/>
                    <a:gd name="connsiteX6" fmla="*/ 538794 w 1399879"/>
                    <a:gd name="connsiteY6" fmla="*/ 1419927 h 1568883"/>
                    <a:gd name="connsiteX7" fmla="*/ 979870 w 1399879"/>
                    <a:gd name="connsiteY7" fmla="*/ 1119007 h 1568883"/>
                    <a:gd name="connsiteX8" fmla="*/ 1116805 w 1399879"/>
                    <a:gd name="connsiteY8" fmla="*/ 886122 h 1568883"/>
                    <a:gd name="connsiteX9" fmla="*/ 990598 w 1399879"/>
                    <a:gd name="connsiteY9" fmla="*/ 786110 h 1568883"/>
                    <a:gd name="connsiteX10" fmla="*/ 652461 w 1399879"/>
                    <a:gd name="connsiteY10" fmla="*/ 407490 h 1568883"/>
                    <a:gd name="connsiteX11" fmla="*/ 586161 w 1399879"/>
                    <a:gd name="connsiteY11" fmla="*/ 255217 h 1568883"/>
                    <a:gd name="connsiteX12" fmla="*/ 460075 w 1399879"/>
                    <a:gd name="connsiteY12" fmla="*/ 232626 h 1568883"/>
                    <a:gd name="connsiteX13" fmla="*/ 180975 w 1399879"/>
                    <a:gd name="connsiteY13" fmla="*/ 588464 h 1568883"/>
                    <a:gd name="connsiteX14" fmla="*/ 0 w 1399879"/>
                    <a:gd name="connsiteY14" fmla="*/ 536076 h 1568883"/>
                    <a:gd name="connsiteX15" fmla="*/ 104773 w 1399879"/>
                    <a:gd name="connsiteY15" fmla="*/ 212227 h 1568883"/>
                    <a:gd name="connsiteX16" fmla="*/ 159542 w 1399879"/>
                    <a:gd name="connsiteY16" fmla="*/ 126500 h 1568883"/>
                    <a:gd name="connsiteX0" fmla="*/ 159542 w 1399879"/>
                    <a:gd name="connsiteY0" fmla="*/ 126500 h 1568883"/>
                    <a:gd name="connsiteX1" fmla="*/ 683417 w 1399879"/>
                    <a:gd name="connsiteY1" fmla="*/ 293 h 1568883"/>
                    <a:gd name="connsiteX2" fmla="*/ 1152524 w 1399879"/>
                    <a:gd name="connsiteY2" fmla="*/ 274139 h 1568883"/>
                    <a:gd name="connsiteX3" fmla="*/ 1364454 w 1399879"/>
                    <a:gd name="connsiteY3" fmla="*/ 952797 h 1568883"/>
                    <a:gd name="connsiteX4" fmla="*/ 1080789 w 1399879"/>
                    <a:gd name="connsiteY4" fmla="*/ 1287900 h 1568883"/>
                    <a:gd name="connsiteX5" fmla="*/ 644284 w 1399879"/>
                    <a:gd name="connsiteY5" fmla="*/ 1568883 h 1568883"/>
                    <a:gd name="connsiteX6" fmla="*/ 538794 w 1399879"/>
                    <a:gd name="connsiteY6" fmla="*/ 1419927 h 1568883"/>
                    <a:gd name="connsiteX7" fmla="*/ 979870 w 1399879"/>
                    <a:gd name="connsiteY7" fmla="*/ 1119007 h 1568883"/>
                    <a:gd name="connsiteX8" fmla="*/ 1116805 w 1399879"/>
                    <a:gd name="connsiteY8" fmla="*/ 886122 h 1568883"/>
                    <a:gd name="connsiteX9" fmla="*/ 990598 w 1399879"/>
                    <a:gd name="connsiteY9" fmla="*/ 786110 h 1568883"/>
                    <a:gd name="connsiteX10" fmla="*/ 652461 w 1399879"/>
                    <a:gd name="connsiteY10" fmla="*/ 407490 h 1568883"/>
                    <a:gd name="connsiteX11" fmla="*/ 586161 w 1399879"/>
                    <a:gd name="connsiteY11" fmla="*/ 255217 h 1568883"/>
                    <a:gd name="connsiteX12" fmla="*/ 460075 w 1399879"/>
                    <a:gd name="connsiteY12" fmla="*/ 232626 h 1568883"/>
                    <a:gd name="connsiteX13" fmla="*/ 370442 w 1399879"/>
                    <a:gd name="connsiteY13" fmla="*/ 481461 h 1568883"/>
                    <a:gd name="connsiteX14" fmla="*/ 0 w 1399879"/>
                    <a:gd name="connsiteY14" fmla="*/ 536076 h 1568883"/>
                    <a:gd name="connsiteX15" fmla="*/ 104773 w 1399879"/>
                    <a:gd name="connsiteY15" fmla="*/ 212227 h 1568883"/>
                    <a:gd name="connsiteX16" fmla="*/ 159542 w 1399879"/>
                    <a:gd name="connsiteY16" fmla="*/ 126500 h 1568883"/>
                    <a:gd name="connsiteX0" fmla="*/ 59402 w 1299739"/>
                    <a:gd name="connsiteY0" fmla="*/ 126500 h 1568883"/>
                    <a:gd name="connsiteX1" fmla="*/ 583277 w 1299739"/>
                    <a:gd name="connsiteY1" fmla="*/ 293 h 1568883"/>
                    <a:gd name="connsiteX2" fmla="*/ 1052384 w 1299739"/>
                    <a:gd name="connsiteY2" fmla="*/ 274139 h 1568883"/>
                    <a:gd name="connsiteX3" fmla="*/ 1264314 w 1299739"/>
                    <a:gd name="connsiteY3" fmla="*/ 952797 h 1568883"/>
                    <a:gd name="connsiteX4" fmla="*/ 980649 w 1299739"/>
                    <a:gd name="connsiteY4" fmla="*/ 1287900 h 1568883"/>
                    <a:gd name="connsiteX5" fmla="*/ 544144 w 1299739"/>
                    <a:gd name="connsiteY5" fmla="*/ 1568883 h 1568883"/>
                    <a:gd name="connsiteX6" fmla="*/ 438654 w 1299739"/>
                    <a:gd name="connsiteY6" fmla="*/ 1419927 h 1568883"/>
                    <a:gd name="connsiteX7" fmla="*/ 879730 w 1299739"/>
                    <a:gd name="connsiteY7" fmla="*/ 1119007 h 1568883"/>
                    <a:gd name="connsiteX8" fmla="*/ 1016665 w 1299739"/>
                    <a:gd name="connsiteY8" fmla="*/ 886122 h 1568883"/>
                    <a:gd name="connsiteX9" fmla="*/ 890458 w 1299739"/>
                    <a:gd name="connsiteY9" fmla="*/ 786110 h 1568883"/>
                    <a:gd name="connsiteX10" fmla="*/ 552321 w 1299739"/>
                    <a:gd name="connsiteY10" fmla="*/ 407490 h 1568883"/>
                    <a:gd name="connsiteX11" fmla="*/ 486021 w 1299739"/>
                    <a:gd name="connsiteY11" fmla="*/ 255217 h 1568883"/>
                    <a:gd name="connsiteX12" fmla="*/ 359935 w 1299739"/>
                    <a:gd name="connsiteY12" fmla="*/ 232626 h 1568883"/>
                    <a:gd name="connsiteX13" fmla="*/ 270302 w 1299739"/>
                    <a:gd name="connsiteY13" fmla="*/ 481461 h 1568883"/>
                    <a:gd name="connsiteX14" fmla="*/ 85117 w 1299739"/>
                    <a:gd name="connsiteY14" fmla="*/ 432231 h 1568883"/>
                    <a:gd name="connsiteX15" fmla="*/ 4633 w 1299739"/>
                    <a:gd name="connsiteY15" fmla="*/ 212227 h 1568883"/>
                    <a:gd name="connsiteX16" fmla="*/ 59402 w 1299739"/>
                    <a:gd name="connsiteY16" fmla="*/ 126500 h 1568883"/>
                    <a:gd name="connsiteX0" fmla="*/ 10072 w 1250409"/>
                    <a:gd name="connsiteY0" fmla="*/ 126500 h 1568883"/>
                    <a:gd name="connsiteX1" fmla="*/ 533947 w 1250409"/>
                    <a:gd name="connsiteY1" fmla="*/ 293 h 1568883"/>
                    <a:gd name="connsiteX2" fmla="*/ 1003054 w 1250409"/>
                    <a:gd name="connsiteY2" fmla="*/ 274139 h 1568883"/>
                    <a:gd name="connsiteX3" fmla="*/ 1214984 w 1250409"/>
                    <a:gd name="connsiteY3" fmla="*/ 952797 h 1568883"/>
                    <a:gd name="connsiteX4" fmla="*/ 931319 w 1250409"/>
                    <a:gd name="connsiteY4" fmla="*/ 1287900 h 1568883"/>
                    <a:gd name="connsiteX5" fmla="*/ 494814 w 1250409"/>
                    <a:gd name="connsiteY5" fmla="*/ 1568883 h 1568883"/>
                    <a:gd name="connsiteX6" fmla="*/ 389324 w 1250409"/>
                    <a:gd name="connsiteY6" fmla="*/ 1419927 h 1568883"/>
                    <a:gd name="connsiteX7" fmla="*/ 830400 w 1250409"/>
                    <a:gd name="connsiteY7" fmla="*/ 1119007 h 1568883"/>
                    <a:gd name="connsiteX8" fmla="*/ 967335 w 1250409"/>
                    <a:gd name="connsiteY8" fmla="*/ 886122 h 1568883"/>
                    <a:gd name="connsiteX9" fmla="*/ 841128 w 1250409"/>
                    <a:gd name="connsiteY9" fmla="*/ 786110 h 1568883"/>
                    <a:gd name="connsiteX10" fmla="*/ 502991 w 1250409"/>
                    <a:gd name="connsiteY10" fmla="*/ 407490 h 1568883"/>
                    <a:gd name="connsiteX11" fmla="*/ 436691 w 1250409"/>
                    <a:gd name="connsiteY11" fmla="*/ 255217 h 1568883"/>
                    <a:gd name="connsiteX12" fmla="*/ 310605 w 1250409"/>
                    <a:gd name="connsiteY12" fmla="*/ 232626 h 1568883"/>
                    <a:gd name="connsiteX13" fmla="*/ 220972 w 1250409"/>
                    <a:gd name="connsiteY13" fmla="*/ 481461 h 1568883"/>
                    <a:gd name="connsiteX14" fmla="*/ 35787 w 1250409"/>
                    <a:gd name="connsiteY14" fmla="*/ 432231 h 1568883"/>
                    <a:gd name="connsiteX15" fmla="*/ 45125 w 1250409"/>
                    <a:gd name="connsiteY15" fmla="*/ 153637 h 1568883"/>
                    <a:gd name="connsiteX16" fmla="*/ 10072 w 1250409"/>
                    <a:gd name="connsiteY16" fmla="*/ 126500 h 1568883"/>
                    <a:gd name="connsiteX0" fmla="*/ 132630 w 1214727"/>
                    <a:gd name="connsiteY0" fmla="*/ 46123 h 1569899"/>
                    <a:gd name="connsiteX1" fmla="*/ 498265 w 1214727"/>
                    <a:gd name="connsiteY1" fmla="*/ 1309 h 1569899"/>
                    <a:gd name="connsiteX2" fmla="*/ 967372 w 1214727"/>
                    <a:gd name="connsiteY2" fmla="*/ 275155 h 1569899"/>
                    <a:gd name="connsiteX3" fmla="*/ 1179302 w 1214727"/>
                    <a:gd name="connsiteY3" fmla="*/ 953813 h 1569899"/>
                    <a:gd name="connsiteX4" fmla="*/ 895637 w 1214727"/>
                    <a:gd name="connsiteY4" fmla="*/ 1288916 h 1569899"/>
                    <a:gd name="connsiteX5" fmla="*/ 459132 w 1214727"/>
                    <a:gd name="connsiteY5" fmla="*/ 1569899 h 1569899"/>
                    <a:gd name="connsiteX6" fmla="*/ 353642 w 1214727"/>
                    <a:gd name="connsiteY6" fmla="*/ 1420943 h 1569899"/>
                    <a:gd name="connsiteX7" fmla="*/ 794718 w 1214727"/>
                    <a:gd name="connsiteY7" fmla="*/ 1120023 h 1569899"/>
                    <a:gd name="connsiteX8" fmla="*/ 931653 w 1214727"/>
                    <a:gd name="connsiteY8" fmla="*/ 887138 h 1569899"/>
                    <a:gd name="connsiteX9" fmla="*/ 805446 w 1214727"/>
                    <a:gd name="connsiteY9" fmla="*/ 787126 h 1569899"/>
                    <a:gd name="connsiteX10" fmla="*/ 467309 w 1214727"/>
                    <a:gd name="connsiteY10" fmla="*/ 408506 h 1569899"/>
                    <a:gd name="connsiteX11" fmla="*/ 401009 w 1214727"/>
                    <a:gd name="connsiteY11" fmla="*/ 256233 h 1569899"/>
                    <a:gd name="connsiteX12" fmla="*/ 274923 w 1214727"/>
                    <a:gd name="connsiteY12" fmla="*/ 233642 h 1569899"/>
                    <a:gd name="connsiteX13" fmla="*/ 185290 w 1214727"/>
                    <a:gd name="connsiteY13" fmla="*/ 482477 h 1569899"/>
                    <a:gd name="connsiteX14" fmla="*/ 105 w 1214727"/>
                    <a:gd name="connsiteY14" fmla="*/ 433247 h 1569899"/>
                    <a:gd name="connsiteX15" fmla="*/ 9443 w 1214727"/>
                    <a:gd name="connsiteY15" fmla="*/ 154653 h 1569899"/>
                    <a:gd name="connsiteX16" fmla="*/ 132630 w 1214727"/>
                    <a:gd name="connsiteY16" fmla="*/ 46123 h 1569899"/>
                    <a:gd name="connsiteX0" fmla="*/ 178593 w 1214727"/>
                    <a:gd name="connsiteY0" fmla="*/ 26381 h 1573662"/>
                    <a:gd name="connsiteX1" fmla="*/ 498265 w 1214727"/>
                    <a:gd name="connsiteY1" fmla="*/ 5072 h 1573662"/>
                    <a:gd name="connsiteX2" fmla="*/ 967372 w 1214727"/>
                    <a:gd name="connsiteY2" fmla="*/ 278918 h 1573662"/>
                    <a:gd name="connsiteX3" fmla="*/ 1179302 w 1214727"/>
                    <a:gd name="connsiteY3" fmla="*/ 957576 h 1573662"/>
                    <a:gd name="connsiteX4" fmla="*/ 895637 w 1214727"/>
                    <a:gd name="connsiteY4" fmla="*/ 1292679 h 1573662"/>
                    <a:gd name="connsiteX5" fmla="*/ 459132 w 1214727"/>
                    <a:gd name="connsiteY5" fmla="*/ 1573662 h 1573662"/>
                    <a:gd name="connsiteX6" fmla="*/ 353642 w 1214727"/>
                    <a:gd name="connsiteY6" fmla="*/ 1424706 h 1573662"/>
                    <a:gd name="connsiteX7" fmla="*/ 794718 w 1214727"/>
                    <a:gd name="connsiteY7" fmla="*/ 1123786 h 1573662"/>
                    <a:gd name="connsiteX8" fmla="*/ 931653 w 1214727"/>
                    <a:gd name="connsiteY8" fmla="*/ 890901 h 1573662"/>
                    <a:gd name="connsiteX9" fmla="*/ 805446 w 1214727"/>
                    <a:gd name="connsiteY9" fmla="*/ 790889 h 1573662"/>
                    <a:gd name="connsiteX10" fmla="*/ 467309 w 1214727"/>
                    <a:gd name="connsiteY10" fmla="*/ 412269 h 1573662"/>
                    <a:gd name="connsiteX11" fmla="*/ 401009 w 1214727"/>
                    <a:gd name="connsiteY11" fmla="*/ 259996 h 1573662"/>
                    <a:gd name="connsiteX12" fmla="*/ 274923 w 1214727"/>
                    <a:gd name="connsiteY12" fmla="*/ 237405 h 1573662"/>
                    <a:gd name="connsiteX13" fmla="*/ 185290 w 1214727"/>
                    <a:gd name="connsiteY13" fmla="*/ 486240 h 1573662"/>
                    <a:gd name="connsiteX14" fmla="*/ 105 w 1214727"/>
                    <a:gd name="connsiteY14" fmla="*/ 437010 h 1573662"/>
                    <a:gd name="connsiteX15" fmla="*/ 9443 w 1214727"/>
                    <a:gd name="connsiteY15" fmla="*/ 158416 h 1573662"/>
                    <a:gd name="connsiteX16" fmla="*/ 178593 w 1214727"/>
                    <a:gd name="connsiteY16" fmla="*/ 26381 h 1573662"/>
                    <a:gd name="connsiteX0" fmla="*/ 178488 w 1214622"/>
                    <a:gd name="connsiteY0" fmla="*/ 26381 h 1573662"/>
                    <a:gd name="connsiteX1" fmla="*/ 498160 w 1214622"/>
                    <a:gd name="connsiteY1" fmla="*/ 5072 h 1573662"/>
                    <a:gd name="connsiteX2" fmla="*/ 967267 w 1214622"/>
                    <a:gd name="connsiteY2" fmla="*/ 278918 h 1573662"/>
                    <a:gd name="connsiteX3" fmla="*/ 1179197 w 1214622"/>
                    <a:gd name="connsiteY3" fmla="*/ 957576 h 1573662"/>
                    <a:gd name="connsiteX4" fmla="*/ 895532 w 1214622"/>
                    <a:gd name="connsiteY4" fmla="*/ 1292679 h 1573662"/>
                    <a:gd name="connsiteX5" fmla="*/ 459027 w 1214622"/>
                    <a:gd name="connsiteY5" fmla="*/ 1573662 h 1573662"/>
                    <a:gd name="connsiteX6" fmla="*/ 353537 w 1214622"/>
                    <a:gd name="connsiteY6" fmla="*/ 1424706 h 1573662"/>
                    <a:gd name="connsiteX7" fmla="*/ 794613 w 1214622"/>
                    <a:gd name="connsiteY7" fmla="*/ 1123786 h 1573662"/>
                    <a:gd name="connsiteX8" fmla="*/ 931548 w 1214622"/>
                    <a:gd name="connsiteY8" fmla="*/ 890901 h 1573662"/>
                    <a:gd name="connsiteX9" fmla="*/ 805341 w 1214622"/>
                    <a:gd name="connsiteY9" fmla="*/ 790889 h 1573662"/>
                    <a:gd name="connsiteX10" fmla="*/ 467204 w 1214622"/>
                    <a:gd name="connsiteY10" fmla="*/ 412269 h 1573662"/>
                    <a:gd name="connsiteX11" fmla="*/ 400904 w 1214622"/>
                    <a:gd name="connsiteY11" fmla="*/ 259996 h 1573662"/>
                    <a:gd name="connsiteX12" fmla="*/ 274818 w 1214622"/>
                    <a:gd name="connsiteY12" fmla="*/ 237405 h 1573662"/>
                    <a:gd name="connsiteX13" fmla="*/ 185185 w 1214622"/>
                    <a:gd name="connsiteY13" fmla="*/ 486240 h 1573662"/>
                    <a:gd name="connsiteX14" fmla="*/ 0 w 1214622"/>
                    <a:gd name="connsiteY14" fmla="*/ 437010 h 1573662"/>
                    <a:gd name="connsiteX15" fmla="*/ 112493 w 1214622"/>
                    <a:gd name="connsiteY15" fmla="*/ 85442 h 1573662"/>
                    <a:gd name="connsiteX16" fmla="*/ 178488 w 1214622"/>
                    <a:gd name="connsiteY16" fmla="*/ 26381 h 1573662"/>
                    <a:gd name="connsiteX0" fmla="*/ 191469 w 1214622"/>
                    <a:gd name="connsiteY0" fmla="*/ 30368 h 1572035"/>
                    <a:gd name="connsiteX1" fmla="*/ 498160 w 1214622"/>
                    <a:gd name="connsiteY1" fmla="*/ 3445 h 1572035"/>
                    <a:gd name="connsiteX2" fmla="*/ 967267 w 1214622"/>
                    <a:gd name="connsiteY2" fmla="*/ 277291 h 1572035"/>
                    <a:gd name="connsiteX3" fmla="*/ 1179197 w 1214622"/>
                    <a:gd name="connsiteY3" fmla="*/ 955949 h 1572035"/>
                    <a:gd name="connsiteX4" fmla="*/ 895532 w 1214622"/>
                    <a:gd name="connsiteY4" fmla="*/ 1291052 h 1572035"/>
                    <a:gd name="connsiteX5" fmla="*/ 459027 w 1214622"/>
                    <a:gd name="connsiteY5" fmla="*/ 1572035 h 1572035"/>
                    <a:gd name="connsiteX6" fmla="*/ 353537 w 1214622"/>
                    <a:gd name="connsiteY6" fmla="*/ 1423079 h 1572035"/>
                    <a:gd name="connsiteX7" fmla="*/ 794613 w 1214622"/>
                    <a:gd name="connsiteY7" fmla="*/ 1122159 h 1572035"/>
                    <a:gd name="connsiteX8" fmla="*/ 931548 w 1214622"/>
                    <a:gd name="connsiteY8" fmla="*/ 889274 h 1572035"/>
                    <a:gd name="connsiteX9" fmla="*/ 805341 w 1214622"/>
                    <a:gd name="connsiteY9" fmla="*/ 789262 h 1572035"/>
                    <a:gd name="connsiteX10" fmla="*/ 467204 w 1214622"/>
                    <a:gd name="connsiteY10" fmla="*/ 410642 h 1572035"/>
                    <a:gd name="connsiteX11" fmla="*/ 400904 w 1214622"/>
                    <a:gd name="connsiteY11" fmla="*/ 258369 h 1572035"/>
                    <a:gd name="connsiteX12" fmla="*/ 274818 w 1214622"/>
                    <a:gd name="connsiteY12" fmla="*/ 235778 h 1572035"/>
                    <a:gd name="connsiteX13" fmla="*/ 185185 w 1214622"/>
                    <a:gd name="connsiteY13" fmla="*/ 484613 h 1572035"/>
                    <a:gd name="connsiteX14" fmla="*/ 0 w 1214622"/>
                    <a:gd name="connsiteY14" fmla="*/ 435383 h 1572035"/>
                    <a:gd name="connsiteX15" fmla="*/ 112493 w 1214622"/>
                    <a:gd name="connsiteY15" fmla="*/ 83815 h 1572035"/>
                    <a:gd name="connsiteX16" fmla="*/ 191469 w 1214622"/>
                    <a:gd name="connsiteY16" fmla="*/ 30368 h 1572035"/>
                    <a:gd name="connsiteX0" fmla="*/ 191469 w 1214622"/>
                    <a:gd name="connsiteY0" fmla="*/ 30368 h 1572035"/>
                    <a:gd name="connsiteX1" fmla="*/ 498160 w 1214622"/>
                    <a:gd name="connsiteY1" fmla="*/ 3445 h 1572035"/>
                    <a:gd name="connsiteX2" fmla="*/ 967267 w 1214622"/>
                    <a:gd name="connsiteY2" fmla="*/ 277291 h 1572035"/>
                    <a:gd name="connsiteX3" fmla="*/ 1179197 w 1214622"/>
                    <a:gd name="connsiteY3" fmla="*/ 955949 h 1572035"/>
                    <a:gd name="connsiteX4" fmla="*/ 895532 w 1214622"/>
                    <a:gd name="connsiteY4" fmla="*/ 1291052 h 1572035"/>
                    <a:gd name="connsiteX5" fmla="*/ 459027 w 1214622"/>
                    <a:gd name="connsiteY5" fmla="*/ 1572035 h 1572035"/>
                    <a:gd name="connsiteX6" fmla="*/ 353537 w 1214622"/>
                    <a:gd name="connsiteY6" fmla="*/ 1423079 h 1572035"/>
                    <a:gd name="connsiteX7" fmla="*/ 794613 w 1214622"/>
                    <a:gd name="connsiteY7" fmla="*/ 1122159 h 1572035"/>
                    <a:gd name="connsiteX8" fmla="*/ 931548 w 1214622"/>
                    <a:gd name="connsiteY8" fmla="*/ 889274 h 1572035"/>
                    <a:gd name="connsiteX9" fmla="*/ 805341 w 1214622"/>
                    <a:gd name="connsiteY9" fmla="*/ 789262 h 1572035"/>
                    <a:gd name="connsiteX10" fmla="*/ 467204 w 1214622"/>
                    <a:gd name="connsiteY10" fmla="*/ 410642 h 1572035"/>
                    <a:gd name="connsiteX11" fmla="*/ 400904 w 1214622"/>
                    <a:gd name="connsiteY11" fmla="*/ 258369 h 1572035"/>
                    <a:gd name="connsiteX12" fmla="*/ 274818 w 1214622"/>
                    <a:gd name="connsiteY12" fmla="*/ 235778 h 1572035"/>
                    <a:gd name="connsiteX13" fmla="*/ 185185 w 1214622"/>
                    <a:gd name="connsiteY13" fmla="*/ 484613 h 1572035"/>
                    <a:gd name="connsiteX14" fmla="*/ 0 w 1214622"/>
                    <a:gd name="connsiteY14" fmla="*/ 435383 h 1572035"/>
                    <a:gd name="connsiteX15" fmla="*/ 112493 w 1214622"/>
                    <a:gd name="connsiteY15" fmla="*/ 83815 h 1572035"/>
                    <a:gd name="connsiteX16" fmla="*/ 191469 w 1214622"/>
                    <a:gd name="connsiteY16" fmla="*/ 30368 h 1572035"/>
                    <a:gd name="connsiteX0" fmla="*/ 191469 w 1214622"/>
                    <a:gd name="connsiteY0" fmla="*/ 22873 h 1564540"/>
                    <a:gd name="connsiteX1" fmla="*/ 500265 w 1214622"/>
                    <a:gd name="connsiteY1" fmla="*/ 7529 h 1564540"/>
                    <a:gd name="connsiteX2" fmla="*/ 967267 w 1214622"/>
                    <a:gd name="connsiteY2" fmla="*/ 269796 h 1564540"/>
                    <a:gd name="connsiteX3" fmla="*/ 1179197 w 1214622"/>
                    <a:gd name="connsiteY3" fmla="*/ 948454 h 1564540"/>
                    <a:gd name="connsiteX4" fmla="*/ 895532 w 1214622"/>
                    <a:gd name="connsiteY4" fmla="*/ 1283557 h 1564540"/>
                    <a:gd name="connsiteX5" fmla="*/ 459027 w 1214622"/>
                    <a:gd name="connsiteY5" fmla="*/ 1564540 h 1564540"/>
                    <a:gd name="connsiteX6" fmla="*/ 353537 w 1214622"/>
                    <a:gd name="connsiteY6" fmla="*/ 1415584 h 1564540"/>
                    <a:gd name="connsiteX7" fmla="*/ 794613 w 1214622"/>
                    <a:gd name="connsiteY7" fmla="*/ 1114664 h 1564540"/>
                    <a:gd name="connsiteX8" fmla="*/ 931548 w 1214622"/>
                    <a:gd name="connsiteY8" fmla="*/ 881779 h 1564540"/>
                    <a:gd name="connsiteX9" fmla="*/ 805341 w 1214622"/>
                    <a:gd name="connsiteY9" fmla="*/ 781767 h 1564540"/>
                    <a:gd name="connsiteX10" fmla="*/ 467204 w 1214622"/>
                    <a:gd name="connsiteY10" fmla="*/ 403147 h 1564540"/>
                    <a:gd name="connsiteX11" fmla="*/ 400904 w 1214622"/>
                    <a:gd name="connsiteY11" fmla="*/ 250874 h 1564540"/>
                    <a:gd name="connsiteX12" fmla="*/ 274818 w 1214622"/>
                    <a:gd name="connsiteY12" fmla="*/ 228283 h 1564540"/>
                    <a:gd name="connsiteX13" fmla="*/ 185185 w 1214622"/>
                    <a:gd name="connsiteY13" fmla="*/ 477118 h 1564540"/>
                    <a:gd name="connsiteX14" fmla="*/ 0 w 1214622"/>
                    <a:gd name="connsiteY14" fmla="*/ 427888 h 1564540"/>
                    <a:gd name="connsiteX15" fmla="*/ 112493 w 1214622"/>
                    <a:gd name="connsiteY15" fmla="*/ 76320 h 1564540"/>
                    <a:gd name="connsiteX16" fmla="*/ 191469 w 1214622"/>
                    <a:gd name="connsiteY16" fmla="*/ 22873 h 1564540"/>
                    <a:gd name="connsiteX0" fmla="*/ 191469 w 1214622"/>
                    <a:gd name="connsiteY0" fmla="*/ 16834 h 1558501"/>
                    <a:gd name="connsiteX1" fmla="*/ 500265 w 1214622"/>
                    <a:gd name="connsiteY1" fmla="*/ 1490 h 1558501"/>
                    <a:gd name="connsiteX2" fmla="*/ 967267 w 1214622"/>
                    <a:gd name="connsiteY2" fmla="*/ 263757 h 1558501"/>
                    <a:gd name="connsiteX3" fmla="*/ 1179197 w 1214622"/>
                    <a:gd name="connsiteY3" fmla="*/ 942415 h 1558501"/>
                    <a:gd name="connsiteX4" fmla="*/ 895532 w 1214622"/>
                    <a:gd name="connsiteY4" fmla="*/ 1277518 h 1558501"/>
                    <a:gd name="connsiteX5" fmla="*/ 459027 w 1214622"/>
                    <a:gd name="connsiteY5" fmla="*/ 1558501 h 1558501"/>
                    <a:gd name="connsiteX6" fmla="*/ 353537 w 1214622"/>
                    <a:gd name="connsiteY6" fmla="*/ 1409545 h 1558501"/>
                    <a:gd name="connsiteX7" fmla="*/ 794613 w 1214622"/>
                    <a:gd name="connsiteY7" fmla="*/ 1108625 h 1558501"/>
                    <a:gd name="connsiteX8" fmla="*/ 931548 w 1214622"/>
                    <a:gd name="connsiteY8" fmla="*/ 875740 h 1558501"/>
                    <a:gd name="connsiteX9" fmla="*/ 805341 w 1214622"/>
                    <a:gd name="connsiteY9" fmla="*/ 775728 h 1558501"/>
                    <a:gd name="connsiteX10" fmla="*/ 467204 w 1214622"/>
                    <a:gd name="connsiteY10" fmla="*/ 397108 h 1558501"/>
                    <a:gd name="connsiteX11" fmla="*/ 400904 w 1214622"/>
                    <a:gd name="connsiteY11" fmla="*/ 244835 h 1558501"/>
                    <a:gd name="connsiteX12" fmla="*/ 274818 w 1214622"/>
                    <a:gd name="connsiteY12" fmla="*/ 222244 h 1558501"/>
                    <a:gd name="connsiteX13" fmla="*/ 185185 w 1214622"/>
                    <a:gd name="connsiteY13" fmla="*/ 471079 h 1558501"/>
                    <a:gd name="connsiteX14" fmla="*/ 0 w 1214622"/>
                    <a:gd name="connsiteY14" fmla="*/ 421849 h 1558501"/>
                    <a:gd name="connsiteX15" fmla="*/ 112493 w 1214622"/>
                    <a:gd name="connsiteY15" fmla="*/ 70281 h 1558501"/>
                    <a:gd name="connsiteX16" fmla="*/ 191469 w 1214622"/>
                    <a:gd name="connsiteY16" fmla="*/ 16834 h 1558501"/>
                    <a:gd name="connsiteX0" fmla="*/ 191469 w 1214622"/>
                    <a:gd name="connsiteY0" fmla="*/ 13312 h 1554979"/>
                    <a:gd name="connsiteX1" fmla="*/ 500967 w 1214622"/>
                    <a:gd name="connsiteY1" fmla="*/ 1827 h 1554979"/>
                    <a:gd name="connsiteX2" fmla="*/ 967267 w 1214622"/>
                    <a:gd name="connsiteY2" fmla="*/ 260235 h 1554979"/>
                    <a:gd name="connsiteX3" fmla="*/ 1179197 w 1214622"/>
                    <a:gd name="connsiteY3" fmla="*/ 938893 h 1554979"/>
                    <a:gd name="connsiteX4" fmla="*/ 895532 w 1214622"/>
                    <a:gd name="connsiteY4" fmla="*/ 1273996 h 1554979"/>
                    <a:gd name="connsiteX5" fmla="*/ 459027 w 1214622"/>
                    <a:gd name="connsiteY5" fmla="*/ 1554979 h 1554979"/>
                    <a:gd name="connsiteX6" fmla="*/ 353537 w 1214622"/>
                    <a:gd name="connsiteY6" fmla="*/ 1406023 h 1554979"/>
                    <a:gd name="connsiteX7" fmla="*/ 794613 w 1214622"/>
                    <a:gd name="connsiteY7" fmla="*/ 1105103 h 1554979"/>
                    <a:gd name="connsiteX8" fmla="*/ 931548 w 1214622"/>
                    <a:gd name="connsiteY8" fmla="*/ 872218 h 1554979"/>
                    <a:gd name="connsiteX9" fmla="*/ 805341 w 1214622"/>
                    <a:gd name="connsiteY9" fmla="*/ 772206 h 1554979"/>
                    <a:gd name="connsiteX10" fmla="*/ 467204 w 1214622"/>
                    <a:gd name="connsiteY10" fmla="*/ 393586 h 1554979"/>
                    <a:gd name="connsiteX11" fmla="*/ 400904 w 1214622"/>
                    <a:gd name="connsiteY11" fmla="*/ 241313 h 1554979"/>
                    <a:gd name="connsiteX12" fmla="*/ 274818 w 1214622"/>
                    <a:gd name="connsiteY12" fmla="*/ 218722 h 1554979"/>
                    <a:gd name="connsiteX13" fmla="*/ 185185 w 1214622"/>
                    <a:gd name="connsiteY13" fmla="*/ 467557 h 1554979"/>
                    <a:gd name="connsiteX14" fmla="*/ 0 w 1214622"/>
                    <a:gd name="connsiteY14" fmla="*/ 418327 h 1554979"/>
                    <a:gd name="connsiteX15" fmla="*/ 112493 w 1214622"/>
                    <a:gd name="connsiteY15" fmla="*/ 66759 h 1554979"/>
                    <a:gd name="connsiteX16" fmla="*/ 191469 w 1214622"/>
                    <a:gd name="connsiteY16" fmla="*/ 13312 h 1554979"/>
                    <a:gd name="connsiteX0" fmla="*/ 191469 w 1214622"/>
                    <a:gd name="connsiteY0" fmla="*/ 16834 h 1558501"/>
                    <a:gd name="connsiteX1" fmla="*/ 500265 w 1214622"/>
                    <a:gd name="connsiteY1" fmla="*/ 1489 h 1558501"/>
                    <a:gd name="connsiteX2" fmla="*/ 967267 w 1214622"/>
                    <a:gd name="connsiteY2" fmla="*/ 263757 h 1558501"/>
                    <a:gd name="connsiteX3" fmla="*/ 1179197 w 1214622"/>
                    <a:gd name="connsiteY3" fmla="*/ 942415 h 1558501"/>
                    <a:gd name="connsiteX4" fmla="*/ 895532 w 1214622"/>
                    <a:gd name="connsiteY4" fmla="*/ 1277518 h 1558501"/>
                    <a:gd name="connsiteX5" fmla="*/ 459027 w 1214622"/>
                    <a:gd name="connsiteY5" fmla="*/ 1558501 h 1558501"/>
                    <a:gd name="connsiteX6" fmla="*/ 353537 w 1214622"/>
                    <a:gd name="connsiteY6" fmla="*/ 1409545 h 1558501"/>
                    <a:gd name="connsiteX7" fmla="*/ 794613 w 1214622"/>
                    <a:gd name="connsiteY7" fmla="*/ 1108625 h 1558501"/>
                    <a:gd name="connsiteX8" fmla="*/ 931548 w 1214622"/>
                    <a:gd name="connsiteY8" fmla="*/ 875740 h 1558501"/>
                    <a:gd name="connsiteX9" fmla="*/ 805341 w 1214622"/>
                    <a:gd name="connsiteY9" fmla="*/ 775728 h 1558501"/>
                    <a:gd name="connsiteX10" fmla="*/ 467204 w 1214622"/>
                    <a:gd name="connsiteY10" fmla="*/ 397108 h 1558501"/>
                    <a:gd name="connsiteX11" fmla="*/ 400904 w 1214622"/>
                    <a:gd name="connsiteY11" fmla="*/ 244835 h 1558501"/>
                    <a:gd name="connsiteX12" fmla="*/ 274818 w 1214622"/>
                    <a:gd name="connsiteY12" fmla="*/ 222244 h 1558501"/>
                    <a:gd name="connsiteX13" fmla="*/ 185185 w 1214622"/>
                    <a:gd name="connsiteY13" fmla="*/ 471079 h 1558501"/>
                    <a:gd name="connsiteX14" fmla="*/ 0 w 1214622"/>
                    <a:gd name="connsiteY14" fmla="*/ 421849 h 1558501"/>
                    <a:gd name="connsiteX15" fmla="*/ 112493 w 1214622"/>
                    <a:gd name="connsiteY15" fmla="*/ 70281 h 1558501"/>
                    <a:gd name="connsiteX16" fmla="*/ 191469 w 1214622"/>
                    <a:gd name="connsiteY16" fmla="*/ 16834 h 1558501"/>
                    <a:gd name="connsiteX0" fmla="*/ 191469 w 1214622"/>
                    <a:gd name="connsiteY0" fmla="*/ 16834 h 1558501"/>
                    <a:gd name="connsiteX1" fmla="*/ 500265 w 1214622"/>
                    <a:gd name="connsiteY1" fmla="*/ 1489 h 1558501"/>
                    <a:gd name="connsiteX2" fmla="*/ 967267 w 1214622"/>
                    <a:gd name="connsiteY2" fmla="*/ 263757 h 1558501"/>
                    <a:gd name="connsiteX3" fmla="*/ 1179197 w 1214622"/>
                    <a:gd name="connsiteY3" fmla="*/ 942415 h 1558501"/>
                    <a:gd name="connsiteX4" fmla="*/ 895532 w 1214622"/>
                    <a:gd name="connsiteY4" fmla="*/ 1277518 h 1558501"/>
                    <a:gd name="connsiteX5" fmla="*/ 459027 w 1214622"/>
                    <a:gd name="connsiteY5" fmla="*/ 1558501 h 1558501"/>
                    <a:gd name="connsiteX6" fmla="*/ 353537 w 1214622"/>
                    <a:gd name="connsiteY6" fmla="*/ 1409545 h 1558501"/>
                    <a:gd name="connsiteX7" fmla="*/ 794613 w 1214622"/>
                    <a:gd name="connsiteY7" fmla="*/ 1108625 h 1558501"/>
                    <a:gd name="connsiteX8" fmla="*/ 931548 w 1214622"/>
                    <a:gd name="connsiteY8" fmla="*/ 875740 h 1558501"/>
                    <a:gd name="connsiteX9" fmla="*/ 805341 w 1214622"/>
                    <a:gd name="connsiteY9" fmla="*/ 775728 h 1558501"/>
                    <a:gd name="connsiteX10" fmla="*/ 467204 w 1214622"/>
                    <a:gd name="connsiteY10" fmla="*/ 397108 h 1558501"/>
                    <a:gd name="connsiteX11" fmla="*/ 400904 w 1214622"/>
                    <a:gd name="connsiteY11" fmla="*/ 244835 h 1558501"/>
                    <a:gd name="connsiteX12" fmla="*/ 274818 w 1214622"/>
                    <a:gd name="connsiteY12" fmla="*/ 222244 h 1558501"/>
                    <a:gd name="connsiteX13" fmla="*/ 185185 w 1214622"/>
                    <a:gd name="connsiteY13" fmla="*/ 471079 h 1558501"/>
                    <a:gd name="connsiteX14" fmla="*/ 0 w 1214622"/>
                    <a:gd name="connsiteY14" fmla="*/ 421849 h 1558501"/>
                    <a:gd name="connsiteX15" fmla="*/ 112493 w 1214622"/>
                    <a:gd name="connsiteY15" fmla="*/ 70281 h 1558501"/>
                    <a:gd name="connsiteX16" fmla="*/ 191469 w 1214622"/>
                    <a:gd name="connsiteY16" fmla="*/ 16834 h 1558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14622" h="1558501">
                      <a:moveTo>
                        <a:pt x="191469" y="16834"/>
                      </a:moveTo>
                      <a:cubicBezTo>
                        <a:pt x="371903" y="10771"/>
                        <a:pt x="403428" y="-4861"/>
                        <a:pt x="500265" y="1489"/>
                      </a:cubicBezTo>
                      <a:cubicBezTo>
                        <a:pt x="610770" y="-5610"/>
                        <a:pt x="868048" y="96275"/>
                        <a:pt x="967267" y="263757"/>
                      </a:cubicBezTo>
                      <a:cubicBezTo>
                        <a:pt x="1159354" y="459020"/>
                        <a:pt x="1277623" y="706671"/>
                        <a:pt x="1179197" y="942415"/>
                      </a:cubicBezTo>
                      <a:cubicBezTo>
                        <a:pt x="1075710" y="1071978"/>
                        <a:pt x="950895" y="1229797"/>
                        <a:pt x="895532" y="1277518"/>
                      </a:cubicBezTo>
                      <a:cubicBezTo>
                        <a:pt x="814304" y="1338444"/>
                        <a:pt x="643699" y="1462521"/>
                        <a:pt x="459027" y="1558501"/>
                      </a:cubicBezTo>
                      <a:lnTo>
                        <a:pt x="353537" y="1409545"/>
                      </a:lnTo>
                      <a:cubicBezTo>
                        <a:pt x="380917" y="1374844"/>
                        <a:pt x="651447" y="1217001"/>
                        <a:pt x="794613" y="1108625"/>
                      </a:cubicBezTo>
                      <a:cubicBezTo>
                        <a:pt x="826224" y="1041522"/>
                        <a:pt x="876078" y="960735"/>
                        <a:pt x="931548" y="875740"/>
                      </a:cubicBezTo>
                      <a:lnTo>
                        <a:pt x="805341" y="775728"/>
                      </a:lnTo>
                      <a:lnTo>
                        <a:pt x="467204" y="397108"/>
                      </a:lnTo>
                      <a:cubicBezTo>
                        <a:pt x="445104" y="346350"/>
                        <a:pt x="413881" y="298048"/>
                        <a:pt x="400904" y="244835"/>
                      </a:cubicBezTo>
                      <a:cubicBezTo>
                        <a:pt x="322184" y="236962"/>
                        <a:pt x="304918" y="238013"/>
                        <a:pt x="274818" y="222244"/>
                      </a:cubicBezTo>
                      <a:lnTo>
                        <a:pt x="185185" y="471079"/>
                      </a:lnTo>
                      <a:lnTo>
                        <a:pt x="0" y="421849"/>
                      </a:lnTo>
                      <a:cubicBezTo>
                        <a:pt x="45243" y="279767"/>
                        <a:pt x="79155" y="176644"/>
                        <a:pt x="112493" y="70281"/>
                      </a:cubicBezTo>
                      <a:cubicBezTo>
                        <a:pt x="112493" y="25036"/>
                        <a:pt x="166627" y="12378"/>
                        <a:pt x="191469" y="16834"/>
                      </a:cubicBezTo>
                      <a:close/>
                    </a:path>
                  </a:pathLst>
                </a:custGeom>
                <a:solidFill>
                  <a:srgbClr val="48369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sp>
              <p:nvSpPr>
                <p:cNvPr id="175" name="Rectangle 2"/>
                <p:cNvSpPr/>
                <p:nvPr/>
              </p:nvSpPr>
              <p:spPr>
                <a:xfrm rot="5134474" flipV="1">
                  <a:off x="2596411" y="2853795"/>
                  <a:ext cx="243858" cy="232762"/>
                </a:xfrm>
                <a:custGeom>
                  <a:avLst/>
                  <a:gdLst>
                    <a:gd name="connsiteX0" fmla="*/ 0 w 4659086"/>
                    <a:gd name="connsiteY0" fmla="*/ 0 h 2017485"/>
                    <a:gd name="connsiteX1" fmla="*/ 4659086 w 4659086"/>
                    <a:gd name="connsiteY1" fmla="*/ 0 h 2017485"/>
                    <a:gd name="connsiteX2" fmla="*/ 4659086 w 4659086"/>
                    <a:gd name="connsiteY2" fmla="*/ 2017485 h 2017485"/>
                    <a:gd name="connsiteX3" fmla="*/ 0 w 4659086"/>
                    <a:gd name="connsiteY3" fmla="*/ 2017485 h 2017485"/>
                    <a:gd name="connsiteX4" fmla="*/ 0 w 4659086"/>
                    <a:gd name="connsiteY4" fmla="*/ 0 h 2017485"/>
                    <a:gd name="connsiteX0" fmla="*/ 0 w 4804229"/>
                    <a:gd name="connsiteY0" fmla="*/ 0 h 2017485"/>
                    <a:gd name="connsiteX1" fmla="*/ 4659086 w 4804229"/>
                    <a:gd name="connsiteY1" fmla="*/ 0 h 2017485"/>
                    <a:gd name="connsiteX2" fmla="*/ 4804229 w 4804229"/>
                    <a:gd name="connsiteY2" fmla="*/ 1204685 h 2017485"/>
                    <a:gd name="connsiteX3" fmla="*/ 0 w 4804229"/>
                    <a:gd name="connsiteY3" fmla="*/ 2017485 h 2017485"/>
                    <a:gd name="connsiteX4" fmla="*/ 0 w 4804229"/>
                    <a:gd name="connsiteY4" fmla="*/ 0 h 2017485"/>
                    <a:gd name="connsiteX0" fmla="*/ 0 w 4804229"/>
                    <a:gd name="connsiteY0" fmla="*/ 0 h 4223656"/>
                    <a:gd name="connsiteX1" fmla="*/ 4659086 w 4804229"/>
                    <a:gd name="connsiteY1" fmla="*/ 0 h 4223656"/>
                    <a:gd name="connsiteX2" fmla="*/ 4804229 w 4804229"/>
                    <a:gd name="connsiteY2" fmla="*/ 1204685 h 4223656"/>
                    <a:gd name="connsiteX3" fmla="*/ 2002971 w 4804229"/>
                    <a:gd name="connsiteY3" fmla="*/ 4223656 h 4223656"/>
                    <a:gd name="connsiteX4" fmla="*/ 0 w 4804229"/>
                    <a:gd name="connsiteY4" fmla="*/ 0 h 4223656"/>
                    <a:gd name="connsiteX0" fmla="*/ 0 w 7634515"/>
                    <a:gd name="connsiteY0" fmla="*/ 0 h 4499428"/>
                    <a:gd name="connsiteX1" fmla="*/ 7489372 w 7634515"/>
                    <a:gd name="connsiteY1" fmla="*/ 275772 h 4499428"/>
                    <a:gd name="connsiteX2" fmla="*/ 7634515 w 7634515"/>
                    <a:gd name="connsiteY2" fmla="*/ 1480457 h 4499428"/>
                    <a:gd name="connsiteX3" fmla="*/ 4833257 w 7634515"/>
                    <a:gd name="connsiteY3" fmla="*/ 4499428 h 4499428"/>
                    <a:gd name="connsiteX4" fmla="*/ 0 w 7634515"/>
                    <a:gd name="connsiteY4" fmla="*/ 0 h 4499428"/>
                    <a:gd name="connsiteX0" fmla="*/ 0 w 7634515"/>
                    <a:gd name="connsiteY0" fmla="*/ 0 h 4499428"/>
                    <a:gd name="connsiteX1" fmla="*/ 7489372 w 7634515"/>
                    <a:gd name="connsiteY1" fmla="*/ 275772 h 4499428"/>
                    <a:gd name="connsiteX2" fmla="*/ 7634515 w 7634515"/>
                    <a:gd name="connsiteY2" fmla="*/ 1480457 h 4499428"/>
                    <a:gd name="connsiteX3" fmla="*/ 4833257 w 7634515"/>
                    <a:gd name="connsiteY3" fmla="*/ 4499428 h 4499428"/>
                    <a:gd name="connsiteX4" fmla="*/ 0 w 7634515"/>
                    <a:gd name="connsiteY4" fmla="*/ 0 h 4499428"/>
                    <a:gd name="connsiteX0" fmla="*/ 39552 w 7674067"/>
                    <a:gd name="connsiteY0" fmla="*/ 0 h 4895853"/>
                    <a:gd name="connsiteX1" fmla="*/ 7528924 w 7674067"/>
                    <a:gd name="connsiteY1" fmla="*/ 275772 h 4895853"/>
                    <a:gd name="connsiteX2" fmla="*/ 7674067 w 7674067"/>
                    <a:gd name="connsiteY2" fmla="*/ 1480457 h 4895853"/>
                    <a:gd name="connsiteX3" fmla="*/ 4872809 w 7674067"/>
                    <a:gd name="connsiteY3" fmla="*/ 4499428 h 4895853"/>
                    <a:gd name="connsiteX4" fmla="*/ 4582524 w 7674067"/>
                    <a:gd name="connsiteY4" fmla="*/ 4368799 h 4895853"/>
                    <a:gd name="connsiteX5" fmla="*/ 39552 w 7674067"/>
                    <a:gd name="connsiteY5" fmla="*/ 0 h 4895853"/>
                    <a:gd name="connsiteX0" fmla="*/ 38817 w 7673332"/>
                    <a:gd name="connsiteY0" fmla="*/ 0 h 4715686"/>
                    <a:gd name="connsiteX1" fmla="*/ 7528189 w 7673332"/>
                    <a:gd name="connsiteY1" fmla="*/ 275772 h 4715686"/>
                    <a:gd name="connsiteX2" fmla="*/ 7673332 w 7673332"/>
                    <a:gd name="connsiteY2" fmla="*/ 1480457 h 4715686"/>
                    <a:gd name="connsiteX3" fmla="*/ 4872074 w 7673332"/>
                    <a:gd name="connsiteY3" fmla="*/ 4499428 h 4715686"/>
                    <a:gd name="connsiteX4" fmla="*/ 4668875 w 7673332"/>
                    <a:gd name="connsiteY4" fmla="*/ 3860799 h 4715686"/>
                    <a:gd name="connsiteX5" fmla="*/ 38817 w 7673332"/>
                    <a:gd name="connsiteY5" fmla="*/ 0 h 4715686"/>
                    <a:gd name="connsiteX0" fmla="*/ 38817 w 7673332"/>
                    <a:gd name="connsiteY0" fmla="*/ 0 h 4614939"/>
                    <a:gd name="connsiteX1" fmla="*/ 7528189 w 7673332"/>
                    <a:gd name="connsiteY1" fmla="*/ 275772 h 4614939"/>
                    <a:gd name="connsiteX2" fmla="*/ 7673332 w 7673332"/>
                    <a:gd name="connsiteY2" fmla="*/ 1480457 h 4614939"/>
                    <a:gd name="connsiteX3" fmla="*/ 4872074 w 7673332"/>
                    <a:gd name="connsiteY3" fmla="*/ 4499428 h 4614939"/>
                    <a:gd name="connsiteX4" fmla="*/ 4668875 w 7673332"/>
                    <a:gd name="connsiteY4" fmla="*/ 3860799 h 4614939"/>
                    <a:gd name="connsiteX5" fmla="*/ 38817 w 7673332"/>
                    <a:gd name="connsiteY5" fmla="*/ 0 h 4614939"/>
                    <a:gd name="connsiteX0" fmla="*/ 38817 w 7673332"/>
                    <a:gd name="connsiteY0" fmla="*/ 0 h 4499428"/>
                    <a:gd name="connsiteX1" fmla="*/ 7528189 w 7673332"/>
                    <a:gd name="connsiteY1" fmla="*/ 275772 h 4499428"/>
                    <a:gd name="connsiteX2" fmla="*/ 7673332 w 7673332"/>
                    <a:gd name="connsiteY2" fmla="*/ 1480457 h 4499428"/>
                    <a:gd name="connsiteX3" fmla="*/ 4872074 w 7673332"/>
                    <a:gd name="connsiteY3" fmla="*/ 4499428 h 4499428"/>
                    <a:gd name="connsiteX4" fmla="*/ 4668875 w 7673332"/>
                    <a:gd name="connsiteY4" fmla="*/ 3860799 h 4499428"/>
                    <a:gd name="connsiteX5" fmla="*/ 38817 w 7673332"/>
                    <a:gd name="connsiteY5" fmla="*/ 0 h 4499428"/>
                    <a:gd name="connsiteX0" fmla="*/ 39428 w 7673943"/>
                    <a:gd name="connsiteY0" fmla="*/ 0 h 4499428"/>
                    <a:gd name="connsiteX1" fmla="*/ 7528800 w 7673943"/>
                    <a:gd name="connsiteY1" fmla="*/ 275772 h 4499428"/>
                    <a:gd name="connsiteX2" fmla="*/ 7673943 w 7673943"/>
                    <a:gd name="connsiteY2" fmla="*/ 1480457 h 4499428"/>
                    <a:gd name="connsiteX3" fmla="*/ 4872685 w 7673943"/>
                    <a:gd name="connsiteY3" fmla="*/ 4499428 h 4499428"/>
                    <a:gd name="connsiteX4" fmla="*/ 4596915 w 7673943"/>
                    <a:gd name="connsiteY4" fmla="*/ 4397828 h 4499428"/>
                    <a:gd name="connsiteX5" fmla="*/ 39428 w 7673943"/>
                    <a:gd name="connsiteY5" fmla="*/ 0 h 4499428"/>
                    <a:gd name="connsiteX0" fmla="*/ 39428 w 7673943"/>
                    <a:gd name="connsiteY0" fmla="*/ 0 h 4499428"/>
                    <a:gd name="connsiteX1" fmla="*/ 7528800 w 7673943"/>
                    <a:gd name="connsiteY1" fmla="*/ 275772 h 4499428"/>
                    <a:gd name="connsiteX2" fmla="*/ 7673943 w 7673943"/>
                    <a:gd name="connsiteY2" fmla="*/ 1480457 h 4499428"/>
                    <a:gd name="connsiteX3" fmla="*/ 4872685 w 7673943"/>
                    <a:gd name="connsiteY3" fmla="*/ 4499428 h 4499428"/>
                    <a:gd name="connsiteX4" fmla="*/ 4596915 w 7673943"/>
                    <a:gd name="connsiteY4" fmla="*/ 4397828 h 4499428"/>
                    <a:gd name="connsiteX5" fmla="*/ 39428 w 7673943"/>
                    <a:gd name="connsiteY5" fmla="*/ 0 h 4499428"/>
                    <a:gd name="connsiteX0" fmla="*/ 39428 w 7673943"/>
                    <a:gd name="connsiteY0" fmla="*/ 0 h 4499428"/>
                    <a:gd name="connsiteX1" fmla="*/ 7528800 w 7673943"/>
                    <a:gd name="connsiteY1" fmla="*/ 275772 h 4499428"/>
                    <a:gd name="connsiteX2" fmla="*/ 7673943 w 7673943"/>
                    <a:gd name="connsiteY2" fmla="*/ 1480457 h 4499428"/>
                    <a:gd name="connsiteX3" fmla="*/ 4872685 w 7673943"/>
                    <a:gd name="connsiteY3" fmla="*/ 4499428 h 4499428"/>
                    <a:gd name="connsiteX4" fmla="*/ 4596915 w 7673943"/>
                    <a:gd name="connsiteY4" fmla="*/ 4397828 h 4499428"/>
                    <a:gd name="connsiteX5" fmla="*/ 39428 w 7673943"/>
                    <a:gd name="connsiteY5" fmla="*/ 0 h 4499428"/>
                    <a:gd name="connsiteX0" fmla="*/ 39428 w 7673943"/>
                    <a:gd name="connsiteY0" fmla="*/ 0 h 4499428"/>
                    <a:gd name="connsiteX1" fmla="*/ 7528800 w 7673943"/>
                    <a:gd name="connsiteY1" fmla="*/ 275772 h 4499428"/>
                    <a:gd name="connsiteX2" fmla="*/ 7673943 w 7673943"/>
                    <a:gd name="connsiteY2" fmla="*/ 1480457 h 4499428"/>
                    <a:gd name="connsiteX3" fmla="*/ 4872685 w 7673943"/>
                    <a:gd name="connsiteY3" fmla="*/ 4499428 h 4499428"/>
                    <a:gd name="connsiteX4" fmla="*/ 4596915 w 7673943"/>
                    <a:gd name="connsiteY4" fmla="*/ 4397828 h 4499428"/>
                    <a:gd name="connsiteX5" fmla="*/ 39428 w 7673943"/>
                    <a:gd name="connsiteY5" fmla="*/ 0 h 4499428"/>
                    <a:gd name="connsiteX0" fmla="*/ 38245 w 7672760"/>
                    <a:gd name="connsiteY0" fmla="*/ 0 h 4499428"/>
                    <a:gd name="connsiteX1" fmla="*/ 7527617 w 7672760"/>
                    <a:gd name="connsiteY1" fmla="*/ 275772 h 4499428"/>
                    <a:gd name="connsiteX2" fmla="*/ 7672760 w 7672760"/>
                    <a:gd name="connsiteY2" fmla="*/ 1480457 h 4499428"/>
                    <a:gd name="connsiteX3" fmla="*/ 4871502 w 7672760"/>
                    <a:gd name="connsiteY3" fmla="*/ 4499428 h 4499428"/>
                    <a:gd name="connsiteX4" fmla="*/ 4595732 w 7672760"/>
                    <a:gd name="connsiteY4" fmla="*/ 4397828 h 4499428"/>
                    <a:gd name="connsiteX5" fmla="*/ 38245 w 7672760"/>
                    <a:gd name="connsiteY5" fmla="*/ 0 h 4499428"/>
                    <a:gd name="connsiteX0" fmla="*/ 0 w 7634515"/>
                    <a:gd name="connsiteY0" fmla="*/ 0 h 4499428"/>
                    <a:gd name="connsiteX1" fmla="*/ 7489372 w 7634515"/>
                    <a:gd name="connsiteY1" fmla="*/ 275772 h 4499428"/>
                    <a:gd name="connsiteX2" fmla="*/ 7634515 w 7634515"/>
                    <a:gd name="connsiteY2" fmla="*/ 1480457 h 4499428"/>
                    <a:gd name="connsiteX3" fmla="*/ 4833257 w 7634515"/>
                    <a:gd name="connsiteY3" fmla="*/ 4499428 h 4499428"/>
                    <a:gd name="connsiteX4" fmla="*/ 4557487 w 7634515"/>
                    <a:gd name="connsiteY4" fmla="*/ 4397828 h 4499428"/>
                    <a:gd name="connsiteX5" fmla="*/ 0 w 7634515"/>
                    <a:gd name="connsiteY5" fmla="*/ 0 h 4499428"/>
                    <a:gd name="connsiteX0" fmla="*/ 0 w 7634515"/>
                    <a:gd name="connsiteY0" fmla="*/ 0 h 4455885"/>
                    <a:gd name="connsiteX1" fmla="*/ 7489372 w 7634515"/>
                    <a:gd name="connsiteY1" fmla="*/ 275772 h 4455885"/>
                    <a:gd name="connsiteX2" fmla="*/ 7634515 w 7634515"/>
                    <a:gd name="connsiteY2" fmla="*/ 1480457 h 4455885"/>
                    <a:gd name="connsiteX3" fmla="*/ 4862285 w 7634515"/>
                    <a:gd name="connsiteY3" fmla="*/ 4455885 h 4455885"/>
                    <a:gd name="connsiteX4" fmla="*/ 4557487 w 7634515"/>
                    <a:gd name="connsiteY4" fmla="*/ 4397828 h 4455885"/>
                    <a:gd name="connsiteX5" fmla="*/ 0 w 7634515"/>
                    <a:gd name="connsiteY5" fmla="*/ 0 h 4455885"/>
                    <a:gd name="connsiteX0" fmla="*/ 0 w 7634515"/>
                    <a:gd name="connsiteY0" fmla="*/ 0 h 4484914"/>
                    <a:gd name="connsiteX1" fmla="*/ 7489372 w 7634515"/>
                    <a:gd name="connsiteY1" fmla="*/ 275772 h 4484914"/>
                    <a:gd name="connsiteX2" fmla="*/ 7634515 w 7634515"/>
                    <a:gd name="connsiteY2" fmla="*/ 1480457 h 4484914"/>
                    <a:gd name="connsiteX3" fmla="*/ 4833256 w 7634515"/>
                    <a:gd name="connsiteY3" fmla="*/ 4484914 h 4484914"/>
                    <a:gd name="connsiteX4" fmla="*/ 4557487 w 7634515"/>
                    <a:gd name="connsiteY4" fmla="*/ 4397828 h 4484914"/>
                    <a:gd name="connsiteX5" fmla="*/ 0 w 7634515"/>
                    <a:gd name="connsiteY5" fmla="*/ 0 h 4484914"/>
                    <a:gd name="connsiteX0" fmla="*/ 0 w 7634515"/>
                    <a:gd name="connsiteY0" fmla="*/ 0 h 4484914"/>
                    <a:gd name="connsiteX1" fmla="*/ 7489372 w 7634515"/>
                    <a:gd name="connsiteY1" fmla="*/ 275772 h 4484914"/>
                    <a:gd name="connsiteX2" fmla="*/ 7634515 w 7634515"/>
                    <a:gd name="connsiteY2" fmla="*/ 1480457 h 4484914"/>
                    <a:gd name="connsiteX3" fmla="*/ 4833256 w 7634515"/>
                    <a:gd name="connsiteY3" fmla="*/ 4484914 h 4484914"/>
                    <a:gd name="connsiteX4" fmla="*/ 4557487 w 7634515"/>
                    <a:gd name="connsiteY4" fmla="*/ 4397828 h 4484914"/>
                    <a:gd name="connsiteX5" fmla="*/ 0 w 7634515"/>
                    <a:gd name="connsiteY5" fmla="*/ 0 h 4484914"/>
                    <a:gd name="connsiteX0" fmla="*/ 0 w 7634515"/>
                    <a:gd name="connsiteY0" fmla="*/ 0 h 4484914"/>
                    <a:gd name="connsiteX1" fmla="*/ 5573485 w 7634515"/>
                    <a:gd name="connsiteY1" fmla="*/ 203200 h 4484914"/>
                    <a:gd name="connsiteX2" fmla="*/ 7489372 w 7634515"/>
                    <a:gd name="connsiteY2" fmla="*/ 275772 h 4484914"/>
                    <a:gd name="connsiteX3" fmla="*/ 7634515 w 7634515"/>
                    <a:gd name="connsiteY3" fmla="*/ 1480457 h 4484914"/>
                    <a:gd name="connsiteX4" fmla="*/ 4833256 w 7634515"/>
                    <a:gd name="connsiteY4" fmla="*/ 4484914 h 4484914"/>
                    <a:gd name="connsiteX5" fmla="*/ 4557487 w 7634515"/>
                    <a:gd name="connsiteY5" fmla="*/ 4397828 h 4484914"/>
                    <a:gd name="connsiteX6" fmla="*/ 0 w 7634515"/>
                    <a:gd name="connsiteY6" fmla="*/ 0 h 4484914"/>
                    <a:gd name="connsiteX0" fmla="*/ 0 w 7634515"/>
                    <a:gd name="connsiteY0" fmla="*/ 798285 h 5283199"/>
                    <a:gd name="connsiteX1" fmla="*/ 7082971 w 7634515"/>
                    <a:gd name="connsiteY1" fmla="*/ 0 h 5283199"/>
                    <a:gd name="connsiteX2" fmla="*/ 7489372 w 7634515"/>
                    <a:gd name="connsiteY2" fmla="*/ 1074057 h 5283199"/>
                    <a:gd name="connsiteX3" fmla="*/ 7634515 w 7634515"/>
                    <a:gd name="connsiteY3" fmla="*/ 2278742 h 5283199"/>
                    <a:gd name="connsiteX4" fmla="*/ 4833256 w 7634515"/>
                    <a:gd name="connsiteY4" fmla="*/ 5283199 h 5283199"/>
                    <a:gd name="connsiteX5" fmla="*/ 4557487 w 7634515"/>
                    <a:gd name="connsiteY5" fmla="*/ 5196113 h 5283199"/>
                    <a:gd name="connsiteX6" fmla="*/ 0 w 7634515"/>
                    <a:gd name="connsiteY6" fmla="*/ 798285 h 5283199"/>
                    <a:gd name="connsiteX0" fmla="*/ 0 w 7634515"/>
                    <a:gd name="connsiteY0" fmla="*/ 1088571 h 5573485"/>
                    <a:gd name="connsiteX1" fmla="*/ 7257143 w 7634515"/>
                    <a:gd name="connsiteY1" fmla="*/ 0 h 5573485"/>
                    <a:gd name="connsiteX2" fmla="*/ 7489372 w 7634515"/>
                    <a:gd name="connsiteY2" fmla="*/ 1364343 h 5573485"/>
                    <a:gd name="connsiteX3" fmla="*/ 7634515 w 7634515"/>
                    <a:gd name="connsiteY3" fmla="*/ 2569028 h 5573485"/>
                    <a:gd name="connsiteX4" fmla="*/ 4833256 w 7634515"/>
                    <a:gd name="connsiteY4" fmla="*/ 5573485 h 5573485"/>
                    <a:gd name="connsiteX5" fmla="*/ 4557487 w 7634515"/>
                    <a:gd name="connsiteY5" fmla="*/ 5486399 h 5573485"/>
                    <a:gd name="connsiteX6" fmla="*/ 0 w 7634515"/>
                    <a:gd name="connsiteY6" fmla="*/ 1088571 h 5573485"/>
                    <a:gd name="connsiteX0" fmla="*/ 0 w 7634515"/>
                    <a:gd name="connsiteY0" fmla="*/ 1088571 h 5573485"/>
                    <a:gd name="connsiteX1" fmla="*/ 5660571 w 7634515"/>
                    <a:gd name="connsiteY1" fmla="*/ 217715 h 5573485"/>
                    <a:gd name="connsiteX2" fmla="*/ 7257143 w 7634515"/>
                    <a:gd name="connsiteY2" fmla="*/ 0 h 5573485"/>
                    <a:gd name="connsiteX3" fmla="*/ 7489372 w 7634515"/>
                    <a:gd name="connsiteY3" fmla="*/ 1364343 h 5573485"/>
                    <a:gd name="connsiteX4" fmla="*/ 7634515 w 7634515"/>
                    <a:gd name="connsiteY4" fmla="*/ 2569028 h 5573485"/>
                    <a:gd name="connsiteX5" fmla="*/ 4833256 w 7634515"/>
                    <a:gd name="connsiteY5" fmla="*/ 5573485 h 5573485"/>
                    <a:gd name="connsiteX6" fmla="*/ 4557487 w 7634515"/>
                    <a:gd name="connsiteY6" fmla="*/ 5486399 h 5573485"/>
                    <a:gd name="connsiteX7" fmla="*/ 0 w 7634515"/>
                    <a:gd name="connsiteY7" fmla="*/ 1088571 h 5573485"/>
                    <a:gd name="connsiteX0" fmla="*/ 0 w 7634515"/>
                    <a:gd name="connsiteY0" fmla="*/ 1088571 h 5573485"/>
                    <a:gd name="connsiteX1" fmla="*/ 6110514 w 7634515"/>
                    <a:gd name="connsiteY1" fmla="*/ 740229 h 5573485"/>
                    <a:gd name="connsiteX2" fmla="*/ 7257143 w 7634515"/>
                    <a:gd name="connsiteY2" fmla="*/ 0 h 5573485"/>
                    <a:gd name="connsiteX3" fmla="*/ 7489372 w 7634515"/>
                    <a:gd name="connsiteY3" fmla="*/ 1364343 h 5573485"/>
                    <a:gd name="connsiteX4" fmla="*/ 7634515 w 7634515"/>
                    <a:gd name="connsiteY4" fmla="*/ 2569028 h 5573485"/>
                    <a:gd name="connsiteX5" fmla="*/ 4833256 w 7634515"/>
                    <a:gd name="connsiteY5" fmla="*/ 5573485 h 5573485"/>
                    <a:gd name="connsiteX6" fmla="*/ 4557487 w 7634515"/>
                    <a:gd name="connsiteY6" fmla="*/ 5486399 h 5573485"/>
                    <a:gd name="connsiteX7" fmla="*/ 0 w 7634515"/>
                    <a:gd name="connsiteY7" fmla="*/ 1088571 h 5573485"/>
                    <a:gd name="connsiteX0" fmla="*/ 0 w 7634515"/>
                    <a:gd name="connsiteY0" fmla="*/ 1088571 h 5573485"/>
                    <a:gd name="connsiteX1" fmla="*/ 6037942 w 7634515"/>
                    <a:gd name="connsiteY1" fmla="*/ 754743 h 5573485"/>
                    <a:gd name="connsiteX2" fmla="*/ 7257143 w 7634515"/>
                    <a:gd name="connsiteY2" fmla="*/ 0 h 5573485"/>
                    <a:gd name="connsiteX3" fmla="*/ 7489372 w 7634515"/>
                    <a:gd name="connsiteY3" fmla="*/ 1364343 h 5573485"/>
                    <a:gd name="connsiteX4" fmla="*/ 7634515 w 7634515"/>
                    <a:gd name="connsiteY4" fmla="*/ 2569028 h 5573485"/>
                    <a:gd name="connsiteX5" fmla="*/ 4833256 w 7634515"/>
                    <a:gd name="connsiteY5" fmla="*/ 5573485 h 5573485"/>
                    <a:gd name="connsiteX6" fmla="*/ 4557487 w 7634515"/>
                    <a:gd name="connsiteY6" fmla="*/ 5486399 h 5573485"/>
                    <a:gd name="connsiteX7" fmla="*/ 0 w 7634515"/>
                    <a:gd name="connsiteY7" fmla="*/ 1088571 h 5573485"/>
                    <a:gd name="connsiteX0" fmla="*/ 0 w 7634515"/>
                    <a:gd name="connsiteY0" fmla="*/ 1088571 h 5573485"/>
                    <a:gd name="connsiteX1" fmla="*/ 3164114 w 7634515"/>
                    <a:gd name="connsiteY1" fmla="*/ 914401 h 5573485"/>
                    <a:gd name="connsiteX2" fmla="*/ 6037942 w 7634515"/>
                    <a:gd name="connsiteY2" fmla="*/ 754743 h 5573485"/>
                    <a:gd name="connsiteX3" fmla="*/ 7257143 w 7634515"/>
                    <a:gd name="connsiteY3" fmla="*/ 0 h 5573485"/>
                    <a:gd name="connsiteX4" fmla="*/ 7489372 w 7634515"/>
                    <a:gd name="connsiteY4" fmla="*/ 1364343 h 5573485"/>
                    <a:gd name="connsiteX5" fmla="*/ 7634515 w 7634515"/>
                    <a:gd name="connsiteY5" fmla="*/ 2569028 h 5573485"/>
                    <a:gd name="connsiteX6" fmla="*/ 4833256 w 7634515"/>
                    <a:gd name="connsiteY6" fmla="*/ 5573485 h 5573485"/>
                    <a:gd name="connsiteX7" fmla="*/ 4557487 w 7634515"/>
                    <a:gd name="connsiteY7" fmla="*/ 5486399 h 5573485"/>
                    <a:gd name="connsiteX8" fmla="*/ 0 w 7634515"/>
                    <a:gd name="connsiteY8" fmla="*/ 1088571 h 5573485"/>
                    <a:gd name="connsiteX0" fmla="*/ 0 w 7634515"/>
                    <a:gd name="connsiteY0" fmla="*/ 1088571 h 5573485"/>
                    <a:gd name="connsiteX1" fmla="*/ 711199 w 7634515"/>
                    <a:gd name="connsiteY1" fmla="*/ 435430 h 5573485"/>
                    <a:gd name="connsiteX2" fmla="*/ 6037942 w 7634515"/>
                    <a:gd name="connsiteY2" fmla="*/ 754743 h 5573485"/>
                    <a:gd name="connsiteX3" fmla="*/ 7257143 w 7634515"/>
                    <a:gd name="connsiteY3" fmla="*/ 0 h 5573485"/>
                    <a:gd name="connsiteX4" fmla="*/ 7489372 w 7634515"/>
                    <a:gd name="connsiteY4" fmla="*/ 1364343 h 5573485"/>
                    <a:gd name="connsiteX5" fmla="*/ 7634515 w 7634515"/>
                    <a:gd name="connsiteY5" fmla="*/ 2569028 h 5573485"/>
                    <a:gd name="connsiteX6" fmla="*/ 4833256 w 7634515"/>
                    <a:gd name="connsiteY6" fmla="*/ 5573485 h 5573485"/>
                    <a:gd name="connsiteX7" fmla="*/ 4557487 w 7634515"/>
                    <a:gd name="connsiteY7" fmla="*/ 5486399 h 5573485"/>
                    <a:gd name="connsiteX8" fmla="*/ 0 w 7634515"/>
                    <a:gd name="connsiteY8" fmla="*/ 1088571 h 5573485"/>
                    <a:gd name="connsiteX0" fmla="*/ 0 w 7634515"/>
                    <a:gd name="connsiteY0" fmla="*/ 1088571 h 5573485"/>
                    <a:gd name="connsiteX1" fmla="*/ 711199 w 7634515"/>
                    <a:gd name="connsiteY1" fmla="*/ 435430 h 5573485"/>
                    <a:gd name="connsiteX2" fmla="*/ 6037942 w 7634515"/>
                    <a:gd name="connsiteY2" fmla="*/ 754743 h 5573485"/>
                    <a:gd name="connsiteX3" fmla="*/ 7257143 w 7634515"/>
                    <a:gd name="connsiteY3" fmla="*/ 0 h 5573485"/>
                    <a:gd name="connsiteX4" fmla="*/ 7489372 w 7634515"/>
                    <a:gd name="connsiteY4" fmla="*/ 1364343 h 5573485"/>
                    <a:gd name="connsiteX5" fmla="*/ 7634515 w 7634515"/>
                    <a:gd name="connsiteY5" fmla="*/ 2569028 h 5573485"/>
                    <a:gd name="connsiteX6" fmla="*/ 4833256 w 7634515"/>
                    <a:gd name="connsiteY6" fmla="*/ 5573485 h 5573485"/>
                    <a:gd name="connsiteX7" fmla="*/ 4557487 w 7634515"/>
                    <a:gd name="connsiteY7" fmla="*/ 5486399 h 5573485"/>
                    <a:gd name="connsiteX8" fmla="*/ 0 w 7634515"/>
                    <a:gd name="connsiteY8" fmla="*/ 1088571 h 5573485"/>
                    <a:gd name="connsiteX0" fmla="*/ 0 w 7605486"/>
                    <a:gd name="connsiteY0" fmla="*/ 1074056 h 5573485"/>
                    <a:gd name="connsiteX1" fmla="*/ 682170 w 7605486"/>
                    <a:gd name="connsiteY1" fmla="*/ 435430 h 5573485"/>
                    <a:gd name="connsiteX2" fmla="*/ 6008913 w 7605486"/>
                    <a:gd name="connsiteY2" fmla="*/ 754743 h 5573485"/>
                    <a:gd name="connsiteX3" fmla="*/ 7228114 w 7605486"/>
                    <a:gd name="connsiteY3" fmla="*/ 0 h 5573485"/>
                    <a:gd name="connsiteX4" fmla="*/ 7460343 w 7605486"/>
                    <a:gd name="connsiteY4" fmla="*/ 1364343 h 5573485"/>
                    <a:gd name="connsiteX5" fmla="*/ 7605486 w 7605486"/>
                    <a:gd name="connsiteY5" fmla="*/ 2569028 h 5573485"/>
                    <a:gd name="connsiteX6" fmla="*/ 4804227 w 7605486"/>
                    <a:gd name="connsiteY6" fmla="*/ 5573485 h 5573485"/>
                    <a:gd name="connsiteX7" fmla="*/ 4528458 w 7605486"/>
                    <a:gd name="connsiteY7" fmla="*/ 5486399 h 5573485"/>
                    <a:gd name="connsiteX8" fmla="*/ 0 w 7605486"/>
                    <a:gd name="connsiteY8" fmla="*/ 1074056 h 5573485"/>
                    <a:gd name="connsiteX0" fmla="*/ 145217 w 7750703"/>
                    <a:gd name="connsiteY0" fmla="*/ 1074056 h 5573485"/>
                    <a:gd name="connsiteX1" fmla="*/ 827387 w 7750703"/>
                    <a:gd name="connsiteY1" fmla="*/ 435430 h 5573485"/>
                    <a:gd name="connsiteX2" fmla="*/ 6154130 w 7750703"/>
                    <a:gd name="connsiteY2" fmla="*/ 754743 h 5573485"/>
                    <a:gd name="connsiteX3" fmla="*/ 7373331 w 7750703"/>
                    <a:gd name="connsiteY3" fmla="*/ 0 h 5573485"/>
                    <a:gd name="connsiteX4" fmla="*/ 7605560 w 7750703"/>
                    <a:gd name="connsiteY4" fmla="*/ 1364343 h 5573485"/>
                    <a:gd name="connsiteX5" fmla="*/ 7750703 w 7750703"/>
                    <a:gd name="connsiteY5" fmla="*/ 2569028 h 5573485"/>
                    <a:gd name="connsiteX6" fmla="*/ 4949444 w 7750703"/>
                    <a:gd name="connsiteY6" fmla="*/ 5573485 h 5573485"/>
                    <a:gd name="connsiteX7" fmla="*/ 4673675 w 7750703"/>
                    <a:gd name="connsiteY7" fmla="*/ 5486399 h 5573485"/>
                    <a:gd name="connsiteX8" fmla="*/ 145217 w 7750703"/>
                    <a:gd name="connsiteY8" fmla="*/ 1074056 h 5573485"/>
                    <a:gd name="connsiteX0" fmla="*/ 143276 w 7748762"/>
                    <a:gd name="connsiteY0" fmla="*/ 1074056 h 5573485"/>
                    <a:gd name="connsiteX1" fmla="*/ 825446 w 7748762"/>
                    <a:gd name="connsiteY1" fmla="*/ 435430 h 5573485"/>
                    <a:gd name="connsiteX2" fmla="*/ 6152189 w 7748762"/>
                    <a:gd name="connsiteY2" fmla="*/ 754743 h 5573485"/>
                    <a:gd name="connsiteX3" fmla="*/ 7371390 w 7748762"/>
                    <a:gd name="connsiteY3" fmla="*/ 0 h 5573485"/>
                    <a:gd name="connsiteX4" fmla="*/ 7603619 w 7748762"/>
                    <a:gd name="connsiteY4" fmla="*/ 1364343 h 5573485"/>
                    <a:gd name="connsiteX5" fmla="*/ 7748762 w 7748762"/>
                    <a:gd name="connsiteY5" fmla="*/ 2569028 h 5573485"/>
                    <a:gd name="connsiteX6" fmla="*/ 4947503 w 7748762"/>
                    <a:gd name="connsiteY6" fmla="*/ 5573485 h 5573485"/>
                    <a:gd name="connsiteX7" fmla="*/ 4671734 w 7748762"/>
                    <a:gd name="connsiteY7" fmla="*/ 5486399 h 5573485"/>
                    <a:gd name="connsiteX8" fmla="*/ 143276 w 7748762"/>
                    <a:gd name="connsiteY8" fmla="*/ 1074056 h 5573485"/>
                    <a:gd name="connsiteX0" fmla="*/ 143276 w 7748762"/>
                    <a:gd name="connsiteY0" fmla="*/ 1074056 h 5573485"/>
                    <a:gd name="connsiteX1" fmla="*/ 825446 w 7748762"/>
                    <a:gd name="connsiteY1" fmla="*/ 435430 h 5573485"/>
                    <a:gd name="connsiteX2" fmla="*/ 3365445 w 7748762"/>
                    <a:gd name="connsiteY2" fmla="*/ 566058 h 5573485"/>
                    <a:gd name="connsiteX3" fmla="*/ 6152189 w 7748762"/>
                    <a:gd name="connsiteY3" fmla="*/ 754743 h 5573485"/>
                    <a:gd name="connsiteX4" fmla="*/ 7371390 w 7748762"/>
                    <a:gd name="connsiteY4" fmla="*/ 0 h 5573485"/>
                    <a:gd name="connsiteX5" fmla="*/ 7603619 w 7748762"/>
                    <a:gd name="connsiteY5" fmla="*/ 1364343 h 5573485"/>
                    <a:gd name="connsiteX6" fmla="*/ 7748762 w 7748762"/>
                    <a:gd name="connsiteY6" fmla="*/ 2569028 h 5573485"/>
                    <a:gd name="connsiteX7" fmla="*/ 4947503 w 7748762"/>
                    <a:gd name="connsiteY7" fmla="*/ 5573485 h 5573485"/>
                    <a:gd name="connsiteX8" fmla="*/ 4671734 w 7748762"/>
                    <a:gd name="connsiteY8" fmla="*/ 5486399 h 5573485"/>
                    <a:gd name="connsiteX9" fmla="*/ 143276 w 7748762"/>
                    <a:gd name="connsiteY9" fmla="*/ 1074056 h 5573485"/>
                    <a:gd name="connsiteX0" fmla="*/ 143276 w 7748762"/>
                    <a:gd name="connsiteY0" fmla="*/ 1074056 h 5573485"/>
                    <a:gd name="connsiteX1" fmla="*/ 825446 w 7748762"/>
                    <a:gd name="connsiteY1" fmla="*/ 435430 h 5573485"/>
                    <a:gd name="connsiteX2" fmla="*/ 2494588 w 7748762"/>
                    <a:gd name="connsiteY2" fmla="*/ 2249715 h 5573485"/>
                    <a:gd name="connsiteX3" fmla="*/ 6152189 w 7748762"/>
                    <a:gd name="connsiteY3" fmla="*/ 754743 h 5573485"/>
                    <a:gd name="connsiteX4" fmla="*/ 7371390 w 7748762"/>
                    <a:gd name="connsiteY4" fmla="*/ 0 h 5573485"/>
                    <a:gd name="connsiteX5" fmla="*/ 7603619 w 7748762"/>
                    <a:gd name="connsiteY5" fmla="*/ 1364343 h 5573485"/>
                    <a:gd name="connsiteX6" fmla="*/ 7748762 w 7748762"/>
                    <a:gd name="connsiteY6" fmla="*/ 2569028 h 5573485"/>
                    <a:gd name="connsiteX7" fmla="*/ 4947503 w 7748762"/>
                    <a:gd name="connsiteY7" fmla="*/ 5573485 h 5573485"/>
                    <a:gd name="connsiteX8" fmla="*/ 4671734 w 7748762"/>
                    <a:gd name="connsiteY8" fmla="*/ 5486399 h 5573485"/>
                    <a:gd name="connsiteX9" fmla="*/ 143276 w 7748762"/>
                    <a:gd name="connsiteY9" fmla="*/ 1074056 h 5573485"/>
                    <a:gd name="connsiteX0" fmla="*/ 225462 w 7830948"/>
                    <a:gd name="connsiteY0" fmla="*/ 1074056 h 5573485"/>
                    <a:gd name="connsiteX1" fmla="*/ 530261 w 7830948"/>
                    <a:gd name="connsiteY1" fmla="*/ 595087 h 5573485"/>
                    <a:gd name="connsiteX2" fmla="*/ 2576774 w 7830948"/>
                    <a:gd name="connsiteY2" fmla="*/ 2249715 h 5573485"/>
                    <a:gd name="connsiteX3" fmla="*/ 6234375 w 7830948"/>
                    <a:gd name="connsiteY3" fmla="*/ 754743 h 5573485"/>
                    <a:gd name="connsiteX4" fmla="*/ 7453576 w 7830948"/>
                    <a:gd name="connsiteY4" fmla="*/ 0 h 5573485"/>
                    <a:gd name="connsiteX5" fmla="*/ 7685805 w 7830948"/>
                    <a:gd name="connsiteY5" fmla="*/ 1364343 h 5573485"/>
                    <a:gd name="connsiteX6" fmla="*/ 7830948 w 7830948"/>
                    <a:gd name="connsiteY6" fmla="*/ 2569028 h 5573485"/>
                    <a:gd name="connsiteX7" fmla="*/ 5029689 w 7830948"/>
                    <a:gd name="connsiteY7" fmla="*/ 5573485 h 5573485"/>
                    <a:gd name="connsiteX8" fmla="*/ 4753920 w 7830948"/>
                    <a:gd name="connsiteY8" fmla="*/ 5486399 h 5573485"/>
                    <a:gd name="connsiteX9" fmla="*/ 225462 w 7830948"/>
                    <a:gd name="connsiteY9" fmla="*/ 1074056 h 5573485"/>
                    <a:gd name="connsiteX0" fmla="*/ 154662 w 7760148"/>
                    <a:gd name="connsiteY0" fmla="*/ 1074056 h 5573485"/>
                    <a:gd name="connsiteX1" fmla="*/ 764261 w 7760148"/>
                    <a:gd name="connsiteY1" fmla="*/ 391887 h 5573485"/>
                    <a:gd name="connsiteX2" fmla="*/ 2505974 w 7760148"/>
                    <a:gd name="connsiteY2" fmla="*/ 2249715 h 5573485"/>
                    <a:gd name="connsiteX3" fmla="*/ 6163575 w 7760148"/>
                    <a:gd name="connsiteY3" fmla="*/ 754743 h 5573485"/>
                    <a:gd name="connsiteX4" fmla="*/ 7382776 w 7760148"/>
                    <a:gd name="connsiteY4" fmla="*/ 0 h 5573485"/>
                    <a:gd name="connsiteX5" fmla="*/ 7615005 w 7760148"/>
                    <a:gd name="connsiteY5" fmla="*/ 1364343 h 5573485"/>
                    <a:gd name="connsiteX6" fmla="*/ 7760148 w 7760148"/>
                    <a:gd name="connsiteY6" fmla="*/ 2569028 h 5573485"/>
                    <a:gd name="connsiteX7" fmla="*/ 4958889 w 7760148"/>
                    <a:gd name="connsiteY7" fmla="*/ 5573485 h 5573485"/>
                    <a:gd name="connsiteX8" fmla="*/ 4683120 w 7760148"/>
                    <a:gd name="connsiteY8" fmla="*/ 5486399 h 5573485"/>
                    <a:gd name="connsiteX9" fmla="*/ 154662 w 7760148"/>
                    <a:gd name="connsiteY9" fmla="*/ 1074056 h 5573485"/>
                    <a:gd name="connsiteX0" fmla="*/ 146294 w 7751780"/>
                    <a:gd name="connsiteY0" fmla="*/ 1074056 h 5573485"/>
                    <a:gd name="connsiteX1" fmla="*/ 755893 w 7751780"/>
                    <a:gd name="connsiteY1" fmla="*/ 391887 h 5573485"/>
                    <a:gd name="connsiteX2" fmla="*/ 2497606 w 7751780"/>
                    <a:gd name="connsiteY2" fmla="*/ 2249715 h 5573485"/>
                    <a:gd name="connsiteX3" fmla="*/ 6155207 w 7751780"/>
                    <a:gd name="connsiteY3" fmla="*/ 754743 h 5573485"/>
                    <a:gd name="connsiteX4" fmla="*/ 7374408 w 7751780"/>
                    <a:gd name="connsiteY4" fmla="*/ 0 h 5573485"/>
                    <a:gd name="connsiteX5" fmla="*/ 7606637 w 7751780"/>
                    <a:gd name="connsiteY5" fmla="*/ 1364343 h 5573485"/>
                    <a:gd name="connsiteX6" fmla="*/ 7751780 w 7751780"/>
                    <a:gd name="connsiteY6" fmla="*/ 2569028 h 5573485"/>
                    <a:gd name="connsiteX7" fmla="*/ 4950521 w 7751780"/>
                    <a:gd name="connsiteY7" fmla="*/ 5573485 h 5573485"/>
                    <a:gd name="connsiteX8" fmla="*/ 4674752 w 7751780"/>
                    <a:gd name="connsiteY8" fmla="*/ 5486399 h 5573485"/>
                    <a:gd name="connsiteX9" fmla="*/ 146294 w 7751780"/>
                    <a:gd name="connsiteY9" fmla="*/ 1074056 h 5573485"/>
                    <a:gd name="connsiteX0" fmla="*/ 146294 w 7751780"/>
                    <a:gd name="connsiteY0" fmla="*/ 1074056 h 5573485"/>
                    <a:gd name="connsiteX1" fmla="*/ 755893 w 7751780"/>
                    <a:gd name="connsiteY1" fmla="*/ 391887 h 5573485"/>
                    <a:gd name="connsiteX2" fmla="*/ 2584691 w 7751780"/>
                    <a:gd name="connsiteY2" fmla="*/ 2220687 h 5573485"/>
                    <a:gd name="connsiteX3" fmla="*/ 6155207 w 7751780"/>
                    <a:gd name="connsiteY3" fmla="*/ 754743 h 5573485"/>
                    <a:gd name="connsiteX4" fmla="*/ 7374408 w 7751780"/>
                    <a:gd name="connsiteY4" fmla="*/ 0 h 5573485"/>
                    <a:gd name="connsiteX5" fmla="*/ 7606637 w 7751780"/>
                    <a:gd name="connsiteY5" fmla="*/ 1364343 h 5573485"/>
                    <a:gd name="connsiteX6" fmla="*/ 7751780 w 7751780"/>
                    <a:gd name="connsiteY6" fmla="*/ 2569028 h 5573485"/>
                    <a:gd name="connsiteX7" fmla="*/ 4950521 w 7751780"/>
                    <a:gd name="connsiteY7" fmla="*/ 5573485 h 5573485"/>
                    <a:gd name="connsiteX8" fmla="*/ 4674752 w 7751780"/>
                    <a:gd name="connsiteY8" fmla="*/ 5486399 h 5573485"/>
                    <a:gd name="connsiteX9" fmla="*/ 146294 w 7751780"/>
                    <a:gd name="connsiteY9" fmla="*/ 1074056 h 5573485"/>
                    <a:gd name="connsiteX0" fmla="*/ 146294 w 7751780"/>
                    <a:gd name="connsiteY0" fmla="*/ 1074056 h 5573485"/>
                    <a:gd name="connsiteX1" fmla="*/ 755893 w 7751780"/>
                    <a:gd name="connsiteY1" fmla="*/ 391887 h 5573485"/>
                    <a:gd name="connsiteX2" fmla="*/ 2584691 w 7751780"/>
                    <a:gd name="connsiteY2" fmla="*/ 2220687 h 5573485"/>
                    <a:gd name="connsiteX3" fmla="*/ 4094178 w 7751780"/>
                    <a:gd name="connsiteY3" fmla="*/ 1611086 h 5573485"/>
                    <a:gd name="connsiteX4" fmla="*/ 6155207 w 7751780"/>
                    <a:gd name="connsiteY4" fmla="*/ 754743 h 5573485"/>
                    <a:gd name="connsiteX5" fmla="*/ 7374408 w 7751780"/>
                    <a:gd name="connsiteY5" fmla="*/ 0 h 5573485"/>
                    <a:gd name="connsiteX6" fmla="*/ 7606637 w 7751780"/>
                    <a:gd name="connsiteY6" fmla="*/ 1364343 h 5573485"/>
                    <a:gd name="connsiteX7" fmla="*/ 7751780 w 7751780"/>
                    <a:gd name="connsiteY7" fmla="*/ 2569028 h 5573485"/>
                    <a:gd name="connsiteX8" fmla="*/ 4950521 w 7751780"/>
                    <a:gd name="connsiteY8" fmla="*/ 5573485 h 5573485"/>
                    <a:gd name="connsiteX9" fmla="*/ 4674752 w 7751780"/>
                    <a:gd name="connsiteY9" fmla="*/ 5486399 h 5573485"/>
                    <a:gd name="connsiteX10" fmla="*/ 146294 w 7751780"/>
                    <a:gd name="connsiteY10" fmla="*/ 1074056 h 5573485"/>
                    <a:gd name="connsiteX0" fmla="*/ 362859 w 7968345"/>
                    <a:gd name="connsiteY0" fmla="*/ 1944913 h 6444342"/>
                    <a:gd name="connsiteX1" fmla="*/ 972458 w 7968345"/>
                    <a:gd name="connsiteY1" fmla="*/ 1262744 h 6444342"/>
                    <a:gd name="connsiteX2" fmla="*/ 2801256 w 7968345"/>
                    <a:gd name="connsiteY2" fmla="*/ 3091544 h 6444342"/>
                    <a:gd name="connsiteX3" fmla="*/ 0 w 7968345"/>
                    <a:gd name="connsiteY3" fmla="*/ 0 h 6444342"/>
                    <a:gd name="connsiteX4" fmla="*/ 6371772 w 7968345"/>
                    <a:gd name="connsiteY4" fmla="*/ 1625600 h 6444342"/>
                    <a:gd name="connsiteX5" fmla="*/ 7590973 w 7968345"/>
                    <a:gd name="connsiteY5" fmla="*/ 870857 h 6444342"/>
                    <a:gd name="connsiteX6" fmla="*/ 7823202 w 7968345"/>
                    <a:gd name="connsiteY6" fmla="*/ 2235200 h 6444342"/>
                    <a:gd name="connsiteX7" fmla="*/ 7968345 w 7968345"/>
                    <a:gd name="connsiteY7" fmla="*/ 3439885 h 6444342"/>
                    <a:gd name="connsiteX8" fmla="*/ 5167086 w 7968345"/>
                    <a:gd name="connsiteY8" fmla="*/ 6444342 h 6444342"/>
                    <a:gd name="connsiteX9" fmla="*/ 4891317 w 7968345"/>
                    <a:gd name="connsiteY9" fmla="*/ 6357256 h 6444342"/>
                    <a:gd name="connsiteX10" fmla="*/ 362859 w 7968345"/>
                    <a:gd name="connsiteY10" fmla="*/ 1944913 h 6444342"/>
                    <a:gd name="connsiteX0" fmla="*/ 449944 w 8055430"/>
                    <a:gd name="connsiteY0" fmla="*/ 1857827 h 6357256"/>
                    <a:gd name="connsiteX1" fmla="*/ 1059543 w 8055430"/>
                    <a:gd name="connsiteY1" fmla="*/ 1175658 h 6357256"/>
                    <a:gd name="connsiteX2" fmla="*/ 2888341 w 8055430"/>
                    <a:gd name="connsiteY2" fmla="*/ 3004458 h 6357256"/>
                    <a:gd name="connsiteX3" fmla="*/ 0 w 8055430"/>
                    <a:gd name="connsiteY3" fmla="*/ 0 h 6357256"/>
                    <a:gd name="connsiteX4" fmla="*/ 6458857 w 8055430"/>
                    <a:gd name="connsiteY4" fmla="*/ 1538514 h 6357256"/>
                    <a:gd name="connsiteX5" fmla="*/ 7678058 w 8055430"/>
                    <a:gd name="connsiteY5" fmla="*/ 783771 h 6357256"/>
                    <a:gd name="connsiteX6" fmla="*/ 7910287 w 8055430"/>
                    <a:gd name="connsiteY6" fmla="*/ 2148114 h 6357256"/>
                    <a:gd name="connsiteX7" fmla="*/ 8055430 w 8055430"/>
                    <a:gd name="connsiteY7" fmla="*/ 3352799 h 6357256"/>
                    <a:gd name="connsiteX8" fmla="*/ 5254171 w 8055430"/>
                    <a:gd name="connsiteY8" fmla="*/ 6357256 h 6357256"/>
                    <a:gd name="connsiteX9" fmla="*/ 4978402 w 8055430"/>
                    <a:gd name="connsiteY9" fmla="*/ 6270170 h 6357256"/>
                    <a:gd name="connsiteX10" fmla="*/ 449944 w 8055430"/>
                    <a:gd name="connsiteY10" fmla="*/ 1857827 h 6357256"/>
                    <a:gd name="connsiteX0" fmla="*/ 406401 w 8011887"/>
                    <a:gd name="connsiteY0" fmla="*/ 1828799 h 6328228"/>
                    <a:gd name="connsiteX1" fmla="*/ 1016000 w 8011887"/>
                    <a:gd name="connsiteY1" fmla="*/ 1146630 h 6328228"/>
                    <a:gd name="connsiteX2" fmla="*/ 2844798 w 8011887"/>
                    <a:gd name="connsiteY2" fmla="*/ 2975430 h 6328228"/>
                    <a:gd name="connsiteX3" fmla="*/ 0 w 8011887"/>
                    <a:gd name="connsiteY3" fmla="*/ 0 h 6328228"/>
                    <a:gd name="connsiteX4" fmla="*/ 6415314 w 8011887"/>
                    <a:gd name="connsiteY4" fmla="*/ 1509486 h 6328228"/>
                    <a:gd name="connsiteX5" fmla="*/ 7634515 w 8011887"/>
                    <a:gd name="connsiteY5" fmla="*/ 754743 h 6328228"/>
                    <a:gd name="connsiteX6" fmla="*/ 7866744 w 8011887"/>
                    <a:gd name="connsiteY6" fmla="*/ 2119086 h 6328228"/>
                    <a:gd name="connsiteX7" fmla="*/ 8011887 w 8011887"/>
                    <a:gd name="connsiteY7" fmla="*/ 3323771 h 6328228"/>
                    <a:gd name="connsiteX8" fmla="*/ 5210628 w 8011887"/>
                    <a:gd name="connsiteY8" fmla="*/ 6328228 h 6328228"/>
                    <a:gd name="connsiteX9" fmla="*/ 4934859 w 8011887"/>
                    <a:gd name="connsiteY9" fmla="*/ 6241142 h 6328228"/>
                    <a:gd name="connsiteX10" fmla="*/ 406401 w 8011887"/>
                    <a:gd name="connsiteY10" fmla="*/ 1828799 h 6328228"/>
                    <a:gd name="connsiteX0" fmla="*/ 420915 w 8026401"/>
                    <a:gd name="connsiteY0" fmla="*/ 1828799 h 6328228"/>
                    <a:gd name="connsiteX1" fmla="*/ 1030514 w 8026401"/>
                    <a:gd name="connsiteY1" fmla="*/ 1146630 h 6328228"/>
                    <a:gd name="connsiteX2" fmla="*/ 2859312 w 8026401"/>
                    <a:gd name="connsiteY2" fmla="*/ 2975430 h 6328228"/>
                    <a:gd name="connsiteX3" fmla="*/ 0 w 8026401"/>
                    <a:gd name="connsiteY3" fmla="*/ 0 h 6328228"/>
                    <a:gd name="connsiteX4" fmla="*/ 6429828 w 8026401"/>
                    <a:gd name="connsiteY4" fmla="*/ 1509486 h 6328228"/>
                    <a:gd name="connsiteX5" fmla="*/ 7649029 w 8026401"/>
                    <a:gd name="connsiteY5" fmla="*/ 754743 h 6328228"/>
                    <a:gd name="connsiteX6" fmla="*/ 7881258 w 8026401"/>
                    <a:gd name="connsiteY6" fmla="*/ 2119086 h 6328228"/>
                    <a:gd name="connsiteX7" fmla="*/ 8026401 w 8026401"/>
                    <a:gd name="connsiteY7" fmla="*/ 3323771 h 6328228"/>
                    <a:gd name="connsiteX8" fmla="*/ 5225142 w 8026401"/>
                    <a:gd name="connsiteY8" fmla="*/ 6328228 h 6328228"/>
                    <a:gd name="connsiteX9" fmla="*/ 4949373 w 8026401"/>
                    <a:gd name="connsiteY9" fmla="*/ 6241142 h 6328228"/>
                    <a:gd name="connsiteX10" fmla="*/ 420915 w 8026401"/>
                    <a:gd name="connsiteY10" fmla="*/ 1828799 h 6328228"/>
                    <a:gd name="connsiteX0" fmla="*/ 420915 w 8026401"/>
                    <a:gd name="connsiteY0" fmla="*/ 1828799 h 6328228"/>
                    <a:gd name="connsiteX1" fmla="*/ 1030514 w 8026401"/>
                    <a:gd name="connsiteY1" fmla="*/ 1146630 h 6328228"/>
                    <a:gd name="connsiteX2" fmla="*/ 2859312 w 8026401"/>
                    <a:gd name="connsiteY2" fmla="*/ 2975430 h 6328228"/>
                    <a:gd name="connsiteX3" fmla="*/ 0 w 8026401"/>
                    <a:gd name="connsiteY3" fmla="*/ 0 h 6328228"/>
                    <a:gd name="connsiteX4" fmla="*/ 1698171 w 8026401"/>
                    <a:gd name="connsiteY4" fmla="*/ 377372 h 6328228"/>
                    <a:gd name="connsiteX5" fmla="*/ 6429828 w 8026401"/>
                    <a:gd name="connsiteY5" fmla="*/ 1509486 h 6328228"/>
                    <a:gd name="connsiteX6" fmla="*/ 7649029 w 8026401"/>
                    <a:gd name="connsiteY6" fmla="*/ 754743 h 6328228"/>
                    <a:gd name="connsiteX7" fmla="*/ 7881258 w 8026401"/>
                    <a:gd name="connsiteY7" fmla="*/ 2119086 h 6328228"/>
                    <a:gd name="connsiteX8" fmla="*/ 8026401 w 8026401"/>
                    <a:gd name="connsiteY8" fmla="*/ 3323771 h 6328228"/>
                    <a:gd name="connsiteX9" fmla="*/ 5225142 w 8026401"/>
                    <a:gd name="connsiteY9" fmla="*/ 6328228 h 6328228"/>
                    <a:gd name="connsiteX10" fmla="*/ 4949373 w 8026401"/>
                    <a:gd name="connsiteY10" fmla="*/ 6241142 h 6328228"/>
                    <a:gd name="connsiteX11" fmla="*/ 420915 w 8026401"/>
                    <a:gd name="connsiteY11" fmla="*/ 1828799 h 6328228"/>
                    <a:gd name="connsiteX0" fmla="*/ 420915 w 8026401"/>
                    <a:gd name="connsiteY0" fmla="*/ 2539998 h 7039427"/>
                    <a:gd name="connsiteX1" fmla="*/ 1030514 w 8026401"/>
                    <a:gd name="connsiteY1" fmla="*/ 1857829 h 7039427"/>
                    <a:gd name="connsiteX2" fmla="*/ 2859312 w 8026401"/>
                    <a:gd name="connsiteY2" fmla="*/ 3686629 h 7039427"/>
                    <a:gd name="connsiteX3" fmla="*/ 0 w 8026401"/>
                    <a:gd name="connsiteY3" fmla="*/ 711199 h 7039427"/>
                    <a:gd name="connsiteX4" fmla="*/ 899885 w 8026401"/>
                    <a:gd name="connsiteY4" fmla="*/ 0 h 7039427"/>
                    <a:gd name="connsiteX5" fmla="*/ 6429828 w 8026401"/>
                    <a:gd name="connsiteY5" fmla="*/ 2220685 h 7039427"/>
                    <a:gd name="connsiteX6" fmla="*/ 7649029 w 8026401"/>
                    <a:gd name="connsiteY6" fmla="*/ 1465942 h 7039427"/>
                    <a:gd name="connsiteX7" fmla="*/ 7881258 w 8026401"/>
                    <a:gd name="connsiteY7" fmla="*/ 2830285 h 7039427"/>
                    <a:gd name="connsiteX8" fmla="*/ 8026401 w 8026401"/>
                    <a:gd name="connsiteY8" fmla="*/ 4034970 h 7039427"/>
                    <a:gd name="connsiteX9" fmla="*/ 5225142 w 8026401"/>
                    <a:gd name="connsiteY9" fmla="*/ 7039427 h 7039427"/>
                    <a:gd name="connsiteX10" fmla="*/ 4949373 w 8026401"/>
                    <a:gd name="connsiteY10" fmla="*/ 6952341 h 7039427"/>
                    <a:gd name="connsiteX11" fmla="*/ 420915 w 8026401"/>
                    <a:gd name="connsiteY11" fmla="*/ 2539998 h 7039427"/>
                    <a:gd name="connsiteX0" fmla="*/ 420915 w 8026401"/>
                    <a:gd name="connsiteY0" fmla="*/ 2665438 h 7164867"/>
                    <a:gd name="connsiteX1" fmla="*/ 1030514 w 8026401"/>
                    <a:gd name="connsiteY1" fmla="*/ 1983269 h 7164867"/>
                    <a:gd name="connsiteX2" fmla="*/ 2859312 w 8026401"/>
                    <a:gd name="connsiteY2" fmla="*/ 3812069 h 7164867"/>
                    <a:gd name="connsiteX3" fmla="*/ 0 w 8026401"/>
                    <a:gd name="connsiteY3" fmla="*/ 836639 h 7164867"/>
                    <a:gd name="connsiteX4" fmla="*/ 899885 w 8026401"/>
                    <a:gd name="connsiteY4" fmla="*/ 125440 h 7164867"/>
                    <a:gd name="connsiteX5" fmla="*/ 6429828 w 8026401"/>
                    <a:gd name="connsiteY5" fmla="*/ 2346125 h 7164867"/>
                    <a:gd name="connsiteX6" fmla="*/ 7649029 w 8026401"/>
                    <a:gd name="connsiteY6" fmla="*/ 1591382 h 7164867"/>
                    <a:gd name="connsiteX7" fmla="*/ 7881258 w 8026401"/>
                    <a:gd name="connsiteY7" fmla="*/ 2955725 h 7164867"/>
                    <a:gd name="connsiteX8" fmla="*/ 8026401 w 8026401"/>
                    <a:gd name="connsiteY8" fmla="*/ 4160410 h 7164867"/>
                    <a:gd name="connsiteX9" fmla="*/ 5225142 w 8026401"/>
                    <a:gd name="connsiteY9" fmla="*/ 7164867 h 7164867"/>
                    <a:gd name="connsiteX10" fmla="*/ 4949373 w 8026401"/>
                    <a:gd name="connsiteY10" fmla="*/ 7077781 h 7164867"/>
                    <a:gd name="connsiteX11" fmla="*/ 420915 w 8026401"/>
                    <a:gd name="connsiteY11" fmla="*/ 2665438 h 7164867"/>
                    <a:gd name="connsiteX0" fmla="*/ 534938 w 8140424"/>
                    <a:gd name="connsiteY0" fmla="*/ 2718214 h 7217643"/>
                    <a:gd name="connsiteX1" fmla="*/ 1144537 w 8140424"/>
                    <a:gd name="connsiteY1" fmla="*/ 2036045 h 7217643"/>
                    <a:gd name="connsiteX2" fmla="*/ 2973335 w 8140424"/>
                    <a:gd name="connsiteY2" fmla="*/ 3864845 h 7217643"/>
                    <a:gd name="connsiteX3" fmla="*/ 114023 w 8140424"/>
                    <a:gd name="connsiteY3" fmla="*/ 889415 h 7217643"/>
                    <a:gd name="connsiteX4" fmla="*/ 1013908 w 8140424"/>
                    <a:gd name="connsiteY4" fmla="*/ 178216 h 7217643"/>
                    <a:gd name="connsiteX5" fmla="*/ 6543851 w 8140424"/>
                    <a:gd name="connsiteY5" fmla="*/ 2398901 h 7217643"/>
                    <a:gd name="connsiteX6" fmla="*/ 7763052 w 8140424"/>
                    <a:gd name="connsiteY6" fmla="*/ 1644158 h 7217643"/>
                    <a:gd name="connsiteX7" fmla="*/ 7995281 w 8140424"/>
                    <a:gd name="connsiteY7" fmla="*/ 3008501 h 7217643"/>
                    <a:gd name="connsiteX8" fmla="*/ 8140424 w 8140424"/>
                    <a:gd name="connsiteY8" fmla="*/ 4213186 h 7217643"/>
                    <a:gd name="connsiteX9" fmla="*/ 5339165 w 8140424"/>
                    <a:gd name="connsiteY9" fmla="*/ 7217643 h 7217643"/>
                    <a:gd name="connsiteX10" fmla="*/ 5063396 w 8140424"/>
                    <a:gd name="connsiteY10" fmla="*/ 7130557 h 7217643"/>
                    <a:gd name="connsiteX11" fmla="*/ 534938 w 8140424"/>
                    <a:gd name="connsiteY11" fmla="*/ 2718214 h 7217643"/>
                    <a:gd name="connsiteX0" fmla="*/ 534938 w 8140424"/>
                    <a:gd name="connsiteY0" fmla="*/ 2718214 h 7217643"/>
                    <a:gd name="connsiteX1" fmla="*/ 1144537 w 8140424"/>
                    <a:gd name="connsiteY1" fmla="*/ 2036045 h 7217643"/>
                    <a:gd name="connsiteX2" fmla="*/ 2973335 w 8140424"/>
                    <a:gd name="connsiteY2" fmla="*/ 3864845 h 7217643"/>
                    <a:gd name="connsiteX3" fmla="*/ 114023 w 8140424"/>
                    <a:gd name="connsiteY3" fmla="*/ 889415 h 7217643"/>
                    <a:gd name="connsiteX4" fmla="*/ 1013908 w 8140424"/>
                    <a:gd name="connsiteY4" fmla="*/ 178216 h 7217643"/>
                    <a:gd name="connsiteX5" fmla="*/ 3510366 w 8140424"/>
                    <a:gd name="connsiteY5" fmla="*/ 1194217 h 7217643"/>
                    <a:gd name="connsiteX6" fmla="*/ 6543851 w 8140424"/>
                    <a:gd name="connsiteY6" fmla="*/ 2398901 h 7217643"/>
                    <a:gd name="connsiteX7" fmla="*/ 7763052 w 8140424"/>
                    <a:gd name="connsiteY7" fmla="*/ 1644158 h 7217643"/>
                    <a:gd name="connsiteX8" fmla="*/ 7995281 w 8140424"/>
                    <a:gd name="connsiteY8" fmla="*/ 3008501 h 7217643"/>
                    <a:gd name="connsiteX9" fmla="*/ 8140424 w 8140424"/>
                    <a:gd name="connsiteY9" fmla="*/ 4213186 h 7217643"/>
                    <a:gd name="connsiteX10" fmla="*/ 5339165 w 8140424"/>
                    <a:gd name="connsiteY10" fmla="*/ 7217643 h 7217643"/>
                    <a:gd name="connsiteX11" fmla="*/ 5063396 w 8140424"/>
                    <a:gd name="connsiteY11" fmla="*/ 7130557 h 7217643"/>
                    <a:gd name="connsiteX12" fmla="*/ 534938 w 8140424"/>
                    <a:gd name="connsiteY12" fmla="*/ 2718214 h 7217643"/>
                    <a:gd name="connsiteX0" fmla="*/ 534938 w 8140424"/>
                    <a:gd name="connsiteY0" fmla="*/ 2718214 h 7217643"/>
                    <a:gd name="connsiteX1" fmla="*/ 1144537 w 8140424"/>
                    <a:gd name="connsiteY1" fmla="*/ 2036045 h 7217643"/>
                    <a:gd name="connsiteX2" fmla="*/ 2973335 w 8140424"/>
                    <a:gd name="connsiteY2" fmla="*/ 3864845 h 7217643"/>
                    <a:gd name="connsiteX3" fmla="*/ 114023 w 8140424"/>
                    <a:gd name="connsiteY3" fmla="*/ 889415 h 7217643"/>
                    <a:gd name="connsiteX4" fmla="*/ 1013908 w 8140424"/>
                    <a:gd name="connsiteY4" fmla="*/ 178216 h 7217643"/>
                    <a:gd name="connsiteX5" fmla="*/ 3379737 w 8140424"/>
                    <a:gd name="connsiteY5" fmla="*/ 2631131 h 7217643"/>
                    <a:gd name="connsiteX6" fmla="*/ 6543851 w 8140424"/>
                    <a:gd name="connsiteY6" fmla="*/ 2398901 h 7217643"/>
                    <a:gd name="connsiteX7" fmla="*/ 7763052 w 8140424"/>
                    <a:gd name="connsiteY7" fmla="*/ 1644158 h 7217643"/>
                    <a:gd name="connsiteX8" fmla="*/ 7995281 w 8140424"/>
                    <a:gd name="connsiteY8" fmla="*/ 3008501 h 7217643"/>
                    <a:gd name="connsiteX9" fmla="*/ 8140424 w 8140424"/>
                    <a:gd name="connsiteY9" fmla="*/ 4213186 h 7217643"/>
                    <a:gd name="connsiteX10" fmla="*/ 5339165 w 8140424"/>
                    <a:gd name="connsiteY10" fmla="*/ 7217643 h 7217643"/>
                    <a:gd name="connsiteX11" fmla="*/ 5063396 w 8140424"/>
                    <a:gd name="connsiteY11" fmla="*/ 7130557 h 7217643"/>
                    <a:gd name="connsiteX12" fmla="*/ 534938 w 8140424"/>
                    <a:gd name="connsiteY12" fmla="*/ 2718214 h 7217643"/>
                    <a:gd name="connsiteX0" fmla="*/ 534938 w 8140424"/>
                    <a:gd name="connsiteY0" fmla="*/ 2718214 h 7217643"/>
                    <a:gd name="connsiteX1" fmla="*/ 1144537 w 8140424"/>
                    <a:gd name="connsiteY1" fmla="*/ 2036045 h 7217643"/>
                    <a:gd name="connsiteX2" fmla="*/ 2973335 w 8140424"/>
                    <a:gd name="connsiteY2" fmla="*/ 3864845 h 7217643"/>
                    <a:gd name="connsiteX3" fmla="*/ 114023 w 8140424"/>
                    <a:gd name="connsiteY3" fmla="*/ 889415 h 7217643"/>
                    <a:gd name="connsiteX4" fmla="*/ 1013908 w 8140424"/>
                    <a:gd name="connsiteY4" fmla="*/ 178216 h 7217643"/>
                    <a:gd name="connsiteX5" fmla="*/ 3437794 w 8140424"/>
                    <a:gd name="connsiteY5" fmla="*/ 2616616 h 7217643"/>
                    <a:gd name="connsiteX6" fmla="*/ 6543851 w 8140424"/>
                    <a:gd name="connsiteY6" fmla="*/ 2398901 h 7217643"/>
                    <a:gd name="connsiteX7" fmla="*/ 7763052 w 8140424"/>
                    <a:gd name="connsiteY7" fmla="*/ 1644158 h 7217643"/>
                    <a:gd name="connsiteX8" fmla="*/ 7995281 w 8140424"/>
                    <a:gd name="connsiteY8" fmla="*/ 3008501 h 7217643"/>
                    <a:gd name="connsiteX9" fmla="*/ 8140424 w 8140424"/>
                    <a:gd name="connsiteY9" fmla="*/ 4213186 h 7217643"/>
                    <a:gd name="connsiteX10" fmla="*/ 5339165 w 8140424"/>
                    <a:gd name="connsiteY10" fmla="*/ 7217643 h 7217643"/>
                    <a:gd name="connsiteX11" fmla="*/ 5063396 w 8140424"/>
                    <a:gd name="connsiteY11" fmla="*/ 7130557 h 7217643"/>
                    <a:gd name="connsiteX12" fmla="*/ 534938 w 8140424"/>
                    <a:gd name="connsiteY12" fmla="*/ 2718214 h 7217643"/>
                    <a:gd name="connsiteX0" fmla="*/ 534938 w 8140424"/>
                    <a:gd name="connsiteY0" fmla="*/ 2718214 h 7217643"/>
                    <a:gd name="connsiteX1" fmla="*/ 1144537 w 8140424"/>
                    <a:gd name="connsiteY1" fmla="*/ 2036045 h 7217643"/>
                    <a:gd name="connsiteX2" fmla="*/ 2973335 w 8140424"/>
                    <a:gd name="connsiteY2" fmla="*/ 3864845 h 7217643"/>
                    <a:gd name="connsiteX3" fmla="*/ 114023 w 8140424"/>
                    <a:gd name="connsiteY3" fmla="*/ 889415 h 7217643"/>
                    <a:gd name="connsiteX4" fmla="*/ 1013908 w 8140424"/>
                    <a:gd name="connsiteY4" fmla="*/ 178216 h 7217643"/>
                    <a:gd name="connsiteX5" fmla="*/ 3437794 w 8140424"/>
                    <a:gd name="connsiteY5" fmla="*/ 2616616 h 7217643"/>
                    <a:gd name="connsiteX6" fmla="*/ 4932766 w 8140424"/>
                    <a:gd name="connsiteY6" fmla="*/ 2471474 h 7217643"/>
                    <a:gd name="connsiteX7" fmla="*/ 6543851 w 8140424"/>
                    <a:gd name="connsiteY7" fmla="*/ 2398901 h 7217643"/>
                    <a:gd name="connsiteX8" fmla="*/ 7763052 w 8140424"/>
                    <a:gd name="connsiteY8" fmla="*/ 1644158 h 7217643"/>
                    <a:gd name="connsiteX9" fmla="*/ 7995281 w 8140424"/>
                    <a:gd name="connsiteY9" fmla="*/ 3008501 h 7217643"/>
                    <a:gd name="connsiteX10" fmla="*/ 8140424 w 8140424"/>
                    <a:gd name="connsiteY10" fmla="*/ 4213186 h 7217643"/>
                    <a:gd name="connsiteX11" fmla="*/ 5339165 w 8140424"/>
                    <a:gd name="connsiteY11" fmla="*/ 7217643 h 7217643"/>
                    <a:gd name="connsiteX12" fmla="*/ 5063396 w 8140424"/>
                    <a:gd name="connsiteY12" fmla="*/ 7130557 h 7217643"/>
                    <a:gd name="connsiteX13" fmla="*/ 534938 w 8140424"/>
                    <a:gd name="connsiteY13" fmla="*/ 2718214 h 7217643"/>
                    <a:gd name="connsiteX0" fmla="*/ 534938 w 8140424"/>
                    <a:gd name="connsiteY0" fmla="*/ 2859312 h 7358741"/>
                    <a:gd name="connsiteX1" fmla="*/ 1144537 w 8140424"/>
                    <a:gd name="connsiteY1" fmla="*/ 2177143 h 7358741"/>
                    <a:gd name="connsiteX2" fmla="*/ 2973335 w 8140424"/>
                    <a:gd name="connsiteY2" fmla="*/ 4005943 h 7358741"/>
                    <a:gd name="connsiteX3" fmla="*/ 114023 w 8140424"/>
                    <a:gd name="connsiteY3" fmla="*/ 1030513 h 7358741"/>
                    <a:gd name="connsiteX4" fmla="*/ 1013908 w 8140424"/>
                    <a:gd name="connsiteY4" fmla="*/ 319314 h 7358741"/>
                    <a:gd name="connsiteX5" fmla="*/ 3437794 w 8140424"/>
                    <a:gd name="connsiteY5" fmla="*/ 2757714 h 7358741"/>
                    <a:gd name="connsiteX6" fmla="*/ 723623 w 8140424"/>
                    <a:gd name="connsiteY6" fmla="*/ 0 h 7358741"/>
                    <a:gd name="connsiteX7" fmla="*/ 6543851 w 8140424"/>
                    <a:gd name="connsiteY7" fmla="*/ 2539999 h 7358741"/>
                    <a:gd name="connsiteX8" fmla="*/ 7763052 w 8140424"/>
                    <a:gd name="connsiteY8" fmla="*/ 1785256 h 7358741"/>
                    <a:gd name="connsiteX9" fmla="*/ 7995281 w 8140424"/>
                    <a:gd name="connsiteY9" fmla="*/ 3149599 h 7358741"/>
                    <a:gd name="connsiteX10" fmla="*/ 8140424 w 8140424"/>
                    <a:gd name="connsiteY10" fmla="*/ 4354284 h 7358741"/>
                    <a:gd name="connsiteX11" fmla="*/ 5339165 w 8140424"/>
                    <a:gd name="connsiteY11" fmla="*/ 7358741 h 7358741"/>
                    <a:gd name="connsiteX12" fmla="*/ 5063396 w 8140424"/>
                    <a:gd name="connsiteY12" fmla="*/ 7271655 h 7358741"/>
                    <a:gd name="connsiteX13" fmla="*/ 534938 w 8140424"/>
                    <a:gd name="connsiteY13" fmla="*/ 2859312 h 7358741"/>
                    <a:gd name="connsiteX0" fmla="*/ 534938 w 8140424"/>
                    <a:gd name="connsiteY0" fmla="*/ 2859312 h 7358741"/>
                    <a:gd name="connsiteX1" fmla="*/ 1144537 w 8140424"/>
                    <a:gd name="connsiteY1" fmla="*/ 2177143 h 7358741"/>
                    <a:gd name="connsiteX2" fmla="*/ 2973335 w 8140424"/>
                    <a:gd name="connsiteY2" fmla="*/ 4005943 h 7358741"/>
                    <a:gd name="connsiteX3" fmla="*/ 114023 w 8140424"/>
                    <a:gd name="connsiteY3" fmla="*/ 1030513 h 7358741"/>
                    <a:gd name="connsiteX4" fmla="*/ 1013908 w 8140424"/>
                    <a:gd name="connsiteY4" fmla="*/ 319314 h 7358741"/>
                    <a:gd name="connsiteX5" fmla="*/ 3437794 w 8140424"/>
                    <a:gd name="connsiteY5" fmla="*/ 2757714 h 7358741"/>
                    <a:gd name="connsiteX6" fmla="*/ 723623 w 8140424"/>
                    <a:gd name="connsiteY6" fmla="*/ 0 h 7358741"/>
                    <a:gd name="connsiteX7" fmla="*/ 3713566 w 8140424"/>
                    <a:gd name="connsiteY7" fmla="*/ 1291772 h 7358741"/>
                    <a:gd name="connsiteX8" fmla="*/ 6543851 w 8140424"/>
                    <a:gd name="connsiteY8" fmla="*/ 2539999 h 7358741"/>
                    <a:gd name="connsiteX9" fmla="*/ 7763052 w 8140424"/>
                    <a:gd name="connsiteY9" fmla="*/ 1785256 h 7358741"/>
                    <a:gd name="connsiteX10" fmla="*/ 7995281 w 8140424"/>
                    <a:gd name="connsiteY10" fmla="*/ 3149599 h 7358741"/>
                    <a:gd name="connsiteX11" fmla="*/ 8140424 w 8140424"/>
                    <a:gd name="connsiteY11" fmla="*/ 4354284 h 7358741"/>
                    <a:gd name="connsiteX12" fmla="*/ 5339165 w 8140424"/>
                    <a:gd name="connsiteY12" fmla="*/ 7358741 h 7358741"/>
                    <a:gd name="connsiteX13" fmla="*/ 5063396 w 8140424"/>
                    <a:gd name="connsiteY13" fmla="*/ 7271655 h 7358741"/>
                    <a:gd name="connsiteX14" fmla="*/ 534938 w 8140424"/>
                    <a:gd name="connsiteY14" fmla="*/ 2859312 h 7358741"/>
                    <a:gd name="connsiteX0" fmla="*/ 534938 w 8140424"/>
                    <a:gd name="connsiteY0" fmla="*/ 3555997 h 8055426"/>
                    <a:gd name="connsiteX1" fmla="*/ 1144537 w 8140424"/>
                    <a:gd name="connsiteY1" fmla="*/ 2873828 h 8055426"/>
                    <a:gd name="connsiteX2" fmla="*/ 2973335 w 8140424"/>
                    <a:gd name="connsiteY2" fmla="*/ 4702628 h 8055426"/>
                    <a:gd name="connsiteX3" fmla="*/ 114023 w 8140424"/>
                    <a:gd name="connsiteY3" fmla="*/ 1727198 h 8055426"/>
                    <a:gd name="connsiteX4" fmla="*/ 1013908 w 8140424"/>
                    <a:gd name="connsiteY4" fmla="*/ 1015999 h 8055426"/>
                    <a:gd name="connsiteX5" fmla="*/ 3437794 w 8140424"/>
                    <a:gd name="connsiteY5" fmla="*/ 3454399 h 8055426"/>
                    <a:gd name="connsiteX6" fmla="*/ 723623 w 8140424"/>
                    <a:gd name="connsiteY6" fmla="*/ 696685 h 8055426"/>
                    <a:gd name="connsiteX7" fmla="*/ 1696080 w 8140424"/>
                    <a:gd name="connsiteY7" fmla="*/ 0 h 8055426"/>
                    <a:gd name="connsiteX8" fmla="*/ 6543851 w 8140424"/>
                    <a:gd name="connsiteY8" fmla="*/ 3236684 h 8055426"/>
                    <a:gd name="connsiteX9" fmla="*/ 7763052 w 8140424"/>
                    <a:gd name="connsiteY9" fmla="*/ 2481941 h 8055426"/>
                    <a:gd name="connsiteX10" fmla="*/ 7995281 w 8140424"/>
                    <a:gd name="connsiteY10" fmla="*/ 3846284 h 8055426"/>
                    <a:gd name="connsiteX11" fmla="*/ 8140424 w 8140424"/>
                    <a:gd name="connsiteY11" fmla="*/ 5050969 h 8055426"/>
                    <a:gd name="connsiteX12" fmla="*/ 5339165 w 8140424"/>
                    <a:gd name="connsiteY12" fmla="*/ 8055426 h 8055426"/>
                    <a:gd name="connsiteX13" fmla="*/ 5063396 w 8140424"/>
                    <a:gd name="connsiteY13" fmla="*/ 7968340 h 8055426"/>
                    <a:gd name="connsiteX14" fmla="*/ 534938 w 8140424"/>
                    <a:gd name="connsiteY14" fmla="*/ 3555997 h 8055426"/>
                    <a:gd name="connsiteX0" fmla="*/ 534938 w 8140424"/>
                    <a:gd name="connsiteY0" fmla="*/ 3662537 h 8161966"/>
                    <a:gd name="connsiteX1" fmla="*/ 1144537 w 8140424"/>
                    <a:gd name="connsiteY1" fmla="*/ 2980368 h 8161966"/>
                    <a:gd name="connsiteX2" fmla="*/ 2973335 w 8140424"/>
                    <a:gd name="connsiteY2" fmla="*/ 4809168 h 8161966"/>
                    <a:gd name="connsiteX3" fmla="*/ 114023 w 8140424"/>
                    <a:gd name="connsiteY3" fmla="*/ 1833738 h 8161966"/>
                    <a:gd name="connsiteX4" fmla="*/ 1013908 w 8140424"/>
                    <a:gd name="connsiteY4" fmla="*/ 1122539 h 8161966"/>
                    <a:gd name="connsiteX5" fmla="*/ 3437794 w 8140424"/>
                    <a:gd name="connsiteY5" fmla="*/ 3560939 h 8161966"/>
                    <a:gd name="connsiteX6" fmla="*/ 723623 w 8140424"/>
                    <a:gd name="connsiteY6" fmla="*/ 803225 h 8161966"/>
                    <a:gd name="connsiteX7" fmla="*/ 1696080 w 8140424"/>
                    <a:gd name="connsiteY7" fmla="*/ 106540 h 8161966"/>
                    <a:gd name="connsiteX8" fmla="*/ 6543851 w 8140424"/>
                    <a:gd name="connsiteY8" fmla="*/ 3343224 h 8161966"/>
                    <a:gd name="connsiteX9" fmla="*/ 7763052 w 8140424"/>
                    <a:gd name="connsiteY9" fmla="*/ 2588481 h 8161966"/>
                    <a:gd name="connsiteX10" fmla="*/ 7995281 w 8140424"/>
                    <a:gd name="connsiteY10" fmla="*/ 3952824 h 8161966"/>
                    <a:gd name="connsiteX11" fmla="*/ 8140424 w 8140424"/>
                    <a:gd name="connsiteY11" fmla="*/ 5157509 h 8161966"/>
                    <a:gd name="connsiteX12" fmla="*/ 5339165 w 8140424"/>
                    <a:gd name="connsiteY12" fmla="*/ 8161966 h 8161966"/>
                    <a:gd name="connsiteX13" fmla="*/ 5063396 w 8140424"/>
                    <a:gd name="connsiteY13" fmla="*/ 8074880 h 8161966"/>
                    <a:gd name="connsiteX14" fmla="*/ 534938 w 8140424"/>
                    <a:gd name="connsiteY14" fmla="*/ 3662537 h 8161966"/>
                    <a:gd name="connsiteX0" fmla="*/ 534938 w 8140424"/>
                    <a:gd name="connsiteY0" fmla="*/ 3662537 h 8161966"/>
                    <a:gd name="connsiteX1" fmla="*/ 1144537 w 8140424"/>
                    <a:gd name="connsiteY1" fmla="*/ 2980368 h 8161966"/>
                    <a:gd name="connsiteX2" fmla="*/ 2973335 w 8140424"/>
                    <a:gd name="connsiteY2" fmla="*/ 4809168 h 8161966"/>
                    <a:gd name="connsiteX3" fmla="*/ 114023 w 8140424"/>
                    <a:gd name="connsiteY3" fmla="*/ 1833738 h 8161966"/>
                    <a:gd name="connsiteX4" fmla="*/ 1013908 w 8140424"/>
                    <a:gd name="connsiteY4" fmla="*/ 1122539 h 8161966"/>
                    <a:gd name="connsiteX5" fmla="*/ 3437794 w 8140424"/>
                    <a:gd name="connsiteY5" fmla="*/ 3560939 h 8161966"/>
                    <a:gd name="connsiteX6" fmla="*/ 723623 w 8140424"/>
                    <a:gd name="connsiteY6" fmla="*/ 803225 h 8161966"/>
                    <a:gd name="connsiteX7" fmla="*/ 1725109 w 8140424"/>
                    <a:gd name="connsiteY7" fmla="*/ 106540 h 8161966"/>
                    <a:gd name="connsiteX8" fmla="*/ 6543851 w 8140424"/>
                    <a:gd name="connsiteY8" fmla="*/ 3343224 h 8161966"/>
                    <a:gd name="connsiteX9" fmla="*/ 7763052 w 8140424"/>
                    <a:gd name="connsiteY9" fmla="*/ 2588481 h 8161966"/>
                    <a:gd name="connsiteX10" fmla="*/ 7995281 w 8140424"/>
                    <a:gd name="connsiteY10" fmla="*/ 3952824 h 8161966"/>
                    <a:gd name="connsiteX11" fmla="*/ 8140424 w 8140424"/>
                    <a:gd name="connsiteY11" fmla="*/ 5157509 h 8161966"/>
                    <a:gd name="connsiteX12" fmla="*/ 5339165 w 8140424"/>
                    <a:gd name="connsiteY12" fmla="*/ 8161966 h 8161966"/>
                    <a:gd name="connsiteX13" fmla="*/ 5063396 w 8140424"/>
                    <a:gd name="connsiteY13" fmla="*/ 8074880 h 8161966"/>
                    <a:gd name="connsiteX14" fmla="*/ 534938 w 8140424"/>
                    <a:gd name="connsiteY14" fmla="*/ 3662537 h 8161966"/>
                    <a:gd name="connsiteX0" fmla="*/ 534938 w 8140424"/>
                    <a:gd name="connsiteY0" fmla="*/ 3722591 h 8222020"/>
                    <a:gd name="connsiteX1" fmla="*/ 1144537 w 8140424"/>
                    <a:gd name="connsiteY1" fmla="*/ 3040422 h 8222020"/>
                    <a:gd name="connsiteX2" fmla="*/ 2973335 w 8140424"/>
                    <a:gd name="connsiteY2" fmla="*/ 4869222 h 8222020"/>
                    <a:gd name="connsiteX3" fmla="*/ 114023 w 8140424"/>
                    <a:gd name="connsiteY3" fmla="*/ 1893792 h 8222020"/>
                    <a:gd name="connsiteX4" fmla="*/ 1013908 w 8140424"/>
                    <a:gd name="connsiteY4" fmla="*/ 1182593 h 8222020"/>
                    <a:gd name="connsiteX5" fmla="*/ 3437794 w 8140424"/>
                    <a:gd name="connsiteY5" fmla="*/ 3620993 h 8222020"/>
                    <a:gd name="connsiteX6" fmla="*/ 723623 w 8140424"/>
                    <a:gd name="connsiteY6" fmla="*/ 863279 h 8222020"/>
                    <a:gd name="connsiteX7" fmla="*/ 1725109 w 8140424"/>
                    <a:gd name="connsiteY7" fmla="*/ 166594 h 8222020"/>
                    <a:gd name="connsiteX8" fmla="*/ 6543851 w 8140424"/>
                    <a:gd name="connsiteY8" fmla="*/ 3403278 h 8222020"/>
                    <a:gd name="connsiteX9" fmla="*/ 7763052 w 8140424"/>
                    <a:gd name="connsiteY9" fmla="*/ 2648535 h 8222020"/>
                    <a:gd name="connsiteX10" fmla="*/ 7995281 w 8140424"/>
                    <a:gd name="connsiteY10" fmla="*/ 4012878 h 8222020"/>
                    <a:gd name="connsiteX11" fmla="*/ 8140424 w 8140424"/>
                    <a:gd name="connsiteY11" fmla="*/ 5217563 h 8222020"/>
                    <a:gd name="connsiteX12" fmla="*/ 5339165 w 8140424"/>
                    <a:gd name="connsiteY12" fmla="*/ 8222020 h 8222020"/>
                    <a:gd name="connsiteX13" fmla="*/ 5063396 w 8140424"/>
                    <a:gd name="connsiteY13" fmla="*/ 8134934 h 8222020"/>
                    <a:gd name="connsiteX14" fmla="*/ 534938 w 8140424"/>
                    <a:gd name="connsiteY14" fmla="*/ 3722591 h 822202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6543851 w 8140424"/>
                    <a:gd name="connsiteY8" fmla="*/ 3428628 h 8247370"/>
                    <a:gd name="connsiteX9" fmla="*/ 7763052 w 8140424"/>
                    <a:gd name="connsiteY9" fmla="*/ 2673885 h 8247370"/>
                    <a:gd name="connsiteX10" fmla="*/ 7995281 w 8140424"/>
                    <a:gd name="connsiteY10" fmla="*/ 4038228 h 8247370"/>
                    <a:gd name="connsiteX11" fmla="*/ 8140424 w 8140424"/>
                    <a:gd name="connsiteY11" fmla="*/ 5242913 h 8247370"/>
                    <a:gd name="connsiteX12" fmla="*/ 5339165 w 8140424"/>
                    <a:gd name="connsiteY12" fmla="*/ 8247370 h 8247370"/>
                    <a:gd name="connsiteX13" fmla="*/ 5063396 w 8140424"/>
                    <a:gd name="connsiteY13" fmla="*/ 8160284 h 8247370"/>
                    <a:gd name="connsiteX14" fmla="*/ 534938 w 8140424"/>
                    <a:gd name="connsiteY14" fmla="*/ 3747941 h 824737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3931280 w 8140424"/>
                    <a:gd name="connsiteY8" fmla="*/ 1672401 h 8247370"/>
                    <a:gd name="connsiteX9" fmla="*/ 6543851 w 8140424"/>
                    <a:gd name="connsiteY9" fmla="*/ 3428628 h 8247370"/>
                    <a:gd name="connsiteX10" fmla="*/ 7763052 w 8140424"/>
                    <a:gd name="connsiteY10" fmla="*/ 2673885 h 8247370"/>
                    <a:gd name="connsiteX11" fmla="*/ 7995281 w 8140424"/>
                    <a:gd name="connsiteY11" fmla="*/ 4038228 h 8247370"/>
                    <a:gd name="connsiteX12" fmla="*/ 8140424 w 8140424"/>
                    <a:gd name="connsiteY12" fmla="*/ 5242913 h 8247370"/>
                    <a:gd name="connsiteX13" fmla="*/ 5339165 w 8140424"/>
                    <a:gd name="connsiteY13" fmla="*/ 8247370 h 8247370"/>
                    <a:gd name="connsiteX14" fmla="*/ 5063396 w 8140424"/>
                    <a:gd name="connsiteY14" fmla="*/ 8160284 h 8247370"/>
                    <a:gd name="connsiteX15" fmla="*/ 534938 w 8140424"/>
                    <a:gd name="connsiteY15" fmla="*/ 3747941 h 824737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4090938 w 8140424"/>
                    <a:gd name="connsiteY8" fmla="*/ 2673887 h 8247370"/>
                    <a:gd name="connsiteX9" fmla="*/ 6543851 w 8140424"/>
                    <a:gd name="connsiteY9" fmla="*/ 3428628 h 8247370"/>
                    <a:gd name="connsiteX10" fmla="*/ 7763052 w 8140424"/>
                    <a:gd name="connsiteY10" fmla="*/ 2673885 h 8247370"/>
                    <a:gd name="connsiteX11" fmla="*/ 7995281 w 8140424"/>
                    <a:gd name="connsiteY11" fmla="*/ 4038228 h 8247370"/>
                    <a:gd name="connsiteX12" fmla="*/ 8140424 w 8140424"/>
                    <a:gd name="connsiteY12" fmla="*/ 5242913 h 8247370"/>
                    <a:gd name="connsiteX13" fmla="*/ 5339165 w 8140424"/>
                    <a:gd name="connsiteY13" fmla="*/ 8247370 h 8247370"/>
                    <a:gd name="connsiteX14" fmla="*/ 5063396 w 8140424"/>
                    <a:gd name="connsiteY14" fmla="*/ 8160284 h 8247370"/>
                    <a:gd name="connsiteX15" fmla="*/ 534938 w 8140424"/>
                    <a:gd name="connsiteY15" fmla="*/ 3747941 h 824737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4090938 w 8140424"/>
                    <a:gd name="connsiteY8" fmla="*/ 2673887 h 8247370"/>
                    <a:gd name="connsiteX9" fmla="*/ 5847166 w 8140424"/>
                    <a:gd name="connsiteY9" fmla="*/ 3196401 h 8247370"/>
                    <a:gd name="connsiteX10" fmla="*/ 6543851 w 8140424"/>
                    <a:gd name="connsiteY10" fmla="*/ 3428628 h 8247370"/>
                    <a:gd name="connsiteX11" fmla="*/ 7763052 w 8140424"/>
                    <a:gd name="connsiteY11" fmla="*/ 2673885 h 8247370"/>
                    <a:gd name="connsiteX12" fmla="*/ 7995281 w 8140424"/>
                    <a:gd name="connsiteY12" fmla="*/ 4038228 h 8247370"/>
                    <a:gd name="connsiteX13" fmla="*/ 8140424 w 8140424"/>
                    <a:gd name="connsiteY13" fmla="*/ 5242913 h 8247370"/>
                    <a:gd name="connsiteX14" fmla="*/ 5339165 w 8140424"/>
                    <a:gd name="connsiteY14" fmla="*/ 8247370 h 8247370"/>
                    <a:gd name="connsiteX15" fmla="*/ 5063396 w 8140424"/>
                    <a:gd name="connsiteY15" fmla="*/ 8160284 h 8247370"/>
                    <a:gd name="connsiteX16" fmla="*/ 534938 w 8140424"/>
                    <a:gd name="connsiteY16" fmla="*/ 3747941 h 824737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4090938 w 8140424"/>
                    <a:gd name="connsiteY8" fmla="*/ 2673887 h 8247370"/>
                    <a:gd name="connsiteX9" fmla="*/ 2058937 w 8140424"/>
                    <a:gd name="connsiteY9" fmla="*/ 540287 h 8247370"/>
                    <a:gd name="connsiteX10" fmla="*/ 6543851 w 8140424"/>
                    <a:gd name="connsiteY10" fmla="*/ 3428628 h 8247370"/>
                    <a:gd name="connsiteX11" fmla="*/ 7763052 w 8140424"/>
                    <a:gd name="connsiteY11" fmla="*/ 2673885 h 8247370"/>
                    <a:gd name="connsiteX12" fmla="*/ 7995281 w 8140424"/>
                    <a:gd name="connsiteY12" fmla="*/ 4038228 h 8247370"/>
                    <a:gd name="connsiteX13" fmla="*/ 8140424 w 8140424"/>
                    <a:gd name="connsiteY13" fmla="*/ 5242913 h 8247370"/>
                    <a:gd name="connsiteX14" fmla="*/ 5339165 w 8140424"/>
                    <a:gd name="connsiteY14" fmla="*/ 8247370 h 8247370"/>
                    <a:gd name="connsiteX15" fmla="*/ 5063396 w 8140424"/>
                    <a:gd name="connsiteY15" fmla="*/ 8160284 h 8247370"/>
                    <a:gd name="connsiteX16" fmla="*/ 534938 w 8140424"/>
                    <a:gd name="connsiteY16" fmla="*/ 3747941 h 824737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4090938 w 8140424"/>
                    <a:gd name="connsiteY8" fmla="*/ 2673887 h 8247370"/>
                    <a:gd name="connsiteX9" fmla="*/ 2102480 w 8140424"/>
                    <a:gd name="connsiteY9" fmla="*/ 540287 h 8247370"/>
                    <a:gd name="connsiteX10" fmla="*/ 6543851 w 8140424"/>
                    <a:gd name="connsiteY10" fmla="*/ 3428628 h 8247370"/>
                    <a:gd name="connsiteX11" fmla="*/ 7763052 w 8140424"/>
                    <a:gd name="connsiteY11" fmla="*/ 2673885 h 8247370"/>
                    <a:gd name="connsiteX12" fmla="*/ 7995281 w 8140424"/>
                    <a:gd name="connsiteY12" fmla="*/ 4038228 h 8247370"/>
                    <a:gd name="connsiteX13" fmla="*/ 8140424 w 8140424"/>
                    <a:gd name="connsiteY13" fmla="*/ 5242913 h 8247370"/>
                    <a:gd name="connsiteX14" fmla="*/ 5339165 w 8140424"/>
                    <a:gd name="connsiteY14" fmla="*/ 8247370 h 8247370"/>
                    <a:gd name="connsiteX15" fmla="*/ 5063396 w 8140424"/>
                    <a:gd name="connsiteY15" fmla="*/ 8160284 h 8247370"/>
                    <a:gd name="connsiteX16" fmla="*/ 534938 w 8140424"/>
                    <a:gd name="connsiteY16" fmla="*/ 3747941 h 824737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4090938 w 8140424"/>
                    <a:gd name="connsiteY8" fmla="*/ 2673887 h 8247370"/>
                    <a:gd name="connsiteX9" fmla="*/ 2102480 w 8140424"/>
                    <a:gd name="connsiteY9" fmla="*/ 540287 h 8247370"/>
                    <a:gd name="connsiteX10" fmla="*/ 3887737 w 8140424"/>
                    <a:gd name="connsiteY10" fmla="*/ 1730458 h 8247370"/>
                    <a:gd name="connsiteX11" fmla="*/ 6543851 w 8140424"/>
                    <a:gd name="connsiteY11" fmla="*/ 3428628 h 8247370"/>
                    <a:gd name="connsiteX12" fmla="*/ 7763052 w 8140424"/>
                    <a:gd name="connsiteY12" fmla="*/ 2673885 h 8247370"/>
                    <a:gd name="connsiteX13" fmla="*/ 7995281 w 8140424"/>
                    <a:gd name="connsiteY13" fmla="*/ 4038228 h 8247370"/>
                    <a:gd name="connsiteX14" fmla="*/ 8140424 w 8140424"/>
                    <a:gd name="connsiteY14" fmla="*/ 5242913 h 8247370"/>
                    <a:gd name="connsiteX15" fmla="*/ 5339165 w 8140424"/>
                    <a:gd name="connsiteY15" fmla="*/ 8247370 h 8247370"/>
                    <a:gd name="connsiteX16" fmla="*/ 5063396 w 8140424"/>
                    <a:gd name="connsiteY16" fmla="*/ 8160284 h 8247370"/>
                    <a:gd name="connsiteX17" fmla="*/ 534938 w 8140424"/>
                    <a:gd name="connsiteY17" fmla="*/ 3747941 h 8247370"/>
                    <a:gd name="connsiteX0" fmla="*/ 534938 w 8140424"/>
                    <a:gd name="connsiteY0" fmla="*/ 3773711 h 8273140"/>
                    <a:gd name="connsiteX1" fmla="*/ 1144537 w 8140424"/>
                    <a:gd name="connsiteY1" fmla="*/ 3091542 h 8273140"/>
                    <a:gd name="connsiteX2" fmla="*/ 2973335 w 8140424"/>
                    <a:gd name="connsiteY2" fmla="*/ 4920342 h 8273140"/>
                    <a:gd name="connsiteX3" fmla="*/ 114023 w 8140424"/>
                    <a:gd name="connsiteY3" fmla="*/ 1944912 h 8273140"/>
                    <a:gd name="connsiteX4" fmla="*/ 1013908 w 8140424"/>
                    <a:gd name="connsiteY4" fmla="*/ 1233713 h 8273140"/>
                    <a:gd name="connsiteX5" fmla="*/ 3437794 w 8140424"/>
                    <a:gd name="connsiteY5" fmla="*/ 3672113 h 8273140"/>
                    <a:gd name="connsiteX6" fmla="*/ 723623 w 8140424"/>
                    <a:gd name="connsiteY6" fmla="*/ 914399 h 8273140"/>
                    <a:gd name="connsiteX7" fmla="*/ 1725109 w 8140424"/>
                    <a:gd name="connsiteY7" fmla="*/ 217714 h 8273140"/>
                    <a:gd name="connsiteX8" fmla="*/ 4090938 w 8140424"/>
                    <a:gd name="connsiteY8" fmla="*/ 2699657 h 8273140"/>
                    <a:gd name="connsiteX9" fmla="*/ 2102480 w 8140424"/>
                    <a:gd name="connsiteY9" fmla="*/ 566057 h 8273140"/>
                    <a:gd name="connsiteX10" fmla="*/ 3176537 w 8140424"/>
                    <a:gd name="connsiteY10" fmla="*/ 0 h 8273140"/>
                    <a:gd name="connsiteX11" fmla="*/ 6543851 w 8140424"/>
                    <a:gd name="connsiteY11" fmla="*/ 3454398 h 8273140"/>
                    <a:gd name="connsiteX12" fmla="*/ 7763052 w 8140424"/>
                    <a:gd name="connsiteY12" fmla="*/ 2699655 h 8273140"/>
                    <a:gd name="connsiteX13" fmla="*/ 7995281 w 8140424"/>
                    <a:gd name="connsiteY13" fmla="*/ 4063998 h 8273140"/>
                    <a:gd name="connsiteX14" fmla="*/ 8140424 w 8140424"/>
                    <a:gd name="connsiteY14" fmla="*/ 5268683 h 8273140"/>
                    <a:gd name="connsiteX15" fmla="*/ 5339165 w 8140424"/>
                    <a:gd name="connsiteY15" fmla="*/ 8273140 h 8273140"/>
                    <a:gd name="connsiteX16" fmla="*/ 5063396 w 8140424"/>
                    <a:gd name="connsiteY16" fmla="*/ 8186054 h 8273140"/>
                    <a:gd name="connsiteX17" fmla="*/ 534938 w 8140424"/>
                    <a:gd name="connsiteY17" fmla="*/ 3773711 h 8273140"/>
                    <a:gd name="connsiteX0" fmla="*/ 534938 w 8140424"/>
                    <a:gd name="connsiteY0" fmla="*/ 3773711 h 8273140"/>
                    <a:gd name="connsiteX1" fmla="*/ 1144537 w 8140424"/>
                    <a:gd name="connsiteY1" fmla="*/ 3091542 h 8273140"/>
                    <a:gd name="connsiteX2" fmla="*/ 2973335 w 8140424"/>
                    <a:gd name="connsiteY2" fmla="*/ 4920342 h 8273140"/>
                    <a:gd name="connsiteX3" fmla="*/ 114023 w 8140424"/>
                    <a:gd name="connsiteY3" fmla="*/ 1944912 h 8273140"/>
                    <a:gd name="connsiteX4" fmla="*/ 1013908 w 8140424"/>
                    <a:gd name="connsiteY4" fmla="*/ 1233713 h 8273140"/>
                    <a:gd name="connsiteX5" fmla="*/ 3437794 w 8140424"/>
                    <a:gd name="connsiteY5" fmla="*/ 3672113 h 8273140"/>
                    <a:gd name="connsiteX6" fmla="*/ 723623 w 8140424"/>
                    <a:gd name="connsiteY6" fmla="*/ 914399 h 8273140"/>
                    <a:gd name="connsiteX7" fmla="*/ 1725109 w 8140424"/>
                    <a:gd name="connsiteY7" fmla="*/ 217714 h 8273140"/>
                    <a:gd name="connsiteX8" fmla="*/ 4090938 w 8140424"/>
                    <a:gd name="connsiteY8" fmla="*/ 2699657 h 8273140"/>
                    <a:gd name="connsiteX9" fmla="*/ 2175052 w 8140424"/>
                    <a:gd name="connsiteY9" fmla="*/ 566057 h 8273140"/>
                    <a:gd name="connsiteX10" fmla="*/ 3176537 w 8140424"/>
                    <a:gd name="connsiteY10" fmla="*/ 0 h 8273140"/>
                    <a:gd name="connsiteX11" fmla="*/ 6543851 w 8140424"/>
                    <a:gd name="connsiteY11" fmla="*/ 3454398 h 8273140"/>
                    <a:gd name="connsiteX12" fmla="*/ 7763052 w 8140424"/>
                    <a:gd name="connsiteY12" fmla="*/ 2699655 h 8273140"/>
                    <a:gd name="connsiteX13" fmla="*/ 7995281 w 8140424"/>
                    <a:gd name="connsiteY13" fmla="*/ 4063998 h 8273140"/>
                    <a:gd name="connsiteX14" fmla="*/ 8140424 w 8140424"/>
                    <a:gd name="connsiteY14" fmla="*/ 5268683 h 8273140"/>
                    <a:gd name="connsiteX15" fmla="*/ 5339165 w 8140424"/>
                    <a:gd name="connsiteY15" fmla="*/ 8273140 h 8273140"/>
                    <a:gd name="connsiteX16" fmla="*/ 5063396 w 8140424"/>
                    <a:gd name="connsiteY16" fmla="*/ 8186054 h 8273140"/>
                    <a:gd name="connsiteX17" fmla="*/ 534938 w 8140424"/>
                    <a:gd name="connsiteY17" fmla="*/ 3773711 h 8273140"/>
                    <a:gd name="connsiteX0" fmla="*/ 534938 w 8140424"/>
                    <a:gd name="connsiteY0" fmla="*/ 3773711 h 8273140"/>
                    <a:gd name="connsiteX1" fmla="*/ 1144537 w 8140424"/>
                    <a:gd name="connsiteY1" fmla="*/ 3091542 h 8273140"/>
                    <a:gd name="connsiteX2" fmla="*/ 2973335 w 8140424"/>
                    <a:gd name="connsiteY2" fmla="*/ 4920342 h 8273140"/>
                    <a:gd name="connsiteX3" fmla="*/ 114023 w 8140424"/>
                    <a:gd name="connsiteY3" fmla="*/ 1944912 h 8273140"/>
                    <a:gd name="connsiteX4" fmla="*/ 1013908 w 8140424"/>
                    <a:gd name="connsiteY4" fmla="*/ 1233713 h 8273140"/>
                    <a:gd name="connsiteX5" fmla="*/ 3437794 w 8140424"/>
                    <a:gd name="connsiteY5" fmla="*/ 3672113 h 8273140"/>
                    <a:gd name="connsiteX6" fmla="*/ 723623 w 8140424"/>
                    <a:gd name="connsiteY6" fmla="*/ 914399 h 8273140"/>
                    <a:gd name="connsiteX7" fmla="*/ 1725109 w 8140424"/>
                    <a:gd name="connsiteY7" fmla="*/ 217714 h 8273140"/>
                    <a:gd name="connsiteX8" fmla="*/ 4090938 w 8140424"/>
                    <a:gd name="connsiteY8" fmla="*/ 2699657 h 8273140"/>
                    <a:gd name="connsiteX9" fmla="*/ 2102480 w 8140424"/>
                    <a:gd name="connsiteY9" fmla="*/ 566057 h 8273140"/>
                    <a:gd name="connsiteX10" fmla="*/ 3176537 w 8140424"/>
                    <a:gd name="connsiteY10" fmla="*/ 0 h 8273140"/>
                    <a:gd name="connsiteX11" fmla="*/ 6543851 w 8140424"/>
                    <a:gd name="connsiteY11" fmla="*/ 3454398 h 8273140"/>
                    <a:gd name="connsiteX12" fmla="*/ 7763052 w 8140424"/>
                    <a:gd name="connsiteY12" fmla="*/ 2699655 h 8273140"/>
                    <a:gd name="connsiteX13" fmla="*/ 7995281 w 8140424"/>
                    <a:gd name="connsiteY13" fmla="*/ 4063998 h 8273140"/>
                    <a:gd name="connsiteX14" fmla="*/ 8140424 w 8140424"/>
                    <a:gd name="connsiteY14" fmla="*/ 5268683 h 8273140"/>
                    <a:gd name="connsiteX15" fmla="*/ 5339165 w 8140424"/>
                    <a:gd name="connsiteY15" fmla="*/ 8273140 h 8273140"/>
                    <a:gd name="connsiteX16" fmla="*/ 5063396 w 8140424"/>
                    <a:gd name="connsiteY16" fmla="*/ 8186054 h 8273140"/>
                    <a:gd name="connsiteX17" fmla="*/ 534938 w 8140424"/>
                    <a:gd name="connsiteY17" fmla="*/ 3773711 h 8273140"/>
                    <a:gd name="connsiteX0" fmla="*/ 534938 w 8140424"/>
                    <a:gd name="connsiteY0" fmla="*/ 3773711 h 8273140"/>
                    <a:gd name="connsiteX1" fmla="*/ 1144537 w 8140424"/>
                    <a:gd name="connsiteY1" fmla="*/ 3091542 h 8273140"/>
                    <a:gd name="connsiteX2" fmla="*/ 2973335 w 8140424"/>
                    <a:gd name="connsiteY2" fmla="*/ 4920342 h 8273140"/>
                    <a:gd name="connsiteX3" fmla="*/ 114023 w 8140424"/>
                    <a:gd name="connsiteY3" fmla="*/ 1944912 h 8273140"/>
                    <a:gd name="connsiteX4" fmla="*/ 1013908 w 8140424"/>
                    <a:gd name="connsiteY4" fmla="*/ 1233713 h 8273140"/>
                    <a:gd name="connsiteX5" fmla="*/ 3437794 w 8140424"/>
                    <a:gd name="connsiteY5" fmla="*/ 3672113 h 8273140"/>
                    <a:gd name="connsiteX6" fmla="*/ 723623 w 8140424"/>
                    <a:gd name="connsiteY6" fmla="*/ 914399 h 8273140"/>
                    <a:gd name="connsiteX7" fmla="*/ 1725109 w 8140424"/>
                    <a:gd name="connsiteY7" fmla="*/ 217714 h 8273140"/>
                    <a:gd name="connsiteX8" fmla="*/ 4090938 w 8140424"/>
                    <a:gd name="connsiteY8" fmla="*/ 2699657 h 8273140"/>
                    <a:gd name="connsiteX9" fmla="*/ 2102480 w 8140424"/>
                    <a:gd name="connsiteY9" fmla="*/ 566057 h 8273140"/>
                    <a:gd name="connsiteX10" fmla="*/ 3176537 w 8140424"/>
                    <a:gd name="connsiteY10" fmla="*/ 0 h 8273140"/>
                    <a:gd name="connsiteX11" fmla="*/ 6543851 w 8140424"/>
                    <a:gd name="connsiteY11" fmla="*/ 3454398 h 8273140"/>
                    <a:gd name="connsiteX12" fmla="*/ 7763052 w 8140424"/>
                    <a:gd name="connsiteY12" fmla="*/ 2699655 h 8273140"/>
                    <a:gd name="connsiteX13" fmla="*/ 7995281 w 8140424"/>
                    <a:gd name="connsiteY13" fmla="*/ 4063998 h 8273140"/>
                    <a:gd name="connsiteX14" fmla="*/ 8140424 w 8140424"/>
                    <a:gd name="connsiteY14" fmla="*/ 5268683 h 8273140"/>
                    <a:gd name="connsiteX15" fmla="*/ 5339165 w 8140424"/>
                    <a:gd name="connsiteY15" fmla="*/ 8273140 h 8273140"/>
                    <a:gd name="connsiteX16" fmla="*/ 5063396 w 8140424"/>
                    <a:gd name="connsiteY16" fmla="*/ 8186054 h 8273140"/>
                    <a:gd name="connsiteX17" fmla="*/ 534938 w 8140424"/>
                    <a:gd name="connsiteY17" fmla="*/ 3773711 h 8273140"/>
                    <a:gd name="connsiteX0" fmla="*/ 534938 w 8140424"/>
                    <a:gd name="connsiteY0" fmla="*/ 4045114 h 8544543"/>
                    <a:gd name="connsiteX1" fmla="*/ 1144537 w 8140424"/>
                    <a:gd name="connsiteY1" fmla="*/ 3362945 h 8544543"/>
                    <a:gd name="connsiteX2" fmla="*/ 2973335 w 8140424"/>
                    <a:gd name="connsiteY2" fmla="*/ 5191745 h 8544543"/>
                    <a:gd name="connsiteX3" fmla="*/ 114023 w 8140424"/>
                    <a:gd name="connsiteY3" fmla="*/ 2216315 h 8544543"/>
                    <a:gd name="connsiteX4" fmla="*/ 1013908 w 8140424"/>
                    <a:gd name="connsiteY4" fmla="*/ 1505116 h 8544543"/>
                    <a:gd name="connsiteX5" fmla="*/ 3437794 w 8140424"/>
                    <a:gd name="connsiteY5" fmla="*/ 3943516 h 8544543"/>
                    <a:gd name="connsiteX6" fmla="*/ 723623 w 8140424"/>
                    <a:gd name="connsiteY6" fmla="*/ 1185802 h 8544543"/>
                    <a:gd name="connsiteX7" fmla="*/ 1725109 w 8140424"/>
                    <a:gd name="connsiteY7" fmla="*/ 489117 h 8544543"/>
                    <a:gd name="connsiteX8" fmla="*/ 4090938 w 8140424"/>
                    <a:gd name="connsiteY8" fmla="*/ 2971060 h 8544543"/>
                    <a:gd name="connsiteX9" fmla="*/ 2102480 w 8140424"/>
                    <a:gd name="connsiteY9" fmla="*/ 837460 h 8544543"/>
                    <a:gd name="connsiteX10" fmla="*/ 3176537 w 8140424"/>
                    <a:gd name="connsiteY10" fmla="*/ 271403 h 8544543"/>
                    <a:gd name="connsiteX11" fmla="*/ 6543851 w 8140424"/>
                    <a:gd name="connsiteY11" fmla="*/ 3725801 h 8544543"/>
                    <a:gd name="connsiteX12" fmla="*/ 7763052 w 8140424"/>
                    <a:gd name="connsiteY12" fmla="*/ 2971058 h 8544543"/>
                    <a:gd name="connsiteX13" fmla="*/ 7995281 w 8140424"/>
                    <a:gd name="connsiteY13" fmla="*/ 4335401 h 8544543"/>
                    <a:gd name="connsiteX14" fmla="*/ 8140424 w 8140424"/>
                    <a:gd name="connsiteY14" fmla="*/ 5540086 h 8544543"/>
                    <a:gd name="connsiteX15" fmla="*/ 5339165 w 8140424"/>
                    <a:gd name="connsiteY15" fmla="*/ 8544543 h 8544543"/>
                    <a:gd name="connsiteX16" fmla="*/ 5063396 w 8140424"/>
                    <a:gd name="connsiteY16" fmla="*/ 8457457 h 8544543"/>
                    <a:gd name="connsiteX17" fmla="*/ 534938 w 8140424"/>
                    <a:gd name="connsiteY17" fmla="*/ 4045114 h 8544543"/>
                    <a:gd name="connsiteX0" fmla="*/ 534938 w 8140424"/>
                    <a:gd name="connsiteY0" fmla="*/ 4041454 h 8540883"/>
                    <a:gd name="connsiteX1" fmla="*/ 1144537 w 8140424"/>
                    <a:gd name="connsiteY1" fmla="*/ 3359285 h 8540883"/>
                    <a:gd name="connsiteX2" fmla="*/ 2973335 w 8140424"/>
                    <a:gd name="connsiteY2" fmla="*/ 5188085 h 8540883"/>
                    <a:gd name="connsiteX3" fmla="*/ 114023 w 8140424"/>
                    <a:gd name="connsiteY3" fmla="*/ 2212655 h 8540883"/>
                    <a:gd name="connsiteX4" fmla="*/ 1013908 w 8140424"/>
                    <a:gd name="connsiteY4" fmla="*/ 1501456 h 8540883"/>
                    <a:gd name="connsiteX5" fmla="*/ 3437794 w 8140424"/>
                    <a:gd name="connsiteY5" fmla="*/ 3939856 h 8540883"/>
                    <a:gd name="connsiteX6" fmla="*/ 723623 w 8140424"/>
                    <a:gd name="connsiteY6" fmla="*/ 1182142 h 8540883"/>
                    <a:gd name="connsiteX7" fmla="*/ 1725109 w 8140424"/>
                    <a:gd name="connsiteY7" fmla="*/ 485457 h 8540883"/>
                    <a:gd name="connsiteX8" fmla="*/ 4090938 w 8140424"/>
                    <a:gd name="connsiteY8" fmla="*/ 2967400 h 8540883"/>
                    <a:gd name="connsiteX9" fmla="*/ 2102480 w 8140424"/>
                    <a:gd name="connsiteY9" fmla="*/ 833800 h 8540883"/>
                    <a:gd name="connsiteX10" fmla="*/ 3176537 w 8140424"/>
                    <a:gd name="connsiteY10" fmla="*/ 267743 h 8540883"/>
                    <a:gd name="connsiteX11" fmla="*/ 6543851 w 8140424"/>
                    <a:gd name="connsiteY11" fmla="*/ 3722141 h 8540883"/>
                    <a:gd name="connsiteX12" fmla="*/ 7763052 w 8140424"/>
                    <a:gd name="connsiteY12" fmla="*/ 2967398 h 8540883"/>
                    <a:gd name="connsiteX13" fmla="*/ 7995281 w 8140424"/>
                    <a:gd name="connsiteY13" fmla="*/ 4331741 h 8540883"/>
                    <a:gd name="connsiteX14" fmla="*/ 8140424 w 8140424"/>
                    <a:gd name="connsiteY14" fmla="*/ 5536426 h 8540883"/>
                    <a:gd name="connsiteX15" fmla="*/ 5339165 w 8140424"/>
                    <a:gd name="connsiteY15" fmla="*/ 8540883 h 8540883"/>
                    <a:gd name="connsiteX16" fmla="*/ 5063396 w 8140424"/>
                    <a:gd name="connsiteY16" fmla="*/ 8453797 h 8540883"/>
                    <a:gd name="connsiteX17" fmla="*/ 534938 w 8140424"/>
                    <a:gd name="connsiteY17" fmla="*/ 4041454 h 8540883"/>
                    <a:gd name="connsiteX0" fmla="*/ 534938 w 8140424"/>
                    <a:gd name="connsiteY0" fmla="*/ 4047870 h 8547299"/>
                    <a:gd name="connsiteX1" fmla="*/ 1144537 w 8140424"/>
                    <a:gd name="connsiteY1" fmla="*/ 3365701 h 8547299"/>
                    <a:gd name="connsiteX2" fmla="*/ 2973335 w 8140424"/>
                    <a:gd name="connsiteY2" fmla="*/ 5194501 h 8547299"/>
                    <a:gd name="connsiteX3" fmla="*/ 114023 w 8140424"/>
                    <a:gd name="connsiteY3" fmla="*/ 2219071 h 8547299"/>
                    <a:gd name="connsiteX4" fmla="*/ 1013908 w 8140424"/>
                    <a:gd name="connsiteY4" fmla="*/ 1507872 h 8547299"/>
                    <a:gd name="connsiteX5" fmla="*/ 3437794 w 8140424"/>
                    <a:gd name="connsiteY5" fmla="*/ 3946272 h 8547299"/>
                    <a:gd name="connsiteX6" fmla="*/ 723623 w 8140424"/>
                    <a:gd name="connsiteY6" fmla="*/ 1188558 h 8547299"/>
                    <a:gd name="connsiteX7" fmla="*/ 1725109 w 8140424"/>
                    <a:gd name="connsiteY7" fmla="*/ 491873 h 8547299"/>
                    <a:gd name="connsiteX8" fmla="*/ 4090938 w 8140424"/>
                    <a:gd name="connsiteY8" fmla="*/ 2973816 h 8547299"/>
                    <a:gd name="connsiteX9" fmla="*/ 2102480 w 8140424"/>
                    <a:gd name="connsiteY9" fmla="*/ 840216 h 8547299"/>
                    <a:gd name="connsiteX10" fmla="*/ 3176537 w 8140424"/>
                    <a:gd name="connsiteY10" fmla="*/ 274159 h 8547299"/>
                    <a:gd name="connsiteX11" fmla="*/ 6543851 w 8140424"/>
                    <a:gd name="connsiteY11" fmla="*/ 3728557 h 8547299"/>
                    <a:gd name="connsiteX12" fmla="*/ 7763052 w 8140424"/>
                    <a:gd name="connsiteY12" fmla="*/ 2973814 h 8547299"/>
                    <a:gd name="connsiteX13" fmla="*/ 7995281 w 8140424"/>
                    <a:gd name="connsiteY13" fmla="*/ 4338157 h 8547299"/>
                    <a:gd name="connsiteX14" fmla="*/ 8140424 w 8140424"/>
                    <a:gd name="connsiteY14" fmla="*/ 5542842 h 8547299"/>
                    <a:gd name="connsiteX15" fmla="*/ 5339165 w 8140424"/>
                    <a:gd name="connsiteY15" fmla="*/ 8547299 h 8547299"/>
                    <a:gd name="connsiteX16" fmla="*/ 5063396 w 8140424"/>
                    <a:gd name="connsiteY16" fmla="*/ 8460213 h 8547299"/>
                    <a:gd name="connsiteX17" fmla="*/ 534938 w 8140424"/>
                    <a:gd name="connsiteY17" fmla="*/ 4047870 h 8547299"/>
                    <a:gd name="connsiteX0" fmla="*/ 534938 w 8140424"/>
                    <a:gd name="connsiteY0" fmla="*/ 4023705 h 8523134"/>
                    <a:gd name="connsiteX1" fmla="*/ 1144537 w 8140424"/>
                    <a:gd name="connsiteY1" fmla="*/ 3341536 h 8523134"/>
                    <a:gd name="connsiteX2" fmla="*/ 2973335 w 8140424"/>
                    <a:gd name="connsiteY2" fmla="*/ 5170336 h 8523134"/>
                    <a:gd name="connsiteX3" fmla="*/ 114023 w 8140424"/>
                    <a:gd name="connsiteY3" fmla="*/ 2194906 h 8523134"/>
                    <a:gd name="connsiteX4" fmla="*/ 1013908 w 8140424"/>
                    <a:gd name="connsiteY4" fmla="*/ 1483707 h 8523134"/>
                    <a:gd name="connsiteX5" fmla="*/ 3437794 w 8140424"/>
                    <a:gd name="connsiteY5" fmla="*/ 3922107 h 8523134"/>
                    <a:gd name="connsiteX6" fmla="*/ 723623 w 8140424"/>
                    <a:gd name="connsiteY6" fmla="*/ 1164393 h 8523134"/>
                    <a:gd name="connsiteX7" fmla="*/ 1725109 w 8140424"/>
                    <a:gd name="connsiteY7" fmla="*/ 467708 h 8523134"/>
                    <a:gd name="connsiteX8" fmla="*/ 4090938 w 8140424"/>
                    <a:gd name="connsiteY8" fmla="*/ 2949651 h 8523134"/>
                    <a:gd name="connsiteX9" fmla="*/ 2102480 w 8140424"/>
                    <a:gd name="connsiteY9" fmla="*/ 816051 h 8523134"/>
                    <a:gd name="connsiteX10" fmla="*/ 3176537 w 8140424"/>
                    <a:gd name="connsiteY10" fmla="*/ 249994 h 8523134"/>
                    <a:gd name="connsiteX11" fmla="*/ 6543851 w 8140424"/>
                    <a:gd name="connsiteY11" fmla="*/ 3704392 h 8523134"/>
                    <a:gd name="connsiteX12" fmla="*/ 7763052 w 8140424"/>
                    <a:gd name="connsiteY12" fmla="*/ 2949649 h 8523134"/>
                    <a:gd name="connsiteX13" fmla="*/ 7995281 w 8140424"/>
                    <a:gd name="connsiteY13" fmla="*/ 4313992 h 8523134"/>
                    <a:gd name="connsiteX14" fmla="*/ 8140424 w 8140424"/>
                    <a:gd name="connsiteY14" fmla="*/ 5518677 h 8523134"/>
                    <a:gd name="connsiteX15" fmla="*/ 5339165 w 8140424"/>
                    <a:gd name="connsiteY15" fmla="*/ 8523134 h 8523134"/>
                    <a:gd name="connsiteX16" fmla="*/ 5063396 w 8140424"/>
                    <a:gd name="connsiteY16" fmla="*/ 8436048 h 8523134"/>
                    <a:gd name="connsiteX17" fmla="*/ 534938 w 8140424"/>
                    <a:gd name="connsiteY17" fmla="*/ 4023705 h 852313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7763052 w 8140424"/>
                    <a:gd name="connsiteY12" fmla="*/ 2968999 h 8542484"/>
                    <a:gd name="connsiteX13" fmla="*/ 7995281 w 8140424"/>
                    <a:gd name="connsiteY13" fmla="*/ 4333342 h 8542484"/>
                    <a:gd name="connsiteX14" fmla="*/ 8140424 w 8140424"/>
                    <a:gd name="connsiteY14" fmla="*/ 5538027 h 8542484"/>
                    <a:gd name="connsiteX15" fmla="*/ 5339165 w 8140424"/>
                    <a:gd name="connsiteY15" fmla="*/ 8542484 h 8542484"/>
                    <a:gd name="connsiteX16" fmla="*/ 5063396 w 8140424"/>
                    <a:gd name="connsiteY16" fmla="*/ 8455398 h 8542484"/>
                    <a:gd name="connsiteX17" fmla="*/ 534938 w 8140424"/>
                    <a:gd name="connsiteY17"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7037337 w 8140424"/>
                    <a:gd name="connsiteY12" fmla="*/ 3389915 h 8542484"/>
                    <a:gd name="connsiteX13" fmla="*/ 7763052 w 8140424"/>
                    <a:gd name="connsiteY13" fmla="*/ 2968999 h 8542484"/>
                    <a:gd name="connsiteX14" fmla="*/ 7995281 w 8140424"/>
                    <a:gd name="connsiteY14" fmla="*/ 4333342 h 8542484"/>
                    <a:gd name="connsiteX15" fmla="*/ 8140424 w 8140424"/>
                    <a:gd name="connsiteY15" fmla="*/ 5538027 h 8542484"/>
                    <a:gd name="connsiteX16" fmla="*/ 5339165 w 8140424"/>
                    <a:gd name="connsiteY16" fmla="*/ 8542484 h 8542484"/>
                    <a:gd name="connsiteX17" fmla="*/ 5063396 w 8140424"/>
                    <a:gd name="connsiteY17" fmla="*/ 8455398 h 8542484"/>
                    <a:gd name="connsiteX18" fmla="*/ 534938 w 8140424"/>
                    <a:gd name="connsiteY18"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51966 w 8140424"/>
                    <a:gd name="connsiteY12" fmla="*/ 2243287 h 8542484"/>
                    <a:gd name="connsiteX13" fmla="*/ 7763052 w 8140424"/>
                    <a:gd name="connsiteY13" fmla="*/ 2968999 h 8542484"/>
                    <a:gd name="connsiteX14" fmla="*/ 7995281 w 8140424"/>
                    <a:gd name="connsiteY14" fmla="*/ 4333342 h 8542484"/>
                    <a:gd name="connsiteX15" fmla="*/ 8140424 w 8140424"/>
                    <a:gd name="connsiteY15" fmla="*/ 5538027 h 8542484"/>
                    <a:gd name="connsiteX16" fmla="*/ 5339165 w 8140424"/>
                    <a:gd name="connsiteY16" fmla="*/ 8542484 h 8542484"/>
                    <a:gd name="connsiteX17" fmla="*/ 5063396 w 8140424"/>
                    <a:gd name="connsiteY17" fmla="*/ 8455398 h 8542484"/>
                    <a:gd name="connsiteX18" fmla="*/ 534938 w 8140424"/>
                    <a:gd name="connsiteY18"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51966 w 8140424"/>
                    <a:gd name="connsiteY12" fmla="*/ 2243287 h 8542484"/>
                    <a:gd name="connsiteX13" fmla="*/ 7763052 w 8140424"/>
                    <a:gd name="connsiteY13" fmla="*/ 2968999 h 8542484"/>
                    <a:gd name="connsiteX14" fmla="*/ 7995281 w 8140424"/>
                    <a:gd name="connsiteY14" fmla="*/ 4333342 h 8542484"/>
                    <a:gd name="connsiteX15" fmla="*/ 8140424 w 8140424"/>
                    <a:gd name="connsiteY15" fmla="*/ 5538027 h 8542484"/>
                    <a:gd name="connsiteX16" fmla="*/ 5339165 w 8140424"/>
                    <a:gd name="connsiteY16" fmla="*/ 8542484 h 8542484"/>
                    <a:gd name="connsiteX17" fmla="*/ 5063396 w 8140424"/>
                    <a:gd name="connsiteY17" fmla="*/ 8455398 h 8542484"/>
                    <a:gd name="connsiteX18" fmla="*/ 534938 w 8140424"/>
                    <a:gd name="connsiteY18"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51966 w 8140424"/>
                    <a:gd name="connsiteY12" fmla="*/ 2243287 h 8542484"/>
                    <a:gd name="connsiteX13" fmla="*/ 7763052 w 8140424"/>
                    <a:gd name="connsiteY13" fmla="*/ 2968999 h 8542484"/>
                    <a:gd name="connsiteX14" fmla="*/ 7995281 w 8140424"/>
                    <a:gd name="connsiteY14" fmla="*/ 4333342 h 8542484"/>
                    <a:gd name="connsiteX15" fmla="*/ 8140424 w 8140424"/>
                    <a:gd name="connsiteY15" fmla="*/ 5538027 h 8542484"/>
                    <a:gd name="connsiteX16" fmla="*/ 5339165 w 8140424"/>
                    <a:gd name="connsiteY16" fmla="*/ 8542484 h 8542484"/>
                    <a:gd name="connsiteX17" fmla="*/ 5063396 w 8140424"/>
                    <a:gd name="connsiteY17" fmla="*/ 8455398 h 8542484"/>
                    <a:gd name="connsiteX18" fmla="*/ 534938 w 8140424"/>
                    <a:gd name="connsiteY18"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7763052 w 8140424"/>
                    <a:gd name="connsiteY13" fmla="*/ 2968999 h 8542484"/>
                    <a:gd name="connsiteX14" fmla="*/ 7995281 w 8140424"/>
                    <a:gd name="connsiteY14" fmla="*/ 4333342 h 8542484"/>
                    <a:gd name="connsiteX15" fmla="*/ 8140424 w 8140424"/>
                    <a:gd name="connsiteY15" fmla="*/ 5538027 h 8542484"/>
                    <a:gd name="connsiteX16" fmla="*/ 5339165 w 8140424"/>
                    <a:gd name="connsiteY16" fmla="*/ 8542484 h 8542484"/>
                    <a:gd name="connsiteX17" fmla="*/ 5063396 w 8140424"/>
                    <a:gd name="connsiteY17" fmla="*/ 8455398 h 8542484"/>
                    <a:gd name="connsiteX18" fmla="*/ 534938 w 8140424"/>
                    <a:gd name="connsiteY18"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7269566 w 8140424"/>
                    <a:gd name="connsiteY13" fmla="*/ 2780315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68921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47130 w 8140424"/>
                    <a:gd name="connsiteY0" fmla="*/ 4043055 h 8542484"/>
                    <a:gd name="connsiteX1" fmla="*/ 1168921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47130 w 8140424"/>
                    <a:gd name="connsiteY19" fmla="*/ 4043055 h 8542484"/>
                    <a:gd name="connsiteX0" fmla="*/ 547130 w 8140424"/>
                    <a:gd name="connsiteY0" fmla="*/ 4043055 h 8542484"/>
                    <a:gd name="connsiteX1" fmla="*/ 1168921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47130 w 8140424"/>
                    <a:gd name="connsiteY19" fmla="*/ 4043055 h 8542484"/>
                    <a:gd name="connsiteX0" fmla="*/ 541518 w 8134812"/>
                    <a:gd name="connsiteY0" fmla="*/ 4043055 h 8542484"/>
                    <a:gd name="connsiteX1" fmla="*/ 1163309 w 8134812"/>
                    <a:gd name="connsiteY1" fmla="*/ 3360886 h 8542484"/>
                    <a:gd name="connsiteX2" fmla="*/ 2967723 w 8134812"/>
                    <a:gd name="connsiteY2" fmla="*/ 5189686 h 8542484"/>
                    <a:gd name="connsiteX3" fmla="*/ 108411 w 8134812"/>
                    <a:gd name="connsiteY3" fmla="*/ 2214256 h 8542484"/>
                    <a:gd name="connsiteX4" fmla="*/ 1008296 w 8134812"/>
                    <a:gd name="connsiteY4" fmla="*/ 1503057 h 8542484"/>
                    <a:gd name="connsiteX5" fmla="*/ 3432182 w 8134812"/>
                    <a:gd name="connsiteY5" fmla="*/ 3941457 h 8542484"/>
                    <a:gd name="connsiteX6" fmla="*/ 718011 w 8134812"/>
                    <a:gd name="connsiteY6" fmla="*/ 1183743 h 8542484"/>
                    <a:gd name="connsiteX7" fmla="*/ 1719497 w 8134812"/>
                    <a:gd name="connsiteY7" fmla="*/ 487058 h 8542484"/>
                    <a:gd name="connsiteX8" fmla="*/ 4085326 w 8134812"/>
                    <a:gd name="connsiteY8" fmla="*/ 2969001 h 8542484"/>
                    <a:gd name="connsiteX9" fmla="*/ 2096868 w 8134812"/>
                    <a:gd name="connsiteY9" fmla="*/ 835401 h 8542484"/>
                    <a:gd name="connsiteX10" fmla="*/ 3170925 w 8134812"/>
                    <a:gd name="connsiteY10" fmla="*/ 269344 h 8542484"/>
                    <a:gd name="connsiteX11" fmla="*/ 6538239 w 8134812"/>
                    <a:gd name="connsiteY11" fmla="*/ 3723742 h 8542484"/>
                    <a:gd name="connsiteX12" fmla="*/ 6102811 w 8134812"/>
                    <a:gd name="connsiteY12" fmla="*/ 2243287 h 8542484"/>
                    <a:gd name="connsiteX13" fmla="*/ 6639839 w 8134812"/>
                    <a:gd name="connsiteY13" fmla="*/ 1024087 h 8542484"/>
                    <a:gd name="connsiteX14" fmla="*/ 7757440 w 8134812"/>
                    <a:gd name="connsiteY14" fmla="*/ 2968999 h 8542484"/>
                    <a:gd name="connsiteX15" fmla="*/ 7989669 w 8134812"/>
                    <a:gd name="connsiteY15" fmla="*/ 4333342 h 8542484"/>
                    <a:gd name="connsiteX16" fmla="*/ 8134812 w 8134812"/>
                    <a:gd name="connsiteY16" fmla="*/ 5538027 h 8542484"/>
                    <a:gd name="connsiteX17" fmla="*/ 5333553 w 8134812"/>
                    <a:gd name="connsiteY17" fmla="*/ 8542484 h 8542484"/>
                    <a:gd name="connsiteX18" fmla="*/ 5057784 w 8134812"/>
                    <a:gd name="connsiteY18" fmla="*/ 8455398 h 8542484"/>
                    <a:gd name="connsiteX19" fmla="*/ 541518 w 8134812"/>
                    <a:gd name="connsiteY19" fmla="*/ 4043055 h 8542484"/>
                    <a:gd name="connsiteX0" fmla="*/ 541518 w 8134812"/>
                    <a:gd name="connsiteY0" fmla="*/ 4043055 h 8542484"/>
                    <a:gd name="connsiteX1" fmla="*/ 1163309 w 8134812"/>
                    <a:gd name="connsiteY1" fmla="*/ 3360886 h 8542484"/>
                    <a:gd name="connsiteX2" fmla="*/ 2967723 w 8134812"/>
                    <a:gd name="connsiteY2" fmla="*/ 5189686 h 8542484"/>
                    <a:gd name="connsiteX3" fmla="*/ 108411 w 8134812"/>
                    <a:gd name="connsiteY3" fmla="*/ 2214256 h 8542484"/>
                    <a:gd name="connsiteX4" fmla="*/ 1008296 w 8134812"/>
                    <a:gd name="connsiteY4" fmla="*/ 1503057 h 8542484"/>
                    <a:gd name="connsiteX5" fmla="*/ 3432182 w 8134812"/>
                    <a:gd name="connsiteY5" fmla="*/ 3941457 h 8542484"/>
                    <a:gd name="connsiteX6" fmla="*/ 718011 w 8134812"/>
                    <a:gd name="connsiteY6" fmla="*/ 1183743 h 8542484"/>
                    <a:gd name="connsiteX7" fmla="*/ 1719497 w 8134812"/>
                    <a:gd name="connsiteY7" fmla="*/ 487058 h 8542484"/>
                    <a:gd name="connsiteX8" fmla="*/ 4085326 w 8134812"/>
                    <a:gd name="connsiteY8" fmla="*/ 2969001 h 8542484"/>
                    <a:gd name="connsiteX9" fmla="*/ 2096868 w 8134812"/>
                    <a:gd name="connsiteY9" fmla="*/ 835401 h 8542484"/>
                    <a:gd name="connsiteX10" fmla="*/ 3170925 w 8134812"/>
                    <a:gd name="connsiteY10" fmla="*/ 269344 h 8542484"/>
                    <a:gd name="connsiteX11" fmla="*/ 6538239 w 8134812"/>
                    <a:gd name="connsiteY11" fmla="*/ 3723742 h 8542484"/>
                    <a:gd name="connsiteX12" fmla="*/ 6090619 w 8134812"/>
                    <a:gd name="connsiteY12" fmla="*/ 2231095 h 8542484"/>
                    <a:gd name="connsiteX13" fmla="*/ 6639839 w 8134812"/>
                    <a:gd name="connsiteY13" fmla="*/ 1024087 h 8542484"/>
                    <a:gd name="connsiteX14" fmla="*/ 7757440 w 8134812"/>
                    <a:gd name="connsiteY14" fmla="*/ 2968999 h 8542484"/>
                    <a:gd name="connsiteX15" fmla="*/ 7989669 w 8134812"/>
                    <a:gd name="connsiteY15" fmla="*/ 4333342 h 8542484"/>
                    <a:gd name="connsiteX16" fmla="*/ 8134812 w 8134812"/>
                    <a:gd name="connsiteY16" fmla="*/ 5538027 h 8542484"/>
                    <a:gd name="connsiteX17" fmla="*/ 5333553 w 8134812"/>
                    <a:gd name="connsiteY17" fmla="*/ 8542484 h 8542484"/>
                    <a:gd name="connsiteX18" fmla="*/ 5057784 w 8134812"/>
                    <a:gd name="connsiteY18" fmla="*/ 8455398 h 8542484"/>
                    <a:gd name="connsiteX19" fmla="*/ 541518 w 8134812"/>
                    <a:gd name="connsiteY19" fmla="*/ 4043055 h 8542484"/>
                    <a:gd name="connsiteX0" fmla="*/ 541518 w 8134812"/>
                    <a:gd name="connsiteY0" fmla="*/ 4043055 h 8542484"/>
                    <a:gd name="connsiteX1" fmla="*/ 1163309 w 8134812"/>
                    <a:gd name="connsiteY1" fmla="*/ 3360886 h 8542484"/>
                    <a:gd name="connsiteX2" fmla="*/ 2967723 w 8134812"/>
                    <a:gd name="connsiteY2" fmla="*/ 5189686 h 8542484"/>
                    <a:gd name="connsiteX3" fmla="*/ 108411 w 8134812"/>
                    <a:gd name="connsiteY3" fmla="*/ 2214256 h 8542484"/>
                    <a:gd name="connsiteX4" fmla="*/ 1008296 w 8134812"/>
                    <a:gd name="connsiteY4" fmla="*/ 1503057 h 8542484"/>
                    <a:gd name="connsiteX5" fmla="*/ 3432182 w 8134812"/>
                    <a:gd name="connsiteY5" fmla="*/ 3941457 h 8542484"/>
                    <a:gd name="connsiteX6" fmla="*/ 718011 w 8134812"/>
                    <a:gd name="connsiteY6" fmla="*/ 1183743 h 8542484"/>
                    <a:gd name="connsiteX7" fmla="*/ 1719497 w 8134812"/>
                    <a:gd name="connsiteY7" fmla="*/ 487058 h 8542484"/>
                    <a:gd name="connsiteX8" fmla="*/ 4085326 w 8134812"/>
                    <a:gd name="connsiteY8" fmla="*/ 2969001 h 8542484"/>
                    <a:gd name="connsiteX9" fmla="*/ 2096868 w 8134812"/>
                    <a:gd name="connsiteY9" fmla="*/ 835401 h 8542484"/>
                    <a:gd name="connsiteX10" fmla="*/ 3170925 w 8134812"/>
                    <a:gd name="connsiteY10" fmla="*/ 269344 h 8542484"/>
                    <a:gd name="connsiteX11" fmla="*/ 6538239 w 8134812"/>
                    <a:gd name="connsiteY11" fmla="*/ 3723742 h 8542484"/>
                    <a:gd name="connsiteX12" fmla="*/ 6090619 w 8134812"/>
                    <a:gd name="connsiteY12" fmla="*/ 2231095 h 8542484"/>
                    <a:gd name="connsiteX13" fmla="*/ 6639839 w 8134812"/>
                    <a:gd name="connsiteY13" fmla="*/ 1024087 h 8542484"/>
                    <a:gd name="connsiteX14" fmla="*/ 7757440 w 8134812"/>
                    <a:gd name="connsiteY14" fmla="*/ 2968999 h 8542484"/>
                    <a:gd name="connsiteX15" fmla="*/ 7989669 w 8134812"/>
                    <a:gd name="connsiteY15" fmla="*/ 4333342 h 8542484"/>
                    <a:gd name="connsiteX16" fmla="*/ 8134812 w 8134812"/>
                    <a:gd name="connsiteY16" fmla="*/ 5538027 h 8542484"/>
                    <a:gd name="connsiteX17" fmla="*/ 5333553 w 8134812"/>
                    <a:gd name="connsiteY17" fmla="*/ 8542484 h 8542484"/>
                    <a:gd name="connsiteX18" fmla="*/ 5057784 w 8134812"/>
                    <a:gd name="connsiteY18" fmla="*/ 8455398 h 8542484"/>
                    <a:gd name="connsiteX19" fmla="*/ 541518 w 8134812"/>
                    <a:gd name="connsiteY19" fmla="*/ 4043055 h 8542484"/>
                    <a:gd name="connsiteX0" fmla="*/ 541518 w 8134812"/>
                    <a:gd name="connsiteY0" fmla="*/ 4043055 h 8542484"/>
                    <a:gd name="connsiteX1" fmla="*/ 1163309 w 8134812"/>
                    <a:gd name="connsiteY1" fmla="*/ 3360886 h 8542484"/>
                    <a:gd name="connsiteX2" fmla="*/ 2967723 w 8134812"/>
                    <a:gd name="connsiteY2" fmla="*/ 5189686 h 8542484"/>
                    <a:gd name="connsiteX3" fmla="*/ 108411 w 8134812"/>
                    <a:gd name="connsiteY3" fmla="*/ 2214256 h 8542484"/>
                    <a:gd name="connsiteX4" fmla="*/ 1008296 w 8134812"/>
                    <a:gd name="connsiteY4" fmla="*/ 1503057 h 8542484"/>
                    <a:gd name="connsiteX5" fmla="*/ 3432182 w 8134812"/>
                    <a:gd name="connsiteY5" fmla="*/ 3941457 h 8542484"/>
                    <a:gd name="connsiteX6" fmla="*/ 718011 w 8134812"/>
                    <a:gd name="connsiteY6" fmla="*/ 1183743 h 8542484"/>
                    <a:gd name="connsiteX7" fmla="*/ 1719497 w 8134812"/>
                    <a:gd name="connsiteY7" fmla="*/ 487058 h 8542484"/>
                    <a:gd name="connsiteX8" fmla="*/ 4085326 w 8134812"/>
                    <a:gd name="connsiteY8" fmla="*/ 2969001 h 8542484"/>
                    <a:gd name="connsiteX9" fmla="*/ 2096868 w 8134812"/>
                    <a:gd name="connsiteY9" fmla="*/ 835401 h 8542484"/>
                    <a:gd name="connsiteX10" fmla="*/ 3170925 w 8134812"/>
                    <a:gd name="connsiteY10" fmla="*/ 269344 h 8542484"/>
                    <a:gd name="connsiteX11" fmla="*/ 6538239 w 8134812"/>
                    <a:gd name="connsiteY11" fmla="*/ 3723742 h 8542484"/>
                    <a:gd name="connsiteX12" fmla="*/ 6090619 w 8134812"/>
                    <a:gd name="connsiteY12" fmla="*/ 2231095 h 8542484"/>
                    <a:gd name="connsiteX13" fmla="*/ 6639839 w 8134812"/>
                    <a:gd name="connsiteY13" fmla="*/ 1024087 h 8542484"/>
                    <a:gd name="connsiteX14" fmla="*/ 7757440 w 8134812"/>
                    <a:gd name="connsiteY14" fmla="*/ 2968999 h 8542484"/>
                    <a:gd name="connsiteX15" fmla="*/ 7989669 w 8134812"/>
                    <a:gd name="connsiteY15" fmla="*/ 4333342 h 8542484"/>
                    <a:gd name="connsiteX16" fmla="*/ 8134812 w 8134812"/>
                    <a:gd name="connsiteY16" fmla="*/ 5538027 h 8542484"/>
                    <a:gd name="connsiteX17" fmla="*/ 5333553 w 8134812"/>
                    <a:gd name="connsiteY17" fmla="*/ 8542484 h 8542484"/>
                    <a:gd name="connsiteX18" fmla="*/ 5057784 w 8134812"/>
                    <a:gd name="connsiteY18" fmla="*/ 8455398 h 8542484"/>
                    <a:gd name="connsiteX19" fmla="*/ 541518 w 8134812"/>
                    <a:gd name="connsiteY19" fmla="*/ 4043055 h 8542484"/>
                    <a:gd name="connsiteX0" fmla="*/ 541518 w 8134812"/>
                    <a:gd name="connsiteY0" fmla="*/ 4043055 h 8542484"/>
                    <a:gd name="connsiteX1" fmla="*/ 1163309 w 8134812"/>
                    <a:gd name="connsiteY1" fmla="*/ 3360886 h 8542484"/>
                    <a:gd name="connsiteX2" fmla="*/ 2967723 w 8134812"/>
                    <a:gd name="connsiteY2" fmla="*/ 5189686 h 8542484"/>
                    <a:gd name="connsiteX3" fmla="*/ 108411 w 8134812"/>
                    <a:gd name="connsiteY3" fmla="*/ 2214256 h 8542484"/>
                    <a:gd name="connsiteX4" fmla="*/ 1008296 w 8134812"/>
                    <a:gd name="connsiteY4" fmla="*/ 1503057 h 8542484"/>
                    <a:gd name="connsiteX5" fmla="*/ 3432182 w 8134812"/>
                    <a:gd name="connsiteY5" fmla="*/ 3941457 h 8542484"/>
                    <a:gd name="connsiteX6" fmla="*/ 718011 w 8134812"/>
                    <a:gd name="connsiteY6" fmla="*/ 1183743 h 8542484"/>
                    <a:gd name="connsiteX7" fmla="*/ 1719497 w 8134812"/>
                    <a:gd name="connsiteY7" fmla="*/ 487058 h 8542484"/>
                    <a:gd name="connsiteX8" fmla="*/ 4085326 w 8134812"/>
                    <a:gd name="connsiteY8" fmla="*/ 2969001 h 8542484"/>
                    <a:gd name="connsiteX9" fmla="*/ 2096868 w 8134812"/>
                    <a:gd name="connsiteY9" fmla="*/ 835401 h 8542484"/>
                    <a:gd name="connsiteX10" fmla="*/ 3170925 w 8134812"/>
                    <a:gd name="connsiteY10" fmla="*/ 269344 h 8542484"/>
                    <a:gd name="connsiteX11" fmla="*/ 6538239 w 8134812"/>
                    <a:gd name="connsiteY11" fmla="*/ 3723742 h 8542484"/>
                    <a:gd name="connsiteX12" fmla="*/ 6090619 w 8134812"/>
                    <a:gd name="connsiteY12" fmla="*/ 2231095 h 8542484"/>
                    <a:gd name="connsiteX13" fmla="*/ 6639839 w 8134812"/>
                    <a:gd name="connsiteY13" fmla="*/ 1024087 h 8542484"/>
                    <a:gd name="connsiteX14" fmla="*/ 7757440 w 8134812"/>
                    <a:gd name="connsiteY14" fmla="*/ 2968999 h 8542484"/>
                    <a:gd name="connsiteX15" fmla="*/ 7989669 w 8134812"/>
                    <a:gd name="connsiteY15" fmla="*/ 4333342 h 8542484"/>
                    <a:gd name="connsiteX16" fmla="*/ 8134812 w 8134812"/>
                    <a:gd name="connsiteY16" fmla="*/ 5538027 h 8542484"/>
                    <a:gd name="connsiteX17" fmla="*/ 5333553 w 8134812"/>
                    <a:gd name="connsiteY17" fmla="*/ 8542484 h 8542484"/>
                    <a:gd name="connsiteX18" fmla="*/ 5057784 w 8134812"/>
                    <a:gd name="connsiteY18" fmla="*/ 8455398 h 8542484"/>
                    <a:gd name="connsiteX19" fmla="*/ 541518 w 8134812"/>
                    <a:gd name="connsiteY19" fmla="*/ 4043055 h 8542484"/>
                    <a:gd name="connsiteX0" fmla="*/ 541518 w 8134812"/>
                    <a:gd name="connsiteY0" fmla="*/ 4036746 h 8536175"/>
                    <a:gd name="connsiteX1" fmla="*/ 1163309 w 8134812"/>
                    <a:gd name="connsiteY1" fmla="*/ 3354577 h 8536175"/>
                    <a:gd name="connsiteX2" fmla="*/ 2967723 w 8134812"/>
                    <a:gd name="connsiteY2" fmla="*/ 5183377 h 8536175"/>
                    <a:gd name="connsiteX3" fmla="*/ 108411 w 8134812"/>
                    <a:gd name="connsiteY3" fmla="*/ 2207947 h 8536175"/>
                    <a:gd name="connsiteX4" fmla="*/ 1008296 w 8134812"/>
                    <a:gd name="connsiteY4" fmla="*/ 1496748 h 8536175"/>
                    <a:gd name="connsiteX5" fmla="*/ 3432182 w 8134812"/>
                    <a:gd name="connsiteY5" fmla="*/ 3935148 h 8536175"/>
                    <a:gd name="connsiteX6" fmla="*/ 718011 w 8134812"/>
                    <a:gd name="connsiteY6" fmla="*/ 1177434 h 8536175"/>
                    <a:gd name="connsiteX7" fmla="*/ 1719497 w 8134812"/>
                    <a:gd name="connsiteY7" fmla="*/ 480749 h 8536175"/>
                    <a:gd name="connsiteX8" fmla="*/ 4085326 w 8134812"/>
                    <a:gd name="connsiteY8" fmla="*/ 2962692 h 8536175"/>
                    <a:gd name="connsiteX9" fmla="*/ 2133444 w 8134812"/>
                    <a:gd name="connsiteY9" fmla="*/ 853476 h 8536175"/>
                    <a:gd name="connsiteX10" fmla="*/ 3170925 w 8134812"/>
                    <a:gd name="connsiteY10" fmla="*/ 263035 h 8536175"/>
                    <a:gd name="connsiteX11" fmla="*/ 6538239 w 8134812"/>
                    <a:gd name="connsiteY11" fmla="*/ 3717433 h 8536175"/>
                    <a:gd name="connsiteX12" fmla="*/ 6090619 w 8134812"/>
                    <a:gd name="connsiteY12" fmla="*/ 2224786 h 8536175"/>
                    <a:gd name="connsiteX13" fmla="*/ 6639839 w 8134812"/>
                    <a:gd name="connsiteY13" fmla="*/ 1017778 h 8536175"/>
                    <a:gd name="connsiteX14" fmla="*/ 7757440 w 8134812"/>
                    <a:gd name="connsiteY14" fmla="*/ 2962690 h 8536175"/>
                    <a:gd name="connsiteX15" fmla="*/ 7989669 w 8134812"/>
                    <a:gd name="connsiteY15" fmla="*/ 4327033 h 8536175"/>
                    <a:gd name="connsiteX16" fmla="*/ 8134812 w 8134812"/>
                    <a:gd name="connsiteY16" fmla="*/ 5531718 h 8536175"/>
                    <a:gd name="connsiteX17" fmla="*/ 5333553 w 8134812"/>
                    <a:gd name="connsiteY17" fmla="*/ 8536175 h 8536175"/>
                    <a:gd name="connsiteX18" fmla="*/ 5057784 w 8134812"/>
                    <a:gd name="connsiteY18" fmla="*/ 8449089 h 8536175"/>
                    <a:gd name="connsiteX19" fmla="*/ 541518 w 8134812"/>
                    <a:gd name="connsiteY19" fmla="*/ 4036746 h 8536175"/>
                    <a:gd name="connsiteX0" fmla="*/ 541518 w 8134812"/>
                    <a:gd name="connsiteY0" fmla="*/ 4036746 h 8536175"/>
                    <a:gd name="connsiteX1" fmla="*/ 1163309 w 8134812"/>
                    <a:gd name="connsiteY1" fmla="*/ 3354577 h 8536175"/>
                    <a:gd name="connsiteX2" fmla="*/ 2967723 w 8134812"/>
                    <a:gd name="connsiteY2" fmla="*/ 5183377 h 8536175"/>
                    <a:gd name="connsiteX3" fmla="*/ 108411 w 8134812"/>
                    <a:gd name="connsiteY3" fmla="*/ 2207947 h 8536175"/>
                    <a:gd name="connsiteX4" fmla="*/ 1008296 w 8134812"/>
                    <a:gd name="connsiteY4" fmla="*/ 1496748 h 8536175"/>
                    <a:gd name="connsiteX5" fmla="*/ 3432182 w 8134812"/>
                    <a:gd name="connsiteY5" fmla="*/ 3935148 h 8536175"/>
                    <a:gd name="connsiteX6" fmla="*/ 718011 w 8134812"/>
                    <a:gd name="connsiteY6" fmla="*/ 1177434 h 8536175"/>
                    <a:gd name="connsiteX7" fmla="*/ 1719497 w 8134812"/>
                    <a:gd name="connsiteY7" fmla="*/ 480749 h 8536175"/>
                    <a:gd name="connsiteX8" fmla="*/ 4085326 w 8134812"/>
                    <a:gd name="connsiteY8" fmla="*/ 2962692 h 8536175"/>
                    <a:gd name="connsiteX9" fmla="*/ 2133444 w 8134812"/>
                    <a:gd name="connsiteY9" fmla="*/ 853476 h 8536175"/>
                    <a:gd name="connsiteX10" fmla="*/ 3170925 w 8134812"/>
                    <a:gd name="connsiteY10" fmla="*/ 263035 h 8536175"/>
                    <a:gd name="connsiteX11" fmla="*/ 6538239 w 8134812"/>
                    <a:gd name="connsiteY11" fmla="*/ 3717433 h 8536175"/>
                    <a:gd name="connsiteX12" fmla="*/ 6090619 w 8134812"/>
                    <a:gd name="connsiteY12" fmla="*/ 2224786 h 8536175"/>
                    <a:gd name="connsiteX13" fmla="*/ 6639839 w 8134812"/>
                    <a:gd name="connsiteY13" fmla="*/ 1017778 h 8536175"/>
                    <a:gd name="connsiteX14" fmla="*/ 7757440 w 8134812"/>
                    <a:gd name="connsiteY14" fmla="*/ 2962690 h 8536175"/>
                    <a:gd name="connsiteX15" fmla="*/ 7989669 w 8134812"/>
                    <a:gd name="connsiteY15" fmla="*/ 4327033 h 8536175"/>
                    <a:gd name="connsiteX16" fmla="*/ 8134812 w 8134812"/>
                    <a:gd name="connsiteY16" fmla="*/ 5531718 h 8536175"/>
                    <a:gd name="connsiteX17" fmla="*/ 5333553 w 8134812"/>
                    <a:gd name="connsiteY17" fmla="*/ 8536175 h 8536175"/>
                    <a:gd name="connsiteX18" fmla="*/ 5057784 w 8134812"/>
                    <a:gd name="connsiteY18" fmla="*/ 8449089 h 8536175"/>
                    <a:gd name="connsiteX19" fmla="*/ 541518 w 8134812"/>
                    <a:gd name="connsiteY19" fmla="*/ 4036746 h 8536175"/>
                    <a:gd name="connsiteX0" fmla="*/ 541518 w 8134812"/>
                    <a:gd name="connsiteY0" fmla="*/ 4036746 h 8536175"/>
                    <a:gd name="connsiteX1" fmla="*/ 1163309 w 8134812"/>
                    <a:gd name="connsiteY1" fmla="*/ 3354577 h 8536175"/>
                    <a:gd name="connsiteX2" fmla="*/ 2967723 w 8134812"/>
                    <a:gd name="connsiteY2" fmla="*/ 5183377 h 8536175"/>
                    <a:gd name="connsiteX3" fmla="*/ 108411 w 8134812"/>
                    <a:gd name="connsiteY3" fmla="*/ 2207947 h 8536175"/>
                    <a:gd name="connsiteX4" fmla="*/ 1008296 w 8134812"/>
                    <a:gd name="connsiteY4" fmla="*/ 1496748 h 8536175"/>
                    <a:gd name="connsiteX5" fmla="*/ 3432182 w 8134812"/>
                    <a:gd name="connsiteY5" fmla="*/ 3935148 h 8536175"/>
                    <a:gd name="connsiteX6" fmla="*/ 718011 w 8134812"/>
                    <a:gd name="connsiteY6" fmla="*/ 1177434 h 8536175"/>
                    <a:gd name="connsiteX7" fmla="*/ 1719497 w 8134812"/>
                    <a:gd name="connsiteY7" fmla="*/ 480749 h 8536175"/>
                    <a:gd name="connsiteX8" fmla="*/ 4085326 w 8134812"/>
                    <a:gd name="connsiteY8" fmla="*/ 2962692 h 8536175"/>
                    <a:gd name="connsiteX9" fmla="*/ 2133444 w 8134812"/>
                    <a:gd name="connsiteY9" fmla="*/ 853476 h 8536175"/>
                    <a:gd name="connsiteX10" fmla="*/ 3170925 w 8134812"/>
                    <a:gd name="connsiteY10" fmla="*/ 263035 h 8536175"/>
                    <a:gd name="connsiteX11" fmla="*/ 6538239 w 8134812"/>
                    <a:gd name="connsiteY11" fmla="*/ 3717433 h 8536175"/>
                    <a:gd name="connsiteX12" fmla="*/ 6090619 w 8134812"/>
                    <a:gd name="connsiteY12" fmla="*/ 2224786 h 8536175"/>
                    <a:gd name="connsiteX13" fmla="*/ 6639839 w 8134812"/>
                    <a:gd name="connsiteY13" fmla="*/ 1017778 h 8536175"/>
                    <a:gd name="connsiteX14" fmla="*/ 7757440 w 8134812"/>
                    <a:gd name="connsiteY14" fmla="*/ 2962690 h 8536175"/>
                    <a:gd name="connsiteX15" fmla="*/ 7989669 w 8134812"/>
                    <a:gd name="connsiteY15" fmla="*/ 4327033 h 8536175"/>
                    <a:gd name="connsiteX16" fmla="*/ 8134812 w 8134812"/>
                    <a:gd name="connsiteY16" fmla="*/ 5531718 h 8536175"/>
                    <a:gd name="connsiteX17" fmla="*/ 5333553 w 8134812"/>
                    <a:gd name="connsiteY17" fmla="*/ 8536175 h 8536175"/>
                    <a:gd name="connsiteX18" fmla="*/ 5057784 w 8134812"/>
                    <a:gd name="connsiteY18" fmla="*/ 8449089 h 8536175"/>
                    <a:gd name="connsiteX19" fmla="*/ 541518 w 8134812"/>
                    <a:gd name="connsiteY19" fmla="*/ 4036746 h 8536175"/>
                    <a:gd name="connsiteX0" fmla="*/ 541518 w 8134812"/>
                    <a:gd name="connsiteY0" fmla="*/ 4053000 h 8552429"/>
                    <a:gd name="connsiteX1" fmla="*/ 1163309 w 8134812"/>
                    <a:gd name="connsiteY1" fmla="*/ 3370831 h 8552429"/>
                    <a:gd name="connsiteX2" fmla="*/ 2967723 w 8134812"/>
                    <a:gd name="connsiteY2" fmla="*/ 5199631 h 8552429"/>
                    <a:gd name="connsiteX3" fmla="*/ 108411 w 8134812"/>
                    <a:gd name="connsiteY3" fmla="*/ 2224201 h 8552429"/>
                    <a:gd name="connsiteX4" fmla="*/ 1008296 w 8134812"/>
                    <a:gd name="connsiteY4" fmla="*/ 1513002 h 8552429"/>
                    <a:gd name="connsiteX5" fmla="*/ 3432182 w 8134812"/>
                    <a:gd name="connsiteY5" fmla="*/ 3951402 h 8552429"/>
                    <a:gd name="connsiteX6" fmla="*/ 718011 w 8134812"/>
                    <a:gd name="connsiteY6" fmla="*/ 1193688 h 8552429"/>
                    <a:gd name="connsiteX7" fmla="*/ 1719497 w 8134812"/>
                    <a:gd name="connsiteY7" fmla="*/ 497003 h 8552429"/>
                    <a:gd name="connsiteX8" fmla="*/ 4085326 w 8134812"/>
                    <a:gd name="connsiteY8" fmla="*/ 2978946 h 8552429"/>
                    <a:gd name="connsiteX9" fmla="*/ 2133444 w 8134812"/>
                    <a:gd name="connsiteY9" fmla="*/ 869730 h 8552429"/>
                    <a:gd name="connsiteX10" fmla="*/ 3170925 w 8134812"/>
                    <a:gd name="connsiteY10" fmla="*/ 279289 h 8552429"/>
                    <a:gd name="connsiteX11" fmla="*/ 6538239 w 8134812"/>
                    <a:gd name="connsiteY11" fmla="*/ 3733687 h 8552429"/>
                    <a:gd name="connsiteX12" fmla="*/ 6090619 w 8134812"/>
                    <a:gd name="connsiteY12" fmla="*/ 2241040 h 8552429"/>
                    <a:gd name="connsiteX13" fmla="*/ 6639839 w 8134812"/>
                    <a:gd name="connsiteY13" fmla="*/ 1034032 h 8552429"/>
                    <a:gd name="connsiteX14" fmla="*/ 7757440 w 8134812"/>
                    <a:gd name="connsiteY14" fmla="*/ 2978944 h 8552429"/>
                    <a:gd name="connsiteX15" fmla="*/ 7989669 w 8134812"/>
                    <a:gd name="connsiteY15" fmla="*/ 4343287 h 8552429"/>
                    <a:gd name="connsiteX16" fmla="*/ 8134812 w 8134812"/>
                    <a:gd name="connsiteY16" fmla="*/ 5547972 h 8552429"/>
                    <a:gd name="connsiteX17" fmla="*/ 5333553 w 8134812"/>
                    <a:gd name="connsiteY17" fmla="*/ 8552429 h 8552429"/>
                    <a:gd name="connsiteX18" fmla="*/ 5057784 w 8134812"/>
                    <a:gd name="connsiteY18" fmla="*/ 8465343 h 8552429"/>
                    <a:gd name="connsiteX19" fmla="*/ 541518 w 8134812"/>
                    <a:gd name="connsiteY19" fmla="*/ 4053000 h 8552429"/>
                    <a:gd name="connsiteX0" fmla="*/ 541518 w 8134812"/>
                    <a:gd name="connsiteY0" fmla="*/ 4050353 h 8549782"/>
                    <a:gd name="connsiteX1" fmla="*/ 1163309 w 8134812"/>
                    <a:gd name="connsiteY1" fmla="*/ 3368184 h 8549782"/>
                    <a:gd name="connsiteX2" fmla="*/ 2967723 w 8134812"/>
                    <a:gd name="connsiteY2" fmla="*/ 5196984 h 8549782"/>
                    <a:gd name="connsiteX3" fmla="*/ 108411 w 8134812"/>
                    <a:gd name="connsiteY3" fmla="*/ 2221554 h 8549782"/>
                    <a:gd name="connsiteX4" fmla="*/ 1008296 w 8134812"/>
                    <a:gd name="connsiteY4" fmla="*/ 1510355 h 8549782"/>
                    <a:gd name="connsiteX5" fmla="*/ 3432182 w 8134812"/>
                    <a:gd name="connsiteY5" fmla="*/ 3948755 h 8549782"/>
                    <a:gd name="connsiteX6" fmla="*/ 718011 w 8134812"/>
                    <a:gd name="connsiteY6" fmla="*/ 1191041 h 8549782"/>
                    <a:gd name="connsiteX7" fmla="*/ 1719497 w 8134812"/>
                    <a:gd name="connsiteY7" fmla="*/ 494356 h 8549782"/>
                    <a:gd name="connsiteX8" fmla="*/ 4085326 w 8134812"/>
                    <a:gd name="connsiteY8" fmla="*/ 2976299 h 8549782"/>
                    <a:gd name="connsiteX9" fmla="*/ 2133444 w 8134812"/>
                    <a:gd name="connsiteY9" fmla="*/ 867083 h 8549782"/>
                    <a:gd name="connsiteX10" fmla="*/ 3170925 w 8134812"/>
                    <a:gd name="connsiteY10" fmla="*/ 276642 h 8549782"/>
                    <a:gd name="connsiteX11" fmla="*/ 6538239 w 8134812"/>
                    <a:gd name="connsiteY11" fmla="*/ 3731040 h 8549782"/>
                    <a:gd name="connsiteX12" fmla="*/ 6090619 w 8134812"/>
                    <a:gd name="connsiteY12" fmla="*/ 2238393 h 8549782"/>
                    <a:gd name="connsiteX13" fmla="*/ 6639839 w 8134812"/>
                    <a:gd name="connsiteY13" fmla="*/ 1031385 h 8549782"/>
                    <a:gd name="connsiteX14" fmla="*/ 7757440 w 8134812"/>
                    <a:gd name="connsiteY14" fmla="*/ 2976297 h 8549782"/>
                    <a:gd name="connsiteX15" fmla="*/ 7989669 w 8134812"/>
                    <a:gd name="connsiteY15" fmla="*/ 4340640 h 8549782"/>
                    <a:gd name="connsiteX16" fmla="*/ 8134812 w 8134812"/>
                    <a:gd name="connsiteY16" fmla="*/ 5545325 h 8549782"/>
                    <a:gd name="connsiteX17" fmla="*/ 5333553 w 8134812"/>
                    <a:gd name="connsiteY17" fmla="*/ 8549782 h 8549782"/>
                    <a:gd name="connsiteX18" fmla="*/ 5057784 w 8134812"/>
                    <a:gd name="connsiteY18" fmla="*/ 8462696 h 8549782"/>
                    <a:gd name="connsiteX19" fmla="*/ 541518 w 8134812"/>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9315726"/>
                    <a:gd name="connsiteX1" fmla="*/ 1163309 w 8389877"/>
                    <a:gd name="connsiteY1" fmla="*/ 3368184 h 9315726"/>
                    <a:gd name="connsiteX2" fmla="*/ 2967723 w 8389877"/>
                    <a:gd name="connsiteY2" fmla="*/ 5196984 h 9315726"/>
                    <a:gd name="connsiteX3" fmla="*/ 108411 w 8389877"/>
                    <a:gd name="connsiteY3" fmla="*/ 2221554 h 9315726"/>
                    <a:gd name="connsiteX4" fmla="*/ 1008296 w 8389877"/>
                    <a:gd name="connsiteY4" fmla="*/ 1510355 h 9315726"/>
                    <a:gd name="connsiteX5" fmla="*/ 3432182 w 8389877"/>
                    <a:gd name="connsiteY5" fmla="*/ 3948755 h 9315726"/>
                    <a:gd name="connsiteX6" fmla="*/ 718011 w 8389877"/>
                    <a:gd name="connsiteY6" fmla="*/ 1191041 h 9315726"/>
                    <a:gd name="connsiteX7" fmla="*/ 1719497 w 8389877"/>
                    <a:gd name="connsiteY7" fmla="*/ 494356 h 9315726"/>
                    <a:gd name="connsiteX8" fmla="*/ 4085326 w 8389877"/>
                    <a:gd name="connsiteY8" fmla="*/ 2976299 h 9315726"/>
                    <a:gd name="connsiteX9" fmla="*/ 2133444 w 8389877"/>
                    <a:gd name="connsiteY9" fmla="*/ 867083 h 9315726"/>
                    <a:gd name="connsiteX10" fmla="*/ 3170925 w 8389877"/>
                    <a:gd name="connsiteY10" fmla="*/ 276642 h 9315726"/>
                    <a:gd name="connsiteX11" fmla="*/ 6538239 w 8389877"/>
                    <a:gd name="connsiteY11" fmla="*/ 3731040 h 9315726"/>
                    <a:gd name="connsiteX12" fmla="*/ 6090619 w 8389877"/>
                    <a:gd name="connsiteY12" fmla="*/ 2238393 h 9315726"/>
                    <a:gd name="connsiteX13" fmla="*/ 6639839 w 8389877"/>
                    <a:gd name="connsiteY13" fmla="*/ 1031385 h 9315726"/>
                    <a:gd name="connsiteX14" fmla="*/ 7757440 w 8389877"/>
                    <a:gd name="connsiteY14" fmla="*/ 2976297 h 9315726"/>
                    <a:gd name="connsiteX15" fmla="*/ 7989669 w 8389877"/>
                    <a:gd name="connsiteY15" fmla="*/ 4340640 h 9315726"/>
                    <a:gd name="connsiteX16" fmla="*/ 8389877 w 8389877"/>
                    <a:gd name="connsiteY16" fmla="*/ 5777404 h 9315726"/>
                    <a:gd name="connsiteX17" fmla="*/ 6336452 w 8389877"/>
                    <a:gd name="connsiteY17" fmla="*/ 9315727 h 9315726"/>
                    <a:gd name="connsiteX18" fmla="*/ 5057784 w 8389877"/>
                    <a:gd name="connsiteY18" fmla="*/ 8462696 h 9315726"/>
                    <a:gd name="connsiteX19" fmla="*/ 541518 w 8389877"/>
                    <a:gd name="connsiteY19" fmla="*/ 4050353 h 9315726"/>
                    <a:gd name="connsiteX0" fmla="*/ 541518 w 8389877"/>
                    <a:gd name="connsiteY0" fmla="*/ 4050353 h 9224165"/>
                    <a:gd name="connsiteX1" fmla="*/ 1163309 w 8389877"/>
                    <a:gd name="connsiteY1" fmla="*/ 3368184 h 9224165"/>
                    <a:gd name="connsiteX2" fmla="*/ 2967723 w 8389877"/>
                    <a:gd name="connsiteY2" fmla="*/ 5196984 h 9224165"/>
                    <a:gd name="connsiteX3" fmla="*/ 108411 w 8389877"/>
                    <a:gd name="connsiteY3" fmla="*/ 2221554 h 9224165"/>
                    <a:gd name="connsiteX4" fmla="*/ 1008296 w 8389877"/>
                    <a:gd name="connsiteY4" fmla="*/ 1510355 h 9224165"/>
                    <a:gd name="connsiteX5" fmla="*/ 3432182 w 8389877"/>
                    <a:gd name="connsiteY5" fmla="*/ 3948755 h 9224165"/>
                    <a:gd name="connsiteX6" fmla="*/ 718011 w 8389877"/>
                    <a:gd name="connsiteY6" fmla="*/ 1191041 h 9224165"/>
                    <a:gd name="connsiteX7" fmla="*/ 1719497 w 8389877"/>
                    <a:gd name="connsiteY7" fmla="*/ 494356 h 9224165"/>
                    <a:gd name="connsiteX8" fmla="*/ 4085326 w 8389877"/>
                    <a:gd name="connsiteY8" fmla="*/ 2976299 h 9224165"/>
                    <a:gd name="connsiteX9" fmla="*/ 2133444 w 8389877"/>
                    <a:gd name="connsiteY9" fmla="*/ 867083 h 9224165"/>
                    <a:gd name="connsiteX10" fmla="*/ 3170925 w 8389877"/>
                    <a:gd name="connsiteY10" fmla="*/ 276642 h 9224165"/>
                    <a:gd name="connsiteX11" fmla="*/ 6538239 w 8389877"/>
                    <a:gd name="connsiteY11" fmla="*/ 3731040 h 9224165"/>
                    <a:gd name="connsiteX12" fmla="*/ 6090619 w 8389877"/>
                    <a:gd name="connsiteY12" fmla="*/ 2238393 h 9224165"/>
                    <a:gd name="connsiteX13" fmla="*/ 6639839 w 8389877"/>
                    <a:gd name="connsiteY13" fmla="*/ 1031385 h 9224165"/>
                    <a:gd name="connsiteX14" fmla="*/ 7757440 w 8389877"/>
                    <a:gd name="connsiteY14" fmla="*/ 2976297 h 9224165"/>
                    <a:gd name="connsiteX15" fmla="*/ 7989669 w 8389877"/>
                    <a:gd name="connsiteY15" fmla="*/ 4340640 h 9224165"/>
                    <a:gd name="connsiteX16" fmla="*/ 8389877 w 8389877"/>
                    <a:gd name="connsiteY16" fmla="*/ 5777404 h 9224165"/>
                    <a:gd name="connsiteX17" fmla="*/ 6266896 w 8389877"/>
                    <a:gd name="connsiteY17" fmla="*/ 9224162 h 9224165"/>
                    <a:gd name="connsiteX18" fmla="*/ 5057784 w 8389877"/>
                    <a:gd name="connsiteY18" fmla="*/ 8462696 h 9224165"/>
                    <a:gd name="connsiteX19" fmla="*/ 541518 w 8389877"/>
                    <a:gd name="connsiteY19" fmla="*/ 4050353 h 9224165"/>
                    <a:gd name="connsiteX0" fmla="*/ 541518 w 8389877"/>
                    <a:gd name="connsiteY0" fmla="*/ 4050353 h 9224165"/>
                    <a:gd name="connsiteX1" fmla="*/ 1163309 w 8389877"/>
                    <a:gd name="connsiteY1" fmla="*/ 3368184 h 9224165"/>
                    <a:gd name="connsiteX2" fmla="*/ 2967723 w 8389877"/>
                    <a:gd name="connsiteY2" fmla="*/ 5196984 h 9224165"/>
                    <a:gd name="connsiteX3" fmla="*/ 108411 w 8389877"/>
                    <a:gd name="connsiteY3" fmla="*/ 2221554 h 9224165"/>
                    <a:gd name="connsiteX4" fmla="*/ 1008296 w 8389877"/>
                    <a:gd name="connsiteY4" fmla="*/ 1510355 h 9224165"/>
                    <a:gd name="connsiteX5" fmla="*/ 3432182 w 8389877"/>
                    <a:gd name="connsiteY5" fmla="*/ 3948755 h 9224165"/>
                    <a:gd name="connsiteX6" fmla="*/ 718011 w 8389877"/>
                    <a:gd name="connsiteY6" fmla="*/ 1191041 h 9224165"/>
                    <a:gd name="connsiteX7" fmla="*/ 1719497 w 8389877"/>
                    <a:gd name="connsiteY7" fmla="*/ 494356 h 9224165"/>
                    <a:gd name="connsiteX8" fmla="*/ 4085326 w 8389877"/>
                    <a:gd name="connsiteY8" fmla="*/ 2976299 h 9224165"/>
                    <a:gd name="connsiteX9" fmla="*/ 2133444 w 8389877"/>
                    <a:gd name="connsiteY9" fmla="*/ 867083 h 9224165"/>
                    <a:gd name="connsiteX10" fmla="*/ 3170925 w 8389877"/>
                    <a:gd name="connsiteY10" fmla="*/ 276642 h 9224165"/>
                    <a:gd name="connsiteX11" fmla="*/ 6538239 w 8389877"/>
                    <a:gd name="connsiteY11" fmla="*/ 3731040 h 9224165"/>
                    <a:gd name="connsiteX12" fmla="*/ 6090619 w 8389877"/>
                    <a:gd name="connsiteY12" fmla="*/ 2238393 h 9224165"/>
                    <a:gd name="connsiteX13" fmla="*/ 6639839 w 8389877"/>
                    <a:gd name="connsiteY13" fmla="*/ 1031385 h 9224165"/>
                    <a:gd name="connsiteX14" fmla="*/ 7757440 w 8389877"/>
                    <a:gd name="connsiteY14" fmla="*/ 2976297 h 9224165"/>
                    <a:gd name="connsiteX15" fmla="*/ 7989669 w 8389877"/>
                    <a:gd name="connsiteY15" fmla="*/ 4340640 h 9224165"/>
                    <a:gd name="connsiteX16" fmla="*/ 8389877 w 8389877"/>
                    <a:gd name="connsiteY16" fmla="*/ 5777404 h 9224165"/>
                    <a:gd name="connsiteX17" fmla="*/ 6266896 w 8389877"/>
                    <a:gd name="connsiteY17" fmla="*/ 9224162 h 9224165"/>
                    <a:gd name="connsiteX18" fmla="*/ 5057784 w 8389877"/>
                    <a:gd name="connsiteY18" fmla="*/ 8462696 h 9224165"/>
                    <a:gd name="connsiteX19" fmla="*/ 541518 w 8389877"/>
                    <a:gd name="connsiteY19" fmla="*/ 4050353 h 9224165"/>
                    <a:gd name="connsiteX0" fmla="*/ 541518 w 8389877"/>
                    <a:gd name="connsiteY0" fmla="*/ 4050353 h 9224165"/>
                    <a:gd name="connsiteX1" fmla="*/ 1163309 w 8389877"/>
                    <a:gd name="connsiteY1" fmla="*/ 3368184 h 9224165"/>
                    <a:gd name="connsiteX2" fmla="*/ 2967723 w 8389877"/>
                    <a:gd name="connsiteY2" fmla="*/ 5196984 h 9224165"/>
                    <a:gd name="connsiteX3" fmla="*/ 108411 w 8389877"/>
                    <a:gd name="connsiteY3" fmla="*/ 2221554 h 9224165"/>
                    <a:gd name="connsiteX4" fmla="*/ 1008296 w 8389877"/>
                    <a:gd name="connsiteY4" fmla="*/ 1510355 h 9224165"/>
                    <a:gd name="connsiteX5" fmla="*/ 3432182 w 8389877"/>
                    <a:gd name="connsiteY5" fmla="*/ 3948755 h 9224165"/>
                    <a:gd name="connsiteX6" fmla="*/ 718011 w 8389877"/>
                    <a:gd name="connsiteY6" fmla="*/ 1191041 h 9224165"/>
                    <a:gd name="connsiteX7" fmla="*/ 1719497 w 8389877"/>
                    <a:gd name="connsiteY7" fmla="*/ 494356 h 9224165"/>
                    <a:gd name="connsiteX8" fmla="*/ 4085326 w 8389877"/>
                    <a:gd name="connsiteY8" fmla="*/ 2976299 h 9224165"/>
                    <a:gd name="connsiteX9" fmla="*/ 2133444 w 8389877"/>
                    <a:gd name="connsiteY9" fmla="*/ 867083 h 9224165"/>
                    <a:gd name="connsiteX10" fmla="*/ 3170925 w 8389877"/>
                    <a:gd name="connsiteY10" fmla="*/ 276642 h 9224165"/>
                    <a:gd name="connsiteX11" fmla="*/ 6538239 w 8389877"/>
                    <a:gd name="connsiteY11" fmla="*/ 3731040 h 9224165"/>
                    <a:gd name="connsiteX12" fmla="*/ 6090619 w 8389877"/>
                    <a:gd name="connsiteY12" fmla="*/ 2238393 h 9224165"/>
                    <a:gd name="connsiteX13" fmla="*/ 6639839 w 8389877"/>
                    <a:gd name="connsiteY13" fmla="*/ 1031385 h 9224165"/>
                    <a:gd name="connsiteX14" fmla="*/ 7757440 w 8389877"/>
                    <a:gd name="connsiteY14" fmla="*/ 2976297 h 9224165"/>
                    <a:gd name="connsiteX15" fmla="*/ 7989669 w 8389877"/>
                    <a:gd name="connsiteY15" fmla="*/ 4340640 h 9224165"/>
                    <a:gd name="connsiteX16" fmla="*/ 8389877 w 8389877"/>
                    <a:gd name="connsiteY16" fmla="*/ 5777404 h 9224165"/>
                    <a:gd name="connsiteX17" fmla="*/ 6266896 w 8389877"/>
                    <a:gd name="connsiteY17" fmla="*/ 9224162 h 9224165"/>
                    <a:gd name="connsiteX18" fmla="*/ 5057784 w 8389877"/>
                    <a:gd name="connsiteY18" fmla="*/ 8462696 h 9224165"/>
                    <a:gd name="connsiteX19" fmla="*/ 541518 w 8389877"/>
                    <a:gd name="connsiteY19" fmla="*/ 4050353 h 9224165"/>
                    <a:gd name="connsiteX0" fmla="*/ 541518 w 8359910"/>
                    <a:gd name="connsiteY0" fmla="*/ 4050353 h 9224165"/>
                    <a:gd name="connsiteX1" fmla="*/ 1163309 w 8359910"/>
                    <a:gd name="connsiteY1" fmla="*/ 3368184 h 9224165"/>
                    <a:gd name="connsiteX2" fmla="*/ 2967723 w 8359910"/>
                    <a:gd name="connsiteY2" fmla="*/ 5196984 h 9224165"/>
                    <a:gd name="connsiteX3" fmla="*/ 108411 w 8359910"/>
                    <a:gd name="connsiteY3" fmla="*/ 2221554 h 9224165"/>
                    <a:gd name="connsiteX4" fmla="*/ 1008296 w 8359910"/>
                    <a:gd name="connsiteY4" fmla="*/ 1510355 h 9224165"/>
                    <a:gd name="connsiteX5" fmla="*/ 3432182 w 8359910"/>
                    <a:gd name="connsiteY5" fmla="*/ 3948755 h 9224165"/>
                    <a:gd name="connsiteX6" fmla="*/ 718011 w 8359910"/>
                    <a:gd name="connsiteY6" fmla="*/ 1191041 h 9224165"/>
                    <a:gd name="connsiteX7" fmla="*/ 1719497 w 8359910"/>
                    <a:gd name="connsiteY7" fmla="*/ 494356 h 9224165"/>
                    <a:gd name="connsiteX8" fmla="*/ 4085326 w 8359910"/>
                    <a:gd name="connsiteY8" fmla="*/ 2976299 h 9224165"/>
                    <a:gd name="connsiteX9" fmla="*/ 2133444 w 8359910"/>
                    <a:gd name="connsiteY9" fmla="*/ 867083 h 9224165"/>
                    <a:gd name="connsiteX10" fmla="*/ 3170925 w 8359910"/>
                    <a:gd name="connsiteY10" fmla="*/ 276642 h 9224165"/>
                    <a:gd name="connsiteX11" fmla="*/ 6538239 w 8359910"/>
                    <a:gd name="connsiteY11" fmla="*/ 3731040 h 9224165"/>
                    <a:gd name="connsiteX12" fmla="*/ 6090619 w 8359910"/>
                    <a:gd name="connsiteY12" fmla="*/ 2238393 h 9224165"/>
                    <a:gd name="connsiteX13" fmla="*/ 6639839 w 8359910"/>
                    <a:gd name="connsiteY13" fmla="*/ 1031385 h 9224165"/>
                    <a:gd name="connsiteX14" fmla="*/ 7757440 w 8359910"/>
                    <a:gd name="connsiteY14" fmla="*/ 2976297 h 9224165"/>
                    <a:gd name="connsiteX15" fmla="*/ 7989669 w 8359910"/>
                    <a:gd name="connsiteY15" fmla="*/ 4340640 h 9224165"/>
                    <a:gd name="connsiteX16" fmla="*/ 8359907 w 8359910"/>
                    <a:gd name="connsiteY16" fmla="*/ 5645609 h 9224165"/>
                    <a:gd name="connsiteX17" fmla="*/ 6266896 w 8359910"/>
                    <a:gd name="connsiteY17" fmla="*/ 9224162 h 9224165"/>
                    <a:gd name="connsiteX18" fmla="*/ 5057784 w 8359910"/>
                    <a:gd name="connsiteY18" fmla="*/ 8462696 h 9224165"/>
                    <a:gd name="connsiteX19" fmla="*/ 541518 w 8359910"/>
                    <a:gd name="connsiteY19" fmla="*/ 4050353 h 9224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359910" h="9224165">
                      <a:moveTo>
                        <a:pt x="541518" y="4050353"/>
                      </a:moveTo>
                      <a:cubicBezTo>
                        <a:pt x="125441" y="3629439"/>
                        <a:pt x="694015" y="2947268"/>
                        <a:pt x="1163309" y="3368184"/>
                      </a:cubicBezTo>
                      <a:lnTo>
                        <a:pt x="2967723" y="5196984"/>
                      </a:lnTo>
                      <a:lnTo>
                        <a:pt x="108411" y="2221554"/>
                      </a:lnTo>
                      <a:cubicBezTo>
                        <a:pt x="-288312" y="1549060"/>
                        <a:pt x="493523" y="1038543"/>
                        <a:pt x="1008296" y="1510355"/>
                      </a:cubicBezTo>
                      <a:lnTo>
                        <a:pt x="3432182" y="3948755"/>
                      </a:lnTo>
                      <a:lnTo>
                        <a:pt x="718011" y="1191041"/>
                      </a:lnTo>
                      <a:cubicBezTo>
                        <a:pt x="330963" y="465328"/>
                        <a:pt x="1235688" y="29898"/>
                        <a:pt x="1719497" y="494356"/>
                      </a:cubicBezTo>
                      <a:lnTo>
                        <a:pt x="4085326" y="2976299"/>
                      </a:lnTo>
                      <a:lnTo>
                        <a:pt x="2133444" y="867083"/>
                      </a:lnTo>
                      <a:cubicBezTo>
                        <a:pt x="1689694" y="110019"/>
                        <a:pt x="2618995" y="-311477"/>
                        <a:pt x="3170925" y="276642"/>
                      </a:cubicBezTo>
                      <a:lnTo>
                        <a:pt x="6538239" y="3731040"/>
                      </a:lnTo>
                      <a:cubicBezTo>
                        <a:pt x="6567268" y="3498812"/>
                        <a:pt x="6433736" y="2847992"/>
                        <a:pt x="6090619" y="2238393"/>
                      </a:cubicBezTo>
                      <a:cubicBezTo>
                        <a:pt x="5902707" y="1832574"/>
                        <a:pt x="6141515" y="1249099"/>
                        <a:pt x="6639839" y="1031385"/>
                      </a:cubicBezTo>
                      <a:cubicBezTo>
                        <a:pt x="7026887" y="1679688"/>
                        <a:pt x="7384906" y="2327993"/>
                        <a:pt x="7757440" y="2976297"/>
                      </a:cubicBezTo>
                      <a:lnTo>
                        <a:pt x="7989669" y="4340640"/>
                      </a:lnTo>
                      <a:cubicBezTo>
                        <a:pt x="8085131" y="4794167"/>
                        <a:pt x="8202090" y="5502563"/>
                        <a:pt x="8359907" y="5645609"/>
                      </a:cubicBezTo>
                      <a:cubicBezTo>
                        <a:pt x="7584628" y="6890205"/>
                        <a:pt x="7007393" y="7933774"/>
                        <a:pt x="6266896" y="9224162"/>
                      </a:cubicBezTo>
                      <a:cubicBezTo>
                        <a:pt x="6129010" y="9197551"/>
                        <a:pt x="5181156" y="8530430"/>
                        <a:pt x="5057784" y="8462696"/>
                      </a:cubicBezTo>
                      <a:cubicBezTo>
                        <a:pt x="4397384" y="8046620"/>
                        <a:pt x="768618" y="4236716"/>
                        <a:pt x="541518" y="4050353"/>
                      </a:cubicBezTo>
                      <a:close/>
                    </a:path>
                  </a:pathLst>
                </a:custGeom>
                <a:solidFill>
                  <a:srgbClr val="F4B18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sp>
              <p:nvSpPr>
                <p:cNvPr id="176" name="Rectangle 2"/>
                <p:cNvSpPr/>
                <p:nvPr/>
              </p:nvSpPr>
              <p:spPr>
                <a:xfrm rot="14378550" flipH="1" flipV="1">
                  <a:off x="1777052" y="2483542"/>
                  <a:ext cx="243858" cy="232762"/>
                </a:xfrm>
                <a:custGeom>
                  <a:avLst/>
                  <a:gdLst>
                    <a:gd name="connsiteX0" fmla="*/ 0 w 4659086"/>
                    <a:gd name="connsiteY0" fmla="*/ 0 h 2017485"/>
                    <a:gd name="connsiteX1" fmla="*/ 4659086 w 4659086"/>
                    <a:gd name="connsiteY1" fmla="*/ 0 h 2017485"/>
                    <a:gd name="connsiteX2" fmla="*/ 4659086 w 4659086"/>
                    <a:gd name="connsiteY2" fmla="*/ 2017485 h 2017485"/>
                    <a:gd name="connsiteX3" fmla="*/ 0 w 4659086"/>
                    <a:gd name="connsiteY3" fmla="*/ 2017485 h 2017485"/>
                    <a:gd name="connsiteX4" fmla="*/ 0 w 4659086"/>
                    <a:gd name="connsiteY4" fmla="*/ 0 h 2017485"/>
                    <a:gd name="connsiteX0" fmla="*/ 0 w 4804229"/>
                    <a:gd name="connsiteY0" fmla="*/ 0 h 2017485"/>
                    <a:gd name="connsiteX1" fmla="*/ 4659086 w 4804229"/>
                    <a:gd name="connsiteY1" fmla="*/ 0 h 2017485"/>
                    <a:gd name="connsiteX2" fmla="*/ 4804229 w 4804229"/>
                    <a:gd name="connsiteY2" fmla="*/ 1204685 h 2017485"/>
                    <a:gd name="connsiteX3" fmla="*/ 0 w 4804229"/>
                    <a:gd name="connsiteY3" fmla="*/ 2017485 h 2017485"/>
                    <a:gd name="connsiteX4" fmla="*/ 0 w 4804229"/>
                    <a:gd name="connsiteY4" fmla="*/ 0 h 2017485"/>
                    <a:gd name="connsiteX0" fmla="*/ 0 w 4804229"/>
                    <a:gd name="connsiteY0" fmla="*/ 0 h 4223656"/>
                    <a:gd name="connsiteX1" fmla="*/ 4659086 w 4804229"/>
                    <a:gd name="connsiteY1" fmla="*/ 0 h 4223656"/>
                    <a:gd name="connsiteX2" fmla="*/ 4804229 w 4804229"/>
                    <a:gd name="connsiteY2" fmla="*/ 1204685 h 4223656"/>
                    <a:gd name="connsiteX3" fmla="*/ 2002971 w 4804229"/>
                    <a:gd name="connsiteY3" fmla="*/ 4223656 h 4223656"/>
                    <a:gd name="connsiteX4" fmla="*/ 0 w 4804229"/>
                    <a:gd name="connsiteY4" fmla="*/ 0 h 4223656"/>
                    <a:gd name="connsiteX0" fmla="*/ 0 w 7634515"/>
                    <a:gd name="connsiteY0" fmla="*/ 0 h 4499428"/>
                    <a:gd name="connsiteX1" fmla="*/ 7489372 w 7634515"/>
                    <a:gd name="connsiteY1" fmla="*/ 275772 h 4499428"/>
                    <a:gd name="connsiteX2" fmla="*/ 7634515 w 7634515"/>
                    <a:gd name="connsiteY2" fmla="*/ 1480457 h 4499428"/>
                    <a:gd name="connsiteX3" fmla="*/ 4833257 w 7634515"/>
                    <a:gd name="connsiteY3" fmla="*/ 4499428 h 4499428"/>
                    <a:gd name="connsiteX4" fmla="*/ 0 w 7634515"/>
                    <a:gd name="connsiteY4" fmla="*/ 0 h 4499428"/>
                    <a:gd name="connsiteX0" fmla="*/ 0 w 7634515"/>
                    <a:gd name="connsiteY0" fmla="*/ 0 h 4499428"/>
                    <a:gd name="connsiteX1" fmla="*/ 7489372 w 7634515"/>
                    <a:gd name="connsiteY1" fmla="*/ 275772 h 4499428"/>
                    <a:gd name="connsiteX2" fmla="*/ 7634515 w 7634515"/>
                    <a:gd name="connsiteY2" fmla="*/ 1480457 h 4499428"/>
                    <a:gd name="connsiteX3" fmla="*/ 4833257 w 7634515"/>
                    <a:gd name="connsiteY3" fmla="*/ 4499428 h 4499428"/>
                    <a:gd name="connsiteX4" fmla="*/ 0 w 7634515"/>
                    <a:gd name="connsiteY4" fmla="*/ 0 h 4499428"/>
                    <a:gd name="connsiteX0" fmla="*/ 39552 w 7674067"/>
                    <a:gd name="connsiteY0" fmla="*/ 0 h 4895853"/>
                    <a:gd name="connsiteX1" fmla="*/ 7528924 w 7674067"/>
                    <a:gd name="connsiteY1" fmla="*/ 275772 h 4895853"/>
                    <a:gd name="connsiteX2" fmla="*/ 7674067 w 7674067"/>
                    <a:gd name="connsiteY2" fmla="*/ 1480457 h 4895853"/>
                    <a:gd name="connsiteX3" fmla="*/ 4872809 w 7674067"/>
                    <a:gd name="connsiteY3" fmla="*/ 4499428 h 4895853"/>
                    <a:gd name="connsiteX4" fmla="*/ 4582524 w 7674067"/>
                    <a:gd name="connsiteY4" fmla="*/ 4368799 h 4895853"/>
                    <a:gd name="connsiteX5" fmla="*/ 39552 w 7674067"/>
                    <a:gd name="connsiteY5" fmla="*/ 0 h 4895853"/>
                    <a:gd name="connsiteX0" fmla="*/ 38817 w 7673332"/>
                    <a:gd name="connsiteY0" fmla="*/ 0 h 4715686"/>
                    <a:gd name="connsiteX1" fmla="*/ 7528189 w 7673332"/>
                    <a:gd name="connsiteY1" fmla="*/ 275772 h 4715686"/>
                    <a:gd name="connsiteX2" fmla="*/ 7673332 w 7673332"/>
                    <a:gd name="connsiteY2" fmla="*/ 1480457 h 4715686"/>
                    <a:gd name="connsiteX3" fmla="*/ 4872074 w 7673332"/>
                    <a:gd name="connsiteY3" fmla="*/ 4499428 h 4715686"/>
                    <a:gd name="connsiteX4" fmla="*/ 4668875 w 7673332"/>
                    <a:gd name="connsiteY4" fmla="*/ 3860799 h 4715686"/>
                    <a:gd name="connsiteX5" fmla="*/ 38817 w 7673332"/>
                    <a:gd name="connsiteY5" fmla="*/ 0 h 4715686"/>
                    <a:gd name="connsiteX0" fmla="*/ 38817 w 7673332"/>
                    <a:gd name="connsiteY0" fmla="*/ 0 h 4614939"/>
                    <a:gd name="connsiteX1" fmla="*/ 7528189 w 7673332"/>
                    <a:gd name="connsiteY1" fmla="*/ 275772 h 4614939"/>
                    <a:gd name="connsiteX2" fmla="*/ 7673332 w 7673332"/>
                    <a:gd name="connsiteY2" fmla="*/ 1480457 h 4614939"/>
                    <a:gd name="connsiteX3" fmla="*/ 4872074 w 7673332"/>
                    <a:gd name="connsiteY3" fmla="*/ 4499428 h 4614939"/>
                    <a:gd name="connsiteX4" fmla="*/ 4668875 w 7673332"/>
                    <a:gd name="connsiteY4" fmla="*/ 3860799 h 4614939"/>
                    <a:gd name="connsiteX5" fmla="*/ 38817 w 7673332"/>
                    <a:gd name="connsiteY5" fmla="*/ 0 h 4614939"/>
                    <a:gd name="connsiteX0" fmla="*/ 38817 w 7673332"/>
                    <a:gd name="connsiteY0" fmla="*/ 0 h 4499428"/>
                    <a:gd name="connsiteX1" fmla="*/ 7528189 w 7673332"/>
                    <a:gd name="connsiteY1" fmla="*/ 275772 h 4499428"/>
                    <a:gd name="connsiteX2" fmla="*/ 7673332 w 7673332"/>
                    <a:gd name="connsiteY2" fmla="*/ 1480457 h 4499428"/>
                    <a:gd name="connsiteX3" fmla="*/ 4872074 w 7673332"/>
                    <a:gd name="connsiteY3" fmla="*/ 4499428 h 4499428"/>
                    <a:gd name="connsiteX4" fmla="*/ 4668875 w 7673332"/>
                    <a:gd name="connsiteY4" fmla="*/ 3860799 h 4499428"/>
                    <a:gd name="connsiteX5" fmla="*/ 38817 w 7673332"/>
                    <a:gd name="connsiteY5" fmla="*/ 0 h 4499428"/>
                    <a:gd name="connsiteX0" fmla="*/ 39428 w 7673943"/>
                    <a:gd name="connsiteY0" fmla="*/ 0 h 4499428"/>
                    <a:gd name="connsiteX1" fmla="*/ 7528800 w 7673943"/>
                    <a:gd name="connsiteY1" fmla="*/ 275772 h 4499428"/>
                    <a:gd name="connsiteX2" fmla="*/ 7673943 w 7673943"/>
                    <a:gd name="connsiteY2" fmla="*/ 1480457 h 4499428"/>
                    <a:gd name="connsiteX3" fmla="*/ 4872685 w 7673943"/>
                    <a:gd name="connsiteY3" fmla="*/ 4499428 h 4499428"/>
                    <a:gd name="connsiteX4" fmla="*/ 4596915 w 7673943"/>
                    <a:gd name="connsiteY4" fmla="*/ 4397828 h 4499428"/>
                    <a:gd name="connsiteX5" fmla="*/ 39428 w 7673943"/>
                    <a:gd name="connsiteY5" fmla="*/ 0 h 4499428"/>
                    <a:gd name="connsiteX0" fmla="*/ 39428 w 7673943"/>
                    <a:gd name="connsiteY0" fmla="*/ 0 h 4499428"/>
                    <a:gd name="connsiteX1" fmla="*/ 7528800 w 7673943"/>
                    <a:gd name="connsiteY1" fmla="*/ 275772 h 4499428"/>
                    <a:gd name="connsiteX2" fmla="*/ 7673943 w 7673943"/>
                    <a:gd name="connsiteY2" fmla="*/ 1480457 h 4499428"/>
                    <a:gd name="connsiteX3" fmla="*/ 4872685 w 7673943"/>
                    <a:gd name="connsiteY3" fmla="*/ 4499428 h 4499428"/>
                    <a:gd name="connsiteX4" fmla="*/ 4596915 w 7673943"/>
                    <a:gd name="connsiteY4" fmla="*/ 4397828 h 4499428"/>
                    <a:gd name="connsiteX5" fmla="*/ 39428 w 7673943"/>
                    <a:gd name="connsiteY5" fmla="*/ 0 h 4499428"/>
                    <a:gd name="connsiteX0" fmla="*/ 39428 w 7673943"/>
                    <a:gd name="connsiteY0" fmla="*/ 0 h 4499428"/>
                    <a:gd name="connsiteX1" fmla="*/ 7528800 w 7673943"/>
                    <a:gd name="connsiteY1" fmla="*/ 275772 h 4499428"/>
                    <a:gd name="connsiteX2" fmla="*/ 7673943 w 7673943"/>
                    <a:gd name="connsiteY2" fmla="*/ 1480457 h 4499428"/>
                    <a:gd name="connsiteX3" fmla="*/ 4872685 w 7673943"/>
                    <a:gd name="connsiteY3" fmla="*/ 4499428 h 4499428"/>
                    <a:gd name="connsiteX4" fmla="*/ 4596915 w 7673943"/>
                    <a:gd name="connsiteY4" fmla="*/ 4397828 h 4499428"/>
                    <a:gd name="connsiteX5" fmla="*/ 39428 w 7673943"/>
                    <a:gd name="connsiteY5" fmla="*/ 0 h 4499428"/>
                    <a:gd name="connsiteX0" fmla="*/ 39428 w 7673943"/>
                    <a:gd name="connsiteY0" fmla="*/ 0 h 4499428"/>
                    <a:gd name="connsiteX1" fmla="*/ 7528800 w 7673943"/>
                    <a:gd name="connsiteY1" fmla="*/ 275772 h 4499428"/>
                    <a:gd name="connsiteX2" fmla="*/ 7673943 w 7673943"/>
                    <a:gd name="connsiteY2" fmla="*/ 1480457 h 4499428"/>
                    <a:gd name="connsiteX3" fmla="*/ 4872685 w 7673943"/>
                    <a:gd name="connsiteY3" fmla="*/ 4499428 h 4499428"/>
                    <a:gd name="connsiteX4" fmla="*/ 4596915 w 7673943"/>
                    <a:gd name="connsiteY4" fmla="*/ 4397828 h 4499428"/>
                    <a:gd name="connsiteX5" fmla="*/ 39428 w 7673943"/>
                    <a:gd name="connsiteY5" fmla="*/ 0 h 4499428"/>
                    <a:gd name="connsiteX0" fmla="*/ 38245 w 7672760"/>
                    <a:gd name="connsiteY0" fmla="*/ 0 h 4499428"/>
                    <a:gd name="connsiteX1" fmla="*/ 7527617 w 7672760"/>
                    <a:gd name="connsiteY1" fmla="*/ 275772 h 4499428"/>
                    <a:gd name="connsiteX2" fmla="*/ 7672760 w 7672760"/>
                    <a:gd name="connsiteY2" fmla="*/ 1480457 h 4499428"/>
                    <a:gd name="connsiteX3" fmla="*/ 4871502 w 7672760"/>
                    <a:gd name="connsiteY3" fmla="*/ 4499428 h 4499428"/>
                    <a:gd name="connsiteX4" fmla="*/ 4595732 w 7672760"/>
                    <a:gd name="connsiteY4" fmla="*/ 4397828 h 4499428"/>
                    <a:gd name="connsiteX5" fmla="*/ 38245 w 7672760"/>
                    <a:gd name="connsiteY5" fmla="*/ 0 h 4499428"/>
                    <a:gd name="connsiteX0" fmla="*/ 0 w 7634515"/>
                    <a:gd name="connsiteY0" fmla="*/ 0 h 4499428"/>
                    <a:gd name="connsiteX1" fmla="*/ 7489372 w 7634515"/>
                    <a:gd name="connsiteY1" fmla="*/ 275772 h 4499428"/>
                    <a:gd name="connsiteX2" fmla="*/ 7634515 w 7634515"/>
                    <a:gd name="connsiteY2" fmla="*/ 1480457 h 4499428"/>
                    <a:gd name="connsiteX3" fmla="*/ 4833257 w 7634515"/>
                    <a:gd name="connsiteY3" fmla="*/ 4499428 h 4499428"/>
                    <a:gd name="connsiteX4" fmla="*/ 4557487 w 7634515"/>
                    <a:gd name="connsiteY4" fmla="*/ 4397828 h 4499428"/>
                    <a:gd name="connsiteX5" fmla="*/ 0 w 7634515"/>
                    <a:gd name="connsiteY5" fmla="*/ 0 h 4499428"/>
                    <a:gd name="connsiteX0" fmla="*/ 0 w 7634515"/>
                    <a:gd name="connsiteY0" fmla="*/ 0 h 4455885"/>
                    <a:gd name="connsiteX1" fmla="*/ 7489372 w 7634515"/>
                    <a:gd name="connsiteY1" fmla="*/ 275772 h 4455885"/>
                    <a:gd name="connsiteX2" fmla="*/ 7634515 w 7634515"/>
                    <a:gd name="connsiteY2" fmla="*/ 1480457 h 4455885"/>
                    <a:gd name="connsiteX3" fmla="*/ 4862285 w 7634515"/>
                    <a:gd name="connsiteY3" fmla="*/ 4455885 h 4455885"/>
                    <a:gd name="connsiteX4" fmla="*/ 4557487 w 7634515"/>
                    <a:gd name="connsiteY4" fmla="*/ 4397828 h 4455885"/>
                    <a:gd name="connsiteX5" fmla="*/ 0 w 7634515"/>
                    <a:gd name="connsiteY5" fmla="*/ 0 h 4455885"/>
                    <a:gd name="connsiteX0" fmla="*/ 0 w 7634515"/>
                    <a:gd name="connsiteY0" fmla="*/ 0 h 4484914"/>
                    <a:gd name="connsiteX1" fmla="*/ 7489372 w 7634515"/>
                    <a:gd name="connsiteY1" fmla="*/ 275772 h 4484914"/>
                    <a:gd name="connsiteX2" fmla="*/ 7634515 w 7634515"/>
                    <a:gd name="connsiteY2" fmla="*/ 1480457 h 4484914"/>
                    <a:gd name="connsiteX3" fmla="*/ 4833256 w 7634515"/>
                    <a:gd name="connsiteY3" fmla="*/ 4484914 h 4484914"/>
                    <a:gd name="connsiteX4" fmla="*/ 4557487 w 7634515"/>
                    <a:gd name="connsiteY4" fmla="*/ 4397828 h 4484914"/>
                    <a:gd name="connsiteX5" fmla="*/ 0 w 7634515"/>
                    <a:gd name="connsiteY5" fmla="*/ 0 h 4484914"/>
                    <a:gd name="connsiteX0" fmla="*/ 0 w 7634515"/>
                    <a:gd name="connsiteY0" fmla="*/ 0 h 4484914"/>
                    <a:gd name="connsiteX1" fmla="*/ 7489372 w 7634515"/>
                    <a:gd name="connsiteY1" fmla="*/ 275772 h 4484914"/>
                    <a:gd name="connsiteX2" fmla="*/ 7634515 w 7634515"/>
                    <a:gd name="connsiteY2" fmla="*/ 1480457 h 4484914"/>
                    <a:gd name="connsiteX3" fmla="*/ 4833256 w 7634515"/>
                    <a:gd name="connsiteY3" fmla="*/ 4484914 h 4484914"/>
                    <a:gd name="connsiteX4" fmla="*/ 4557487 w 7634515"/>
                    <a:gd name="connsiteY4" fmla="*/ 4397828 h 4484914"/>
                    <a:gd name="connsiteX5" fmla="*/ 0 w 7634515"/>
                    <a:gd name="connsiteY5" fmla="*/ 0 h 4484914"/>
                    <a:gd name="connsiteX0" fmla="*/ 0 w 7634515"/>
                    <a:gd name="connsiteY0" fmla="*/ 0 h 4484914"/>
                    <a:gd name="connsiteX1" fmla="*/ 5573485 w 7634515"/>
                    <a:gd name="connsiteY1" fmla="*/ 203200 h 4484914"/>
                    <a:gd name="connsiteX2" fmla="*/ 7489372 w 7634515"/>
                    <a:gd name="connsiteY2" fmla="*/ 275772 h 4484914"/>
                    <a:gd name="connsiteX3" fmla="*/ 7634515 w 7634515"/>
                    <a:gd name="connsiteY3" fmla="*/ 1480457 h 4484914"/>
                    <a:gd name="connsiteX4" fmla="*/ 4833256 w 7634515"/>
                    <a:gd name="connsiteY4" fmla="*/ 4484914 h 4484914"/>
                    <a:gd name="connsiteX5" fmla="*/ 4557487 w 7634515"/>
                    <a:gd name="connsiteY5" fmla="*/ 4397828 h 4484914"/>
                    <a:gd name="connsiteX6" fmla="*/ 0 w 7634515"/>
                    <a:gd name="connsiteY6" fmla="*/ 0 h 4484914"/>
                    <a:gd name="connsiteX0" fmla="*/ 0 w 7634515"/>
                    <a:gd name="connsiteY0" fmla="*/ 798285 h 5283199"/>
                    <a:gd name="connsiteX1" fmla="*/ 7082971 w 7634515"/>
                    <a:gd name="connsiteY1" fmla="*/ 0 h 5283199"/>
                    <a:gd name="connsiteX2" fmla="*/ 7489372 w 7634515"/>
                    <a:gd name="connsiteY2" fmla="*/ 1074057 h 5283199"/>
                    <a:gd name="connsiteX3" fmla="*/ 7634515 w 7634515"/>
                    <a:gd name="connsiteY3" fmla="*/ 2278742 h 5283199"/>
                    <a:gd name="connsiteX4" fmla="*/ 4833256 w 7634515"/>
                    <a:gd name="connsiteY4" fmla="*/ 5283199 h 5283199"/>
                    <a:gd name="connsiteX5" fmla="*/ 4557487 w 7634515"/>
                    <a:gd name="connsiteY5" fmla="*/ 5196113 h 5283199"/>
                    <a:gd name="connsiteX6" fmla="*/ 0 w 7634515"/>
                    <a:gd name="connsiteY6" fmla="*/ 798285 h 5283199"/>
                    <a:gd name="connsiteX0" fmla="*/ 0 w 7634515"/>
                    <a:gd name="connsiteY0" fmla="*/ 1088571 h 5573485"/>
                    <a:gd name="connsiteX1" fmla="*/ 7257143 w 7634515"/>
                    <a:gd name="connsiteY1" fmla="*/ 0 h 5573485"/>
                    <a:gd name="connsiteX2" fmla="*/ 7489372 w 7634515"/>
                    <a:gd name="connsiteY2" fmla="*/ 1364343 h 5573485"/>
                    <a:gd name="connsiteX3" fmla="*/ 7634515 w 7634515"/>
                    <a:gd name="connsiteY3" fmla="*/ 2569028 h 5573485"/>
                    <a:gd name="connsiteX4" fmla="*/ 4833256 w 7634515"/>
                    <a:gd name="connsiteY4" fmla="*/ 5573485 h 5573485"/>
                    <a:gd name="connsiteX5" fmla="*/ 4557487 w 7634515"/>
                    <a:gd name="connsiteY5" fmla="*/ 5486399 h 5573485"/>
                    <a:gd name="connsiteX6" fmla="*/ 0 w 7634515"/>
                    <a:gd name="connsiteY6" fmla="*/ 1088571 h 5573485"/>
                    <a:gd name="connsiteX0" fmla="*/ 0 w 7634515"/>
                    <a:gd name="connsiteY0" fmla="*/ 1088571 h 5573485"/>
                    <a:gd name="connsiteX1" fmla="*/ 5660571 w 7634515"/>
                    <a:gd name="connsiteY1" fmla="*/ 217715 h 5573485"/>
                    <a:gd name="connsiteX2" fmla="*/ 7257143 w 7634515"/>
                    <a:gd name="connsiteY2" fmla="*/ 0 h 5573485"/>
                    <a:gd name="connsiteX3" fmla="*/ 7489372 w 7634515"/>
                    <a:gd name="connsiteY3" fmla="*/ 1364343 h 5573485"/>
                    <a:gd name="connsiteX4" fmla="*/ 7634515 w 7634515"/>
                    <a:gd name="connsiteY4" fmla="*/ 2569028 h 5573485"/>
                    <a:gd name="connsiteX5" fmla="*/ 4833256 w 7634515"/>
                    <a:gd name="connsiteY5" fmla="*/ 5573485 h 5573485"/>
                    <a:gd name="connsiteX6" fmla="*/ 4557487 w 7634515"/>
                    <a:gd name="connsiteY6" fmla="*/ 5486399 h 5573485"/>
                    <a:gd name="connsiteX7" fmla="*/ 0 w 7634515"/>
                    <a:gd name="connsiteY7" fmla="*/ 1088571 h 5573485"/>
                    <a:gd name="connsiteX0" fmla="*/ 0 w 7634515"/>
                    <a:gd name="connsiteY0" fmla="*/ 1088571 h 5573485"/>
                    <a:gd name="connsiteX1" fmla="*/ 6110514 w 7634515"/>
                    <a:gd name="connsiteY1" fmla="*/ 740229 h 5573485"/>
                    <a:gd name="connsiteX2" fmla="*/ 7257143 w 7634515"/>
                    <a:gd name="connsiteY2" fmla="*/ 0 h 5573485"/>
                    <a:gd name="connsiteX3" fmla="*/ 7489372 w 7634515"/>
                    <a:gd name="connsiteY3" fmla="*/ 1364343 h 5573485"/>
                    <a:gd name="connsiteX4" fmla="*/ 7634515 w 7634515"/>
                    <a:gd name="connsiteY4" fmla="*/ 2569028 h 5573485"/>
                    <a:gd name="connsiteX5" fmla="*/ 4833256 w 7634515"/>
                    <a:gd name="connsiteY5" fmla="*/ 5573485 h 5573485"/>
                    <a:gd name="connsiteX6" fmla="*/ 4557487 w 7634515"/>
                    <a:gd name="connsiteY6" fmla="*/ 5486399 h 5573485"/>
                    <a:gd name="connsiteX7" fmla="*/ 0 w 7634515"/>
                    <a:gd name="connsiteY7" fmla="*/ 1088571 h 5573485"/>
                    <a:gd name="connsiteX0" fmla="*/ 0 w 7634515"/>
                    <a:gd name="connsiteY0" fmla="*/ 1088571 h 5573485"/>
                    <a:gd name="connsiteX1" fmla="*/ 6037942 w 7634515"/>
                    <a:gd name="connsiteY1" fmla="*/ 754743 h 5573485"/>
                    <a:gd name="connsiteX2" fmla="*/ 7257143 w 7634515"/>
                    <a:gd name="connsiteY2" fmla="*/ 0 h 5573485"/>
                    <a:gd name="connsiteX3" fmla="*/ 7489372 w 7634515"/>
                    <a:gd name="connsiteY3" fmla="*/ 1364343 h 5573485"/>
                    <a:gd name="connsiteX4" fmla="*/ 7634515 w 7634515"/>
                    <a:gd name="connsiteY4" fmla="*/ 2569028 h 5573485"/>
                    <a:gd name="connsiteX5" fmla="*/ 4833256 w 7634515"/>
                    <a:gd name="connsiteY5" fmla="*/ 5573485 h 5573485"/>
                    <a:gd name="connsiteX6" fmla="*/ 4557487 w 7634515"/>
                    <a:gd name="connsiteY6" fmla="*/ 5486399 h 5573485"/>
                    <a:gd name="connsiteX7" fmla="*/ 0 w 7634515"/>
                    <a:gd name="connsiteY7" fmla="*/ 1088571 h 5573485"/>
                    <a:gd name="connsiteX0" fmla="*/ 0 w 7634515"/>
                    <a:gd name="connsiteY0" fmla="*/ 1088571 h 5573485"/>
                    <a:gd name="connsiteX1" fmla="*/ 3164114 w 7634515"/>
                    <a:gd name="connsiteY1" fmla="*/ 914401 h 5573485"/>
                    <a:gd name="connsiteX2" fmla="*/ 6037942 w 7634515"/>
                    <a:gd name="connsiteY2" fmla="*/ 754743 h 5573485"/>
                    <a:gd name="connsiteX3" fmla="*/ 7257143 w 7634515"/>
                    <a:gd name="connsiteY3" fmla="*/ 0 h 5573485"/>
                    <a:gd name="connsiteX4" fmla="*/ 7489372 w 7634515"/>
                    <a:gd name="connsiteY4" fmla="*/ 1364343 h 5573485"/>
                    <a:gd name="connsiteX5" fmla="*/ 7634515 w 7634515"/>
                    <a:gd name="connsiteY5" fmla="*/ 2569028 h 5573485"/>
                    <a:gd name="connsiteX6" fmla="*/ 4833256 w 7634515"/>
                    <a:gd name="connsiteY6" fmla="*/ 5573485 h 5573485"/>
                    <a:gd name="connsiteX7" fmla="*/ 4557487 w 7634515"/>
                    <a:gd name="connsiteY7" fmla="*/ 5486399 h 5573485"/>
                    <a:gd name="connsiteX8" fmla="*/ 0 w 7634515"/>
                    <a:gd name="connsiteY8" fmla="*/ 1088571 h 5573485"/>
                    <a:gd name="connsiteX0" fmla="*/ 0 w 7634515"/>
                    <a:gd name="connsiteY0" fmla="*/ 1088571 h 5573485"/>
                    <a:gd name="connsiteX1" fmla="*/ 711199 w 7634515"/>
                    <a:gd name="connsiteY1" fmla="*/ 435430 h 5573485"/>
                    <a:gd name="connsiteX2" fmla="*/ 6037942 w 7634515"/>
                    <a:gd name="connsiteY2" fmla="*/ 754743 h 5573485"/>
                    <a:gd name="connsiteX3" fmla="*/ 7257143 w 7634515"/>
                    <a:gd name="connsiteY3" fmla="*/ 0 h 5573485"/>
                    <a:gd name="connsiteX4" fmla="*/ 7489372 w 7634515"/>
                    <a:gd name="connsiteY4" fmla="*/ 1364343 h 5573485"/>
                    <a:gd name="connsiteX5" fmla="*/ 7634515 w 7634515"/>
                    <a:gd name="connsiteY5" fmla="*/ 2569028 h 5573485"/>
                    <a:gd name="connsiteX6" fmla="*/ 4833256 w 7634515"/>
                    <a:gd name="connsiteY6" fmla="*/ 5573485 h 5573485"/>
                    <a:gd name="connsiteX7" fmla="*/ 4557487 w 7634515"/>
                    <a:gd name="connsiteY7" fmla="*/ 5486399 h 5573485"/>
                    <a:gd name="connsiteX8" fmla="*/ 0 w 7634515"/>
                    <a:gd name="connsiteY8" fmla="*/ 1088571 h 5573485"/>
                    <a:gd name="connsiteX0" fmla="*/ 0 w 7634515"/>
                    <a:gd name="connsiteY0" fmla="*/ 1088571 h 5573485"/>
                    <a:gd name="connsiteX1" fmla="*/ 711199 w 7634515"/>
                    <a:gd name="connsiteY1" fmla="*/ 435430 h 5573485"/>
                    <a:gd name="connsiteX2" fmla="*/ 6037942 w 7634515"/>
                    <a:gd name="connsiteY2" fmla="*/ 754743 h 5573485"/>
                    <a:gd name="connsiteX3" fmla="*/ 7257143 w 7634515"/>
                    <a:gd name="connsiteY3" fmla="*/ 0 h 5573485"/>
                    <a:gd name="connsiteX4" fmla="*/ 7489372 w 7634515"/>
                    <a:gd name="connsiteY4" fmla="*/ 1364343 h 5573485"/>
                    <a:gd name="connsiteX5" fmla="*/ 7634515 w 7634515"/>
                    <a:gd name="connsiteY5" fmla="*/ 2569028 h 5573485"/>
                    <a:gd name="connsiteX6" fmla="*/ 4833256 w 7634515"/>
                    <a:gd name="connsiteY6" fmla="*/ 5573485 h 5573485"/>
                    <a:gd name="connsiteX7" fmla="*/ 4557487 w 7634515"/>
                    <a:gd name="connsiteY7" fmla="*/ 5486399 h 5573485"/>
                    <a:gd name="connsiteX8" fmla="*/ 0 w 7634515"/>
                    <a:gd name="connsiteY8" fmla="*/ 1088571 h 5573485"/>
                    <a:gd name="connsiteX0" fmla="*/ 0 w 7605486"/>
                    <a:gd name="connsiteY0" fmla="*/ 1074056 h 5573485"/>
                    <a:gd name="connsiteX1" fmla="*/ 682170 w 7605486"/>
                    <a:gd name="connsiteY1" fmla="*/ 435430 h 5573485"/>
                    <a:gd name="connsiteX2" fmla="*/ 6008913 w 7605486"/>
                    <a:gd name="connsiteY2" fmla="*/ 754743 h 5573485"/>
                    <a:gd name="connsiteX3" fmla="*/ 7228114 w 7605486"/>
                    <a:gd name="connsiteY3" fmla="*/ 0 h 5573485"/>
                    <a:gd name="connsiteX4" fmla="*/ 7460343 w 7605486"/>
                    <a:gd name="connsiteY4" fmla="*/ 1364343 h 5573485"/>
                    <a:gd name="connsiteX5" fmla="*/ 7605486 w 7605486"/>
                    <a:gd name="connsiteY5" fmla="*/ 2569028 h 5573485"/>
                    <a:gd name="connsiteX6" fmla="*/ 4804227 w 7605486"/>
                    <a:gd name="connsiteY6" fmla="*/ 5573485 h 5573485"/>
                    <a:gd name="connsiteX7" fmla="*/ 4528458 w 7605486"/>
                    <a:gd name="connsiteY7" fmla="*/ 5486399 h 5573485"/>
                    <a:gd name="connsiteX8" fmla="*/ 0 w 7605486"/>
                    <a:gd name="connsiteY8" fmla="*/ 1074056 h 5573485"/>
                    <a:gd name="connsiteX0" fmla="*/ 145217 w 7750703"/>
                    <a:gd name="connsiteY0" fmla="*/ 1074056 h 5573485"/>
                    <a:gd name="connsiteX1" fmla="*/ 827387 w 7750703"/>
                    <a:gd name="connsiteY1" fmla="*/ 435430 h 5573485"/>
                    <a:gd name="connsiteX2" fmla="*/ 6154130 w 7750703"/>
                    <a:gd name="connsiteY2" fmla="*/ 754743 h 5573485"/>
                    <a:gd name="connsiteX3" fmla="*/ 7373331 w 7750703"/>
                    <a:gd name="connsiteY3" fmla="*/ 0 h 5573485"/>
                    <a:gd name="connsiteX4" fmla="*/ 7605560 w 7750703"/>
                    <a:gd name="connsiteY4" fmla="*/ 1364343 h 5573485"/>
                    <a:gd name="connsiteX5" fmla="*/ 7750703 w 7750703"/>
                    <a:gd name="connsiteY5" fmla="*/ 2569028 h 5573485"/>
                    <a:gd name="connsiteX6" fmla="*/ 4949444 w 7750703"/>
                    <a:gd name="connsiteY6" fmla="*/ 5573485 h 5573485"/>
                    <a:gd name="connsiteX7" fmla="*/ 4673675 w 7750703"/>
                    <a:gd name="connsiteY7" fmla="*/ 5486399 h 5573485"/>
                    <a:gd name="connsiteX8" fmla="*/ 145217 w 7750703"/>
                    <a:gd name="connsiteY8" fmla="*/ 1074056 h 5573485"/>
                    <a:gd name="connsiteX0" fmla="*/ 143276 w 7748762"/>
                    <a:gd name="connsiteY0" fmla="*/ 1074056 h 5573485"/>
                    <a:gd name="connsiteX1" fmla="*/ 825446 w 7748762"/>
                    <a:gd name="connsiteY1" fmla="*/ 435430 h 5573485"/>
                    <a:gd name="connsiteX2" fmla="*/ 6152189 w 7748762"/>
                    <a:gd name="connsiteY2" fmla="*/ 754743 h 5573485"/>
                    <a:gd name="connsiteX3" fmla="*/ 7371390 w 7748762"/>
                    <a:gd name="connsiteY3" fmla="*/ 0 h 5573485"/>
                    <a:gd name="connsiteX4" fmla="*/ 7603619 w 7748762"/>
                    <a:gd name="connsiteY4" fmla="*/ 1364343 h 5573485"/>
                    <a:gd name="connsiteX5" fmla="*/ 7748762 w 7748762"/>
                    <a:gd name="connsiteY5" fmla="*/ 2569028 h 5573485"/>
                    <a:gd name="connsiteX6" fmla="*/ 4947503 w 7748762"/>
                    <a:gd name="connsiteY6" fmla="*/ 5573485 h 5573485"/>
                    <a:gd name="connsiteX7" fmla="*/ 4671734 w 7748762"/>
                    <a:gd name="connsiteY7" fmla="*/ 5486399 h 5573485"/>
                    <a:gd name="connsiteX8" fmla="*/ 143276 w 7748762"/>
                    <a:gd name="connsiteY8" fmla="*/ 1074056 h 5573485"/>
                    <a:gd name="connsiteX0" fmla="*/ 143276 w 7748762"/>
                    <a:gd name="connsiteY0" fmla="*/ 1074056 h 5573485"/>
                    <a:gd name="connsiteX1" fmla="*/ 825446 w 7748762"/>
                    <a:gd name="connsiteY1" fmla="*/ 435430 h 5573485"/>
                    <a:gd name="connsiteX2" fmla="*/ 3365445 w 7748762"/>
                    <a:gd name="connsiteY2" fmla="*/ 566058 h 5573485"/>
                    <a:gd name="connsiteX3" fmla="*/ 6152189 w 7748762"/>
                    <a:gd name="connsiteY3" fmla="*/ 754743 h 5573485"/>
                    <a:gd name="connsiteX4" fmla="*/ 7371390 w 7748762"/>
                    <a:gd name="connsiteY4" fmla="*/ 0 h 5573485"/>
                    <a:gd name="connsiteX5" fmla="*/ 7603619 w 7748762"/>
                    <a:gd name="connsiteY5" fmla="*/ 1364343 h 5573485"/>
                    <a:gd name="connsiteX6" fmla="*/ 7748762 w 7748762"/>
                    <a:gd name="connsiteY6" fmla="*/ 2569028 h 5573485"/>
                    <a:gd name="connsiteX7" fmla="*/ 4947503 w 7748762"/>
                    <a:gd name="connsiteY7" fmla="*/ 5573485 h 5573485"/>
                    <a:gd name="connsiteX8" fmla="*/ 4671734 w 7748762"/>
                    <a:gd name="connsiteY8" fmla="*/ 5486399 h 5573485"/>
                    <a:gd name="connsiteX9" fmla="*/ 143276 w 7748762"/>
                    <a:gd name="connsiteY9" fmla="*/ 1074056 h 5573485"/>
                    <a:gd name="connsiteX0" fmla="*/ 143276 w 7748762"/>
                    <a:gd name="connsiteY0" fmla="*/ 1074056 h 5573485"/>
                    <a:gd name="connsiteX1" fmla="*/ 825446 w 7748762"/>
                    <a:gd name="connsiteY1" fmla="*/ 435430 h 5573485"/>
                    <a:gd name="connsiteX2" fmla="*/ 2494588 w 7748762"/>
                    <a:gd name="connsiteY2" fmla="*/ 2249715 h 5573485"/>
                    <a:gd name="connsiteX3" fmla="*/ 6152189 w 7748762"/>
                    <a:gd name="connsiteY3" fmla="*/ 754743 h 5573485"/>
                    <a:gd name="connsiteX4" fmla="*/ 7371390 w 7748762"/>
                    <a:gd name="connsiteY4" fmla="*/ 0 h 5573485"/>
                    <a:gd name="connsiteX5" fmla="*/ 7603619 w 7748762"/>
                    <a:gd name="connsiteY5" fmla="*/ 1364343 h 5573485"/>
                    <a:gd name="connsiteX6" fmla="*/ 7748762 w 7748762"/>
                    <a:gd name="connsiteY6" fmla="*/ 2569028 h 5573485"/>
                    <a:gd name="connsiteX7" fmla="*/ 4947503 w 7748762"/>
                    <a:gd name="connsiteY7" fmla="*/ 5573485 h 5573485"/>
                    <a:gd name="connsiteX8" fmla="*/ 4671734 w 7748762"/>
                    <a:gd name="connsiteY8" fmla="*/ 5486399 h 5573485"/>
                    <a:gd name="connsiteX9" fmla="*/ 143276 w 7748762"/>
                    <a:gd name="connsiteY9" fmla="*/ 1074056 h 5573485"/>
                    <a:gd name="connsiteX0" fmla="*/ 225462 w 7830948"/>
                    <a:gd name="connsiteY0" fmla="*/ 1074056 h 5573485"/>
                    <a:gd name="connsiteX1" fmla="*/ 530261 w 7830948"/>
                    <a:gd name="connsiteY1" fmla="*/ 595087 h 5573485"/>
                    <a:gd name="connsiteX2" fmla="*/ 2576774 w 7830948"/>
                    <a:gd name="connsiteY2" fmla="*/ 2249715 h 5573485"/>
                    <a:gd name="connsiteX3" fmla="*/ 6234375 w 7830948"/>
                    <a:gd name="connsiteY3" fmla="*/ 754743 h 5573485"/>
                    <a:gd name="connsiteX4" fmla="*/ 7453576 w 7830948"/>
                    <a:gd name="connsiteY4" fmla="*/ 0 h 5573485"/>
                    <a:gd name="connsiteX5" fmla="*/ 7685805 w 7830948"/>
                    <a:gd name="connsiteY5" fmla="*/ 1364343 h 5573485"/>
                    <a:gd name="connsiteX6" fmla="*/ 7830948 w 7830948"/>
                    <a:gd name="connsiteY6" fmla="*/ 2569028 h 5573485"/>
                    <a:gd name="connsiteX7" fmla="*/ 5029689 w 7830948"/>
                    <a:gd name="connsiteY7" fmla="*/ 5573485 h 5573485"/>
                    <a:gd name="connsiteX8" fmla="*/ 4753920 w 7830948"/>
                    <a:gd name="connsiteY8" fmla="*/ 5486399 h 5573485"/>
                    <a:gd name="connsiteX9" fmla="*/ 225462 w 7830948"/>
                    <a:gd name="connsiteY9" fmla="*/ 1074056 h 5573485"/>
                    <a:gd name="connsiteX0" fmla="*/ 154662 w 7760148"/>
                    <a:gd name="connsiteY0" fmla="*/ 1074056 h 5573485"/>
                    <a:gd name="connsiteX1" fmla="*/ 764261 w 7760148"/>
                    <a:gd name="connsiteY1" fmla="*/ 391887 h 5573485"/>
                    <a:gd name="connsiteX2" fmla="*/ 2505974 w 7760148"/>
                    <a:gd name="connsiteY2" fmla="*/ 2249715 h 5573485"/>
                    <a:gd name="connsiteX3" fmla="*/ 6163575 w 7760148"/>
                    <a:gd name="connsiteY3" fmla="*/ 754743 h 5573485"/>
                    <a:gd name="connsiteX4" fmla="*/ 7382776 w 7760148"/>
                    <a:gd name="connsiteY4" fmla="*/ 0 h 5573485"/>
                    <a:gd name="connsiteX5" fmla="*/ 7615005 w 7760148"/>
                    <a:gd name="connsiteY5" fmla="*/ 1364343 h 5573485"/>
                    <a:gd name="connsiteX6" fmla="*/ 7760148 w 7760148"/>
                    <a:gd name="connsiteY6" fmla="*/ 2569028 h 5573485"/>
                    <a:gd name="connsiteX7" fmla="*/ 4958889 w 7760148"/>
                    <a:gd name="connsiteY7" fmla="*/ 5573485 h 5573485"/>
                    <a:gd name="connsiteX8" fmla="*/ 4683120 w 7760148"/>
                    <a:gd name="connsiteY8" fmla="*/ 5486399 h 5573485"/>
                    <a:gd name="connsiteX9" fmla="*/ 154662 w 7760148"/>
                    <a:gd name="connsiteY9" fmla="*/ 1074056 h 5573485"/>
                    <a:gd name="connsiteX0" fmla="*/ 146294 w 7751780"/>
                    <a:gd name="connsiteY0" fmla="*/ 1074056 h 5573485"/>
                    <a:gd name="connsiteX1" fmla="*/ 755893 w 7751780"/>
                    <a:gd name="connsiteY1" fmla="*/ 391887 h 5573485"/>
                    <a:gd name="connsiteX2" fmla="*/ 2497606 w 7751780"/>
                    <a:gd name="connsiteY2" fmla="*/ 2249715 h 5573485"/>
                    <a:gd name="connsiteX3" fmla="*/ 6155207 w 7751780"/>
                    <a:gd name="connsiteY3" fmla="*/ 754743 h 5573485"/>
                    <a:gd name="connsiteX4" fmla="*/ 7374408 w 7751780"/>
                    <a:gd name="connsiteY4" fmla="*/ 0 h 5573485"/>
                    <a:gd name="connsiteX5" fmla="*/ 7606637 w 7751780"/>
                    <a:gd name="connsiteY5" fmla="*/ 1364343 h 5573485"/>
                    <a:gd name="connsiteX6" fmla="*/ 7751780 w 7751780"/>
                    <a:gd name="connsiteY6" fmla="*/ 2569028 h 5573485"/>
                    <a:gd name="connsiteX7" fmla="*/ 4950521 w 7751780"/>
                    <a:gd name="connsiteY7" fmla="*/ 5573485 h 5573485"/>
                    <a:gd name="connsiteX8" fmla="*/ 4674752 w 7751780"/>
                    <a:gd name="connsiteY8" fmla="*/ 5486399 h 5573485"/>
                    <a:gd name="connsiteX9" fmla="*/ 146294 w 7751780"/>
                    <a:gd name="connsiteY9" fmla="*/ 1074056 h 5573485"/>
                    <a:gd name="connsiteX0" fmla="*/ 146294 w 7751780"/>
                    <a:gd name="connsiteY0" fmla="*/ 1074056 h 5573485"/>
                    <a:gd name="connsiteX1" fmla="*/ 755893 w 7751780"/>
                    <a:gd name="connsiteY1" fmla="*/ 391887 h 5573485"/>
                    <a:gd name="connsiteX2" fmla="*/ 2584691 w 7751780"/>
                    <a:gd name="connsiteY2" fmla="*/ 2220687 h 5573485"/>
                    <a:gd name="connsiteX3" fmla="*/ 6155207 w 7751780"/>
                    <a:gd name="connsiteY3" fmla="*/ 754743 h 5573485"/>
                    <a:gd name="connsiteX4" fmla="*/ 7374408 w 7751780"/>
                    <a:gd name="connsiteY4" fmla="*/ 0 h 5573485"/>
                    <a:gd name="connsiteX5" fmla="*/ 7606637 w 7751780"/>
                    <a:gd name="connsiteY5" fmla="*/ 1364343 h 5573485"/>
                    <a:gd name="connsiteX6" fmla="*/ 7751780 w 7751780"/>
                    <a:gd name="connsiteY6" fmla="*/ 2569028 h 5573485"/>
                    <a:gd name="connsiteX7" fmla="*/ 4950521 w 7751780"/>
                    <a:gd name="connsiteY7" fmla="*/ 5573485 h 5573485"/>
                    <a:gd name="connsiteX8" fmla="*/ 4674752 w 7751780"/>
                    <a:gd name="connsiteY8" fmla="*/ 5486399 h 5573485"/>
                    <a:gd name="connsiteX9" fmla="*/ 146294 w 7751780"/>
                    <a:gd name="connsiteY9" fmla="*/ 1074056 h 5573485"/>
                    <a:gd name="connsiteX0" fmla="*/ 146294 w 7751780"/>
                    <a:gd name="connsiteY0" fmla="*/ 1074056 h 5573485"/>
                    <a:gd name="connsiteX1" fmla="*/ 755893 w 7751780"/>
                    <a:gd name="connsiteY1" fmla="*/ 391887 h 5573485"/>
                    <a:gd name="connsiteX2" fmla="*/ 2584691 w 7751780"/>
                    <a:gd name="connsiteY2" fmla="*/ 2220687 h 5573485"/>
                    <a:gd name="connsiteX3" fmla="*/ 4094178 w 7751780"/>
                    <a:gd name="connsiteY3" fmla="*/ 1611086 h 5573485"/>
                    <a:gd name="connsiteX4" fmla="*/ 6155207 w 7751780"/>
                    <a:gd name="connsiteY4" fmla="*/ 754743 h 5573485"/>
                    <a:gd name="connsiteX5" fmla="*/ 7374408 w 7751780"/>
                    <a:gd name="connsiteY5" fmla="*/ 0 h 5573485"/>
                    <a:gd name="connsiteX6" fmla="*/ 7606637 w 7751780"/>
                    <a:gd name="connsiteY6" fmla="*/ 1364343 h 5573485"/>
                    <a:gd name="connsiteX7" fmla="*/ 7751780 w 7751780"/>
                    <a:gd name="connsiteY7" fmla="*/ 2569028 h 5573485"/>
                    <a:gd name="connsiteX8" fmla="*/ 4950521 w 7751780"/>
                    <a:gd name="connsiteY8" fmla="*/ 5573485 h 5573485"/>
                    <a:gd name="connsiteX9" fmla="*/ 4674752 w 7751780"/>
                    <a:gd name="connsiteY9" fmla="*/ 5486399 h 5573485"/>
                    <a:gd name="connsiteX10" fmla="*/ 146294 w 7751780"/>
                    <a:gd name="connsiteY10" fmla="*/ 1074056 h 5573485"/>
                    <a:gd name="connsiteX0" fmla="*/ 362859 w 7968345"/>
                    <a:gd name="connsiteY0" fmla="*/ 1944913 h 6444342"/>
                    <a:gd name="connsiteX1" fmla="*/ 972458 w 7968345"/>
                    <a:gd name="connsiteY1" fmla="*/ 1262744 h 6444342"/>
                    <a:gd name="connsiteX2" fmla="*/ 2801256 w 7968345"/>
                    <a:gd name="connsiteY2" fmla="*/ 3091544 h 6444342"/>
                    <a:gd name="connsiteX3" fmla="*/ 0 w 7968345"/>
                    <a:gd name="connsiteY3" fmla="*/ 0 h 6444342"/>
                    <a:gd name="connsiteX4" fmla="*/ 6371772 w 7968345"/>
                    <a:gd name="connsiteY4" fmla="*/ 1625600 h 6444342"/>
                    <a:gd name="connsiteX5" fmla="*/ 7590973 w 7968345"/>
                    <a:gd name="connsiteY5" fmla="*/ 870857 h 6444342"/>
                    <a:gd name="connsiteX6" fmla="*/ 7823202 w 7968345"/>
                    <a:gd name="connsiteY6" fmla="*/ 2235200 h 6444342"/>
                    <a:gd name="connsiteX7" fmla="*/ 7968345 w 7968345"/>
                    <a:gd name="connsiteY7" fmla="*/ 3439885 h 6444342"/>
                    <a:gd name="connsiteX8" fmla="*/ 5167086 w 7968345"/>
                    <a:gd name="connsiteY8" fmla="*/ 6444342 h 6444342"/>
                    <a:gd name="connsiteX9" fmla="*/ 4891317 w 7968345"/>
                    <a:gd name="connsiteY9" fmla="*/ 6357256 h 6444342"/>
                    <a:gd name="connsiteX10" fmla="*/ 362859 w 7968345"/>
                    <a:gd name="connsiteY10" fmla="*/ 1944913 h 6444342"/>
                    <a:gd name="connsiteX0" fmla="*/ 449944 w 8055430"/>
                    <a:gd name="connsiteY0" fmla="*/ 1857827 h 6357256"/>
                    <a:gd name="connsiteX1" fmla="*/ 1059543 w 8055430"/>
                    <a:gd name="connsiteY1" fmla="*/ 1175658 h 6357256"/>
                    <a:gd name="connsiteX2" fmla="*/ 2888341 w 8055430"/>
                    <a:gd name="connsiteY2" fmla="*/ 3004458 h 6357256"/>
                    <a:gd name="connsiteX3" fmla="*/ 0 w 8055430"/>
                    <a:gd name="connsiteY3" fmla="*/ 0 h 6357256"/>
                    <a:gd name="connsiteX4" fmla="*/ 6458857 w 8055430"/>
                    <a:gd name="connsiteY4" fmla="*/ 1538514 h 6357256"/>
                    <a:gd name="connsiteX5" fmla="*/ 7678058 w 8055430"/>
                    <a:gd name="connsiteY5" fmla="*/ 783771 h 6357256"/>
                    <a:gd name="connsiteX6" fmla="*/ 7910287 w 8055430"/>
                    <a:gd name="connsiteY6" fmla="*/ 2148114 h 6357256"/>
                    <a:gd name="connsiteX7" fmla="*/ 8055430 w 8055430"/>
                    <a:gd name="connsiteY7" fmla="*/ 3352799 h 6357256"/>
                    <a:gd name="connsiteX8" fmla="*/ 5254171 w 8055430"/>
                    <a:gd name="connsiteY8" fmla="*/ 6357256 h 6357256"/>
                    <a:gd name="connsiteX9" fmla="*/ 4978402 w 8055430"/>
                    <a:gd name="connsiteY9" fmla="*/ 6270170 h 6357256"/>
                    <a:gd name="connsiteX10" fmla="*/ 449944 w 8055430"/>
                    <a:gd name="connsiteY10" fmla="*/ 1857827 h 6357256"/>
                    <a:gd name="connsiteX0" fmla="*/ 406401 w 8011887"/>
                    <a:gd name="connsiteY0" fmla="*/ 1828799 h 6328228"/>
                    <a:gd name="connsiteX1" fmla="*/ 1016000 w 8011887"/>
                    <a:gd name="connsiteY1" fmla="*/ 1146630 h 6328228"/>
                    <a:gd name="connsiteX2" fmla="*/ 2844798 w 8011887"/>
                    <a:gd name="connsiteY2" fmla="*/ 2975430 h 6328228"/>
                    <a:gd name="connsiteX3" fmla="*/ 0 w 8011887"/>
                    <a:gd name="connsiteY3" fmla="*/ 0 h 6328228"/>
                    <a:gd name="connsiteX4" fmla="*/ 6415314 w 8011887"/>
                    <a:gd name="connsiteY4" fmla="*/ 1509486 h 6328228"/>
                    <a:gd name="connsiteX5" fmla="*/ 7634515 w 8011887"/>
                    <a:gd name="connsiteY5" fmla="*/ 754743 h 6328228"/>
                    <a:gd name="connsiteX6" fmla="*/ 7866744 w 8011887"/>
                    <a:gd name="connsiteY6" fmla="*/ 2119086 h 6328228"/>
                    <a:gd name="connsiteX7" fmla="*/ 8011887 w 8011887"/>
                    <a:gd name="connsiteY7" fmla="*/ 3323771 h 6328228"/>
                    <a:gd name="connsiteX8" fmla="*/ 5210628 w 8011887"/>
                    <a:gd name="connsiteY8" fmla="*/ 6328228 h 6328228"/>
                    <a:gd name="connsiteX9" fmla="*/ 4934859 w 8011887"/>
                    <a:gd name="connsiteY9" fmla="*/ 6241142 h 6328228"/>
                    <a:gd name="connsiteX10" fmla="*/ 406401 w 8011887"/>
                    <a:gd name="connsiteY10" fmla="*/ 1828799 h 6328228"/>
                    <a:gd name="connsiteX0" fmla="*/ 420915 w 8026401"/>
                    <a:gd name="connsiteY0" fmla="*/ 1828799 h 6328228"/>
                    <a:gd name="connsiteX1" fmla="*/ 1030514 w 8026401"/>
                    <a:gd name="connsiteY1" fmla="*/ 1146630 h 6328228"/>
                    <a:gd name="connsiteX2" fmla="*/ 2859312 w 8026401"/>
                    <a:gd name="connsiteY2" fmla="*/ 2975430 h 6328228"/>
                    <a:gd name="connsiteX3" fmla="*/ 0 w 8026401"/>
                    <a:gd name="connsiteY3" fmla="*/ 0 h 6328228"/>
                    <a:gd name="connsiteX4" fmla="*/ 6429828 w 8026401"/>
                    <a:gd name="connsiteY4" fmla="*/ 1509486 h 6328228"/>
                    <a:gd name="connsiteX5" fmla="*/ 7649029 w 8026401"/>
                    <a:gd name="connsiteY5" fmla="*/ 754743 h 6328228"/>
                    <a:gd name="connsiteX6" fmla="*/ 7881258 w 8026401"/>
                    <a:gd name="connsiteY6" fmla="*/ 2119086 h 6328228"/>
                    <a:gd name="connsiteX7" fmla="*/ 8026401 w 8026401"/>
                    <a:gd name="connsiteY7" fmla="*/ 3323771 h 6328228"/>
                    <a:gd name="connsiteX8" fmla="*/ 5225142 w 8026401"/>
                    <a:gd name="connsiteY8" fmla="*/ 6328228 h 6328228"/>
                    <a:gd name="connsiteX9" fmla="*/ 4949373 w 8026401"/>
                    <a:gd name="connsiteY9" fmla="*/ 6241142 h 6328228"/>
                    <a:gd name="connsiteX10" fmla="*/ 420915 w 8026401"/>
                    <a:gd name="connsiteY10" fmla="*/ 1828799 h 6328228"/>
                    <a:gd name="connsiteX0" fmla="*/ 420915 w 8026401"/>
                    <a:gd name="connsiteY0" fmla="*/ 1828799 h 6328228"/>
                    <a:gd name="connsiteX1" fmla="*/ 1030514 w 8026401"/>
                    <a:gd name="connsiteY1" fmla="*/ 1146630 h 6328228"/>
                    <a:gd name="connsiteX2" fmla="*/ 2859312 w 8026401"/>
                    <a:gd name="connsiteY2" fmla="*/ 2975430 h 6328228"/>
                    <a:gd name="connsiteX3" fmla="*/ 0 w 8026401"/>
                    <a:gd name="connsiteY3" fmla="*/ 0 h 6328228"/>
                    <a:gd name="connsiteX4" fmla="*/ 1698171 w 8026401"/>
                    <a:gd name="connsiteY4" fmla="*/ 377372 h 6328228"/>
                    <a:gd name="connsiteX5" fmla="*/ 6429828 w 8026401"/>
                    <a:gd name="connsiteY5" fmla="*/ 1509486 h 6328228"/>
                    <a:gd name="connsiteX6" fmla="*/ 7649029 w 8026401"/>
                    <a:gd name="connsiteY6" fmla="*/ 754743 h 6328228"/>
                    <a:gd name="connsiteX7" fmla="*/ 7881258 w 8026401"/>
                    <a:gd name="connsiteY7" fmla="*/ 2119086 h 6328228"/>
                    <a:gd name="connsiteX8" fmla="*/ 8026401 w 8026401"/>
                    <a:gd name="connsiteY8" fmla="*/ 3323771 h 6328228"/>
                    <a:gd name="connsiteX9" fmla="*/ 5225142 w 8026401"/>
                    <a:gd name="connsiteY9" fmla="*/ 6328228 h 6328228"/>
                    <a:gd name="connsiteX10" fmla="*/ 4949373 w 8026401"/>
                    <a:gd name="connsiteY10" fmla="*/ 6241142 h 6328228"/>
                    <a:gd name="connsiteX11" fmla="*/ 420915 w 8026401"/>
                    <a:gd name="connsiteY11" fmla="*/ 1828799 h 6328228"/>
                    <a:gd name="connsiteX0" fmla="*/ 420915 w 8026401"/>
                    <a:gd name="connsiteY0" fmla="*/ 2539998 h 7039427"/>
                    <a:gd name="connsiteX1" fmla="*/ 1030514 w 8026401"/>
                    <a:gd name="connsiteY1" fmla="*/ 1857829 h 7039427"/>
                    <a:gd name="connsiteX2" fmla="*/ 2859312 w 8026401"/>
                    <a:gd name="connsiteY2" fmla="*/ 3686629 h 7039427"/>
                    <a:gd name="connsiteX3" fmla="*/ 0 w 8026401"/>
                    <a:gd name="connsiteY3" fmla="*/ 711199 h 7039427"/>
                    <a:gd name="connsiteX4" fmla="*/ 899885 w 8026401"/>
                    <a:gd name="connsiteY4" fmla="*/ 0 h 7039427"/>
                    <a:gd name="connsiteX5" fmla="*/ 6429828 w 8026401"/>
                    <a:gd name="connsiteY5" fmla="*/ 2220685 h 7039427"/>
                    <a:gd name="connsiteX6" fmla="*/ 7649029 w 8026401"/>
                    <a:gd name="connsiteY6" fmla="*/ 1465942 h 7039427"/>
                    <a:gd name="connsiteX7" fmla="*/ 7881258 w 8026401"/>
                    <a:gd name="connsiteY7" fmla="*/ 2830285 h 7039427"/>
                    <a:gd name="connsiteX8" fmla="*/ 8026401 w 8026401"/>
                    <a:gd name="connsiteY8" fmla="*/ 4034970 h 7039427"/>
                    <a:gd name="connsiteX9" fmla="*/ 5225142 w 8026401"/>
                    <a:gd name="connsiteY9" fmla="*/ 7039427 h 7039427"/>
                    <a:gd name="connsiteX10" fmla="*/ 4949373 w 8026401"/>
                    <a:gd name="connsiteY10" fmla="*/ 6952341 h 7039427"/>
                    <a:gd name="connsiteX11" fmla="*/ 420915 w 8026401"/>
                    <a:gd name="connsiteY11" fmla="*/ 2539998 h 7039427"/>
                    <a:gd name="connsiteX0" fmla="*/ 420915 w 8026401"/>
                    <a:gd name="connsiteY0" fmla="*/ 2665438 h 7164867"/>
                    <a:gd name="connsiteX1" fmla="*/ 1030514 w 8026401"/>
                    <a:gd name="connsiteY1" fmla="*/ 1983269 h 7164867"/>
                    <a:gd name="connsiteX2" fmla="*/ 2859312 w 8026401"/>
                    <a:gd name="connsiteY2" fmla="*/ 3812069 h 7164867"/>
                    <a:gd name="connsiteX3" fmla="*/ 0 w 8026401"/>
                    <a:gd name="connsiteY3" fmla="*/ 836639 h 7164867"/>
                    <a:gd name="connsiteX4" fmla="*/ 899885 w 8026401"/>
                    <a:gd name="connsiteY4" fmla="*/ 125440 h 7164867"/>
                    <a:gd name="connsiteX5" fmla="*/ 6429828 w 8026401"/>
                    <a:gd name="connsiteY5" fmla="*/ 2346125 h 7164867"/>
                    <a:gd name="connsiteX6" fmla="*/ 7649029 w 8026401"/>
                    <a:gd name="connsiteY6" fmla="*/ 1591382 h 7164867"/>
                    <a:gd name="connsiteX7" fmla="*/ 7881258 w 8026401"/>
                    <a:gd name="connsiteY7" fmla="*/ 2955725 h 7164867"/>
                    <a:gd name="connsiteX8" fmla="*/ 8026401 w 8026401"/>
                    <a:gd name="connsiteY8" fmla="*/ 4160410 h 7164867"/>
                    <a:gd name="connsiteX9" fmla="*/ 5225142 w 8026401"/>
                    <a:gd name="connsiteY9" fmla="*/ 7164867 h 7164867"/>
                    <a:gd name="connsiteX10" fmla="*/ 4949373 w 8026401"/>
                    <a:gd name="connsiteY10" fmla="*/ 7077781 h 7164867"/>
                    <a:gd name="connsiteX11" fmla="*/ 420915 w 8026401"/>
                    <a:gd name="connsiteY11" fmla="*/ 2665438 h 7164867"/>
                    <a:gd name="connsiteX0" fmla="*/ 534938 w 8140424"/>
                    <a:gd name="connsiteY0" fmla="*/ 2718214 h 7217643"/>
                    <a:gd name="connsiteX1" fmla="*/ 1144537 w 8140424"/>
                    <a:gd name="connsiteY1" fmla="*/ 2036045 h 7217643"/>
                    <a:gd name="connsiteX2" fmla="*/ 2973335 w 8140424"/>
                    <a:gd name="connsiteY2" fmla="*/ 3864845 h 7217643"/>
                    <a:gd name="connsiteX3" fmla="*/ 114023 w 8140424"/>
                    <a:gd name="connsiteY3" fmla="*/ 889415 h 7217643"/>
                    <a:gd name="connsiteX4" fmla="*/ 1013908 w 8140424"/>
                    <a:gd name="connsiteY4" fmla="*/ 178216 h 7217643"/>
                    <a:gd name="connsiteX5" fmla="*/ 6543851 w 8140424"/>
                    <a:gd name="connsiteY5" fmla="*/ 2398901 h 7217643"/>
                    <a:gd name="connsiteX6" fmla="*/ 7763052 w 8140424"/>
                    <a:gd name="connsiteY6" fmla="*/ 1644158 h 7217643"/>
                    <a:gd name="connsiteX7" fmla="*/ 7995281 w 8140424"/>
                    <a:gd name="connsiteY7" fmla="*/ 3008501 h 7217643"/>
                    <a:gd name="connsiteX8" fmla="*/ 8140424 w 8140424"/>
                    <a:gd name="connsiteY8" fmla="*/ 4213186 h 7217643"/>
                    <a:gd name="connsiteX9" fmla="*/ 5339165 w 8140424"/>
                    <a:gd name="connsiteY9" fmla="*/ 7217643 h 7217643"/>
                    <a:gd name="connsiteX10" fmla="*/ 5063396 w 8140424"/>
                    <a:gd name="connsiteY10" fmla="*/ 7130557 h 7217643"/>
                    <a:gd name="connsiteX11" fmla="*/ 534938 w 8140424"/>
                    <a:gd name="connsiteY11" fmla="*/ 2718214 h 7217643"/>
                    <a:gd name="connsiteX0" fmla="*/ 534938 w 8140424"/>
                    <a:gd name="connsiteY0" fmla="*/ 2718214 h 7217643"/>
                    <a:gd name="connsiteX1" fmla="*/ 1144537 w 8140424"/>
                    <a:gd name="connsiteY1" fmla="*/ 2036045 h 7217643"/>
                    <a:gd name="connsiteX2" fmla="*/ 2973335 w 8140424"/>
                    <a:gd name="connsiteY2" fmla="*/ 3864845 h 7217643"/>
                    <a:gd name="connsiteX3" fmla="*/ 114023 w 8140424"/>
                    <a:gd name="connsiteY3" fmla="*/ 889415 h 7217643"/>
                    <a:gd name="connsiteX4" fmla="*/ 1013908 w 8140424"/>
                    <a:gd name="connsiteY4" fmla="*/ 178216 h 7217643"/>
                    <a:gd name="connsiteX5" fmla="*/ 3510366 w 8140424"/>
                    <a:gd name="connsiteY5" fmla="*/ 1194217 h 7217643"/>
                    <a:gd name="connsiteX6" fmla="*/ 6543851 w 8140424"/>
                    <a:gd name="connsiteY6" fmla="*/ 2398901 h 7217643"/>
                    <a:gd name="connsiteX7" fmla="*/ 7763052 w 8140424"/>
                    <a:gd name="connsiteY7" fmla="*/ 1644158 h 7217643"/>
                    <a:gd name="connsiteX8" fmla="*/ 7995281 w 8140424"/>
                    <a:gd name="connsiteY8" fmla="*/ 3008501 h 7217643"/>
                    <a:gd name="connsiteX9" fmla="*/ 8140424 w 8140424"/>
                    <a:gd name="connsiteY9" fmla="*/ 4213186 h 7217643"/>
                    <a:gd name="connsiteX10" fmla="*/ 5339165 w 8140424"/>
                    <a:gd name="connsiteY10" fmla="*/ 7217643 h 7217643"/>
                    <a:gd name="connsiteX11" fmla="*/ 5063396 w 8140424"/>
                    <a:gd name="connsiteY11" fmla="*/ 7130557 h 7217643"/>
                    <a:gd name="connsiteX12" fmla="*/ 534938 w 8140424"/>
                    <a:gd name="connsiteY12" fmla="*/ 2718214 h 7217643"/>
                    <a:gd name="connsiteX0" fmla="*/ 534938 w 8140424"/>
                    <a:gd name="connsiteY0" fmla="*/ 2718214 h 7217643"/>
                    <a:gd name="connsiteX1" fmla="*/ 1144537 w 8140424"/>
                    <a:gd name="connsiteY1" fmla="*/ 2036045 h 7217643"/>
                    <a:gd name="connsiteX2" fmla="*/ 2973335 w 8140424"/>
                    <a:gd name="connsiteY2" fmla="*/ 3864845 h 7217643"/>
                    <a:gd name="connsiteX3" fmla="*/ 114023 w 8140424"/>
                    <a:gd name="connsiteY3" fmla="*/ 889415 h 7217643"/>
                    <a:gd name="connsiteX4" fmla="*/ 1013908 w 8140424"/>
                    <a:gd name="connsiteY4" fmla="*/ 178216 h 7217643"/>
                    <a:gd name="connsiteX5" fmla="*/ 3379737 w 8140424"/>
                    <a:gd name="connsiteY5" fmla="*/ 2631131 h 7217643"/>
                    <a:gd name="connsiteX6" fmla="*/ 6543851 w 8140424"/>
                    <a:gd name="connsiteY6" fmla="*/ 2398901 h 7217643"/>
                    <a:gd name="connsiteX7" fmla="*/ 7763052 w 8140424"/>
                    <a:gd name="connsiteY7" fmla="*/ 1644158 h 7217643"/>
                    <a:gd name="connsiteX8" fmla="*/ 7995281 w 8140424"/>
                    <a:gd name="connsiteY8" fmla="*/ 3008501 h 7217643"/>
                    <a:gd name="connsiteX9" fmla="*/ 8140424 w 8140424"/>
                    <a:gd name="connsiteY9" fmla="*/ 4213186 h 7217643"/>
                    <a:gd name="connsiteX10" fmla="*/ 5339165 w 8140424"/>
                    <a:gd name="connsiteY10" fmla="*/ 7217643 h 7217643"/>
                    <a:gd name="connsiteX11" fmla="*/ 5063396 w 8140424"/>
                    <a:gd name="connsiteY11" fmla="*/ 7130557 h 7217643"/>
                    <a:gd name="connsiteX12" fmla="*/ 534938 w 8140424"/>
                    <a:gd name="connsiteY12" fmla="*/ 2718214 h 7217643"/>
                    <a:gd name="connsiteX0" fmla="*/ 534938 w 8140424"/>
                    <a:gd name="connsiteY0" fmla="*/ 2718214 h 7217643"/>
                    <a:gd name="connsiteX1" fmla="*/ 1144537 w 8140424"/>
                    <a:gd name="connsiteY1" fmla="*/ 2036045 h 7217643"/>
                    <a:gd name="connsiteX2" fmla="*/ 2973335 w 8140424"/>
                    <a:gd name="connsiteY2" fmla="*/ 3864845 h 7217643"/>
                    <a:gd name="connsiteX3" fmla="*/ 114023 w 8140424"/>
                    <a:gd name="connsiteY3" fmla="*/ 889415 h 7217643"/>
                    <a:gd name="connsiteX4" fmla="*/ 1013908 w 8140424"/>
                    <a:gd name="connsiteY4" fmla="*/ 178216 h 7217643"/>
                    <a:gd name="connsiteX5" fmla="*/ 3437794 w 8140424"/>
                    <a:gd name="connsiteY5" fmla="*/ 2616616 h 7217643"/>
                    <a:gd name="connsiteX6" fmla="*/ 6543851 w 8140424"/>
                    <a:gd name="connsiteY6" fmla="*/ 2398901 h 7217643"/>
                    <a:gd name="connsiteX7" fmla="*/ 7763052 w 8140424"/>
                    <a:gd name="connsiteY7" fmla="*/ 1644158 h 7217643"/>
                    <a:gd name="connsiteX8" fmla="*/ 7995281 w 8140424"/>
                    <a:gd name="connsiteY8" fmla="*/ 3008501 h 7217643"/>
                    <a:gd name="connsiteX9" fmla="*/ 8140424 w 8140424"/>
                    <a:gd name="connsiteY9" fmla="*/ 4213186 h 7217643"/>
                    <a:gd name="connsiteX10" fmla="*/ 5339165 w 8140424"/>
                    <a:gd name="connsiteY10" fmla="*/ 7217643 h 7217643"/>
                    <a:gd name="connsiteX11" fmla="*/ 5063396 w 8140424"/>
                    <a:gd name="connsiteY11" fmla="*/ 7130557 h 7217643"/>
                    <a:gd name="connsiteX12" fmla="*/ 534938 w 8140424"/>
                    <a:gd name="connsiteY12" fmla="*/ 2718214 h 7217643"/>
                    <a:gd name="connsiteX0" fmla="*/ 534938 w 8140424"/>
                    <a:gd name="connsiteY0" fmla="*/ 2718214 h 7217643"/>
                    <a:gd name="connsiteX1" fmla="*/ 1144537 w 8140424"/>
                    <a:gd name="connsiteY1" fmla="*/ 2036045 h 7217643"/>
                    <a:gd name="connsiteX2" fmla="*/ 2973335 w 8140424"/>
                    <a:gd name="connsiteY2" fmla="*/ 3864845 h 7217643"/>
                    <a:gd name="connsiteX3" fmla="*/ 114023 w 8140424"/>
                    <a:gd name="connsiteY3" fmla="*/ 889415 h 7217643"/>
                    <a:gd name="connsiteX4" fmla="*/ 1013908 w 8140424"/>
                    <a:gd name="connsiteY4" fmla="*/ 178216 h 7217643"/>
                    <a:gd name="connsiteX5" fmla="*/ 3437794 w 8140424"/>
                    <a:gd name="connsiteY5" fmla="*/ 2616616 h 7217643"/>
                    <a:gd name="connsiteX6" fmla="*/ 4932766 w 8140424"/>
                    <a:gd name="connsiteY6" fmla="*/ 2471474 h 7217643"/>
                    <a:gd name="connsiteX7" fmla="*/ 6543851 w 8140424"/>
                    <a:gd name="connsiteY7" fmla="*/ 2398901 h 7217643"/>
                    <a:gd name="connsiteX8" fmla="*/ 7763052 w 8140424"/>
                    <a:gd name="connsiteY8" fmla="*/ 1644158 h 7217643"/>
                    <a:gd name="connsiteX9" fmla="*/ 7995281 w 8140424"/>
                    <a:gd name="connsiteY9" fmla="*/ 3008501 h 7217643"/>
                    <a:gd name="connsiteX10" fmla="*/ 8140424 w 8140424"/>
                    <a:gd name="connsiteY10" fmla="*/ 4213186 h 7217643"/>
                    <a:gd name="connsiteX11" fmla="*/ 5339165 w 8140424"/>
                    <a:gd name="connsiteY11" fmla="*/ 7217643 h 7217643"/>
                    <a:gd name="connsiteX12" fmla="*/ 5063396 w 8140424"/>
                    <a:gd name="connsiteY12" fmla="*/ 7130557 h 7217643"/>
                    <a:gd name="connsiteX13" fmla="*/ 534938 w 8140424"/>
                    <a:gd name="connsiteY13" fmla="*/ 2718214 h 7217643"/>
                    <a:gd name="connsiteX0" fmla="*/ 534938 w 8140424"/>
                    <a:gd name="connsiteY0" fmla="*/ 2859312 h 7358741"/>
                    <a:gd name="connsiteX1" fmla="*/ 1144537 w 8140424"/>
                    <a:gd name="connsiteY1" fmla="*/ 2177143 h 7358741"/>
                    <a:gd name="connsiteX2" fmla="*/ 2973335 w 8140424"/>
                    <a:gd name="connsiteY2" fmla="*/ 4005943 h 7358741"/>
                    <a:gd name="connsiteX3" fmla="*/ 114023 w 8140424"/>
                    <a:gd name="connsiteY3" fmla="*/ 1030513 h 7358741"/>
                    <a:gd name="connsiteX4" fmla="*/ 1013908 w 8140424"/>
                    <a:gd name="connsiteY4" fmla="*/ 319314 h 7358741"/>
                    <a:gd name="connsiteX5" fmla="*/ 3437794 w 8140424"/>
                    <a:gd name="connsiteY5" fmla="*/ 2757714 h 7358741"/>
                    <a:gd name="connsiteX6" fmla="*/ 723623 w 8140424"/>
                    <a:gd name="connsiteY6" fmla="*/ 0 h 7358741"/>
                    <a:gd name="connsiteX7" fmla="*/ 6543851 w 8140424"/>
                    <a:gd name="connsiteY7" fmla="*/ 2539999 h 7358741"/>
                    <a:gd name="connsiteX8" fmla="*/ 7763052 w 8140424"/>
                    <a:gd name="connsiteY8" fmla="*/ 1785256 h 7358741"/>
                    <a:gd name="connsiteX9" fmla="*/ 7995281 w 8140424"/>
                    <a:gd name="connsiteY9" fmla="*/ 3149599 h 7358741"/>
                    <a:gd name="connsiteX10" fmla="*/ 8140424 w 8140424"/>
                    <a:gd name="connsiteY10" fmla="*/ 4354284 h 7358741"/>
                    <a:gd name="connsiteX11" fmla="*/ 5339165 w 8140424"/>
                    <a:gd name="connsiteY11" fmla="*/ 7358741 h 7358741"/>
                    <a:gd name="connsiteX12" fmla="*/ 5063396 w 8140424"/>
                    <a:gd name="connsiteY12" fmla="*/ 7271655 h 7358741"/>
                    <a:gd name="connsiteX13" fmla="*/ 534938 w 8140424"/>
                    <a:gd name="connsiteY13" fmla="*/ 2859312 h 7358741"/>
                    <a:gd name="connsiteX0" fmla="*/ 534938 w 8140424"/>
                    <a:gd name="connsiteY0" fmla="*/ 2859312 h 7358741"/>
                    <a:gd name="connsiteX1" fmla="*/ 1144537 w 8140424"/>
                    <a:gd name="connsiteY1" fmla="*/ 2177143 h 7358741"/>
                    <a:gd name="connsiteX2" fmla="*/ 2973335 w 8140424"/>
                    <a:gd name="connsiteY2" fmla="*/ 4005943 h 7358741"/>
                    <a:gd name="connsiteX3" fmla="*/ 114023 w 8140424"/>
                    <a:gd name="connsiteY3" fmla="*/ 1030513 h 7358741"/>
                    <a:gd name="connsiteX4" fmla="*/ 1013908 w 8140424"/>
                    <a:gd name="connsiteY4" fmla="*/ 319314 h 7358741"/>
                    <a:gd name="connsiteX5" fmla="*/ 3437794 w 8140424"/>
                    <a:gd name="connsiteY5" fmla="*/ 2757714 h 7358741"/>
                    <a:gd name="connsiteX6" fmla="*/ 723623 w 8140424"/>
                    <a:gd name="connsiteY6" fmla="*/ 0 h 7358741"/>
                    <a:gd name="connsiteX7" fmla="*/ 3713566 w 8140424"/>
                    <a:gd name="connsiteY7" fmla="*/ 1291772 h 7358741"/>
                    <a:gd name="connsiteX8" fmla="*/ 6543851 w 8140424"/>
                    <a:gd name="connsiteY8" fmla="*/ 2539999 h 7358741"/>
                    <a:gd name="connsiteX9" fmla="*/ 7763052 w 8140424"/>
                    <a:gd name="connsiteY9" fmla="*/ 1785256 h 7358741"/>
                    <a:gd name="connsiteX10" fmla="*/ 7995281 w 8140424"/>
                    <a:gd name="connsiteY10" fmla="*/ 3149599 h 7358741"/>
                    <a:gd name="connsiteX11" fmla="*/ 8140424 w 8140424"/>
                    <a:gd name="connsiteY11" fmla="*/ 4354284 h 7358741"/>
                    <a:gd name="connsiteX12" fmla="*/ 5339165 w 8140424"/>
                    <a:gd name="connsiteY12" fmla="*/ 7358741 h 7358741"/>
                    <a:gd name="connsiteX13" fmla="*/ 5063396 w 8140424"/>
                    <a:gd name="connsiteY13" fmla="*/ 7271655 h 7358741"/>
                    <a:gd name="connsiteX14" fmla="*/ 534938 w 8140424"/>
                    <a:gd name="connsiteY14" fmla="*/ 2859312 h 7358741"/>
                    <a:gd name="connsiteX0" fmla="*/ 534938 w 8140424"/>
                    <a:gd name="connsiteY0" fmla="*/ 3555997 h 8055426"/>
                    <a:gd name="connsiteX1" fmla="*/ 1144537 w 8140424"/>
                    <a:gd name="connsiteY1" fmla="*/ 2873828 h 8055426"/>
                    <a:gd name="connsiteX2" fmla="*/ 2973335 w 8140424"/>
                    <a:gd name="connsiteY2" fmla="*/ 4702628 h 8055426"/>
                    <a:gd name="connsiteX3" fmla="*/ 114023 w 8140424"/>
                    <a:gd name="connsiteY3" fmla="*/ 1727198 h 8055426"/>
                    <a:gd name="connsiteX4" fmla="*/ 1013908 w 8140424"/>
                    <a:gd name="connsiteY4" fmla="*/ 1015999 h 8055426"/>
                    <a:gd name="connsiteX5" fmla="*/ 3437794 w 8140424"/>
                    <a:gd name="connsiteY5" fmla="*/ 3454399 h 8055426"/>
                    <a:gd name="connsiteX6" fmla="*/ 723623 w 8140424"/>
                    <a:gd name="connsiteY6" fmla="*/ 696685 h 8055426"/>
                    <a:gd name="connsiteX7" fmla="*/ 1696080 w 8140424"/>
                    <a:gd name="connsiteY7" fmla="*/ 0 h 8055426"/>
                    <a:gd name="connsiteX8" fmla="*/ 6543851 w 8140424"/>
                    <a:gd name="connsiteY8" fmla="*/ 3236684 h 8055426"/>
                    <a:gd name="connsiteX9" fmla="*/ 7763052 w 8140424"/>
                    <a:gd name="connsiteY9" fmla="*/ 2481941 h 8055426"/>
                    <a:gd name="connsiteX10" fmla="*/ 7995281 w 8140424"/>
                    <a:gd name="connsiteY10" fmla="*/ 3846284 h 8055426"/>
                    <a:gd name="connsiteX11" fmla="*/ 8140424 w 8140424"/>
                    <a:gd name="connsiteY11" fmla="*/ 5050969 h 8055426"/>
                    <a:gd name="connsiteX12" fmla="*/ 5339165 w 8140424"/>
                    <a:gd name="connsiteY12" fmla="*/ 8055426 h 8055426"/>
                    <a:gd name="connsiteX13" fmla="*/ 5063396 w 8140424"/>
                    <a:gd name="connsiteY13" fmla="*/ 7968340 h 8055426"/>
                    <a:gd name="connsiteX14" fmla="*/ 534938 w 8140424"/>
                    <a:gd name="connsiteY14" fmla="*/ 3555997 h 8055426"/>
                    <a:gd name="connsiteX0" fmla="*/ 534938 w 8140424"/>
                    <a:gd name="connsiteY0" fmla="*/ 3662537 h 8161966"/>
                    <a:gd name="connsiteX1" fmla="*/ 1144537 w 8140424"/>
                    <a:gd name="connsiteY1" fmla="*/ 2980368 h 8161966"/>
                    <a:gd name="connsiteX2" fmla="*/ 2973335 w 8140424"/>
                    <a:gd name="connsiteY2" fmla="*/ 4809168 h 8161966"/>
                    <a:gd name="connsiteX3" fmla="*/ 114023 w 8140424"/>
                    <a:gd name="connsiteY3" fmla="*/ 1833738 h 8161966"/>
                    <a:gd name="connsiteX4" fmla="*/ 1013908 w 8140424"/>
                    <a:gd name="connsiteY4" fmla="*/ 1122539 h 8161966"/>
                    <a:gd name="connsiteX5" fmla="*/ 3437794 w 8140424"/>
                    <a:gd name="connsiteY5" fmla="*/ 3560939 h 8161966"/>
                    <a:gd name="connsiteX6" fmla="*/ 723623 w 8140424"/>
                    <a:gd name="connsiteY6" fmla="*/ 803225 h 8161966"/>
                    <a:gd name="connsiteX7" fmla="*/ 1696080 w 8140424"/>
                    <a:gd name="connsiteY7" fmla="*/ 106540 h 8161966"/>
                    <a:gd name="connsiteX8" fmla="*/ 6543851 w 8140424"/>
                    <a:gd name="connsiteY8" fmla="*/ 3343224 h 8161966"/>
                    <a:gd name="connsiteX9" fmla="*/ 7763052 w 8140424"/>
                    <a:gd name="connsiteY9" fmla="*/ 2588481 h 8161966"/>
                    <a:gd name="connsiteX10" fmla="*/ 7995281 w 8140424"/>
                    <a:gd name="connsiteY10" fmla="*/ 3952824 h 8161966"/>
                    <a:gd name="connsiteX11" fmla="*/ 8140424 w 8140424"/>
                    <a:gd name="connsiteY11" fmla="*/ 5157509 h 8161966"/>
                    <a:gd name="connsiteX12" fmla="*/ 5339165 w 8140424"/>
                    <a:gd name="connsiteY12" fmla="*/ 8161966 h 8161966"/>
                    <a:gd name="connsiteX13" fmla="*/ 5063396 w 8140424"/>
                    <a:gd name="connsiteY13" fmla="*/ 8074880 h 8161966"/>
                    <a:gd name="connsiteX14" fmla="*/ 534938 w 8140424"/>
                    <a:gd name="connsiteY14" fmla="*/ 3662537 h 8161966"/>
                    <a:gd name="connsiteX0" fmla="*/ 534938 w 8140424"/>
                    <a:gd name="connsiteY0" fmla="*/ 3662537 h 8161966"/>
                    <a:gd name="connsiteX1" fmla="*/ 1144537 w 8140424"/>
                    <a:gd name="connsiteY1" fmla="*/ 2980368 h 8161966"/>
                    <a:gd name="connsiteX2" fmla="*/ 2973335 w 8140424"/>
                    <a:gd name="connsiteY2" fmla="*/ 4809168 h 8161966"/>
                    <a:gd name="connsiteX3" fmla="*/ 114023 w 8140424"/>
                    <a:gd name="connsiteY3" fmla="*/ 1833738 h 8161966"/>
                    <a:gd name="connsiteX4" fmla="*/ 1013908 w 8140424"/>
                    <a:gd name="connsiteY4" fmla="*/ 1122539 h 8161966"/>
                    <a:gd name="connsiteX5" fmla="*/ 3437794 w 8140424"/>
                    <a:gd name="connsiteY5" fmla="*/ 3560939 h 8161966"/>
                    <a:gd name="connsiteX6" fmla="*/ 723623 w 8140424"/>
                    <a:gd name="connsiteY6" fmla="*/ 803225 h 8161966"/>
                    <a:gd name="connsiteX7" fmla="*/ 1725109 w 8140424"/>
                    <a:gd name="connsiteY7" fmla="*/ 106540 h 8161966"/>
                    <a:gd name="connsiteX8" fmla="*/ 6543851 w 8140424"/>
                    <a:gd name="connsiteY8" fmla="*/ 3343224 h 8161966"/>
                    <a:gd name="connsiteX9" fmla="*/ 7763052 w 8140424"/>
                    <a:gd name="connsiteY9" fmla="*/ 2588481 h 8161966"/>
                    <a:gd name="connsiteX10" fmla="*/ 7995281 w 8140424"/>
                    <a:gd name="connsiteY10" fmla="*/ 3952824 h 8161966"/>
                    <a:gd name="connsiteX11" fmla="*/ 8140424 w 8140424"/>
                    <a:gd name="connsiteY11" fmla="*/ 5157509 h 8161966"/>
                    <a:gd name="connsiteX12" fmla="*/ 5339165 w 8140424"/>
                    <a:gd name="connsiteY12" fmla="*/ 8161966 h 8161966"/>
                    <a:gd name="connsiteX13" fmla="*/ 5063396 w 8140424"/>
                    <a:gd name="connsiteY13" fmla="*/ 8074880 h 8161966"/>
                    <a:gd name="connsiteX14" fmla="*/ 534938 w 8140424"/>
                    <a:gd name="connsiteY14" fmla="*/ 3662537 h 8161966"/>
                    <a:gd name="connsiteX0" fmla="*/ 534938 w 8140424"/>
                    <a:gd name="connsiteY0" fmla="*/ 3722591 h 8222020"/>
                    <a:gd name="connsiteX1" fmla="*/ 1144537 w 8140424"/>
                    <a:gd name="connsiteY1" fmla="*/ 3040422 h 8222020"/>
                    <a:gd name="connsiteX2" fmla="*/ 2973335 w 8140424"/>
                    <a:gd name="connsiteY2" fmla="*/ 4869222 h 8222020"/>
                    <a:gd name="connsiteX3" fmla="*/ 114023 w 8140424"/>
                    <a:gd name="connsiteY3" fmla="*/ 1893792 h 8222020"/>
                    <a:gd name="connsiteX4" fmla="*/ 1013908 w 8140424"/>
                    <a:gd name="connsiteY4" fmla="*/ 1182593 h 8222020"/>
                    <a:gd name="connsiteX5" fmla="*/ 3437794 w 8140424"/>
                    <a:gd name="connsiteY5" fmla="*/ 3620993 h 8222020"/>
                    <a:gd name="connsiteX6" fmla="*/ 723623 w 8140424"/>
                    <a:gd name="connsiteY6" fmla="*/ 863279 h 8222020"/>
                    <a:gd name="connsiteX7" fmla="*/ 1725109 w 8140424"/>
                    <a:gd name="connsiteY7" fmla="*/ 166594 h 8222020"/>
                    <a:gd name="connsiteX8" fmla="*/ 6543851 w 8140424"/>
                    <a:gd name="connsiteY8" fmla="*/ 3403278 h 8222020"/>
                    <a:gd name="connsiteX9" fmla="*/ 7763052 w 8140424"/>
                    <a:gd name="connsiteY9" fmla="*/ 2648535 h 8222020"/>
                    <a:gd name="connsiteX10" fmla="*/ 7995281 w 8140424"/>
                    <a:gd name="connsiteY10" fmla="*/ 4012878 h 8222020"/>
                    <a:gd name="connsiteX11" fmla="*/ 8140424 w 8140424"/>
                    <a:gd name="connsiteY11" fmla="*/ 5217563 h 8222020"/>
                    <a:gd name="connsiteX12" fmla="*/ 5339165 w 8140424"/>
                    <a:gd name="connsiteY12" fmla="*/ 8222020 h 8222020"/>
                    <a:gd name="connsiteX13" fmla="*/ 5063396 w 8140424"/>
                    <a:gd name="connsiteY13" fmla="*/ 8134934 h 8222020"/>
                    <a:gd name="connsiteX14" fmla="*/ 534938 w 8140424"/>
                    <a:gd name="connsiteY14" fmla="*/ 3722591 h 822202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6543851 w 8140424"/>
                    <a:gd name="connsiteY8" fmla="*/ 3428628 h 8247370"/>
                    <a:gd name="connsiteX9" fmla="*/ 7763052 w 8140424"/>
                    <a:gd name="connsiteY9" fmla="*/ 2673885 h 8247370"/>
                    <a:gd name="connsiteX10" fmla="*/ 7995281 w 8140424"/>
                    <a:gd name="connsiteY10" fmla="*/ 4038228 h 8247370"/>
                    <a:gd name="connsiteX11" fmla="*/ 8140424 w 8140424"/>
                    <a:gd name="connsiteY11" fmla="*/ 5242913 h 8247370"/>
                    <a:gd name="connsiteX12" fmla="*/ 5339165 w 8140424"/>
                    <a:gd name="connsiteY12" fmla="*/ 8247370 h 8247370"/>
                    <a:gd name="connsiteX13" fmla="*/ 5063396 w 8140424"/>
                    <a:gd name="connsiteY13" fmla="*/ 8160284 h 8247370"/>
                    <a:gd name="connsiteX14" fmla="*/ 534938 w 8140424"/>
                    <a:gd name="connsiteY14" fmla="*/ 3747941 h 824737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3931280 w 8140424"/>
                    <a:gd name="connsiteY8" fmla="*/ 1672401 h 8247370"/>
                    <a:gd name="connsiteX9" fmla="*/ 6543851 w 8140424"/>
                    <a:gd name="connsiteY9" fmla="*/ 3428628 h 8247370"/>
                    <a:gd name="connsiteX10" fmla="*/ 7763052 w 8140424"/>
                    <a:gd name="connsiteY10" fmla="*/ 2673885 h 8247370"/>
                    <a:gd name="connsiteX11" fmla="*/ 7995281 w 8140424"/>
                    <a:gd name="connsiteY11" fmla="*/ 4038228 h 8247370"/>
                    <a:gd name="connsiteX12" fmla="*/ 8140424 w 8140424"/>
                    <a:gd name="connsiteY12" fmla="*/ 5242913 h 8247370"/>
                    <a:gd name="connsiteX13" fmla="*/ 5339165 w 8140424"/>
                    <a:gd name="connsiteY13" fmla="*/ 8247370 h 8247370"/>
                    <a:gd name="connsiteX14" fmla="*/ 5063396 w 8140424"/>
                    <a:gd name="connsiteY14" fmla="*/ 8160284 h 8247370"/>
                    <a:gd name="connsiteX15" fmla="*/ 534938 w 8140424"/>
                    <a:gd name="connsiteY15" fmla="*/ 3747941 h 824737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4090938 w 8140424"/>
                    <a:gd name="connsiteY8" fmla="*/ 2673887 h 8247370"/>
                    <a:gd name="connsiteX9" fmla="*/ 6543851 w 8140424"/>
                    <a:gd name="connsiteY9" fmla="*/ 3428628 h 8247370"/>
                    <a:gd name="connsiteX10" fmla="*/ 7763052 w 8140424"/>
                    <a:gd name="connsiteY10" fmla="*/ 2673885 h 8247370"/>
                    <a:gd name="connsiteX11" fmla="*/ 7995281 w 8140424"/>
                    <a:gd name="connsiteY11" fmla="*/ 4038228 h 8247370"/>
                    <a:gd name="connsiteX12" fmla="*/ 8140424 w 8140424"/>
                    <a:gd name="connsiteY12" fmla="*/ 5242913 h 8247370"/>
                    <a:gd name="connsiteX13" fmla="*/ 5339165 w 8140424"/>
                    <a:gd name="connsiteY13" fmla="*/ 8247370 h 8247370"/>
                    <a:gd name="connsiteX14" fmla="*/ 5063396 w 8140424"/>
                    <a:gd name="connsiteY14" fmla="*/ 8160284 h 8247370"/>
                    <a:gd name="connsiteX15" fmla="*/ 534938 w 8140424"/>
                    <a:gd name="connsiteY15" fmla="*/ 3747941 h 824737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4090938 w 8140424"/>
                    <a:gd name="connsiteY8" fmla="*/ 2673887 h 8247370"/>
                    <a:gd name="connsiteX9" fmla="*/ 5847166 w 8140424"/>
                    <a:gd name="connsiteY9" fmla="*/ 3196401 h 8247370"/>
                    <a:gd name="connsiteX10" fmla="*/ 6543851 w 8140424"/>
                    <a:gd name="connsiteY10" fmla="*/ 3428628 h 8247370"/>
                    <a:gd name="connsiteX11" fmla="*/ 7763052 w 8140424"/>
                    <a:gd name="connsiteY11" fmla="*/ 2673885 h 8247370"/>
                    <a:gd name="connsiteX12" fmla="*/ 7995281 w 8140424"/>
                    <a:gd name="connsiteY12" fmla="*/ 4038228 h 8247370"/>
                    <a:gd name="connsiteX13" fmla="*/ 8140424 w 8140424"/>
                    <a:gd name="connsiteY13" fmla="*/ 5242913 h 8247370"/>
                    <a:gd name="connsiteX14" fmla="*/ 5339165 w 8140424"/>
                    <a:gd name="connsiteY14" fmla="*/ 8247370 h 8247370"/>
                    <a:gd name="connsiteX15" fmla="*/ 5063396 w 8140424"/>
                    <a:gd name="connsiteY15" fmla="*/ 8160284 h 8247370"/>
                    <a:gd name="connsiteX16" fmla="*/ 534938 w 8140424"/>
                    <a:gd name="connsiteY16" fmla="*/ 3747941 h 824737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4090938 w 8140424"/>
                    <a:gd name="connsiteY8" fmla="*/ 2673887 h 8247370"/>
                    <a:gd name="connsiteX9" fmla="*/ 2058937 w 8140424"/>
                    <a:gd name="connsiteY9" fmla="*/ 540287 h 8247370"/>
                    <a:gd name="connsiteX10" fmla="*/ 6543851 w 8140424"/>
                    <a:gd name="connsiteY10" fmla="*/ 3428628 h 8247370"/>
                    <a:gd name="connsiteX11" fmla="*/ 7763052 w 8140424"/>
                    <a:gd name="connsiteY11" fmla="*/ 2673885 h 8247370"/>
                    <a:gd name="connsiteX12" fmla="*/ 7995281 w 8140424"/>
                    <a:gd name="connsiteY12" fmla="*/ 4038228 h 8247370"/>
                    <a:gd name="connsiteX13" fmla="*/ 8140424 w 8140424"/>
                    <a:gd name="connsiteY13" fmla="*/ 5242913 h 8247370"/>
                    <a:gd name="connsiteX14" fmla="*/ 5339165 w 8140424"/>
                    <a:gd name="connsiteY14" fmla="*/ 8247370 h 8247370"/>
                    <a:gd name="connsiteX15" fmla="*/ 5063396 w 8140424"/>
                    <a:gd name="connsiteY15" fmla="*/ 8160284 h 8247370"/>
                    <a:gd name="connsiteX16" fmla="*/ 534938 w 8140424"/>
                    <a:gd name="connsiteY16" fmla="*/ 3747941 h 824737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4090938 w 8140424"/>
                    <a:gd name="connsiteY8" fmla="*/ 2673887 h 8247370"/>
                    <a:gd name="connsiteX9" fmla="*/ 2102480 w 8140424"/>
                    <a:gd name="connsiteY9" fmla="*/ 540287 h 8247370"/>
                    <a:gd name="connsiteX10" fmla="*/ 6543851 w 8140424"/>
                    <a:gd name="connsiteY10" fmla="*/ 3428628 h 8247370"/>
                    <a:gd name="connsiteX11" fmla="*/ 7763052 w 8140424"/>
                    <a:gd name="connsiteY11" fmla="*/ 2673885 h 8247370"/>
                    <a:gd name="connsiteX12" fmla="*/ 7995281 w 8140424"/>
                    <a:gd name="connsiteY12" fmla="*/ 4038228 h 8247370"/>
                    <a:gd name="connsiteX13" fmla="*/ 8140424 w 8140424"/>
                    <a:gd name="connsiteY13" fmla="*/ 5242913 h 8247370"/>
                    <a:gd name="connsiteX14" fmla="*/ 5339165 w 8140424"/>
                    <a:gd name="connsiteY14" fmla="*/ 8247370 h 8247370"/>
                    <a:gd name="connsiteX15" fmla="*/ 5063396 w 8140424"/>
                    <a:gd name="connsiteY15" fmla="*/ 8160284 h 8247370"/>
                    <a:gd name="connsiteX16" fmla="*/ 534938 w 8140424"/>
                    <a:gd name="connsiteY16" fmla="*/ 3747941 h 824737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4090938 w 8140424"/>
                    <a:gd name="connsiteY8" fmla="*/ 2673887 h 8247370"/>
                    <a:gd name="connsiteX9" fmla="*/ 2102480 w 8140424"/>
                    <a:gd name="connsiteY9" fmla="*/ 540287 h 8247370"/>
                    <a:gd name="connsiteX10" fmla="*/ 3887737 w 8140424"/>
                    <a:gd name="connsiteY10" fmla="*/ 1730458 h 8247370"/>
                    <a:gd name="connsiteX11" fmla="*/ 6543851 w 8140424"/>
                    <a:gd name="connsiteY11" fmla="*/ 3428628 h 8247370"/>
                    <a:gd name="connsiteX12" fmla="*/ 7763052 w 8140424"/>
                    <a:gd name="connsiteY12" fmla="*/ 2673885 h 8247370"/>
                    <a:gd name="connsiteX13" fmla="*/ 7995281 w 8140424"/>
                    <a:gd name="connsiteY13" fmla="*/ 4038228 h 8247370"/>
                    <a:gd name="connsiteX14" fmla="*/ 8140424 w 8140424"/>
                    <a:gd name="connsiteY14" fmla="*/ 5242913 h 8247370"/>
                    <a:gd name="connsiteX15" fmla="*/ 5339165 w 8140424"/>
                    <a:gd name="connsiteY15" fmla="*/ 8247370 h 8247370"/>
                    <a:gd name="connsiteX16" fmla="*/ 5063396 w 8140424"/>
                    <a:gd name="connsiteY16" fmla="*/ 8160284 h 8247370"/>
                    <a:gd name="connsiteX17" fmla="*/ 534938 w 8140424"/>
                    <a:gd name="connsiteY17" fmla="*/ 3747941 h 8247370"/>
                    <a:gd name="connsiteX0" fmla="*/ 534938 w 8140424"/>
                    <a:gd name="connsiteY0" fmla="*/ 3773711 h 8273140"/>
                    <a:gd name="connsiteX1" fmla="*/ 1144537 w 8140424"/>
                    <a:gd name="connsiteY1" fmla="*/ 3091542 h 8273140"/>
                    <a:gd name="connsiteX2" fmla="*/ 2973335 w 8140424"/>
                    <a:gd name="connsiteY2" fmla="*/ 4920342 h 8273140"/>
                    <a:gd name="connsiteX3" fmla="*/ 114023 w 8140424"/>
                    <a:gd name="connsiteY3" fmla="*/ 1944912 h 8273140"/>
                    <a:gd name="connsiteX4" fmla="*/ 1013908 w 8140424"/>
                    <a:gd name="connsiteY4" fmla="*/ 1233713 h 8273140"/>
                    <a:gd name="connsiteX5" fmla="*/ 3437794 w 8140424"/>
                    <a:gd name="connsiteY5" fmla="*/ 3672113 h 8273140"/>
                    <a:gd name="connsiteX6" fmla="*/ 723623 w 8140424"/>
                    <a:gd name="connsiteY6" fmla="*/ 914399 h 8273140"/>
                    <a:gd name="connsiteX7" fmla="*/ 1725109 w 8140424"/>
                    <a:gd name="connsiteY7" fmla="*/ 217714 h 8273140"/>
                    <a:gd name="connsiteX8" fmla="*/ 4090938 w 8140424"/>
                    <a:gd name="connsiteY8" fmla="*/ 2699657 h 8273140"/>
                    <a:gd name="connsiteX9" fmla="*/ 2102480 w 8140424"/>
                    <a:gd name="connsiteY9" fmla="*/ 566057 h 8273140"/>
                    <a:gd name="connsiteX10" fmla="*/ 3176537 w 8140424"/>
                    <a:gd name="connsiteY10" fmla="*/ 0 h 8273140"/>
                    <a:gd name="connsiteX11" fmla="*/ 6543851 w 8140424"/>
                    <a:gd name="connsiteY11" fmla="*/ 3454398 h 8273140"/>
                    <a:gd name="connsiteX12" fmla="*/ 7763052 w 8140424"/>
                    <a:gd name="connsiteY12" fmla="*/ 2699655 h 8273140"/>
                    <a:gd name="connsiteX13" fmla="*/ 7995281 w 8140424"/>
                    <a:gd name="connsiteY13" fmla="*/ 4063998 h 8273140"/>
                    <a:gd name="connsiteX14" fmla="*/ 8140424 w 8140424"/>
                    <a:gd name="connsiteY14" fmla="*/ 5268683 h 8273140"/>
                    <a:gd name="connsiteX15" fmla="*/ 5339165 w 8140424"/>
                    <a:gd name="connsiteY15" fmla="*/ 8273140 h 8273140"/>
                    <a:gd name="connsiteX16" fmla="*/ 5063396 w 8140424"/>
                    <a:gd name="connsiteY16" fmla="*/ 8186054 h 8273140"/>
                    <a:gd name="connsiteX17" fmla="*/ 534938 w 8140424"/>
                    <a:gd name="connsiteY17" fmla="*/ 3773711 h 8273140"/>
                    <a:gd name="connsiteX0" fmla="*/ 534938 w 8140424"/>
                    <a:gd name="connsiteY0" fmla="*/ 3773711 h 8273140"/>
                    <a:gd name="connsiteX1" fmla="*/ 1144537 w 8140424"/>
                    <a:gd name="connsiteY1" fmla="*/ 3091542 h 8273140"/>
                    <a:gd name="connsiteX2" fmla="*/ 2973335 w 8140424"/>
                    <a:gd name="connsiteY2" fmla="*/ 4920342 h 8273140"/>
                    <a:gd name="connsiteX3" fmla="*/ 114023 w 8140424"/>
                    <a:gd name="connsiteY3" fmla="*/ 1944912 h 8273140"/>
                    <a:gd name="connsiteX4" fmla="*/ 1013908 w 8140424"/>
                    <a:gd name="connsiteY4" fmla="*/ 1233713 h 8273140"/>
                    <a:gd name="connsiteX5" fmla="*/ 3437794 w 8140424"/>
                    <a:gd name="connsiteY5" fmla="*/ 3672113 h 8273140"/>
                    <a:gd name="connsiteX6" fmla="*/ 723623 w 8140424"/>
                    <a:gd name="connsiteY6" fmla="*/ 914399 h 8273140"/>
                    <a:gd name="connsiteX7" fmla="*/ 1725109 w 8140424"/>
                    <a:gd name="connsiteY7" fmla="*/ 217714 h 8273140"/>
                    <a:gd name="connsiteX8" fmla="*/ 4090938 w 8140424"/>
                    <a:gd name="connsiteY8" fmla="*/ 2699657 h 8273140"/>
                    <a:gd name="connsiteX9" fmla="*/ 2175052 w 8140424"/>
                    <a:gd name="connsiteY9" fmla="*/ 566057 h 8273140"/>
                    <a:gd name="connsiteX10" fmla="*/ 3176537 w 8140424"/>
                    <a:gd name="connsiteY10" fmla="*/ 0 h 8273140"/>
                    <a:gd name="connsiteX11" fmla="*/ 6543851 w 8140424"/>
                    <a:gd name="connsiteY11" fmla="*/ 3454398 h 8273140"/>
                    <a:gd name="connsiteX12" fmla="*/ 7763052 w 8140424"/>
                    <a:gd name="connsiteY12" fmla="*/ 2699655 h 8273140"/>
                    <a:gd name="connsiteX13" fmla="*/ 7995281 w 8140424"/>
                    <a:gd name="connsiteY13" fmla="*/ 4063998 h 8273140"/>
                    <a:gd name="connsiteX14" fmla="*/ 8140424 w 8140424"/>
                    <a:gd name="connsiteY14" fmla="*/ 5268683 h 8273140"/>
                    <a:gd name="connsiteX15" fmla="*/ 5339165 w 8140424"/>
                    <a:gd name="connsiteY15" fmla="*/ 8273140 h 8273140"/>
                    <a:gd name="connsiteX16" fmla="*/ 5063396 w 8140424"/>
                    <a:gd name="connsiteY16" fmla="*/ 8186054 h 8273140"/>
                    <a:gd name="connsiteX17" fmla="*/ 534938 w 8140424"/>
                    <a:gd name="connsiteY17" fmla="*/ 3773711 h 8273140"/>
                    <a:gd name="connsiteX0" fmla="*/ 534938 w 8140424"/>
                    <a:gd name="connsiteY0" fmla="*/ 3773711 h 8273140"/>
                    <a:gd name="connsiteX1" fmla="*/ 1144537 w 8140424"/>
                    <a:gd name="connsiteY1" fmla="*/ 3091542 h 8273140"/>
                    <a:gd name="connsiteX2" fmla="*/ 2973335 w 8140424"/>
                    <a:gd name="connsiteY2" fmla="*/ 4920342 h 8273140"/>
                    <a:gd name="connsiteX3" fmla="*/ 114023 w 8140424"/>
                    <a:gd name="connsiteY3" fmla="*/ 1944912 h 8273140"/>
                    <a:gd name="connsiteX4" fmla="*/ 1013908 w 8140424"/>
                    <a:gd name="connsiteY4" fmla="*/ 1233713 h 8273140"/>
                    <a:gd name="connsiteX5" fmla="*/ 3437794 w 8140424"/>
                    <a:gd name="connsiteY5" fmla="*/ 3672113 h 8273140"/>
                    <a:gd name="connsiteX6" fmla="*/ 723623 w 8140424"/>
                    <a:gd name="connsiteY6" fmla="*/ 914399 h 8273140"/>
                    <a:gd name="connsiteX7" fmla="*/ 1725109 w 8140424"/>
                    <a:gd name="connsiteY7" fmla="*/ 217714 h 8273140"/>
                    <a:gd name="connsiteX8" fmla="*/ 4090938 w 8140424"/>
                    <a:gd name="connsiteY8" fmla="*/ 2699657 h 8273140"/>
                    <a:gd name="connsiteX9" fmla="*/ 2102480 w 8140424"/>
                    <a:gd name="connsiteY9" fmla="*/ 566057 h 8273140"/>
                    <a:gd name="connsiteX10" fmla="*/ 3176537 w 8140424"/>
                    <a:gd name="connsiteY10" fmla="*/ 0 h 8273140"/>
                    <a:gd name="connsiteX11" fmla="*/ 6543851 w 8140424"/>
                    <a:gd name="connsiteY11" fmla="*/ 3454398 h 8273140"/>
                    <a:gd name="connsiteX12" fmla="*/ 7763052 w 8140424"/>
                    <a:gd name="connsiteY12" fmla="*/ 2699655 h 8273140"/>
                    <a:gd name="connsiteX13" fmla="*/ 7995281 w 8140424"/>
                    <a:gd name="connsiteY13" fmla="*/ 4063998 h 8273140"/>
                    <a:gd name="connsiteX14" fmla="*/ 8140424 w 8140424"/>
                    <a:gd name="connsiteY14" fmla="*/ 5268683 h 8273140"/>
                    <a:gd name="connsiteX15" fmla="*/ 5339165 w 8140424"/>
                    <a:gd name="connsiteY15" fmla="*/ 8273140 h 8273140"/>
                    <a:gd name="connsiteX16" fmla="*/ 5063396 w 8140424"/>
                    <a:gd name="connsiteY16" fmla="*/ 8186054 h 8273140"/>
                    <a:gd name="connsiteX17" fmla="*/ 534938 w 8140424"/>
                    <a:gd name="connsiteY17" fmla="*/ 3773711 h 8273140"/>
                    <a:gd name="connsiteX0" fmla="*/ 534938 w 8140424"/>
                    <a:gd name="connsiteY0" fmla="*/ 3773711 h 8273140"/>
                    <a:gd name="connsiteX1" fmla="*/ 1144537 w 8140424"/>
                    <a:gd name="connsiteY1" fmla="*/ 3091542 h 8273140"/>
                    <a:gd name="connsiteX2" fmla="*/ 2973335 w 8140424"/>
                    <a:gd name="connsiteY2" fmla="*/ 4920342 h 8273140"/>
                    <a:gd name="connsiteX3" fmla="*/ 114023 w 8140424"/>
                    <a:gd name="connsiteY3" fmla="*/ 1944912 h 8273140"/>
                    <a:gd name="connsiteX4" fmla="*/ 1013908 w 8140424"/>
                    <a:gd name="connsiteY4" fmla="*/ 1233713 h 8273140"/>
                    <a:gd name="connsiteX5" fmla="*/ 3437794 w 8140424"/>
                    <a:gd name="connsiteY5" fmla="*/ 3672113 h 8273140"/>
                    <a:gd name="connsiteX6" fmla="*/ 723623 w 8140424"/>
                    <a:gd name="connsiteY6" fmla="*/ 914399 h 8273140"/>
                    <a:gd name="connsiteX7" fmla="*/ 1725109 w 8140424"/>
                    <a:gd name="connsiteY7" fmla="*/ 217714 h 8273140"/>
                    <a:gd name="connsiteX8" fmla="*/ 4090938 w 8140424"/>
                    <a:gd name="connsiteY8" fmla="*/ 2699657 h 8273140"/>
                    <a:gd name="connsiteX9" fmla="*/ 2102480 w 8140424"/>
                    <a:gd name="connsiteY9" fmla="*/ 566057 h 8273140"/>
                    <a:gd name="connsiteX10" fmla="*/ 3176537 w 8140424"/>
                    <a:gd name="connsiteY10" fmla="*/ 0 h 8273140"/>
                    <a:gd name="connsiteX11" fmla="*/ 6543851 w 8140424"/>
                    <a:gd name="connsiteY11" fmla="*/ 3454398 h 8273140"/>
                    <a:gd name="connsiteX12" fmla="*/ 7763052 w 8140424"/>
                    <a:gd name="connsiteY12" fmla="*/ 2699655 h 8273140"/>
                    <a:gd name="connsiteX13" fmla="*/ 7995281 w 8140424"/>
                    <a:gd name="connsiteY13" fmla="*/ 4063998 h 8273140"/>
                    <a:gd name="connsiteX14" fmla="*/ 8140424 w 8140424"/>
                    <a:gd name="connsiteY14" fmla="*/ 5268683 h 8273140"/>
                    <a:gd name="connsiteX15" fmla="*/ 5339165 w 8140424"/>
                    <a:gd name="connsiteY15" fmla="*/ 8273140 h 8273140"/>
                    <a:gd name="connsiteX16" fmla="*/ 5063396 w 8140424"/>
                    <a:gd name="connsiteY16" fmla="*/ 8186054 h 8273140"/>
                    <a:gd name="connsiteX17" fmla="*/ 534938 w 8140424"/>
                    <a:gd name="connsiteY17" fmla="*/ 3773711 h 8273140"/>
                    <a:gd name="connsiteX0" fmla="*/ 534938 w 8140424"/>
                    <a:gd name="connsiteY0" fmla="*/ 4045114 h 8544543"/>
                    <a:gd name="connsiteX1" fmla="*/ 1144537 w 8140424"/>
                    <a:gd name="connsiteY1" fmla="*/ 3362945 h 8544543"/>
                    <a:gd name="connsiteX2" fmla="*/ 2973335 w 8140424"/>
                    <a:gd name="connsiteY2" fmla="*/ 5191745 h 8544543"/>
                    <a:gd name="connsiteX3" fmla="*/ 114023 w 8140424"/>
                    <a:gd name="connsiteY3" fmla="*/ 2216315 h 8544543"/>
                    <a:gd name="connsiteX4" fmla="*/ 1013908 w 8140424"/>
                    <a:gd name="connsiteY4" fmla="*/ 1505116 h 8544543"/>
                    <a:gd name="connsiteX5" fmla="*/ 3437794 w 8140424"/>
                    <a:gd name="connsiteY5" fmla="*/ 3943516 h 8544543"/>
                    <a:gd name="connsiteX6" fmla="*/ 723623 w 8140424"/>
                    <a:gd name="connsiteY6" fmla="*/ 1185802 h 8544543"/>
                    <a:gd name="connsiteX7" fmla="*/ 1725109 w 8140424"/>
                    <a:gd name="connsiteY7" fmla="*/ 489117 h 8544543"/>
                    <a:gd name="connsiteX8" fmla="*/ 4090938 w 8140424"/>
                    <a:gd name="connsiteY8" fmla="*/ 2971060 h 8544543"/>
                    <a:gd name="connsiteX9" fmla="*/ 2102480 w 8140424"/>
                    <a:gd name="connsiteY9" fmla="*/ 837460 h 8544543"/>
                    <a:gd name="connsiteX10" fmla="*/ 3176537 w 8140424"/>
                    <a:gd name="connsiteY10" fmla="*/ 271403 h 8544543"/>
                    <a:gd name="connsiteX11" fmla="*/ 6543851 w 8140424"/>
                    <a:gd name="connsiteY11" fmla="*/ 3725801 h 8544543"/>
                    <a:gd name="connsiteX12" fmla="*/ 7763052 w 8140424"/>
                    <a:gd name="connsiteY12" fmla="*/ 2971058 h 8544543"/>
                    <a:gd name="connsiteX13" fmla="*/ 7995281 w 8140424"/>
                    <a:gd name="connsiteY13" fmla="*/ 4335401 h 8544543"/>
                    <a:gd name="connsiteX14" fmla="*/ 8140424 w 8140424"/>
                    <a:gd name="connsiteY14" fmla="*/ 5540086 h 8544543"/>
                    <a:gd name="connsiteX15" fmla="*/ 5339165 w 8140424"/>
                    <a:gd name="connsiteY15" fmla="*/ 8544543 h 8544543"/>
                    <a:gd name="connsiteX16" fmla="*/ 5063396 w 8140424"/>
                    <a:gd name="connsiteY16" fmla="*/ 8457457 h 8544543"/>
                    <a:gd name="connsiteX17" fmla="*/ 534938 w 8140424"/>
                    <a:gd name="connsiteY17" fmla="*/ 4045114 h 8544543"/>
                    <a:gd name="connsiteX0" fmla="*/ 534938 w 8140424"/>
                    <a:gd name="connsiteY0" fmla="*/ 4041454 h 8540883"/>
                    <a:gd name="connsiteX1" fmla="*/ 1144537 w 8140424"/>
                    <a:gd name="connsiteY1" fmla="*/ 3359285 h 8540883"/>
                    <a:gd name="connsiteX2" fmla="*/ 2973335 w 8140424"/>
                    <a:gd name="connsiteY2" fmla="*/ 5188085 h 8540883"/>
                    <a:gd name="connsiteX3" fmla="*/ 114023 w 8140424"/>
                    <a:gd name="connsiteY3" fmla="*/ 2212655 h 8540883"/>
                    <a:gd name="connsiteX4" fmla="*/ 1013908 w 8140424"/>
                    <a:gd name="connsiteY4" fmla="*/ 1501456 h 8540883"/>
                    <a:gd name="connsiteX5" fmla="*/ 3437794 w 8140424"/>
                    <a:gd name="connsiteY5" fmla="*/ 3939856 h 8540883"/>
                    <a:gd name="connsiteX6" fmla="*/ 723623 w 8140424"/>
                    <a:gd name="connsiteY6" fmla="*/ 1182142 h 8540883"/>
                    <a:gd name="connsiteX7" fmla="*/ 1725109 w 8140424"/>
                    <a:gd name="connsiteY7" fmla="*/ 485457 h 8540883"/>
                    <a:gd name="connsiteX8" fmla="*/ 4090938 w 8140424"/>
                    <a:gd name="connsiteY8" fmla="*/ 2967400 h 8540883"/>
                    <a:gd name="connsiteX9" fmla="*/ 2102480 w 8140424"/>
                    <a:gd name="connsiteY9" fmla="*/ 833800 h 8540883"/>
                    <a:gd name="connsiteX10" fmla="*/ 3176537 w 8140424"/>
                    <a:gd name="connsiteY10" fmla="*/ 267743 h 8540883"/>
                    <a:gd name="connsiteX11" fmla="*/ 6543851 w 8140424"/>
                    <a:gd name="connsiteY11" fmla="*/ 3722141 h 8540883"/>
                    <a:gd name="connsiteX12" fmla="*/ 7763052 w 8140424"/>
                    <a:gd name="connsiteY12" fmla="*/ 2967398 h 8540883"/>
                    <a:gd name="connsiteX13" fmla="*/ 7995281 w 8140424"/>
                    <a:gd name="connsiteY13" fmla="*/ 4331741 h 8540883"/>
                    <a:gd name="connsiteX14" fmla="*/ 8140424 w 8140424"/>
                    <a:gd name="connsiteY14" fmla="*/ 5536426 h 8540883"/>
                    <a:gd name="connsiteX15" fmla="*/ 5339165 w 8140424"/>
                    <a:gd name="connsiteY15" fmla="*/ 8540883 h 8540883"/>
                    <a:gd name="connsiteX16" fmla="*/ 5063396 w 8140424"/>
                    <a:gd name="connsiteY16" fmla="*/ 8453797 h 8540883"/>
                    <a:gd name="connsiteX17" fmla="*/ 534938 w 8140424"/>
                    <a:gd name="connsiteY17" fmla="*/ 4041454 h 8540883"/>
                    <a:gd name="connsiteX0" fmla="*/ 534938 w 8140424"/>
                    <a:gd name="connsiteY0" fmla="*/ 4047870 h 8547299"/>
                    <a:gd name="connsiteX1" fmla="*/ 1144537 w 8140424"/>
                    <a:gd name="connsiteY1" fmla="*/ 3365701 h 8547299"/>
                    <a:gd name="connsiteX2" fmla="*/ 2973335 w 8140424"/>
                    <a:gd name="connsiteY2" fmla="*/ 5194501 h 8547299"/>
                    <a:gd name="connsiteX3" fmla="*/ 114023 w 8140424"/>
                    <a:gd name="connsiteY3" fmla="*/ 2219071 h 8547299"/>
                    <a:gd name="connsiteX4" fmla="*/ 1013908 w 8140424"/>
                    <a:gd name="connsiteY4" fmla="*/ 1507872 h 8547299"/>
                    <a:gd name="connsiteX5" fmla="*/ 3437794 w 8140424"/>
                    <a:gd name="connsiteY5" fmla="*/ 3946272 h 8547299"/>
                    <a:gd name="connsiteX6" fmla="*/ 723623 w 8140424"/>
                    <a:gd name="connsiteY6" fmla="*/ 1188558 h 8547299"/>
                    <a:gd name="connsiteX7" fmla="*/ 1725109 w 8140424"/>
                    <a:gd name="connsiteY7" fmla="*/ 491873 h 8547299"/>
                    <a:gd name="connsiteX8" fmla="*/ 4090938 w 8140424"/>
                    <a:gd name="connsiteY8" fmla="*/ 2973816 h 8547299"/>
                    <a:gd name="connsiteX9" fmla="*/ 2102480 w 8140424"/>
                    <a:gd name="connsiteY9" fmla="*/ 840216 h 8547299"/>
                    <a:gd name="connsiteX10" fmla="*/ 3176537 w 8140424"/>
                    <a:gd name="connsiteY10" fmla="*/ 274159 h 8547299"/>
                    <a:gd name="connsiteX11" fmla="*/ 6543851 w 8140424"/>
                    <a:gd name="connsiteY11" fmla="*/ 3728557 h 8547299"/>
                    <a:gd name="connsiteX12" fmla="*/ 7763052 w 8140424"/>
                    <a:gd name="connsiteY12" fmla="*/ 2973814 h 8547299"/>
                    <a:gd name="connsiteX13" fmla="*/ 7995281 w 8140424"/>
                    <a:gd name="connsiteY13" fmla="*/ 4338157 h 8547299"/>
                    <a:gd name="connsiteX14" fmla="*/ 8140424 w 8140424"/>
                    <a:gd name="connsiteY14" fmla="*/ 5542842 h 8547299"/>
                    <a:gd name="connsiteX15" fmla="*/ 5339165 w 8140424"/>
                    <a:gd name="connsiteY15" fmla="*/ 8547299 h 8547299"/>
                    <a:gd name="connsiteX16" fmla="*/ 5063396 w 8140424"/>
                    <a:gd name="connsiteY16" fmla="*/ 8460213 h 8547299"/>
                    <a:gd name="connsiteX17" fmla="*/ 534938 w 8140424"/>
                    <a:gd name="connsiteY17" fmla="*/ 4047870 h 8547299"/>
                    <a:gd name="connsiteX0" fmla="*/ 534938 w 8140424"/>
                    <a:gd name="connsiteY0" fmla="*/ 4023705 h 8523134"/>
                    <a:gd name="connsiteX1" fmla="*/ 1144537 w 8140424"/>
                    <a:gd name="connsiteY1" fmla="*/ 3341536 h 8523134"/>
                    <a:gd name="connsiteX2" fmla="*/ 2973335 w 8140424"/>
                    <a:gd name="connsiteY2" fmla="*/ 5170336 h 8523134"/>
                    <a:gd name="connsiteX3" fmla="*/ 114023 w 8140424"/>
                    <a:gd name="connsiteY3" fmla="*/ 2194906 h 8523134"/>
                    <a:gd name="connsiteX4" fmla="*/ 1013908 w 8140424"/>
                    <a:gd name="connsiteY4" fmla="*/ 1483707 h 8523134"/>
                    <a:gd name="connsiteX5" fmla="*/ 3437794 w 8140424"/>
                    <a:gd name="connsiteY5" fmla="*/ 3922107 h 8523134"/>
                    <a:gd name="connsiteX6" fmla="*/ 723623 w 8140424"/>
                    <a:gd name="connsiteY6" fmla="*/ 1164393 h 8523134"/>
                    <a:gd name="connsiteX7" fmla="*/ 1725109 w 8140424"/>
                    <a:gd name="connsiteY7" fmla="*/ 467708 h 8523134"/>
                    <a:gd name="connsiteX8" fmla="*/ 4090938 w 8140424"/>
                    <a:gd name="connsiteY8" fmla="*/ 2949651 h 8523134"/>
                    <a:gd name="connsiteX9" fmla="*/ 2102480 w 8140424"/>
                    <a:gd name="connsiteY9" fmla="*/ 816051 h 8523134"/>
                    <a:gd name="connsiteX10" fmla="*/ 3176537 w 8140424"/>
                    <a:gd name="connsiteY10" fmla="*/ 249994 h 8523134"/>
                    <a:gd name="connsiteX11" fmla="*/ 6543851 w 8140424"/>
                    <a:gd name="connsiteY11" fmla="*/ 3704392 h 8523134"/>
                    <a:gd name="connsiteX12" fmla="*/ 7763052 w 8140424"/>
                    <a:gd name="connsiteY12" fmla="*/ 2949649 h 8523134"/>
                    <a:gd name="connsiteX13" fmla="*/ 7995281 w 8140424"/>
                    <a:gd name="connsiteY13" fmla="*/ 4313992 h 8523134"/>
                    <a:gd name="connsiteX14" fmla="*/ 8140424 w 8140424"/>
                    <a:gd name="connsiteY14" fmla="*/ 5518677 h 8523134"/>
                    <a:gd name="connsiteX15" fmla="*/ 5339165 w 8140424"/>
                    <a:gd name="connsiteY15" fmla="*/ 8523134 h 8523134"/>
                    <a:gd name="connsiteX16" fmla="*/ 5063396 w 8140424"/>
                    <a:gd name="connsiteY16" fmla="*/ 8436048 h 8523134"/>
                    <a:gd name="connsiteX17" fmla="*/ 534938 w 8140424"/>
                    <a:gd name="connsiteY17" fmla="*/ 4023705 h 852313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7763052 w 8140424"/>
                    <a:gd name="connsiteY12" fmla="*/ 2968999 h 8542484"/>
                    <a:gd name="connsiteX13" fmla="*/ 7995281 w 8140424"/>
                    <a:gd name="connsiteY13" fmla="*/ 4333342 h 8542484"/>
                    <a:gd name="connsiteX14" fmla="*/ 8140424 w 8140424"/>
                    <a:gd name="connsiteY14" fmla="*/ 5538027 h 8542484"/>
                    <a:gd name="connsiteX15" fmla="*/ 5339165 w 8140424"/>
                    <a:gd name="connsiteY15" fmla="*/ 8542484 h 8542484"/>
                    <a:gd name="connsiteX16" fmla="*/ 5063396 w 8140424"/>
                    <a:gd name="connsiteY16" fmla="*/ 8455398 h 8542484"/>
                    <a:gd name="connsiteX17" fmla="*/ 534938 w 8140424"/>
                    <a:gd name="connsiteY17"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7037337 w 8140424"/>
                    <a:gd name="connsiteY12" fmla="*/ 3389915 h 8542484"/>
                    <a:gd name="connsiteX13" fmla="*/ 7763052 w 8140424"/>
                    <a:gd name="connsiteY13" fmla="*/ 2968999 h 8542484"/>
                    <a:gd name="connsiteX14" fmla="*/ 7995281 w 8140424"/>
                    <a:gd name="connsiteY14" fmla="*/ 4333342 h 8542484"/>
                    <a:gd name="connsiteX15" fmla="*/ 8140424 w 8140424"/>
                    <a:gd name="connsiteY15" fmla="*/ 5538027 h 8542484"/>
                    <a:gd name="connsiteX16" fmla="*/ 5339165 w 8140424"/>
                    <a:gd name="connsiteY16" fmla="*/ 8542484 h 8542484"/>
                    <a:gd name="connsiteX17" fmla="*/ 5063396 w 8140424"/>
                    <a:gd name="connsiteY17" fmla="*/ 8455398 h 8542484"/>
                    <a:gd name="connsiteX18" fmla="*/ 534938 w 8140424"/>
                    <a:gd name="connsiteY18"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51966 w 8140424"/>
                    <a:gd name="connsiteY12" fmla="*/ 2243287 h 8542484"/>
                    <a:gd name="connsiteX13" fmla="*/ 7763052 w 8140424"/>
                    <a:gd name="connsiteY13" fmla="*/ 2968999 h 8542484"/>
                    <a:gd name="connsiteX14" fmla="*/ 7995281 w 8140424"/>
                    <a:gd name="connsiteY14" fmla="*/ 4333342 h 8542484"/>
                    <a:gd name="connsiteX15" fmla="*/ 8140424 w 8140424"/>
                    <a:gd name="connsiteY15" fmla="*/ 5538027 h 8542484"/>
                    <a:gd name="connsiteX16" fmla="*/ 5339165 w 8140424"/>
                    <a:gd name="connsiteY16" fmla="*/ 8542484 h 8542484"/>
                    <a:gd name="connsiteX17" fmla="*/ 5063396 w 8140424"/>
                    <a:gd name="connsiteY17" fmla="*/ 8455398 h 8542484"/>
                    <a:gd name="connsiteX18" fmla="*/ 534938 w 8140424"/>
                    <a:gd name="connsiteY18"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51966 w 8140424"/>
                    <a:gd name="connsiteY12" fmla="*/ 2243287 h 8542484"/>
                    <a:gd name="connsiteX13" fmla="*/ 7763052 w 8140424"/>
                    <a:gd name="connsiteY13" fmla="*/ 2968999 h 8542484"/>
                    <a:gd name="connsiteX14" fmla="*/ 7995281 w 8140424"/>
                    <a:gd name="connsiteY14" fmla="*/ 4333342 h 8542484"/>
                    <a:gd name="connsiteX15" fmla="*/ 8140424 w 8140424"/>
                    <a:gd name="connsiteY15" fmla="*/ 5538027 h 8542484"/>
                    <a:gd name="connsiteX16" fmla="*/ 5339165 w 8140424"/>
                    <a:gd name="connsiteY16" fmla="*/ 8542484 h 8542484"/>
                    <a:gd name="connsiteX17" fmla="*/ 5063396 w 8140424"/>
                    <a:gd name="connsiteY17" fmla="*/ 8455398 h 8542484"/>
                    <a:gd name="connsiteX18" fmla="*/ 534938 w 8140424"/>
                    <a:gd name="connsiteY18"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51966 w 8140424"/>
                    <a:gd name="connsiteY12" fmla="*/ 2243287 h 8542484"/>
                    <a:gd name="connsiteX13" fmla="*/ 7763052 w 8140424"/>
                    <a:gd name="connsiteY13" fmla="*/ 2968999 h 8542484"/>
                    <a:gd name="connsiteX14" fmla="*/ 7995281 w 8140424"/>
                    <a:gd name="connsiteY14" fmla="*/ 4333342 h 8542484"/>
                    <a:gd name="connsiteX15" fmla="*/ 8140424 w 8140424"/>
                    <a:gd name="connsiteY15" fmla="*/ 5538027 h 8542484"/>
                    <a:gd name="connsiteX16" fmla="*/ 5339165 w 8140424"/>
                    <a:gd name="connsiteY16" fmla="*/ 8542484 h 8542484"/>
                    <a:gd name="connsiteX17" fmla="*/ 5063396 w 8140424"/>
                    <a:gd name="connsiteY17" fmla="*/ 8455398 h 8542484"/>
                    <a:gd name="connsiteX18" fmla="*/ 534938 w 8140424"/>
                    <a:gd name="connsiteY18"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7763052 w 8140424"/>
                    <a:gd name="connsiteY13" fmla="*/ 2968999 h 8542484"/>
                    <a:gd name="connsiteX14" fmla="*/ 7995281 w 8140424"/>
                    <a:gd name="connsiteY14" fmla="*/ 4333342 h 8542484"/>
                    <a:gd name="connsiteX15" fmla="*/ 8140424 w 8140424"/>
                    <a:gd name="connsiteY15" fmla="*/ 5538027 h 8542484"/>
                    <a:gd name="connsiteX16" fmla="*/ 5339165 w 8140424"/>
                    <a:gd name="connsiteY16" fmla="*/ 8542484 h 8542484"/>
                    <a:gd name="connsiteX17" fmla="*/ 5063396 w 8140424"/>
                    <a:gd name="connsiteY17" fmla="*/ 8455398 h 8542484"/>
                    <a:gd name="connsiteX18" fmla="*/ 534938 w 8140424"/>
                    <a:gd name="connsiteY18"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7269566 w 8140424"/>
                    <a:gd name="connsiteY13" fmla="*/ 2780315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68921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47130 w 8140424"/>
                    <a:gd name="connsiteY0" fmla="*/ 4043055 h 8542484"/>
                    <a:gd name="connsiteX1" fmla="*/ 1168921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47130 w 8140424"/>
                    <a:gd name="connsiteY19" fmla="*/ 4043055 h 8542484"/>
                    <a:gd name="connsiteX0" fmla="*/ 547130 w 8140424"/>
                    <a:gd name="connsiteY0" fmla="*/ 4043055 h 8542484"/>
                    <a:gd name="connsiteX1" fmla="*/ 1168921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47130 w 8140424"/>
                    <a:gd name="connsiteY19" fmla="*/ 4043055 h 8542484"/>
                    <a:gd name="connsiteX0" fmla="*/ 541518 w 8134812"/>
                    <a:gd name="connsiteY0" fmla="*/ 4043055 h 8542484"/>
                    <a:gd name="connsiteX1" fmla="*/ 1163309 w 8134812"/>
                    <a:gd name="connsiteY1" fmla="*/ 3360886 h 8542484"/>
                    <a:gd name="connsiteX2" fmla="*/ 2967723 w 8134812"/>
                    <a:gd name="connsiteY2" fmla="*/ 5189686 h 8542484"/>
                    <a:gd name="connsiteX3" fmla="*/ 108411 w 8134812"/>
                    <a:gd name="connsiteY3" fmla="*/ 2214256 h 8542484"/>
                    <a:gd name="connsiteX4" fmla="*/ 1008296 w 8134812"/>
                    <a:gd name="connsiteY4" fmla="*/ 1503057 h 8542484"/>
                    <a:gd name="connsiteX5" fmla="*/ 3432182 w 8134812"/>
                    <a:gd name="connsiteY5" fmla="*/ 3941457 h 8542484"/>
                    <a:gd name="connsiteX6" fmla="*/ 718011 w 8134812"/>
                    <a:gd name="connsiteY6" fmla="*/ 1183743 h 8542484"/>
                    <a:gd name="connsiteX7" fmla="*/ 1719497 w 8134812"/>
                    <a:gd name="connsiteY7" fmla="*/ 487058 h 8542484"/>
                    <a:gd name="connsiteX8" fmla="*/ 4085326 w 8134812"/>
                    <a:gd name="connsiteY8" fmla="*/ 2969001 h 8542484"/>
                    <a:gd name="connsiteX9" fmla="*/ 2096868 w 8134812"/>
                    <a:gd name="connsiteY9" fmla="*/ 835401 h 8542484"/>
                    <a:gd name="connsiteX10" fmla="*/ 3170925 w 8134812"/>
                    <a:gd name="connsiteY10" fmla="*/ 269344 h 8542484"/>
                    <a:gd name="connsiteX11" fmla="*/ 6538239 w 8134812"/>
                    <a:gd name="connsiteY11" fmla="*/ 3723742 h 8542484"/>
                    <a:gd name="connsiteX12" fmla="*/ 6102811 w 8134812"/>
                    <a:gd name="connsiteY12" fmla="*/ 2243287 h 8542484"/>
                    <a:gd name="connsiteX13" fmla="*/ 6639839 w 8134812"/>
                    <a:gd name="connsiteY13" fmla="*/ 1024087 h 8542484"/>
                    <a:gd name="connsiteX14" fmla="*/ 7757440 w 8134812"/>
                    <a:gd name="connsiteY14" fmla="*/ 2968999 h 8542484"/>
                    <a:gd name="connsiteX15" fmla="*/ 7989669 w 8134812"/>
                    <a:gd name="connsiteY15" fmla="*/ 4333342 h 8542484"/>
                    <a:gd name="connsiteX16" fmla="*/ 8134812 w 8134812"/>
                    <a:gd name="connsiteY16" fmla="*/ 5538027 h 8542484"/>
                    <a:gd name="connsiteX17" fmla="*/ 5333553 w 8134812"/>
                    <a:gd name="connsiteY17" fmla="*/ 8542484 h 8542484"/>
                    <a:gd name="connsiteX18" fmla="*/ 5057784 w 8134812"/>
                    <a:gd name="connsiteY18" fmla="*/ 8455398 h 8542484"/>
                    <a:gd name="connsiteX19" fmla="*/ 541518 w 8134812"/>
                    <a:gd name="connsiteY19" fmla="*/ 4043055 h 8542484"/>
                    <a:gd name="connsiteX0" fmla="*/ 541518 w 8134812"/>
                    <a:gd name="connsiteY0" fmla="*/ 4043055 h 8542484"/>
                    <a:gd name="connsiteX1" fmla="*/ 1163309 w 8134812"/>
                    <a:gd name="connsiteY1" fmla="*/ 3360886 h 8542484"/>
                    <a:gd name="connsiteX2" fmla="*/ 2967723 w 8134812"/>
                    <a:gd name="connsiteY2" fmla="*/ 5189686 h 8542484"/>
                    <a:gd name="connsiteX3" fmla="*/ 108411 w 8134812"/>
                    <a:gd name="connsiteY3" fmla="*/ 2214256 h 8542484"/>
                    <a:gd name="connsiteX4" fmla="*/ 1008296 w 8134812"/>
                    <a:gd name="connsiteY4" fmla="*/ 1503057 h 8542484"/>
                    <a:gd name="connsiteX5" fmla="*/ 3432182 w 8134812"/>
                    <a:gd name="connsiteY5" fmla="*/ 3941457 h 8542484"/>
                    <a:gd name="connsiteX6" fmla="*/ 718011 w 8134812"/>
                    <a:gd name="connsiteY6" fmla="*/ 1183743 h 8542484"/>
                    <a:gd name="connsiteX7" fmla="*/ 1719497 w 8134812"/>
                    <a:gd name="connsiteY7" fmla="*/ 487058 h 8542484"/>
                    <a:gd name="connsiteX8" fmla="*/ 4085326 w 8134812"/>
                    <a:gd name="connsiteY8" fmla="*/ 2969001 h 8542484"/>
                    <a:gd name="connsiteX9" fmla="*/ 2096868 w 8134812"/>
                    <a:gd name="connsiteY9" fmla="*/ 835401 h 8542484"/>
                    <a:gd name="connsiteX10" fmla="*/ 3170925 w 8134812"/>
                    <a:gd name="connsiteY10" fmla="*/ 269344 h 8542484"/>
                    <a:gd name="connsiteX11" fmla="*/ 6538239 w 8134812"/>
                    <a:gd name="connsiteY11" fmla="*/ 3723742 h 8542484"/>
                    <a:gd name="connsiteX12" fmla="*/ 6090619 w 8134812"/>
                    <a:gd name="connsiteY12" fmla="*/ 2231095 h 8542484"/>
                    <a:gd name="connsiteX13" fmla="*/ 6639839 w 8134812"/>
                    <a:gd name="connsiteY13" fmla="*/ 1024087 h 8542484"/>
                    <a:gd name="connsiteX14" fmla="*/ 7757440 w 8134812"/>
                    <a:gd name="connsiteY14" fmla="*/ 2968999 h 8542484"/>
                    <a:gd name="connsiteX15" fmla="*/ 7989669 w 8134812"/>
                    <a:gd name="connsiteY15" fmla="*/ 4333342 h 8542484"/>
                    <a:gd name="connsiteX16" fmla="*/ 8134812 w 8134812"/>
                    <a:gd name="connsiteY16" fmla="*/ 5538027 h 8542484"/>
                    <a:gd name="connsiteX17" fmla="*/ 5333553 w 8134812"/>
                    <a:gd name="connsiteY17" fmla="*/ 8542484 h 8542484"/>
                    <a:gd name="connsiteX18" fmla="*/ 5057784 w 8134812"/>
                    <a:gd name="connsiteY18" fmla="*/ 8455398 h 8542484"/>
                    <a:gd name="connsiteX19" fmla="*/ 541518 w 8134812"/>
                    <a:gd name="connsiteY19" fmla="*/ 4043055 h 8542484"/>
                    <a:gd name="connsiteX0" fmla="*/ 541518 w 8134812"/>
                    <a:gd name="connsiteY0" fmla="*/ 4043055 h 8542484"/>
                    <a:gd name="connsiteX1" fmla="*/ 1163309 w 8134812"/>
                    <a:gd name="connsiteY1" fmla="*/ 3360886 h 8542484"/>
                    <a:gd name="connsiteX2" fmla="*/ 2967723 w 8134812"/>
                    <a:gd name="connsiteY2" fmla="*/ 5189686 h 8542484"/>
                    <a:gd name="connsiteX3" fmla="*/ 108411 w 8134812"/>
                    <a:gd name="connsiteY3" fmla="*/ 2214256 h 8542484"/>
                    <a:gd name="connsiteX4" fmla="*/ 1008296 w 8134812"/>
                    <a:gd name="connsiteY4" fmla="*/ 1503057 h 8542484"/>
                    <a:gd name="connsiteX5" fmla="*/ 3432182 w 8134812"/>
                    <a:gd name="connsiteY5" fmla="*/ 3941457 h 8542484"/>
                    <a:gd name="connsiteX6" fmla="*/ 718011 w 8134812"/>
                    <a:gd name="connsiteY6" fmla="*/ 1183743 h 8542484"/>
                    <a:gd name="connsiteX7" fmla="*/ 1719497 w 8134812"/>
                    <a:gd name="connsiteY7" fmla="*/ 487058 h 8542484"/>
                    <a:gd name="connsiteX8" fmla="*/ 4085326 w 8134812"/>
                    <a:gd name="connsiteY8" fmla="*/ 2969001 h 8542484"/>
                    <a:gd name="connsiteX9" fmla="*/ 2096868 w 8134812"/>
                    <a:gd name="connsiteY9" fmla="*/ 835401 h 8542484"/>
                    <a:gd name="connsiteX10" fmla="*/ 3170925 w 8134812"/>
                    <a:gd name="connsiteY10" fmla="*/ 269344 h 8542484"/>
                    <a:gd name="connsiteX11" fmla="*/ 6538239 w 8134812"/>
                    <a:gd name="connsiteY11" fmla="*/ 3723742 h 8542484"/>
                    <a:gd name="connsiteX12" fmla="*/ 6090619 w 8134812"/>
                    <a:gd name="connsiteY12" fmla="*/ 2231095 h 8542484"/>
                    <a:gd name="connsiteX13" fmla="*/ 6639839 w 8134812"/>
                    <a:gd name="connsiteY13" fmla="*/ 1024087 h 8542484"/>
                    <a:gd name="connsiteX14" fmla="*/ 7757440 w 8134812"/>
                    <a:gd name="connsiteY14" fmla="*/ 2968999 h 8542484"/>
                    <a:gd name="connsiteX15" fmla="*/ 7989669 w 8134812"/>
                    <a:gd name="connsiteY15" fmla="*/ 4333342 h 8542484"/>
                    <a:gd name="connsiteX16" fmla="*/ 8134812 w 8134812"/>
                    <a:gd name="connsiteY16" fmla="*/ 5538027 h 8542484"/>
                    <a:gd name="connsiteX17" fmla="*/ 5333553 w 8134812"/>
                    <a:gd name="connsiteY17" fmla="*/ 8542484 h 8542484"/>
                    <a:gd name="connsiteX18" fmla="*/ 5057784 w 8134812"/>
                    <a:gd name="connsiteY18" fmla="*/ 8455398 h 8542484"/>
                    <a:gd name="connsiteX19" fmla="*/ 541518 w 8134812"/>
                    <a:gd name="connsiteY19" fmla="*/ 4043055 h 8542484"/>
                    <a:gd name="connsiteX0" fmla="*/ 541518 w 8134812"/>
                    <a:gd name="connsiteY0" fmla="*/ 4043055 h 8542484"/>
                    <a:gd name="connsiteX1" fmla="*/ 1163309 w 8134812"/>
                    <a:gd name="connsiteY1" fmla="*/ 3360886 h 8542484"/>
                    <a:gd name="connsiteX2" fmla="*/ 2967723 w 8134812"/>
                    <a:gd name="connsiteY2" fmla="*/ 5189686 h 8542484"/>
                    <a:gd name="connsiteX3" fmla="*/ 108411 w 8134812"/>
                    <a:gd name="connsiteY3" fmla="*/ 2214256 h 8542484"/>
                    <a:gd name="connsiteX4" fmla="*/ 1008296 w 8134812"/>
                    <a:gd name="connsiteY4" fmla="*/ 1503057 h 8542484"/>
                    <a:gd name="connsiteX5" fmla="*/ 3432182 w 8134812"/>
                    <a:gd name="connsiteY5" fmla="*/ 3941457 h 8542484"/>
                    <a:gd name="connsiteX6" fmla="*/ 718011 w 8134812"/>
                    <a:gd name="connsiteY6" fmla="*/ 1183743 h 8542484"/>
                    <a:gd name="connsiteX7" fmla="*/ 1719497 w 8134812"/>
                    <a:gd name="connsiteY7" fmla="*/ 487058 h 8542484"/>
                    <a:gd name="connsiteX8" fmla="*/ 4085326 w 8134812"/>
                    <a:gd name="connsiteY8" fmla="*/ 2969001 h 8542484"/>
                    <a:gd name="connsiteX9" fmla="*/ 2096868 w 8134812"/>
                    <a:gd name="connsiteY9" fmla="*/ 835401 h 8542484"/>
                    <a:gd name="connsiteX10" fmla="*/ 3170925 w 8134812"/>
                    <a:gd name="connsiteY10" fmla="*/ 269344 h 8542484"/>
                    <a:gd name="connsiteX11" fmla="*/ 6538239 w 8134812"/>
                    <a:gd name="connsiteY11" fmla="*/ 3723742 h 8542484"/>
                    <a:gd name="connsiteX12" fmla="*/ 6090619 w 8134812"/>
                    <a:gd name="connsiteY12" fmla="*/ 2231095 h 8542484"/>
                    <a:gd name="connsiteX13" fmla="*/ 6639839 w 8134812"/>
                    <a:gd name="connsiteY13" fmla="*/ 1024087 h 8542484"/>
                    <a:gd name="connsiteX14" fmla="*/ 7757440 w 8134812"/>
                    <a:gd name="connsiteY14" fmla="*/ 2968999 h 8542484"/>
                    <a:gd name="connsiteX15" fmla="*/ 7989669 w 8134812"/>
                    <a:gd name="connsiteY15" fmla="*/ 4333342 h 8542484"/>
                    <a:gd name="connsiteX16" fmla="*/ 8134812 w 8134812"/>
                    <a:gd name="connsiteY16" fmla="*/ 5538027 h 8542484"/>
                    <a:gd name="connsiteX17" fmla="*/ 5333553 w 8134812"/>
                    <a:gd name="connsiteY17" fmla="*/ 8542484 h 8542484"/>
                    <a:gd name="connsiteX18" fmla="*/ 5057784 w 8134812"/>
                    <a:gd name="connsiteY18" fmla="*/ 8455398 h 8542484"/>
                    <a:gd name="connsiteX19" fmla="*/ 541518 w 8134812"/>
                    <a:gd name="connsiteY19" fmla="*/ 4043055 h 8542484"/>
                    <a:gd name="connsiteX0" fmla="*/ 541518 w 8134812"/>
                    <a:gd name="connsiteY0" fmla="*/ 4043055 h 8542484"/>
                    <a:gd name="connsiteX1" fmla="*/ 1163309 w 8134812"/>
                    <a:gd name="connsiteY1" fmla="*/ 3360886 h 8542484"/>
                    <a:gd name="connsiteX2" fmla="*/ 2967723 w 8134812"/>
                    <a:gd name="connsiteY2" fmla="*/ 5189686 h 8542484"/>
                    <a:gd name="connsiteX3" fmla="*/ 108411 w 8134812"/>
                    <a:gd name="connsiteY3" fmla="*/ 2214256 h 8542484"/>
                    <a:gd name="connsiteX4" fmla="*/ 1008296 w 8134812"/>
                    <a:gd name="connsiteY4" fmla="*/ 1503057 h 8542484"/>
                    <a:gd name="connsiteX5" fmla="*/ 3432182 w 8134812"/>
                    <a:gd name="connsiteY5" fmla="*/ 3941457 h 8542484"/>
                    <a:gd name="connsiteX6" fmla="*/ 718011 w 8134812"/>
                    <a:gd name="connsiteY6" fmla="*/ 1183743 h 8542484"/>
                    <a:gd name="connsiteX7" fmla="*/ 1719497 w 8134812"/>
                    <a:gd name="connsiteY7" fmla="*/ 487058 h 8542484"/>
                    <a:gd name="connsiteX8" fmla="*/ 4085326 w 8134812"/>
                    <a:gd name="connsiteY8" fmla="*/ 2969001 h 8542484"/>
                    <a:gd name="connsiteX9" fmla="*/ 2096868 w 8134812"/>
                    <a:gd name="connsiteY9" fmla="*/ 835401 h 8542484"/>
                    <a:gd name="connsiteX10" fmla="*/ 3170925 w 8134812"/>
                    <a:gd name="connsiteY10" fmla="*/ 269344 h 8542484"/>
                    <a:gd name="connsiteX11" fmla="*/ 6538239 w 8134812"/>
                    <a:gd name="connsiteY11" fmla="*/ 3723742 h 8542484"/>
                    <a:gd name="connsiteX12" fmla="*/ 6090619 w 8134812"/>
                    <a:gd name="connsiteY12" fmla="*/ 2231095 h 8542484"/>
                    <a:gd name="connsiteX13" fmla="*/ 6639839 w 8134812"/>
                    <a:gd name="connsiteY13" fmla="*/ 1024087 h 8542484"/>
                    <a:gd name="connsiteX14" fmla="*/ 7757440 w 8134812"/>
                    <a:gd name="connsiteY14" fmla="*/ 2968999 h 8542484"/>
                    <a:gd name="connsiteX15" fmla="*/ 7989669 w 8134812"/>
                    <a:gd name="connsiteY15" fmla="*/ 4333342 h 8542484"/>
                    <a:gd name="connsiteX16" fmla="*/ 8134812 w 8134812"/>
                    <a:gd name="connsiteY16" fmla="*/ 5538027 h 8542484"/>
                    <a:gd name="connsiteX17" fmla="*/ 5333553 w 8134812"/>
                    <a:gd name="connsiteY17" fmla="*/ 8542484 h 8542484"/>
                    <a:gd name="connsiteX18" fmla="*/ 5057784 w 8134812"/>
                    <a:gd name="connsiteY18" fmla="*/ 8455398 h 8542484"/>
                    <a:gd name="connsiteX19" fmla="*/ 541518 w 8134812"/>
                    <a:gd name="connsiteY19" fmla="*/ 4043055 h 8542484"/>
                    <a:gd name="connsiteX0" fmla="*/ 541518 w 8134812"/>
                    <a:gd name="connsiteY0" fmla="*/ 4036746 h 8536175"/>
                    <a:gd name="connsiteX1" fmla="*/ 1163309 w 8134812"/>
                    <a:gd name="connsiteY1" fmla="*/ 3354577 h 8536175"/>
                    <a:gd name="connsiteX2" fmla="*/ 2967723 w 8134812"/>
                    <a:gd name="connsiteY2" fmla="*/ 5183377 h 8536175"/>
                    <a:gd name="connsiteX3" fmla="*/ 108411 w 8134812"/>
                    <a:gd name="connsiteY3" fmla="*/ 2207947 h 8536175"/>
                    <a:gd name="connsiteX4" fmla="*/ 1008296 w 8134812"/>
                    <a:gd name="connsiteY4" fmla="*/ 1496748 h 8536175"/>
                    <a:gd name="connsiteX5" fmla="*/ 3432182 w 8134812"/>
                    <a:gd name="connsiteY5" fmla="*/ 3935148 h 8536175"/>
                    <a:gd name="connsiteX6" fmla="*/ 718011 w 8134812"/>
                    <a:gd name="connsiteY6" fmla="*/ 1177434 h 8536175"/>
                    <a:gd name="connsiteX7" fmla="*/ 1719497 w 8134812"/>
                    <a:gd name="connsiteY7" fmla="*/ 480749 h 8536175"/>
                    <a:gd name="connsiteX8" fmla="*/ 4085326 w 8134812"/>
                    <a:gd name="connsiteY8" fmla="*/ 2962692 h 8536175"/>
                    <a:gd name="connsiteX9" fmla="*/ 2133444 w 8134812"/>
                    <a:gd name="connsiteY9" fmla="*/ 853476 h 8536175"/>
                    <a:gd name="connsiteX10" fmla="*/ 3170925 w 8134812"/>
                    <a:gd name="connsiteY10" fmla="*/ 263035 h 8536175"/>
                    <a:gd name="connsiteX11" fmla="*/ 6538239 w 8134812"/>
                    <a:gd name="connsiteY11" fmla="*/ 3717433 h 8536175"/>
                    <a:gd name="connsiteX12" fmla="*/ 6090619 w 8134812"/>
                    <a:gd name="connsiteY12" fmla="*/ 2224786 h 8536175"/>
                    <a:gd name="connsiteX13" fmla="*/ 6639839 w 8134812"/>
                    <a:gd name="connsiteY13" fmla="*/ 1017778 h 8536175"/>
                    <a:gd name="connsiteX14" fmla="*/ 7757440 w 8134812"/>
                    <a:gd name="connsiteY14" fmla="*/ 2962690 h 8536175"/>
                    <a:gd name="connsiteX15" fmla="*/ 7989669 w 8134812"/>
                    <a:gd name="connsiteY15" fmla="*/ 4327033 h 8536175"/>
                    <a:gd name="connsiteX16" fmla="*/ 8134812 w 8134812"/>
                    <a:gd name="connsiteY16" fmla="*/ 5531718 h 8536175"/>
                    <a:gd name="connsiteX17" fmla="*/ 5333553 w 8134812"/>
                    <a:gd name="connsiteY17" fmla="*/ 8536175 h 8536175"/>
                    <a:gd name="connsiteX18" fmla="*/ 5057784 w 8134812"/>
                    <a:gd name="connsiteY18" fmla="*/ 8449089 h 8536175"/>
                    <a:gd name="connsiteX19" fmla="*/ 541518 w 8134812"/>
                    <a:gd name="connsiteY19" fmla="*/ 4036746 h 8536175"/>
                    <a:gd name="connsiteX0" fmla="*/ 541518 w 8134812"/>
                    <a:gd name="connsiteY0" fmla="*/ 4036746 h 8536175"/>
                    <a:gd name="connsiteX1" fmla="*/ 1163309 w 8134812"/>
                    <a:gd name="connsiteY1" fmla="*/ 3354577 h 8536175"/>
                    <a:gd name="connsiteX2" fmla="*/ 2967723 w 8134812"/>
                    <a:gd name="connsiteY2" fmla="*/ 5183377 h 8536175"/>
                    <a:gd name="connsiteX3" fmla="*/ 108411 w 8134812"/>
                    <a:gd name="connsiteY3" fmla="*/ 2207947 h 8536175"/>
                    <a:gd name="connsiteX4" fmla="*/ 1008296 w 8134812"/>
                    <a:gd name="connsiteY4" fmla="*/ 1496748 h 8536175"/>
                    <a:gd name="connsiteX5" fmla="*/ 3432182 w 8134812"/>
                    <a:gd name="connsiteY5" fmla="*/ 3935148 h 8536175"/>
                    <a:gd name="connsiteX6" fmla="*/ 718011 w 8134812"/>
                    <a:gd name="connsiteY6" fmla="*/ 1177434 h 8536175"/>
                    <a:gd name="connsiteX7" fmla="*/ 1719497 w 8134812"/>
                    <a:gd name="connsiteY7" fmla="*/ 480749 h 8536175"/>
                    <a:gd name="connsiteX8" fmla="*/ 4085326 w 8134812"/>
                    <a:gd name="connsiteY8" fmla="*/ 2962692 h 8536175"/>
                    <a:gd name="connsiteX9" fmla="*/ 2133444 w 8134812"/>
                    <a:gd name="connsiteY9" fmla="*/ 853476 h 8536175"/>
                    <a:gd name="connsiteX10" fmla="*/ 3170925 w 8134812"/>
                    <a:gd name="connsiteY10" fmla="*/ 263035 h 8536175"/>
                    <a:gd name="connsiteX11" fmla="*/ 6538239 w 8134812"/>
                    <a:gd name="connsiteY11" fmla="*/ 3717433 h 8536175"/>
                    <a:gd name="connsiteX12" fmla="*/ 6090619 w 8134812"/>
                    <a:gd name="connsiteY12" fmla="*/ 2224786 h 8536175"/>
                    <a:gd name="connsiteX13" fmla="*/ 6639839 w 8134812"/>
                    <a:gd name="connsiteY13" fmla="*/ 1017778 h 8536175"/>
                    <a:gd name="connsiteX14" fmla="*/ 7757440 w 8134812"/>
                    <a:gd name="connsiteY14" fmla="*/ 2962690 h 8536175"/>
                    <a:gd name="connsiteX15" fmla="*/ 7989669 w 8134812"/>
                    <a:gd name="connsiteY15" fmla="*/ 4327033 h 8536175"/>
                    <a:gd name="connsiteX16" fmla="*/ 8134812 w 8134812"/>
                    <a:gd name="connsiteY16" fmla="*/ 5531718 h 8536175"/>
                    <a:gd name="connsiteX17" fmla="*/ 5333553 w 8134812"/>
                    <a:gd name="connsiteY17" fmla="*/ 8536175 h 8536175"/>
                    <a:gd name="connsiteX18" fmla="*/ 5057784 w 8134812"/>
                    <a:gd name="connsiteY18" fmla="*/ 8449089 h 8536175"/>
                    <a:gd name="connsiteX19" fmla="*/ 541518 w 8134812"/>
                    <a:gd name="connsiteY19" fmla="*/ 4036746 h 8536175"/>
                    <a:gd name="connsiteX0" fmla="*/ 541518 w 8134812"/>
                    <a:gd name="connsiteY0" fmla="*/ 4036746 h 8536175"/>
                    <a:gd name="connsiteX1" fmla="*/ 1163309 w 8134812"/>
                    <a:gd name="connsiteY1" fmla="*/ 3354577 h 8536175"/>
                    <a:gd name="connsiteX2" fmla="*/ 2967723 w 8134812"/>
                    <a:gd name="connsiteY2" fmla="*/ 5183377 h 8536175"/>
                    <a:gd name="connsiteX3" fmla="*/ 108411 w 8134812"/>
                    <a:gd name="connsiteY3" fmla="*/ 2207947 h 8536175"/>
                    <a:gd name="connsiteX4" fmla="*/ 1008296 w 8134812"/>
                    <a:gd name="connsiteY4" fmla="*/ 1496748 h 8536175"/>
                    <a:gd name="connsiteX5" fmla="*/ 3432182 w 8134812"/>
                    <a:gd name="connsiteY5" fmla="*/ 3935148 h 8536175"/>
                    <a:gd name="connsiteX6" fmla="*/ 718011 w 8134812"/>
                    <a:gd name="connsiteY6" fmla="*/ 1177434 h 8536175"/>
                    <a:gd name="connsiteX7" fmla="*/ 1719497 w 8134812"/>
                    <a:gd name="connsiteY7" fmla="*/ 480749 h 8536175"/>
                    <a:gd name="connsiteX8" fmla="*/ 4085326 w 8134812"/>
                    <a:gd name="connsiteY8" fmla="*/ 2962692 h 8536175"/>
                    <a:gd name="connsiteX9" fmla="*/ 2133444 w 8134812"/>
                    <a:gd name="connsiteY9" fmla="*/ 853476 h 8536175"/>
                    <a:gd name="connsiteX10" fmla="*/ 3170925 w 8134812"/>
                    <a:gd name="connsiteY10" fmla="*/ 263035 h 8536175"/>
                    <a:gd name="connsiteX11" fmla="*/ 6538239 w 8134812"/>
                    <a:gd name="connsiteY11" fmla="*/ 3717433 h 8536175"/>
                    <a:gd name="connsiteX12" fmla="*/ 6090619 w 8134812"/>
                    <a:gd name="connsiteY12" fmla="*/ 2224786 h 8536175"/>
                    <a:gd name="connsiteX13" fmla="*/ 6639839 w 8134812"/>
                    <a:gd name="connsiteY13" fmla="*/ 1017778 h 8536175"/>
                    <a:gd name="connsiteX14" fmla="*/ 7757440 w 8134812"/>
                    <a:gd name="connsiteY14" fmla="*/ 2962690 h 8536175"/>
                    <a:gd name="connsiteX15" fmla="*/ 7989669 w 8134812"/>
                    <a:gd name="connsiteY15" fmla="*/ 4327033 h 8536175"/>
                    <a:gd name="connsiteX16" fmla="*/ 8134812 w 8134812"/>
                    <a:gd name="connsiteY16" fmla="*/ 5531718 h 8536175"/>
                    <a:gd name="connsiteX17" fmla="*/ 5333553 w 8134812"/>
                    <a:gd name="connsiteY17" fmla="*/ 8536175 h 8536175"/>
                    <a:gd name="connsiteX18" fmla="*/ 5057784 w 8134812"/>
                    <a:gd name="connsiteY18" fmla="*/ 8449089 h 8536175"/>
                    <a:gd name="connsiteX19" fmla="*/ 541518 w 8134812"/>
                    <a:gd name="connsiteY19" fmla="*/ 4036746 h 8536175"/>
                    <a:gd name="connsiteX0" fmla="*/ 541518 w 8134812"/>
                    <a:gd name="connsiteY0" fmla="*/ 4053000 h 8552429"/>
                    <a:gd name="connsiteX1" fmla="*/ 1163309 w 8134812"/>
                    <a:gd name="connsiteY1" fmla="*/ 3370831 h 8552429"/>
                    <a:gd name="connsiteX2" fmla="*/ 2967723 w 8134812"/>
                    <a:gd name="connsiteY2" fmla="*/ 5199631 h 8552429"/>
                    <a:gd name="connsiteX3" fmla="*/ 108411 w 8134812"/>
                    <a:gd name="connsiteY3" fmla="*/ 2224201 h 8552429"/>
                    <a:gd name="connsiteX4" fmla="*/ 1008296 w 8134812"/>
                    <a:gd name="connsiteY4" fmla="*/ 1513002 h 8552429"/>
                    <a:gd name="connsiteX5" fmla="*/ 3432182 w 8134812"/>
                    <a:gd name="connsiteY5" fmla="*/ 3951402 h 8552429"/>
                    <a:gd name="connsiteX6" fmla="*/ 718011 w 8134812"/>
                    <a:gd name="connsiteY6" fmla="*/ 1193688 h 8552429"/>
                    <a:gd name="connsiteX7" fmla="*/ 1719497 w 8134812"/>
                    <a:gd name="connsiteY7" fmla="*/ 497003 h 8552429"/>
                    <a:gd name="connsiteX8" fmla="*/ 4085326 w 8134812"/>
                    <a:gd name="connsiteY8" fmla="*/ 2978946 h 8552429"/>
                    <a:gd name="connsiteX9" fmla="*/ 2133444 w 8134812"/>
                    <a:gd name="connsiteY9" fmla="*/ 869730 h 8552429"/>
                    <a:gd name="connsiteX10" fmla="*/ 3170925 w 8134812"/>
                    <a:gd name="connsiteY10" fmla="*/ 279289 h 8552429"/>
                    <a:gd name="connsiteX11" fmla="*/ 6538239 w 8134812"/>
                    <a:gd name="connsiteY11" fmla="*/ 3733687 h 8552429"/>
                    <a:gd name="connsiteX12" fmla="*/ 6090619 w 8134812"/>
                    <a:gd name="connsiteY12" fmla="*/ 2241040 h 8552429"/>
                    <a:gd name="connsiteX13" fmla="*/ 6639839 w 8134812"/>
                    <a:gd name="connsiteY13" fmla="*/ 1034032 h 8552429"/>
                    <a:gd name="connsiteX14" fmla="*/ 7757440 w 8134812"/>
                    <a:gd name="connsiteY14" fmla="*/ 2978944 h 8552429"/>
                    <a:gd name="connsiteX15" fmla="*/ 7989669 w 8134812"/>
                    <a:gd name="connsiteY15" fmla="*/ 4343287 h 8552429"/>
                    <a:gd name="connsiteX16" fmla="*/ 8134812 w 8134812"/>
                    <a:gd name="connsiteY16" fmla="*/ 5547972 h 8552429"/>
                    <a:gd name="connsiteX17" fmla="*/ 5333553 w 8134812"/>
                    <a:gd name="connsiteY17" fmla="*/ 8552429 h 8552429"/>
                    <a:gd name="connsiteX18" fmla="*/ 5057784 w 8134812"/>
                    <a:gd name="connsiteY18" fmla="*/ 8465343 h 8552429"/>
                    <a:gd name="connsiteX19" fmla="*/ 541518 w 8134812"/>
                    <a:gd name="connsiteY19" fmla="*/ 4053000 h 8552429"/>
                    <a:gd name="connsiteX0" fmla="*/ 541518 w 8134812"/>
                    <a:gd name="connsiteY0" fmla="*/ 4050353 h 8549782"/>
                    <a:gd name="connsiteX1" fmla="*/ 1163309 w 8134812"/>
                    <a:gd name="connsiteY1" fmla="*/ 3368184 h 8549782"/>
                    <a:gd name="connsiteX2" fmla="*/ 2967723 w 8134812"/>
                    <a:gd name="connsiteY2" fmla="*/ 5196984 h 8549782"/>
                    <a:gd name="connsiteX3" fmla="*/ 108411 w 8134812"/>
                    <a:gd name="connsiteY3" fmla="*/ 2221554 h 8549782"/>
                    <a:gd name="connsiteX4" fmla="*/ 1008296 w 8134812"/>
                    <a:gd name="connsiteY4" fmla="*/ 1510355 h 8549782"/>
                    <a:gd name="connsiteX5" fmla="*/ 3432182 w 8134812"/>
                    <a:gd name="connsiteY5" fmla="*/ 3948755 h 8549782"/>
                    <a:gd name="connsiteX6" fmla="*/ 718011 w 8134812"/>
                    <a:gd name="connsiteY6" fmla="*/ 1191041 h 8549782"/>
                    <a:gd name="connsiteX7" fmla="*/ 1719497 w 8134812"/>
                    <a:gd name="connsiteY7" fmla="*/ 494356 h 8549782"/>
                    <a:gd name="connsiteX8" fmla="*/ 4085326 w 8134812"/>
                    <a:gd name="connsiteY8" fmla="*/ 2976299 h 8549782"/>
                    <a:gd name="connsiteX9" fmla="*/ 2133444 w 8134812"/>
                    <a:gd name="connsiteY9" fmla="*/ 867083 h 8549782"/>
                    <a:gd name="connsiteX10" fmla="*/ 3170925 w 8134812"/>
                    <a:gd name="connsiteY10" fmla="*/ 276642 h 8549782"/>
                    <a:gd name="connsiteX11" fmla="*/ 6538239 w 8134812"/>
                    <a:gd name="connsiteY11" fmla="*/ 3731040 h 8549782"/>
                    <a:gd name="connsiteX12" fmla="*/ 6090619 w 8134812"/>
                    <a:gd name="connsiteY12" fmla="*/ 2238393 h 8549782"/>
                    <a:gd name="connsiteX13" fmla="*/ 6639839 w 8134812"/>
                    <a:gd name="connsiteY13" fmla="*/ 1031385 h 8549782"/>
                    <a:gd name="connsiteX14" fmla="*/ 7757440 w 8134812"/>
                    <a:gd name="connsiteY14" fmla="*/ 2976297 h 8549782"/>
                    <a:gd name="connsiteX15" fmla="*/ 7989669 w 8134812"/>
                    <a:gd name="connsiteY15" fmla="*/ 4340640 h 8549782"/>
                    <a:gd name="connsiteX16" fmla="*/ 8134812 w 8134812"/>
                    <a:gd name="connsiteY16" fmla="*/ 5545325 h 8549782"/>
                    <a:gd name="connsiteX17" fmla="*/ 5333553 w 8134812"/>
                    <a:gd name="connsiteY17" fmla="*/ 8549782 h 8549782"/>
                    <a:gd name="connsiteX18" fmla="*/ 5057784 w 8134812"/>
                    <a:gd name="connsiteY18" fmla="*/ 8462696 h 8549782"/>
                    <a:gd name="connsiteX19" fmla="*/ 541518 w 8134812"/>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9315726"/>
                    <a:gd name="connsiteX1" fmla="*/ 1163309 w 8389877"/>
                    <a:gd name="connsiteY1" fmla="*/ 3368184 h 9315726"/>
                    <a:gd name="connsiteX2" fmla="*/ 2967723 w 8389877"/>
                    <a:gd name="connsiteY2" fmla="*/ 5196984 h 9315726"/>
                    <a:gd name="connsiteX3" fmla="*/ 108411 w 8389877"/>
                    <a:gd name="connsiteY3" fmla="*/ 2221554 h 9315726"/>
                    <a:gd name="connsiteX4" fmla="*/ 1008296 w 8389877"/>
                    <a:gd name="connsiteY4" fmla="*/ 1510355 h 9315726"/>
                    <a:gd name="connsiteX5" fmla="*/ 3432182 w 8389877"/>
                    <a:gd name="connsiteY5" fmla="*/ 3948755 h 9315726"/>
                    <a:gd name="connsiteX6" fmla="*/ 718011 w 8389877"/>
                    <a:gd name="connsiteY6" fmla="*/ 1191041 h 9315726"/>
                    <a:gd name="connsiteX7" fmla="*/ 1719497 w 8389877"/>
                    <a:gd name="connsiteY7" fmla="*/ 494356 h 9315726"/>
                    <a:gd name="connsiteX8" fmla="*/ 4085326 w 8389877"/>
                    <a:gd name="connsiteY8" fmla="*/ 2976299 h 9315726"/>
                    <a:gd name="connsiteX9" fmla="*/ 2133444 w 8389877"/>
                    <a:gd name="connsiteY9" fmla="*/ 867083 h 9315726"/>
                    <a:gd name="connsiteX10" fmla="*/ 3170925 w 8389877"/>
                    <a:gd name="connsiteY10" fmla="*/ 276642 h 9315726"/>
                    <a:gd name="connsiteX11" fmla="*/ 6538239 w 8389877"/>
                    <a:gd name="connsiteY11" fmla="*/ 3731040 h 9315726"/>
                    <a:gd name="connsiteX12" fmla="*/ 6090619 w 8389877"/>
                    <a:gd name="connsiteY12" fmla="*/ 2238393 h 9315726"/>
                    <a:gd name="connsiteX13" fmla="*/ 6639839 w 8389877"/>
                    <a:gd name="connsiteY13" fmla="*/ 1031385 h 9315726"/>
                    <a:gd name="connsiteX14" fmla="*/ 7757440 w 8389877"/>
                    <a:gd name="connsiteY14" fmla="*/ 2976297 h 9315726"/>
                    <a:gd name="connsiteX15" fmla="*/ 7989669 w 8389877"/>
                    <a:gd name="connsiteY15" fmla="*/ 4340640 h 9315726"/>
                    <a:gd name="connsiteX16" fmla="*/ 8389877 w 8389877"/>
                    <a:gd name="connsiteY16" fmla="*/ 5777404 h 9315726"/>
                    <a:gd name="connsiteX17" fmla="*/ 6336452 w 8389877"/>
                    <a:gd name="connsiteY17" fmla="*/ 9315727 h 9315726"/>
                    <a:gd name="connsiteX18" fmla="*/ 5057784 w 8389877"/>
                    <a:gd name="connsiteY18" fmla="*/ 8462696 h 9315726"/>
                    <a:gd name="connsiteX19" fmla="*/ 541518 w 8389877"/>
                    <a:gd name="connsiteY19" fmla="*/ 4050353 h 9315726"/>
                    <a:gd name="connsiteX0" fmla="*/ 541518 w 8389877"/>
                    <a:gd name="connsiteY0" fmla="*/ 4050353 h 9224165"/>
                    <a:gd name="connsiteX1" fmla="*/ 1163309 w 8389877"/>
                    <a:gd name="connsiteY1" fmla="*/ 3368184 h 9224165"/>
                    <a:gd name="connsiteX2" fmla="*/ 2967723 w 8389877"/>
                    <a:gd name="connsiteY2" fmla="*/ 5196984 h 9224165"/>
                    <a:gd name="connsiteX3" fmla="*/ 108411 w 8389877"/>
                    <a:gd name="connsiteY3" fmla="*/ 2221554 h 9224165"/>
                    <a:gd name="connsiteX4" fmla="*/ 1008296 w 8389877"/>
                    <a:gd name="connsiteY4" fmla="*/ 1510355 h 9224165"/>
                    <a:gd name="connsiteX5" fmla="*/ 3432182 w 8389877"/>
                    <a:gd name="connsiteY5" fmla="*/ 3948755 h 9224165"/>
                    <a:gd name="connsiteX6" fmla="*/ 718011 w 8389877"/>
                    <a:gd name="connsiteY6" fmla="*/ 1191041 h 9224165"/>
                    <a:gd name="connsiteX7" fmla="*/ 1719497 w 8389877"/>
                    <a:gd name="connsiteY7" fmla="*/ 494356 h 9224165"/>
                    <a:gd name="connsiteX8" fmla="*/ 4085326 w 8389877"/>
                    <a:gd name="connsiteY8" fmla="*/ 2976299 h 9224165"/>
                    <a:gd name="connsiteX9" fmla="*/ 2133444 w 8389877"/>
                    <a:gd name="connsiteY9" fmla="*/ 867083 h 9224165"/>
                    <a:gd name="connsiteX10" fmla="*/ 3170925 w 8389877"/>
                    <a:gd name="connsiteY10" fmla="*/ 276642 h 9224165"/>
                    <a:gd name="connsiteX11" fmla="*/ 6538239 w 8389877"/>
                    <a:gd name="connsiteY11" fmla="*/ 3731040 h 9224165"/>
                    <a:gd name="connsiteX12" fmla="*/ 6090619 w 8389877"/>
                    <a:gd name="connsiteY12" fmla="*/ 2238393 h 9224165"/>
                    <a:gd name="connsiteX13" fmla="*/ 6639839 w 8389877"/>
                    <a:gd name="connsiteY13" fmla="*/ 1031385 h 9224165"/>
                    <a:gd name="connsiteX14" fmla="*/ 7757440 w 8389877"/>
                    <a:gd name="connsiteY14" fmla="*/ 2976297 h 9224165"/>
                    <a:gd name="connsiteX15" fmla="*/ 7989669 w 8389877"/>
                    <a:gd name="connsiteY15" fmla="*/ 4340640 h 9224165"/>
                    <a:gd name="connsiteX16" fmla="*/ 8389877 w 8389877"/>
                    <a:gd name="connsiteY16" fmla="*/ 5777404 h 9224165"/>
                    <a:gd name="connsiteX17" fmla="*/ 6266896 w 8389877"/>
                    <a:gd name="connsiteY17" fmla="*/ 9224162 h 9224165"/>
                    <a:gd name="connsiteX18" fmla="*/ 5057784 w 8389877"/>
                    <a:gd name="connsiteY18" fmla="*/ 8462696 h 9224165"/>
                    <a:gd name="connsiteX19" fmla="*/ 541518 w 8389877"/>
                    <a:gd name="connsiteY19" fmla="*/ 4050353 h 9224165"/>
                    <a:gd name="connsiteX0" fmla="*/ 541518 w 8389877"/>
                    <a:gd name="connsiteY0" fmla="*/ 4050353 h 9224165"/>
                    <a:gd name="connsiteX1" fmla="*/ 1163309 w 8389877"/>
                    <a:gd name="connsiteY1" fmla="*/ 3368184 h 9224165"/>
                    <a:gd name="connsiteX2" fmla="*/ 2967723 w 8389877"/>
                    <a:gd name="connsiteY2" fmla="*/ 5196984 h 9224165"/>
                    <a:gd name="connsiteX3" fmla="*/ 108411 w 8389877"/>
                    <a:gd name="connsiteY3" fmla="*/ 2221554 h 9224165"/>
                    <a:gd name="connsiteX4" fmla="*/ 1008296 w 8389877"/>
                    <a:gd name="connsiteY4" fmla="*/ 1510355 h 9224165"/>
                    <a:gd name="connsiteX5" fmla="*/ 3432182 w 8389877"/>
                    <a:gd name="connsiteY5" fmla="*/ 3948755 h 9224165"/>
                    <a:gd name="connsiteX6" fmla="*/ 718011 w 8389877"/>
                    <a:gd name="connsiteY6" fmla="*/ 1191041 h 9224165"/>
                    <a:gd name="connsiteX7" fmla="*/ 1719497 w 8389877"/>
                    <a:gd name="connsiteY7" fmla="*/ 494356 h 9224165"/>
                    <a:gd name="connsiteX8" fmla="*/ 4085326 w 8389877"/>
                    <a:gd name="connsiteY8" fmla="*/ 2976299 h 9224165"/>
                    <a:gd name="connsiteX9" fmla="*/ 2133444 w 8389877"/>
                    <a:gd name="connsiteY9" fmla="*/ 867083 h 9224165"/>
                    <a:gd name="connsiteX10" fmla="*/ 3170925 w 8389877"/>
                    <a:gd name="connsiteY10" fmla="*/ 276642 h 9224165"/>
                    <a:gd name="connsiteX11" fmla="*/ 6538239 w 8389877"/>
                    <a:gd name="connsiteY11" fmla="*/ 3731040 h 9224165"/>
                    <a:gd name="connsiteX12" fmla="*/ 6090619 w 8389877"/>
                    <a:gd name="connsiteY12" fmla="*/ 2238393 h 9224165"/>
                    <a:gd name="connsiteX13" fmla="*/ 6639839 w 8389877"/>
                    <a:gd name="connsiteY13" fmla="*/ 1031385 h 9224165"/>
                    <a:gd name="connsiteX14" fmla="*/ 7757440 w 8389877"/>
                    <a:gd name="connsiteY14" fmla="*/ 2976297 h 9224165"/>
                    <a:gd name="connsiteX15" fmla="*/ 7989669 w 8389877"/>
                    <a:gd name="connsiteY15" fmla="*/ 4340640 h 9224165"/>
                    <a:gd name="connsiteX16" fmla="*/ 8389877 w 8389877"/>
                    <a:gd name="connsiteY16" fmla="*/ 5777404 h 9224165"/>
                    <a:gd name="connsiteX17" fmla="*/ 6266896 w 8389877"/>
                    <a:gd name="connsiteY17" fmla="*/ 9224162 h 9224165"/>
                    <a:gd name="connsiteX18" fmla="*/ 5057784 w 8389877"/>
                    <a:gd name="connsiteY18" fmla="*/ 8462696 h 9224165"/>
                    <a:gd name="connsiteX19" fmla="*/ 541518 w 8389877"/>
                    <a:gd name="connsiteY19" fmla="*/ 4050353 h 9224165"/>
                    <a:gd name="connsiteX0" fmla="*/ 541518 w 8389877"/>
                    <a:gd name="connsiteY0" fmla="*/ 4050353 h 9224165"/>
                    <a:gd name="connsiteX1" fmla="*/ 1163309 w 8389877"/>
                    <a:gd name="connsiteY1" fmla="*/ 3368184 h 9224165"/>
                    <a:gd name="connsiteX2" fmla="*/ 2967723 w 8389877"/>
                    <a:gd name="connsiteY2" fmla="*/ 5196984 h 9224165"/>
                    <a:gd name="connsiteX3" fmla="*/ 108411 w 8389877"/>
                    <a:gd name="connsiteY3" fmla="*/ 2221554 h 9224165"/>
                    <a:gd name="connsiteX4" fmla="*/ 1008296 w 8389877"/>
                    <a:gd name="connsiteY4" fmla="*/ 1510355 h 9224165"/>
                    <a:gd name="connsiteX5" fmla="*/ 3432182 w 8389877"/>
                    <a:gd name="connsiteY5" fmla="*/ 3948755 h 9224165"/>
                    <a:gd name="connsiteX6" fmla="*/ 718011 w 8389877"/>
                    <a:gd name="connsiteY6" fmla="*/ 1191041 h 9224165"/>
                    <a:gd name="connsiteX7" fmla="*/ 1719497 w 8389877"/>
                    <a:gd name="connsiteY7" fmla="*/ 494356 h 9224165"/>
                    <a:gd name="connsiteX8" fmla="*/ 4085326 w 8389877"/>
                    <a:gd name="connsiteY8" fmla="*/ 2976299 h 9224165"/>
                    <a:gd name="connsiteX9" fmla="*/ 2133444 w 8389877"/>
                    <a:gd name="connsiteY9" fmla="*/ 867083 h 9224165"/>
                    <a:gd name="connsiteX10" fmla="*/ 3170925 w 8389877"/>
                    <a:gd name="connsiteY10" fmla="*/ 276642 h 9224165"/>
                    <a:gd name="connsiteX11" fmla="*/ 6538239 w 8389877"/>
                    <a:gd name="connsiteY11" fmla="*/ 3731040 h 9224165"/>
                    <a:gd name="connsiteX12" fmla="*/ 6090619 w 8389877"/>
                    <a:gd name="connsiteY12" fmla="*/ 2238393 h 9224165"/>
                    <a:gd name="connsiteX13" fmla="*/ 6639839 w 8389877"/>
                    <a:gd name="connsiteY13" fmla="*/ 1031385 h 9224165"/>
                    <a:gd name="connsiteX14" fmla="*/ 7757440 w 8389877"/>
                    <a:gd name="connsiteY14" fmla="*/ 2976297 h 9224165"/>
                    <a:gd name="connsiteX15" fmla="*/ 7989669 w 8389877"/>
                    <a:gd name="connsiteY15" fmla="*/ 4340640 h 9224165"/>
                    <a:gd name="connsiteX16" fmla="*/ 8389877 w 8389877"/>
                    <a:gd name="connsiteY16" fmla="*/ 5777404 h 9224165"/>
                    <a:gd name="connsiteX17" fmla="*/ 6266896 w 8389877"/>
                    <a:gd name="connsiteY17" fmla="*/ 9224162 h 9224165"/>
                    <a:gd name="connsiteX18" fmla="*/ 5057784 w 8389877"/>
                    <a:gd name="connsiteY18" fmla="*/ 8462696 h 9224165"/>
                    <a:gd name="connsiteX19" fmla="*/ 541518 w 8389877"/>
                    <a:gd name="connsiteY19" fmla="*/ 4050353 h 9224165"/>
                    <a:gd name="connsiteX0" fmla="*/ 541518 w 8359910"/>
                    <a:gd name="connsiteY0" fmla="*/ 4050353 h 9224165"/>
                    <a:gd name="connsiteX1" fmla="*/ 1163309 w 8359910"/>
                    <a:gd name="connsiteY1" fmla="*/ 3368184 h 9224165"/>
                    <a:gd name="connsiteX2" fmla="*/ 2967723 w 8359910"/>
                    <a:gd name="connsiteY2" fmla="*/ 5196984 h 9224165"/>
                    <a:gd name="connsiteX3" fmla="*/ 108411 w 8359910"/>
                    <a:gd name="connsiteY3" fmla="*/ 2221554 h 9224165"/>
                    <a:gd name="connsiteX4" fmla="*/ 1008296 w 8359910"/>
                    <a:gd name="connsiteY4" fmla="*/ 1510355 h 9224165"/>
                    <a:gd name="connsiteX5" fmla="*/ 3432182 w 8359910"/>
                    <a:gd name="connsiteY5" fmla="*/ 3948755 h 9224165"/>
                    <a:gd name="connsiteX6" fmla="*/ 718011 w 8359910"/>
                    <a:gd name="connsiteY6" fmla="*/ 1191041 h 9224165"/>
                    <a:gd name="connsiteX7" fmla="*/ 1719497 w 8359910"/>
                    <a:gd name="connsiteY7" fmla="*/ 494356 h 9224165"/>
                    <a:gd name="connsiteX8" fmla="*/ 4085326 w 8359910"/>
                    <a:gd name="connsiteY8" fmla="*/ 2976299 h 9224165"/>
                    <a:gd name="connsiteX9" fmla="*/ 2133444 w 8359910"/>
                    <a:gd name="connsiteY9" fmla="*/ 867083 h 9224165"/>
                    <a:gd name="connsiteX10" fmla="*/ 3170925 w 8359910"/>
                    <a:gd name="connsiteY10" fmla="*/ 276642 h 9224165"/>
                    <a:gd name="connsiteX11" fmla="*/ 6538239 w 8359910"/>
                    <a:gd name="connsiteY11" fmla="*/ 3731040 h 9224165"/>
                    <a:gd name="connsiteX12" fmla="*/ 6090619 w 8359910"/>
                    <a:gd name="connsiteY12" fmla="*/ 2238393 h 9224165"/>
                    <a:gd name="connsiteX13" fmla="*/ 6639839 w 8359910"/>
                    <a:gd name="connsiteY13" fmla="*/ 1031385 h 9224165"/>
                    <a:gd name="connsiteX14" fmla="*/ 7757440 w 8359910"/>
                    <a:gd name="connsiteY14" fmla="*/ 2976297 h 9224165"/>
                    <a:gd name="connsiteX15" fmla="*/ 7989669 w 8359910"/>
                    <a:gd name="connsiteY15" fmla="*/ 4340640 h 9224165"/>
                    <a:gd name="connsiteX16" fmla="*/ 8359907 w 8359910"/>
                    <a:gd name="connsiteY16" fmla="*/ 5645609 h 9224165"/>
                    <a:gd name="connsiteX17" fmla="*/ 6266896 w 8359910"/>
                    <a:gd name="connsiteY17" fmla="*/ 9224162 h 9224165"/>
                    <a:gd name="connsiteX18" fmla="*/ 5057784 w 8359910"/>
                    <a:gd name="connsiteY18" fmla="*/ 8462696 h 9224165"/>
                    <a:gd name="connsiteX19" fmla="*/ 541518 w 8359910"/>
                    <a:gd name="connsiteY19" fmla="*/ 4050353 h 9224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359910" h="9224165">
                      <a:moveTo>
                        <a:pt x="541518" y="4050353"/>
                      </a:moveTo>
                      <a:cubicBezTo>
                        <a:pt x="125441" y="3629439"/>
                        <a:pt x="694015" y="2947268"/>
                        <a:pt x="1163309" y="3368184"/>
                      </a:cubicBezTo>
                      <a:lnTo>
                        <a:pt x="2967723" y="5196984"/>
                      </a:lnTo>
                      <a:lnTo>
                        <a:pt x="108411" y="2221554"/>
                      </a:lnTo>
                      <a:cubicBezTo>
                        <a:pt x="-288312" y="1549060"/>
                        <a:pt x="493523" y="1038543"/>
                        <a:pt x="1008296" y="1510355"/>
                      </a:cubicBezTo>
                      <a:lnTo>
                        <a:pt x="3432182" y="3948755"/>
                      </a:lnTo>
                      <a:lnTo>
                        <a:pt x="718011" y="1191041"/>
                      </a:lnTo>
                      <a:cubicBezTo>
                        <a:pt x="330963" y="465328"/>
                        <a:pt x="1235688" y="29898"/>
                        <a:pt x="1719497" y="494356"/>
                      </a:cubicBezTo>
                      <a:lnTo>
                        <a:pt x="4085326" y="2976299"/>
                      </a:lnTo>
                      <a:lnTo>
                        <a:pt x="2133444" y="867083"/>
                      </a:lnTo>
                      <a:cubicBezTo>
                        <a:pt x="1689694" y="110019"/>
                        <a:pt x="2618995" y="-311477"/>
                        <a:pt x="3170925" y="276642"/>
                      </a:cubicBezTo>
                      <a:lnTo>
                        <a:pt x="6538239" y="3731040"/>
                      </a:lnTo>
                      <a:cubicBezTo>
                        <a:pt x="6567268" y="3498812"/>
                        <a:pt x="6433736" y="2847992"/>
                        <a:pt x="6090619" y="2238393"/>
                      </a:cubicBezTo>
                      <a:cubicBezTo>
                        <a:pt x="5902707" y="1832574"/>
                        <a:pt x="6141515" y="1249099"/>
                        <a:pt x="6639839" y="1031385"/>
                      </a:cubicBezTo>
                      <a:cubicBezTo>
                        <a:pt x="7026887" y="1679688"/>
                        <a:pt x="7384906" y="2327993"/>
                        <a:pt x="7757440" y="2976297"/>
                      </a:cubicBezTo>
                      <a:lnTo>
                        <a:pt x="7989669" y="4340640"/>
                      </a:lnTo>
                      <a:cubicBezTo>
                        <a:pt x="8085131" y="4794167"/>
                        <a:pt x="8202090" y="5502563"/>
                        <a:pt x="8359907" y="5645609"/>
                      </a:cubicBezTo>
                      <a:cubicBezTo>
                        <a:pt x="7584628" y="6890205"/>
                        <a:pt x="7007393" y="7933774"/>
                        <a:pt x="6266896" y="9224162"/>
                      </a:cubicBezTo>
                      <a:cubicBezTo>
                        <a:pt x="6129010" y="9197551"/>
                        <a:pt x="5181156" y="8530430"/>
                        <a:pt x="5057784" y="8462696"/>
                      </a:cubicBezTo>
                      <a:cubicBezTo>
                        <a:pt x="4397384" y="8046620"/>
                        <a:pt x="768618" y="4236716"/>
                        <a:pt x="541518" y="4050353"/>
                      </a:cubicBezTo>
                      <a:close/>
                    </a:path>
                  </a:pathLst>
                </a:custGeom>
                <a:solidFill>
                  <a:srgbClr val="F4B18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grpSp>
          <p:grpSp>
            <p:nvGrpSpPr>
              <p:cNvPr id="167" name="Group 166"/>
              <p:cNvGrpSpPr/>
              <p:nvPr/>
            </p:nvGrpSpPr>
            <p:grpSpPr>
              <a:xfrm>
                <a:off x="2164342" y="3188865"/>
                <a:ext cx="466167" cy="544332"/>
                <a:chOff x="2164342" y="3188865"/>
                <a:chExt cx="466167" cy="544332"/>
              </a:xfrm>
            </p:grpSpPr>
            <p:grpSp>
              <p:nvGrpSpPr>
                <p:cNvPr id="168" name="Group 167"/>
                <p:cNvGrpSpPr/>
                <p:nvPr/>
              </p:nvGrpSpPr>
              <p:grpSpPr>
                <a:xfrm rot="7612051">
                  <a:off x="2209331" y="3275789"/>
                  <a:ext cx="393594" cy="437148"/>
                  <a:chOff x="2209336" y="3275794"/>
                  <a:chExt cx="437832" cy="486281"/>
                </a:xfrm>
              </p:grpSpPr>
              <p:sp>
                <p:nvSpPr>
                  <p:cNvPr id="170" name="Rectangle 5"/>
                  <p:cNvSpPr/>
                  <p:nvPr/>
                </p:nvSpPr>
                <p:spPr>
                  <a:xfrm>
                    <a:off x="2550422" y="3641626"/>
                    <a:ext cx="96746" cy="120449"/>
                  </a:xfrm>
                  <a:custGeom>
                    <a:avLst/>
                    <a:gdLst>
                      <a:gd name="connsiteX0" fmla="*/ 0 w 128588"/>
                      <a:gd name="connsiteY0" fmla="*/ 0 h 138112"/>
                      <a:gd name="connsiteX1" fmla="*/ 128588 w 128588"/>
                      <a:gd name="connsiteY1" fmla="*/ 0 h 138112"/>
                      <a:gd name="connsiteX2" fmla="*/ 128588 w 128588"/>
                      <a:gd name="connsiteY2" fmla="*/ 138112 h 138112"/>
                      <a:gd name="connsiteX3" fmla="*/ 0 w 128588"/>
                      <a:gd name="connsiteY3" fmla="*/ 138112 h 138112"/>
                      <a:gd name="connsiteX4" fmla="*/ 0 w 128588"/>
                      <a:gd name="connsiteY4" fmla="*/ 0 h 138112"/>
                      <a:gd name="connsiteX0" fmla="*/ 9525 w 128588"/>
                      <a:gd name="connsiteY0" fmla="*/ 90487 h 138112"/>
                      <a:gd name="connsiteX1" fmla="*/ 128588 w 128588"/>
                      <a:gd name="connsiteY1" fmla="*/ 0 h 138112"/>
                      <a:gd name="connsiteX2" fmla="*/ 128588 w 128588"/>
                      <a:gd name="connsiteY2" fmla="*/ 138112 h 138112"/>
                      <a:gd name="connsiteX3" fmla="*/ 0 w 128588"/>
                      <a:gd name="connsiteY3" fmla="*/ 138112 h 138112"/>
                      <a:gd name="connsiteX4" fmla="*/ 9525 w 128588"/>
                      <a:gd name="connsiteY4" fmla="*/ 90487 h 138112"/>
                      <a:gd name="connsiteX0" fmla="*/ 9525 w 128588"/>
                      <a:gd name="connsiteY0" fmla="*/ 90487 h 138112"/>
                      <a:gd name="connsiteX1" fmla="*/ 78582 w 128588"/>
                      <a:gd name="connsiteY1" fmla="*/ 0 h 138112"/>
                      <a:gd name="connsiteX2" fmla="*/ 128588 w 128588"/>
                      <a:gd name="connsiteY2" fmla="*/ 138112 h 138112"/>
                      <a:gd name="connsiteX3" fmla="*/ 0 w 128588"/>
                      <a:gd name="connsiteY3" fmla="*/ 138112 h 138112"/>
                      <a:gd name="connsiteX4" fmla="*/ 9525 w 128588"/>
                      <a:gd name="connsiteY4" fmla="*/ 90487 h 138112"/>
                      <a:gd name="connsiteX0" fmla="*/ 9525 w 78582"/>
                      <a:gd name="connsiteY0" fmla="*/ 90487 h 138112"/>
                      <a:gd name="connsiteX1" fmla="*/ 78582 w 78582"/>
                      <a:gd name="connsiteY1" fmla="*/ 0 h 138112"/>
                      <a:gd name="connsiteX2" fmla="*/ 0 w 78582"/>
                      <a:gd name="connsiteY2" fmla="*/ 138112 h 138112"/>
                      <a:gd name="connsiteX3" fmla="*/ 9525 w 78582"/>
                      <a:gd name="connsiteY3" fmla="*/ 90487 h 138112"/>
                      <a:gd name="connsiteX0" fmla="*/ 0 w 69057"/>
                      <a:gd name="connsiteY0" fmla="*/ 90487 h 90487"/>
                      <a:gd name="connsiteX1" fmla="*/ 69057 w 69057"/>
                      <a:gd name="connsiteY1" fmla="*/ 0 h 90487"/>
                      <a:gd name="connsiteX2" fmla="*/ 0 w 69057"/>
                      <a:gd name="connsiteY2" fmla="*/ 90487 h 90487"/>
                      <a:gd name="connsiteX0" fmla="*/ 0 w 69057"/>
                      <a:gd name="connsiteY0" fmla="*/ 90487 h 90487"/>
                      <a:gd name="connsiteX1" fmla="*/ 69057 w 69057"/>
                      <a:gd name="connsiteY1" fmla="*/ 0 h 90487"/>
                      <a:gd name="connsiteX2" fmla="*/ 0 w 69057"/>
                      <a:gd name="connsiteY2" fmla="*/ 90487 h 90487"/>
                      <a:gd name="connsiteX0" fmla="*/ 11614 w 80671"/>
                      <a:gd name="connsiteY0" fmla="*/ 101039 h 101039"/>
                      <a:gd name="connsiteX1" fmla="*/ 80671 w 80671"/>
                      <a:gd name="connsiteY1" fmla="*/ 10552 h 101039"/>
                      <a:gd name="connsiteX2" fmla="*/ 11614 w 80671"/>
                      <a:gd name="connsiteY2" fmla="*/ 101039 h 101039"/>
                      <a:gd name="connsiteX0" fmla="*/ 11614 w 95553"/>
                      <a:gd name="connsiteY0" fmla="*/ 101039 h 101039"/>
                      <a:gd name="connsiteX1" fmla="*/ 80671 w 95553"/>
                      <a:gd name="connsiteY1" fmla="*/ 10552 h 101039"/>
                      <a:gd name="connsiteX2" fmla="*/ 11614 w 95553"/>
                      <a:gd name="connsiteY2" fmla="*/ 101039 h 101039"/>
                      <a:gd name="connsiteX0" fmla="*/ 8915 w 96897"/>
                      <a:gd name="connsiteY0" fmla="*/ 101039 h 101039"/>
                      <a:gd name="connsiteX1" fmla="*/ 82734 w 96897"/>
                      <a:gd name="connsiteY1" fmla="*/ 10552 h 101039"/>
                      <a:gd name="connsiteX2" fmla="*/ 8915 w 96897"/>
                      <a:gd name="connsiteY2" fmla="*/ 101039 h 101039"/>
                      <a:gd name="connsiteX0" fmla="*/ 8915 w 94961"/>
                      <a:gd name="connsiteY0" fmla="*/ 101039 h 102320"/>
                      <a:gd name="connsiteX1" fmla="*/ 82734 w 94961"/>
                      <a:gd name="connsiteY1" fmla="*/ 10552 h 102320"/>
                      <a:gd name="connsiteX2" fmla="*/ 8915 w 94961"/>
                      <a:gd name="connsiteY2" fmla="*/ 101039 h 102320"/>
                      <a:gd name="connsiteX0" fmla="*/ 8915 w 94044"/>
                      <a:gd name="connsiteY0" fmla="*/ 101039 h 105488"/>
                      <a:gd name="connsiteX1" fmla="*/ 82734 w 94044"/>
                      <a:gd name="connsiteY1" fmla="*/ 10552 h 105488"/>
                      <a:gd name="connsiteX2" fmla="*/ 8915 w 94044"/>
                      <a:gd name="connsiteY2" fmla="*/ 101039 h 105488"/>
                      <a:gd name="connsiteX0" fmla="*/ 0 w 85129"/>
                      <a:gd name="connsiteY0" fmla="*/ 90487 h 94936"/>
                      <a:gd name="connsiteX1" fmla="*/ 73819 w 85129"/>
                      <a:gd name="connsiteY1" fmla="*/ 0 h 94936"/>
                      <a:gd name="connsiteX2" fmla="*/ 0 w 85129"/>
                      <a:gd name="connsiteY2" fmla="*/ 90487 h 94936"/>
                      <a:gd name="connsiteX0" fmla="*/ 0 w 85129"/>
                      <a:gd name="connsiteY0" fmla="*/ 90487 h 94936"/>
                      <a:gd name="connsiteX1" fmla="*/ 73819 w 85129"/>
                      <a:gd name="connsiteY1" fmla="*/ 0 h 94936"/>
                      <a:gd name="connsiteX2" fmla="*/ 0 w 85129"/>
                      <a:gd name="connsiteY2" fmla="*/ 90487 h 94936"/>
                      <a:gd name="connsiteX0" fmla="*/ 0 w 93797"/>
                      <a:gd name="connsiteY0" fmla="*/ 100012 h 104017"/>
                      <a:gd name="connsiteX1" fmla="*/ 83344 w 93797"/>
                      <a:gd name="connsiteY1" fmla="*/ 0 h 104017"/>
                      <a:gd name="connsiteX2" fmla="*/ 0 w 93797"/>
                      <a:gd name="connsiteY2" fmla="*/ 100012 h 104017"/>
                      <a:gd name="connsiteX0" fmla="*/ 0 w 98177"/>
                      <a:gd name="connsiteY0" fmla="*/ 111918 h 115476"/>
                      <a:gd name="connsiteX1" fmla="*/ 88107 w 98177"/>
                      <a:gd name="connsiteY1" fmla="*/ 0 h 115476"/>
                      <a:gd name="connsiteX2" fmla="*/ 0 w 98177"/>
                      <a:gd name="connsiteY2" fmla="*/ 111918 h 115476"/>
                      <a:gd name="connsiteX0" fmla="*/ 0 w 95984"/>
                      <a:gd name="connsiteY0" fmla="*/ 114299 h 117779"/>
                      <a:gd name="connsiteX1" fmla="*/ 85726 w 95984"/>
                      <a:gd name="connsiteY1" fmla="*/ 0 h 117779"/>
                      <a:gd name="connsiteX2" fmla="*/ 0 w 95984"/>
                      <a:gd name="connsiteY2" fmla="*/ 114299 h 117779"/>
                      <a:gd name="connsiteX0" fmla="*/ 0 w 95984"/>
                      <a:gd name="connsiteY0" fmla="*/ 114299 h 117779"/>
                      <a:gd name="connsiteX1" fmla="*/ 85726 w 95984"/>
                      <a:gd name="connsiteY1" fmla="*/ 0 h 117779"/>
                      <a:gd name="connsiteX2" fmla="*/ 0 w 95984"/>
                      <a:gd name="connsiteY2" fmla="*/ 114299 h 117779"/>
                      <a:gd name="connsiteX0" fmla="*/ 0 w 95984"/>
                      <a:gd name="connsiteY0" fmla="*/ 114299 h 117779"/>
                      <a:gd name="connsiteX1" fmla="*/ 85726 w 95984"/>
                      <a:gd name="connsiteY1" fmla="*/ 0 h 117779"/>
                      <a:gd name="connsiteX2" fmla="*/ 0 w 95984"/>
                      <a:gd name="connsiteY2" fmla="*/ 114299 h 117779"/>
                      <a:gd name="connsiteX0" fmla="*/ 0 w 96746"/>
                      <a:gd name="connsiteY0" fmla="*/ 114299 h 120449"/>
                      <a:gd name="connsiteX1" fmla="*/ 85726 w 96746"/>
                      <a:gd name="connsiteY1" fmla="*/ 0 h 120449"/>
                      <a:gd name="connsiteX2" fmla="*/ 0 w 96746"/>
                      <a:gd name="connsiteY2" fmla="*/ 114299 h 120449"/>
                    </a:gdLst>
                    <a:ahLst/>
                    <a:cxnLst>
                      <a:cxn ang="0">
                        <a:pos x="connsiteX0" y="connsiteY0"/>
                      </a:cxn>
                      <a:cxn ang="0">
                        <a:pos x="connsiteX1" y="connsiteY1"/>
                      </a:cxn>
                      <a:cxn ang="0">
                        <a:pos x="connsiteX2" y="connsiteY2"/>
                      </a:cxn>
                    </a:cxnLst>
                    <a:rect l="l" t="t" r="r" b="b"/>
                    <a:pathLst>
                      <a:path w="96746" h="120449">
                        <a:moveTo>
                          <a:pt x="0" y="114299"/>
                        </a:moveTo>
                        <a:cubicBezTo>
                          <a:pt x="32544" y="81756"/>
                          <a:pt x="46039" y="61118"/>
                          <a:pt x="85726" y="0"/>
                        </a:cubicBezTo>
                        <a:cubicBezTo>
                          <a:pt x="127000" y="46831"/>
                          <a:pt x="42068" y="146051"/>
                          <a:pt x="0" y="114299"/>
                        </a:cubicBezTo>
                        <a:close/>
                      </a:path>
                    </a:pathLst>
                  </a:custGeom>
                  <a:solidFill>
                    <a:srgbClr val="F8CBAD"/>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sp>
                <p:nvSpPr>
                  <p:cNvPr id="171" name="Rectangle 5"/>
                  <p:cNvSpPr/>
                  <p:nvPr/>
                </p:nvSpPr>
                <p:spPr>
                  <a:xfrm rot="11838720">
                    <a:off x="2209336" y="3275794"/>
                    <a:ext cx="96746" cy="120449"/>
                  </a:xfrm>
                  <a:custGeom>
                    <a:avLst/>
                    <a:gdLst>
                      <a:gd name="connsiteX0" fmla="*/ 0 w 128588"/>
                      <a:gd name="connsiteY0" fmla="*/ 0 h 138112"/>
                      <a:gd name="connsiteX1" fmla="*/ 128588 w 128588"/>
                      <a:gd name="connsiteY1" fmla="*/ 0 h 138112"/>
                      <a:gd name="connsiteX2" fmla="*/ 128588 w 128588"/>
                      <a:gd name="connsiteY2" fmla="*/ 138112 h 138112"/>
                      <a:gd name="connsiteX3" fmla="*/ 0 w 128588"/>
                      <a:gd name="connsiteY3" fmla="*/ 138112 h 138112"/>
                      <a:gd name="connsiteX4" fmla="*/ 0 w 128588"/>
                      <a:gd name="connsiteY4" fmla="*/ 0 h 138112"/>
                      <a:gd name="connsiteX0" fmla="*/ 9525 w 128588"/>
                      <a:gd name="connsiteY0" fmla="*/ 90487 h 138112"/>
                      <a:gd name="connsiteX1" fmla="*/ 128588 w 128588"/>
                      <a:gd name="connsiteY1" fmla="*/ 0 h 138112"/>
                      <a:gd name="connsiteX2" fmla="*/ 128588 w 128588"/>
                      <a:gd name="connsiteY2" fmla="*/ 138112 h 138112"/>
                      <a:gd name="connsiteX3" fmla="*/ 0 w 128588"/>
                      <a:gd name="connsiteY3" fmla="*/ 138112 h 138112"/>
                      <a:gd name="connsiteX4" fmla="*/ 9525 w 128588"/>
                      <a:gd name="connsiteY4" fmla="*/ 90487 h 138112"/>
                      <a:gd name="connsiteX0" fmla="*/ 9525 w 128588"/>
                      <a:gd name="connsiteY0" fmla="*/ 90487 h 138112"/>
                      <a:gd name="connsiteX1" fmla="*/ 78582 w 128588"/>
                      <a:gd name="connsiteY1" fmla="*/ 0 h 138112"/>
                      <a:gd name="connsiteX2" fmla="*/ 128588 w 128588"/>
                      <a:gd name="connsiteY2" fmla="*/ 138112 h 138112"/>
                      <a:gd name="connsiteX3" fmla="*/ 0 w 128588"/>
                      <a:gd name="connsiteY3" fmla="*/ 138112 h 138112"/>
                      <a:gd name="connsiteX4" fmla="*/ 9525 w 128588"/>
                      <a:gd name="connsiteY4" fmla="*/ 90487 h 138112"/>
                      <a:gd name="connsiteX0" fmla="*/ 9525 w 78582"/>
                      <a:gd name="connsiteY0" fmla="*/ 90487 h 138112"/>
                      <a:gd name="connsiteX1" fmla="*/ 78582 w 78582"/>
                      <a:gd name="connsiteY1" fmla="*/ 0 h 138112"/>
                      <a:gd name="connsiteX2" fmla="*/ 0 w 78582"/>
                      <a:gd name="connsiteY2" fmla="*/ 138112 h 138112"/>
                      <a:gd name="connsiteX3" fmla="*/ 9525 w 78582"/>
                      <a:gd name="connsiteY3" fmla="*/ 90487 h 138112"/>
                      <a:gd name="connsiteX0" fmla="*/ 0 w 69057"/>
                      <a:gd name="connsiteY0" fmla="*/ 90487 h 90487"/>
                      <a:gd name="connsiteX1" fmla="*/ 69057 w 69057"/>
                      <a:gd name="connsiteY1" fmla="*/ 0 h 90487"/>
                      <a:gd name="connsiteX2" fmla="*/ 0 w 69057"/>
                      <a:gd name="connsiteY2" fmla="*/ 90487 h 90487"/>
                      <a:gd name="connsiteX0" fmla="*/ 0 w 69057"/>
                      <a:gd name="connsiteY0" fmla="*/ 90487 h 90487"/>
                      <a:gd name="connsiteX1" fmla="*/ 69057 w 69057"/>
                      <a:gd name="connsiteY1" fmla="*/ 0 h 90487"/>
                      <a:gd name="connsiteX2" fmla="*/ 0 w 69057"/>
                      <a:gd name="connsiteY2" fmla="*/ 90487 h 90487"/>
                      <a:gd name="connsiteX0" fmla="*/ 11614 w 80671"/>
                      <a:gd name="connsiteY0" fmla="*/ 101039 h 101039"/>
                      <a:gd name="connsiteX1" fmla="*/ 80671 w 80671"/>
                      <a:gd name="connsiteY1" fmla="*/ 10552 h 101039"/>
                      <a:gd name="connsiteX2" fmla="*/ 11614 w 80671"/>
                      <a:gd name="connsiteY2" fmla="*/ 101039 h 101039"/>
                      <a:gd name="connsiteX0" fmla="*/ 11614 w 95553"/>
                      <a:gd name="connsiteY0" fmla="*/ 101039 h 101039"/>
                      <a:gd name="connsiteX1" fmla="*/ 80671 w 95553"/>
                      <a:gd name="connsiteY1" fmla="*/ 10552 h 101039"/>
                      <a:gd name="connsiteX2" fmla="*/ 11614 w 95553"/>
                      <a:gd name="connsiteY2" fmla="*/ 101039 h 101039"/>
                      <a:gd name="connsiteX0" fmla="*/ 8915 w 96897"/>
                      <a:gd name="connsiteY0" fmla="*/ 101039 h 101039"/>
                      <a:gd name="connsiteX1" fmla="*/ 82734 w 96897"/>
                      <a:gd name="connsiteY1" fmla="*/ 10552 h 101039"/>
                      <a:gd name="connsiteX2" fmla="*/ 8915 w 96897"/>
                      <a:gd name="connsiteY2" fmla="*/ 101039 h 101039"/>
                      <a:gd name="connsiteX0" fmla="*/ 8915 w 94961"/>
                      <a:gd name="connsiteY0" fmla="*/ 101039 h 102320"/>
                      <a:gd name="connsiteX1" fmla="*/ 82734 w 94961"/>
                      <a:gd name="connsiteY1" fmla="*/ 10552 h 102320"/>
                      <a:gd name="connsiteX2" fmla="*/ 8915 w 94961"/>
                      <a:gd name="connsiteY2" fmla="*/ 101039 h 102320"/>
                      <a:gd name="connsiteX0" fmla="*/ 8915 w 94044"/>
                      <a:gd name="connsiteY0" fmla="*/ 101039 h 105488"/>
                      <a:gd name="connsiteX1" fmla="*/ 82734 w 94044"/>
                      <a:gd name="connsiteY1" fmla="*/ 10552 h 105488"/>
                      <a:gd name="connsiteX2" fmla="*/ 8915 w 94044"/>
                      <a:gd name="connsiteY2" fmla="*/ 101039 h 105488"/>
                      <a:gd name="connsiteX0" fmla="*/ 0 w 85129"/>
                      <a:gd name="connsiteY0" fmla="*/ 90487 h 94936"/>
                      <a:gd name="connsiteX1" fmla="*/ 73819 w 85129"/>
                      <a:gd name="connsiteY1" fmla="*/ 0 h 94936"/>
                      <a:gd name="connsiteX2" fmla="*/ 0 w 85129"/>
                      <a:gd name="connsiteY2" fmla="*/ 90487 h 94936"/>
                      <a:gd name="connsiteX0" fmla="*/ 0 w 85129"/>
                      <a:gd name="connsiteY0" fmla="*/ 90487 h 94936"/>
                      <a:gd name="connsiteX1" fmla="*/ 73819 w 85129"/>
                      <a:gd name="connsiteY1" fmla="*/ 0 h 94936"/>
                      <a:gd name="connsiteX2" fmla="*/ 0 w 85129"/>
                      <a:gd name="connsiteY2" fmla="*/ 90487 h 94936"/>
                      <a:gd name="connsiteX0" fmla="*/ 0 w 93797"/>
                      <a:gd name="connsiteY0" fmla="*/ 100012 h 104017"/>
                      <a:gd name="connsiteX1" fmla="*/ 83344 w 93797"/>
                      <a:gd name="connsiteY1" fmla="*/ 0 h 104017"/>
                      <a:gd name="connsiteX2" fmla="*/ 0 w 93797"/>
                      <a:gd name="connsiteY2" fmla="*/ 100012 h 104017"/>
                      <a:gd name="connsiteX0" fmla="*/ 0 w 98177"/>
                      <a:gd name="connsiteY0" fmla="*/ 111918 h 115476"/>
                      <a:gd name="connsiteX1" fmla="*/ 88107 w 98177"/>
                      <a:gd name="connsiteY1" fmla="*/ 0 h 115476"/>
                      <a:gd name="connsiteX2" fmla="*/ 0 w 98177"/>
                      <a:gd name="connsiteY2" fmla="*/ 111918 h 115476"/>
                      <a:gd name="connsiteX0" fmla="*/ 0 w 95984"/>
                      <a:gd name="connsiteY0" fmla="*/ 114299 h 117779"/>
                      <a:gd name="connsiteX1" fmla="*/ 85726 w 95984"/>
                      <a:gd name="connsiteY1" fmla="*/ 0 h 117779"/>
                      <a:gd name="connsiteX2" fmla="*/ 0 w 95984"/>
                      <a:gd name="connsiteY2" fmla="*/ 114299 h 117779"/>
                      <a:gd name="connsiteX0" fmla="*/ 0 w 95984"/>
                      <a:gd name="connsiteY0" fmla="*/ 114299 h 117779"/>
                      <a:gd name="connsiteX1" fmla="*/ 85726 w 95984"/>
                      <a:gd name="connsiteY1" fmla="*/ 0 h 117779"/>
                      <a:gd name="connsiteX2" fmla="*/ 0 w 95984"/>
                      <a:gd name="connsiteY2" fmla="*/ 114299 h 117779"/>
                      <a:gd name="connsiteX0" fmla="*/ 0 w 95984"/>
                      <a:gd name="connsiteY0" fmla="*/ 114299 h 117779"/>
                      <a:gd name="connsiteX1" fmla="*/ 85726 w 95984"/>
                      <a:gd name="connsiteY1" fmla="*/ 0 h 117779"/>
                      <a:gd name="connsiteX2" fmla="*/ 0 w 95984"/>
                      <a:gd name="connsiteY2" fmla="*/ 114299 h 117779"/>
                      <a:gd name="connsiteX0" fmla="*/ 0 w 96746"/>
                      <a:gd name="connsiteY0" fmla="*/ 114299 h 120449"/>
                      <a:gd name="connsiteX1" fmla="*/ 85726 w 96746"/>
                      <a:gd name="connsiteY1" fmla="*/ 0 h 120449"/>
                      <a:gd name="connsiteX2" fmla="*/ 0 w 96746"/>
                      <a:gd name="connsiteY2" fmla="*/ 114299 h 120449"/>
                    </a:gdLst>
                    <a:ahLst/>
                    <a:cxnLst>
                      <a:cxn ang="0">
                        <a:pos x="connsiteX0" y="connsiteY0"/>
                      </a:cxn>
                      <a:cxn ang="0">
                        <a:pos x="connsiteX1" y="connsiteY1"/>
                      </a:cxn>
                      <a:cxn ang="0">
                        <a:pos x="connsiteX2" y="connsiteY2"/>
                      </a:cxn>
                    </a:cxnLst>
                    <a:rect l="l" t="t" r="r" b="b"/>
                    <a:pathLst>
                      <a:path w="96746" h="120449">
                        <a:moveTo>
                          <a:pt x="0" y="114299"/>
                        </a:moveTo>
                        <a:cubicBezTo>
                          <a:pt x="32544" y="81756"/>
                          <a:pt x="46039" y="61118"/>
                          <a:pt x="85726" y="0"/>
                        </a:cubicBezTo>
                        <a:cubicBezTo>
                          <a:pt x="127000" y="46831"/>
                          <a:pt x="42068" y="146051"/>
                          <a:pt x="0" y="114299"/>
                        </a:cubicBezTo>
                        <a:close/>
                      </a:path>
                    </a:pathLst>
                  </a:custGeom>
                  <a:solidFill>
                    <a:srgbClr val="F8CBAD"/>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grpSp>
            <p:sp>
              <p:nvSpPr>
                <p:cNvPr id="169" name="Rectangle 89"/>
                <p:cNvSpPr/>
                <p:nvPr/>
              </p:nvSpPr>
              <p:spPr>
                <a:xfrm>
                  <a:off x="2164342" y="3188865"/>
                  <a:ext cx="466167" cy="544332"/>
                </a:xfrm>
                <a:custGeom>
                  <a:avLst/>
                  <a:gdLst>
                    <a:gd name="connsiteX0" fmla="*/ 0 w 1071437"/>
                    <a:gd name="connsiteY0" fmla="*/ 0 h 1127383"/>
                    <a:gd name="connsiteX1" fmla="*/ 1071437 w 1071437"/>
                    <a:gd name="connsiteY1" fmla="*/ 0 h 1127383"/>
                    <a:gd name="connsiteX2" fmla="*/ 1071437 w 1071437"/>
                    <a:gd name="connsiteY2" fmla="*/ 1127383 h 1127383"/>
                    <a:gd name="connsiteX3" fmla="*/ 0 w 1071437"/>
                    <a:gd name="connsiteY3" fmla="*/ 1127383 h 1127383"/>
                    <a:gd name="connsiteX4" fmla="*/ 0 w 1071437"/>
                    <a:gd name="connsiteY4" fmla="*/ 0 h 1127383"/>
                    <a:gd name="connsiteX0" fmla="*/ 0 w 1151266"/>
                    <a:gd name="connsiteY0" fmla="*/ 590247 h 1127383"/>
                    <a:gd name="connsiteX1" fmla="*/ 1151266 w 1151266"/>
                    <a:gd name="connsiteY1" fmla="*/ 0 h 1127383"/>
                    <a:gd name="connsiteX2" fmla="*/ 1151266 w 1151266"/>
                    <a:gd name="connsiteY2" fmla="*/ 1127383 h 1127383"/>
                    <a:gd name="connsiteX3" fmla="*/ 79829 w 1151266"/>
                    <a:gd name="connsiteY3" fmla="*/ 1127383 h 1127383"/>
                    <a:gd name="connsiteX4" fmla="*/ 0 w 1151266"/>
                    <a:gd name="connsiteY4" fmla="*/ 590247 h 1127383"/>
                    <a:gd name="connsiteX0" fmla="*/ 0 w 1151266"/>
                    <a:gd name="connsiteY0" fmla="*/ 590247 h 1127383"/>
                    <a:gd name="connsiteX1" fmla="*/ 568476 w 1151266"/>
                    <a:gd name="connsiteY1" fmla="*/ 299962 h 1127383"/>
                    <a:gd name="connsiteX2" fmla="*/ 1151266 w 1151266"/>
                    <a:gd name="connsiteY2" fmla="*/ 0 h 1127383"/>
                    <a:gd name="connsiteX3" fmla="*/ 1151266 w 1151266"/>
                    <a:gd name="connsiteY3" fmla="*/ 1127383 h 1127383"/>
                    <a:gd name="connsiteX4" fmla="*/ 79829 w 1151266"/>
                    <a:gd name="connsiteY4" fmla="*/ 1127383 h 1127383"/>
                    <a:gd name="connsiteX5" fmla="*/ 0 w 1151266"/>
                    <a:gd name="connsiteY5" fmla="*/ 590247 h 1127383"/>
                    <a:gd name="connsiteX0" fmla="*/ 0 w 1151266"/>
                    <a:gd name="connsiteY0" fmla="*/ 590247 h 1127383"/>
                    <a:gd name="connsiteX1" fmla="*/ 389467 w 1151266"/>
                    <a:gd name="connsiteY1" fmla="*/ 58057 h 1127383"/>
                    <a:gd name="connsiteX2" fmla="*/ 1151266 w 1151266"/>
                    <a:gd name="connsiteY2" fmla="*/ 0 h 1127383"/>
                    <a:gd name="connsiteX3" fmla="*/ 1151266 w 1151266"/>
                    <a:gd name="connsiteY3" fmla="*/ 1127383 h 1127383"/>
                    <a:gd name="connsiteX4" fmla="*/ 79829 w 1151266"/>
                    <a:gd name="connsiteY4" fmla="*/ 1127383 h 1127383"/>
                    <a:gd name="connsiteX5" fmla="*/ 0 w 1151266"/>
                    <a:gd name="connsiteY5" fmla="*/ 590247 h 1127383"/>
                    <a:gd name="connsiteX0" fmla="*/ 0 w 1151266"/>
                    <a:gd name="connsiteY0" fmla="*/ 590247 h 1127383"/>
                    <a:gd name="connsiteX1" fmla="*/ 254000 w 1151266"/>
                    <a:gd name="connsiteY1" fmla="*/ 94343 h 1127383"/>
                    <a:gd name="connsiteX2" fmla="*/ 389467 w 1151266"/>
                    <a:gd name="connsiteY2" fmla="*/ 58057 h 1127383"/>
                    <a:gd name="connsiteX3" fmla="*/ 1151266 w 1151266"/>
                    <a:gd name="connsiteY3" fmla="*/ 0 h 1127383"/>
                    <a:gd name="connsiteX4" fmla="*/ 1151266 w 1151266"/>
                    <a:gd name="connsiteY4" fmla="*/ 1127383 h 1127383"/>
                    <a:gd name="connsiteX5" fmla="*/ 79829 w 1151266"/>
                    <a:gd name="connsiteY5" fmla="*/ 1127383 h 1127383"/>
                    <a:gd name="connsiteX6" fmla="*/ 0 w 1151266"/>
                    <a:gd name="connsiteY6" fmla="*/ 590247 h 1127383"/>
                    <a:gd name="connsiteX0" fmla="*/ 0 w 1151266"/>
                    <a:gd name="connsiteY0" fmla="*/ 590247 h 1127383"/>
                    <a:gd name="connsiteX1" fmla="*/ 273353 w 1151266"/>
                    <a:gd name="connsiteY1" fmla="*/ 38704 h 1127383"/>
                    <a:gd name="connsiteX2" fmla="*/ 389467 w 1151266"/>
                    <a:gd name="connsiteY2" fmla="*/ 58057 h 1127383"/>
                    <a:gd name="connsiteX3" fmla="*/ 1151266 w 1151266"/>
                    <a:gd name="connsiteY3" fmla="*/ 0 h 1127383"/>
                    <a:gd name="connsiteX4" fmla="*/ 1151266 w 1151266"/>
                    <a:gd name="connsiteY4" fmla="*/ 1127383 h 1127383"/>
                    <a:gd name="connsiteX5" fmla="*/ 79829 w 1151266"/>
                    <a:gd name="connsiteY5" fmla="*/ 1127383 h 1127383"/>
                    <a:gd name="connsiteX6" fmla="*/ 0 w 1151266"/>
                    <a:gd name="connsiteY6" fmla="*/ 590247 h 1127383"/>
                    <a:gd name="connsiteX0" fmla="*/ 0 w 1151266"/>
                    <a:gd name="connsiteY0" fmla="*/ 590247 h 1127383"/>
                    <a:gd name="connsiteX1" fmla="*/ 273353 w 1151266"/>
                    <a:gd name="connsiteY1" fmla="*/ 38704 h 1127383"/>
                    <a:gd name="connsiteX2" fmla="*/ 389467 w 1151266"/>
                    <a:gd name="connsiteY2" fmla="*/ 58057 h 1127383"/>
                    <a:gd name="connsiteX3" fmla="*/ 1151266 w 1151266"/>
                    <a:gd name="connsiteY3" fmla="*/ 0 h 1127383"/>
                    <a:gd name="connsiteX4" fmla="*/ 1151266 w 1151266"/>
                    <a:gd name="connsiteY4" fmla="*/ 1127383 h 1127383"/>
                    <a:gd name="connsiteX5" fmla="*/ 79829 w 1151266"/>
                    <a:gd name="connsiteY5" fmla="*/ 1127383 h 1127383"/>
                    <a:gd name="connsiteX6" fmla="*/ 0 w 1151266"/>
                    <a:gd name="connsiteY6" fmla="*/ 590247 h 1127383"/>
                    <a:gd name="connsiteX0" fmla="*/ 0 w 1151266"/>
                    <a:gd name="connsiteY0" fmla="*/ 590247 h 1127383"/>
                    <a:gd name="connsiteX1" fmla="*/ 273353 w 1151266"/>
                    <a:gd name="connsiteY1" fmla="*/ 38704 h 1127383"/>
                    <a:gd name="connsiteX2" fmla="*/ 389467 w 1151266"/>
                    <a:gd name="connsiteY2" fmla="*/ 58057 h 1127383"/>
                    <a:gd name="connsiteX3" fmla="*/ 1151266 w 1151266"/>
                    <a:gd name="connsiteY3" fmla="*/ 0 h 1127383"/>
                    <a:gd name="connsiteX4" fmla="*/ 1151266 w 1151266"/>
                    <a:gd name="connsiteY4" fmla="*/ 1127383 h 1127383"/>
                    <a:gd name="connsiteX5" fmla="*/ 79829 w 1151266"/>
                    <a:gd name="connsiteY5" fmla="*/ 1127383 h 1127383"/>
                    <a:gd name="connsiteX6" fmla="*/ 0 w 1151266"/>
                    <a:gd name="connsiteY6" fmla="*/ 590247 h 1127383"/>
                    <a:gd name="connsiteX0" fmla="*/ 0 w 1151266"/>
                    <a:gd name="connsiteY0" fmla="*/ 602342 h 1127383"/>
                    <a:gd name="connsiteX1" fmla="*/ 273353 w 1151266"/>
                    <a:gd name="connsiteY1" fmla="*/ 38704 h 1127383"/>
                    <a:gd name="connsiteX2" fmla="*/ 389467 w 1151266"/>
                    <a:gd name="connsiteY2" fmla="*/ 58057 h 1127383"/>
                    <a:gd name="connsiteX3" fmla="*/ 1151266 w 1151266"/>
                    <a:gd name="connsiteY3" fmla="*/ 0 h 1127383"/>
                    <a:gd name="connsiteX4" fmla="*/ 1151266 w 1151266"/>
                    <a:gd name="connsiteY4" fmla="*/ 1127383 h 1127383"/>
                    <a:gd name="connsiteX5" fmla="*/ 79829 w 1151266"/>
                    <a:gd name="connsiteY5" fmla="*/ 1127383 h 1127383"/>
                    <a:gd name="connsiteX6" fmla="*/ 0 w 1151266"/>
                    <a:gd name="connsiteY6" fmla="*/ 602342 h 1127383"/>
                    <a:gd name="connsiteX0" fmla="*/ 0 w 1146428"/>
                    <a:gd name="connsiteY0" fmla="*/ 582989 h 1127383"/>
                    <a:gd name="connsiteX1" fmla="*/ 268515 w 1146428"/>
                    <a:gd name="connsiteY1" fmla="*/ 38704 h 1127383"/>
                    <a:gd name="connsiteX2" fmla="*/ 384629 w 1146428"/>
                    <a:gd name="connsiteY2" fmla="*/ 58057 h 1127383"/>
                    <a:gd name="connsiteX3" fmla="*/ 1146428 w 1146428"/>
                    <a:gd name="connsiteY3" fmla="*/ 0 h 1127383"/>
                    <a:gd name="connsiteX4" fmla="*/ 1146428 w 1146428"/>
                    <a:gd name="connsiteY4" fmla="*/ 1127383 h 1127383"/>
                    <a:gd name="connsiteX5" fmla="*/ 74991 w 1146428"/>
                    <a:gd name="connsiteY5" fmla="*/ 1127383 h 1127383"/>
                    <a:gd name="connsiteX6" fmla="*/ 0 w 1146428"/>
                    <a:gd name="connsiteY6" fmla="*/ 582989 h 1127383"/>
                    <a:gd name="connsiteX0" fmla="*/ 0 w 1146428"/>
                    <a:gd name="connsiteY0" fmla="*/ 582989 h 1127383"/>
                    <a:gd name="connsiteX1" fmla="*/ 268515 w 1146428"/>
                    <a:gd name="connsiteY1" fmla="*/ 38704 h 1127383"/>
                    <a:gd name="connsiteX2" fmla="*/ 384629 w 1146428"/>
                    <a:gd name="connsiteY2" fmla="*/ 58057 h 1127383"/>
                    <a:gd name="connsiteX3" fmla="*/ 1146428 w 1146428"/>
                    <a:gd name="connsiteY3" fmla="*/ 0 h 1127383"/>
                    <a:gd name="connsiteX4" fmla="*/ 1146428 w 1146428"/>
                    <a:gd name="connsiteY4" fmla="*/ 1127383 h 1127383"/>
                    <a:gd name="connsiteX5" fmla="*/ 74991 w 1146428"/>
                    <a:gd name="connsiteY5" fmla="*/ 1127383 h 1127383"/>
                    <a:gd name="connsiteX6" fmla="*/ 0 w 1146428"/>
                    <a:gd name="connsiteY6" fmla="*/ 582989 h 1127383"/>
                    <a:gd name="connsiteX0" fmla="*/ 0 w 1146428"/>
                    <a:gd name="connsiteY0" fmla="*/ 582989 h 1127383"/>
                    <a:gd name="connsiteX1" fmla="*/ 268515 w 1146428"/>
                    <a:gd name="connsiteY1" fmla="*/ 38704 h 1127383"/>
                    <a:gd name="connsiteX2" fmla="*/ 384629 w 1146428"/>
                    <a:gd name="connsiteY2" fmla="*/ 58057 h 1127383"/>
                    <a:gd name="connsiteX3" fmla="*/ 1146428 w 1146428"/>
                    <a:gd name="connsiteY3" fmla="*/ 0 h 1127383"/>
                    <a:gd name="connsiteX4" fmla="*/ 1146428 w 1146428"/>
                    <a:gd name="connsiteY4" fmla="*/ 1127383 h 1127383"/>
                    <a:gd name="connsiteX5" fmla="*/ 74991 w 1146428"/>
                    <a:gd name="connsiteY5" fmla="*/ 1127383 h 1127383"/>
                    <a:gd name="connsiteX6" fmla="*/ 0 w 1146428"/>
                    <a:gd name="connsiteY6" fmla="*/ 582989 h 1127383"/>
                    <a:gd name="connsiteX0" fmla="*/ 0 w 1146428"/>
                    <a:gd name="connsiteY0" fmla="*/ 582989 h 1127383"/>
                    <a:gd name="connsiteX1" fmla="*/ 268515 w 1146428"/>
                    <a:gd name="connsiteY1" fmla="*/ 38704 h 1127383"/>
                    <a:gd name="connsiteX2" fmla="*/ 384629 w 1146428"/>
                    <a:gd name="connsiteY2" fmla="*/ 58057 h 1127383"/>
                    <a:gd name="connsiteX3" fmla="*/ 474133 w 1146428"/>
                    <a:gd name="connsiteY3" fmla="*/ 48381 h 1127383"/>
                    <a:gd name="connsiteX4" fmla="*/ 1146428 w 1146428"/>
                    <a:gd name="connsiteY4" fmla="*/ 0 h 1127383"/>
                    <a:gd name="connsiteX5" fmla="*/ 1146428 w 1146428"/>
                    <a:gd name="connsiteY5" fmla="*/ 1127383 h 1127383"/>
                    <a:gd name="connsiteX6" fmla="*/ 74991 w 1146428"/>
                    <a:gd name="connsiteY6" fmla="*/ 1127383 h 1127383"/>
                    <a:gd name="connsiteX7" fmla="*/ 0 w 1146428"/>
                    <a:gd name="connsiteY7" fmla="*/ 582989 h 1127383"/>
                    <a:gd name="connsiteX0" fmla="*/ 0 w 1146428"/>
                    <a:gd name="connsiteY0" fmla="*/ 674913 h 1219307"/>
                    <a:gd name="connsiteX1" fmla="*/ 268515 w 1146428"/>
                    <a:gd name="connsiteY1" fmla="*/ 130628 h 1219307"/>
                    <a:gd name="connsiteX2" fmla="*/ 384629 w 1146428"/>
                    <a:gd name="connsiteY2" fmla="*/ 149981 h 1219307"/>
                    <a:gd name="connsiteX3" fmla="*/ 527352 w 1146428"/>
                    <a:gd name="connsiteY3" fmla="*/ 0 h 1219307"/>
                    <a:gd name="connsiteX4" fmla="*/ 1146428 w 1146428"/>
                    <a:gd name="connsiteY4" fmla="*/ 91924 h 1219307"/>
                    <a:gd name="connsiteX5" fmla="*/ 1146428 w 1146428"/>
                    <a:gd name="connsiteY5" fmla="*/ 1219307 h 1219307"/>
                    <a:gd name="connsiteX6" fmla="*/ 74991 w 1146428"/>
                    <a:gd name="connsiteY6" fmla="*/ 1219307 h 1219307"/>
                    <a:gd name="connsiteX7" fmla="*/ 0 w 1146428"/>
                    <a:gd name="connsiteY7" fmla="*/ 674913 h 1219307"/>
                    <a:gd name="connsiteX0" fmla="*/ 0 w 1146428"/>
                    <a:gd name="connsiteY0" fmla="*/ 674913 h 1219307"/>
                    <a:gd name="connsiteX1" fmla="*/ 268515 w 1146428"/>
                    <a:gd name="connsiteY1" fmla="*/ 130628 h 1219307"/>
                    <a:gd name="connsiteX2" fmla="*/ 384629 w 1146428"/>
                    <a:gd name="connsiteY2" fmla="*/ 149981 h 1219307"/>
                    <a:gd name="connsiteX3" fmla="*/ 527352 w 1146428"/>
                    <a:gd name="connsiteY3" fmla="*/ 0 h 1219307"/>
                    <a:gd name="connsiteX4" fmla="*/ 1146428 w 1146428"/>
                    <a:gd name="connsiteY4" fmla="*/ 91924 h 1219307"/>
                    <a:gd name="connsiteX5" fmla="*/ 1146428 w 1146428"/>
                    <a:gd name="connsiteY5" fmla="*/ 1219307 h 1219307"/>
                    <a:gd name="connsiteX6" fmla="*/ 74991 w 1146428"/>
                    <a:gd name="connsiteY6" fmla="*/ 1219307 h 1219307"/>
                    <a:gd name="connsiteX7" fmla="*/ 0 w 1146428"/>
                    <a:gd name="connsiteY7" fmla="*/ 674913 h 1219307"/>
                    <a:gd name="connsiteX0" fmla="*/ 0 w 1146428"/>
                    <a:gd name="connsiteY0" fmla="*/ 674913 h 1219307"/>
                    <a:gd name="connsiteX1" fmla="*/ 268515 w 1146428"/>
                    <a:gd name="connsiteY1" fmla="*/ 130628 h 1219307"/>
                    <a:gd name="connsiteX2" fmla="*/ 384629 w 1146428"/>
                    <a:gd name="connsiteY2" fmla="*/ 149981 h 1219307"/>
                    <a:gd name="connsiteX3" fmla="*/ 527352 w 1146428"/>
                    <a:gd name="connsiteY3" fmla="*/ 0 h 1219307"/>
                    <a:gd name="connsiteX4" fmla="*/ 1146428 w 1146428"/>
                    <a:gd name="connsiteY4" fmla="*/ 91924 h 1219307"/>
                    <a:gd name="connsiteX5" fmla="*/ 1146428 w 1146428"/>
                    <a:gd name="connsiteY5" fmla="*/ 1219307 h 1219307"/>
                    <a:gd name="connsiteX6" fmla="*/ 74991 w 1146428"/>
                    <a:gd name="connsiteY6" fmla="*/ 1219307 h 1219307"/>
                    <a:gd name="connsiteX7" fmla="*/ 0 w 1146428"/>
                    <a:gd name="connsiteY7" fmla="*/ 674913 h 1219307"/>
                    <a:gd name="connsiteX0" fmla="*/ 0 w 1146428"/>
                    <a:gd name="connsiteY0" fmla="*/ 674913 h 1219307"/>
                    <a:gd name="connsiteX1" fmla="*/ 268515 w 1146428"/>
                    <a:gd name="connsiteY1" fmla="*/ 130628 h 1219307"/>
                    <a:gd name="connsiteX2" fmla="*/ 384629 w 1146428"/>
                    <a:gd name="connsiteY2" fmla="*/ 149981 h 1219307"/>
                    <a:gd name="connsiteX3" fmla="*/ 527352 w 1146428"/>
                    <a:gd name="connsiteY3" fmla="*/ 0 h 1219307"/>
                    <a:gd name="connsiteX4" fmla="*/ 1146428 w 1146428"/>
                    <a:gd name="connsiteY4" fmla="*/ 91924 h 1219307"/>
                    <a:gd name="connsiteX5" fmla="*/ 1146428 w 1146428"/>
                    <a:gd name="connsiteY5" fmla="*/ 1219307 h 1219307"/>
                    <a:gd name="connsiteX6" fmla="*/ 74991 w 1146428"/>
                    <a:gd name="connsiteY6" fmla="*/ 1219307 h 1219307"/>
                    <a:gd name="connsiteX7" fmla="*/ 0 w 1146428"/>
                    <a:gd name="connsiteY7" fmla="*/ 674913 h 1219307"/>
                    <a:gd name="connsiteX0" fmla="*/ 0 w 1146428"/>
                    <a:gd name="connsiteY0" fmla="*/ 674913 h 1219307"/>
                    <a:gd name="connsiteX1" fmla="*/ 268515 w 1146428"/>
                    <a:gd name="connsiteY1" fmla="*/ 130628 h 1219307"/>
                    <a:gd name="connsiteX2" fmla="*/ 384629 w 1146428"/>
                    <a:gd name="connsiteY2" fmla="*/ 149981 h 1219307"/>
                    <a:gd name="connsiteX3" fmla="*/ 527352 w 1146428"/>
                    <a:gd name="connsiteY3" fmla="*/ 0 h 1219307"/>
                    <a:gd name="connsiteX4" fmla="*/ 1146428 w 1146428"/>
                    <a:gd name="connsiteY4" fmla="*/ 91924 h 1219307"/>
                    <a:gd name="connsiteX5" fmla="*/ 1146428 w 1146428"/>
                    <a:gd name="connsiteY5" fmla="*/ 1219307 h 1219307"/>
                    <a:gd name="connsiteX6" fmla="*/ 74991 w 1146428"/>
                    <a:gd name="connsiteY6" fmla="*/ 1219307 h 1219307"/>
                    <a:gd name="connsiteX7" fmla="*/ 0 w 1146428"/>
                    <a:gd name="connsiteY7" fmla="*/ 674913 h 1219307"/>
                    <a:gd name="connsiteX0" fmla="*/ 0 w 1146428"/>
                    <a:gd name="connsiteY0" fmla="*/ 674913 h 1219307"/>
                    <a:gd name="connsiteX1" fmla="*/ 268515 w 1146428"/>
                    <a:gd name="connsiteY1" fmla="*/ 130628 h 1219307"/>
                    <a:gd name="connsiteX2" fmla="*/ 384629 w 1146428"/>
                    <a:gd name="connsiteY2" fmla="*/ 149981 h 1219307"/>
                    <a:gd name="connsiteX3" fmla="*/ 527352 w 1146428"/>
                    <a:gd name="connsiteY3" fmla="*/ 0 h 1219307"/>
                    <a:gd name="connsiteX4" fmla="*/ 706362 w 1146428"/>
                    <a:gd name="connsiteY4" fmla="*/ 21771 h 1219307"/>
                    <a:gd name="connsiteX5" fmla="*/ 1146428 w 1146428"/>
                    <a:gd name="connsiteY5" fmla="*/ 91924 h 1219307"/>
                    <a:gd name="connsiteX6" fmla="*/ 1146428 w 1146428"/>
                    <a:gd name="connsiteY6" fmla="*/ 1219307 h 1219307"/>
                    <a:gd name="connsiteX7" fmla="*/ 74991 w 1146428"/>
                    <a:gd name="connsiteY7" fmla="*/ 1219307 h 1219307"/>
                    <a:gd name="connsiteX8" fmla="*/ 0 w 1146428"/>
                    <a:gd name="connsiteY8" fmla="*/ 674913 h 1219307"/>
                    <a:gd name="connsiteX0" fmla="*/ 0 w 1146428"/>
                    <a:gd name="connsiteY0" fmla="*/ 674913 h 1219307"/>
                    <a:gd name="connsiteX1" fmla="*/ 268515 w 1146428"/>
                    <a:gd name="connsiteY1" fmla="*/ 130628 h 1219307"/>
                    <a:gd name="connsiteX2" fmla="*/ 384629 w 1146428"/>
                    <a:gd name="connsiteY2" fmla="*/ 149981 h 1219307"/>
                    <a:gd name="connsiteX3" fmla="*/ 527352 w 1146428"/>
                    <a:gd name="connsiteY3" fmla="*/ 0 h 1219307"/>
                    <a:gd name="connsiteX4" fmla="*/ 682171 w 1146428"/>
                    <a:gd name="connsiteY4" fmla="*/ 84667 h 1219307"/>
                    <a:gd name="connsiteX5" fmla="*/ 1146428 w 1146428"/>
                    <a:gd name="connsiteY5" fmla="*/ 91924 h 1219307"/>
                    <a:gd name="connsiteX6" fmla="*/ 1146428 w 1146428"/>
                    <a:gd name="connsiteY6" fmla="*/ 1219307 h 1219307"/>
                    <a:gd name="connsiteX7" fmla="*/ 74991 w 1146428"/>
                    <a:gd name="connsiteY7" fmla="*/ 1219307 h 1219307"/>
                    <a:gd name="connsiteX8" fmla="*/ 0 w 1146428"/>
                    <a:gd name="connsiteY8" fmla="*/ 674913 h 1219307"/>
                    <a:gd name="connsiteX0" fmla="*/ 0 w 1146428"/>
                    <a:gd name="connsiteY0" fmla="*/ 674913 h 1219307"/>
                    <a:gd name="connsiteX1" fmla="*/ 268515 w 1146428"/>
                    <a:gd name="connsiteY1" fmla="*/ 130628 h 1219307"/>
                    <a:gd name="connsiteX2" fmla="*/ 384629 w 1146428"/>
                    <a:gd name="connsiteY2" fmla="*/ 149981 h 1219307"/>
                    <a:gd name="connsiteX3" fmla="*/ 527352 w 1146428"/>
                    <a:gd name="connsiteY3" fmla="*/ 0 h 1219307"/>
                    <a:gd name="connsiteX4" fmla="*/ 682171 w 1146428"/>
                    <a:gd name="connsiteY4" fmla="*/ 84667 h 1219307"/>
                    <a:gd name="connsiteX5" fmla="*/ 1146428 w 1146428"/>
                    <a:gd name="connsiteY5" fmla="*/ 91924 h 1219307"/>
                    <a:gd name="connsiteX6" fmla="*/ 1146428 w 1146428"/>
                    <a:gd name="connsiteY6" fmla="*/ 1219307 h 1219307"/>
                    <a:gd name="connsiteX7" fmla="*/ 74991 w 1146428"/>
                    <a:gd name="connsiteY7" fmla="*/ 1219307 h 1219307"/>
                    <a:gd name="connsiteX8" fmla="*/ 0 w 1146428"/>
                    <a:gd name="connsiteY8" fmla="*/ 674913 h 1219307"/>
                    <a:gd name="connsiteX0" fmla="*/ 0 w 1146428"/>
                    <a:gd name="connsiteY0" fmla="*/ 679625 h 1224019"/>
                    <a:gd name="connsiteX1" fmla="*/ 268515 w 1146428"/>
                    <a:gd name="connsiteY1" fmla="*/ 135340 h 1224019"/>
                    <a:gd name="connsiteX2" fmla="*/ 384629 w 1146428"/>
                    <a:gd name="connsiteY2" fmla="*/ 154693 h 1224019"/>
                    <a:gd name="connsiteX3" fmla="*/ 527352 w 1146428"/>
                    <a:gd name="connsiteY3" fmla="*/ 4712 h 1224019"/>
                    <a:gd name="connsiteX4" fmla="*/ 682171 w 1146428"/>
                    <a:gd name="connsiteY4" fmla="*/ 89379 h 1224019"/>
                    <a:gd name="connsiteX5" fmla="*/ 1146428 w 1146428"/>
                    <a:gd name="connsiteY5" fmla="*/ 96636 h 1224019"/>
                    <a:gd name="connsiteX6" fmla="*/ 1146428 w 1146428"/>
                    <a:gd name="connsiteY6" fmla="*/ 1224019 h 1224019"/>
                    <a:gd name="connsiteX7" fmla="*/ 74991 w 1146428"/>
                    <a:gd name="connsiteY7" fmla="*/ 1224019 h 1224019"/>
                    <a:gd name="connsiteX8" fmla="*/ 0 w 1146428"/>
                    <a:gd name="connsiteY8" fmla="*/ 679625 h 1224019"/>
                    <a:gd name="connsiteX0" fmla="*/ 0 w 1146428"/>
                    <a:gd name="connsiteY0" fmla="*/ 676656 h 1221050"/>
                    <a:gd name="connsiteX1" fmla="*/ 268515 w 1146428"/>
                    <a:gd name="connsiteY1" fmla="*/ 132371 h 1221050"/>
                    <a:gd name="connsiteX2" fmla="*/ 384629 w 1146428"/>
                    <a:gd name="connsiteY2" fmla="*/ 151724 h 1221050"/>
                    <a:gd name="connsiteX3" fmla="*/ 527352 w 1146428"/>
                    <a:gd name="connsiteY3" fmla="*/ 1743 h 1221050"/>
                    <a:gd name="connsiteX4" fmla="*/ 682171 w 1146428"/>
                    <a:gd name="connsiteY4" fmla="*/ 86410 h 1221050"/>
                    <a:gd name="connsiteX5" fmla="*/ 1146428 w 1146428"/>
                    <a:gd name="connsiteY5" fmla="*/ 93667 h 1221050"/>
                    <a:gd name="connsiteX6" fmla="*/ 1146428 w 1146428"/>
                    <a:gd name="connsiteY6" fmla="*/ 1221050 h 1221050"/>
                    <a:gd name="connsiteX7" fmla="*/ 74991 w 1146428"/>
                    <a:gd name="connsiteY7" fmla="*/ 1221050 h 1221050"/>
                    <a:gd name="connsiteX8" fmla="*/ 0 w 1146428"/>
                    <a:gd name="connsiteY8" fmla="*/ 676656 h 1221050"/>
                    <a:gd name="connsiteX0" fmla="*/ 0 w 1146428"/>
                    <a:gd name="connsiteY0" fmla="*/ 676656 h 1221050"/>
                    <a:gd name="connsiteX1" fmla="*/ 268515 w 1146428"/>
                    <a:gd name="connsiteY1" fmla="*/ 132371 h 1221050"/>
                    <a:gd name="connsiteX2" fmla="*/ 384629 w 1146428"/>
                    <a:gd name="connsiteY2" fmla="*/ 151724 h 1221050"/>
                    <a:gd name="connsiteX3" fmla="*/ 527352 w 1146428"/>
                    <a:gd name="connsiteY3" fmla="*/ 1743 h 1221050"/>
                    <a:gd name="connsiteX4" fmla="*/ 682171 w 1146428"/>
                    <a:gd name="connsiteY4" fmla="*/ 86410 h 1221050"/>
                    <a:gd name="connsiteX5" fmla="*/ 1146428 w 1146428"/>
                    <a:gd name="connsiteY5" fmla="*/ 93667 h 1221050"/>
                    <a:gd name="connsiteX6" fmla="*/ 1146428 w 1146428"/>
                    <a:gd name="connsiteY6" fmla="*/ 1221050 h 1221050"/>
                    <a:gd name="connsiteX7" fmla="*/ 74991 w 1146428"/>
                    <a:gd name="connsiteY7" fmla="*/ 1221050 h 1221050"/>
                    <a:gd name="connsiteX8" fmla="*/ 0 w 1146428"/>
                    <a:gd name="connsiteY8" fmla="*/ 676656 h 1221050"/>
                    <a:gd name="connsiteX0" fmla="*/ 0 w 1146428"/>
                    <a:gd name="connsiteY0" fmla="*/ 676656 h 1221050"/>
                    <a:gd name="connsiteX1" fmla="*/ 268515 w 1146428"/>
                    <a:gd name="connsiteY1" fmla="*/ 132371 h 1221050"/>
                    <a:gd name="connsiteX2" fmla="*/ 384629 w 1146428"/>
                    <a:gd name="connsiteY2" fmla="*/ 151724 h 1221050"/>
                    <a:gd name="connsiteX3" fmla="*/ 527352 w 1146428"/>
                    <a:gd name="connsiteY3" fmla="*/ 1743 h 1221050"/>
                    <a:gd name="connsiteX4" fmla="*/ 682171 w 1146428"/>
                    <a:gd name="connsiteY4" fmla="*/ 86410 h 1221050"/>
                    <a:gd name="connsiteX5" fmla="*/ 1146428 w 1146428"/>
                    <a:gd name="connsiteY5" fmla="*/ 93667 h 1221050"/>
                    <a:gd name="connsiteX6" fmla="*/ 1146428 w 1146428"/>
                    <a:gd name="connsiteY6" fmla="*/ 1221050 h 1221050"/>
                    <a:gd name="connsiteX7" fmla="*/ 74991 w 1146428"/>
                    <a:gd name="connsiteY7" fmla="*/ 1221050 h 1221050"/>
                    <a:gd name="connsiteX8" fmla="*/ 0 w 1146428"/>
                    <a:gd name="connsiteY8" fmla="*/ 676656 h 1221050"/>
                    <a:gd name="connsiteX0" fmla="*/ 0 w 1146428"/>
                    <a:gd name="connsiteY0" fmla="*/ 676656 h 1221050"/>
                    <a:gd name="connsiteX1" fmla="*/ 268515 w 1146428"/>
                    <a:gd name="connsiteY1" fmla="*/ 132371 h 1221050"/>
                    <a:gd name="connsiteX2" fmla="*/ 384629 w 1146428"/>
                    <a:gd name="connsiteY2" fmla="*/ 151724 h 1221050"/>
                    <a:gd name="connsiteX3" fmla="*/ 527352 w 1146428"/>
                    <a:gd name="connsiteY3" fmla="*/ 1743 h 1221050"/>
                    <a:gd name="connsiteX4" fmla="*/ 682171 w 1146428"/>
                    <a:gd name="connsiteY4" fmla="*/ 86410 h 1221050"/>
                    <a:gd name="connsiteX5" fmla="*/ 926495 w 1146428"/>
                    <a:gd name="connsiteY5" fmla="*/ 93666 h 1221050"/>
                    <a:gd name="connsiteX6" fmla="*/ 1146428 w 1146428"/>
                    <a:gd name="connsiteY6" fmla="*/ 93667 h 1221050"/>
                    <a:gd name="connsiteX7" fmla="*/ 1146428 w 1146428"/>
                    <a:gd name="connsiteY7" fmla="*/ 1221050 h 1221050"/>
                    <a:gd name="connsiteX8" fmla="*/ 74991 w 1146428"/>
                    <a:gd name="connsiteY8" fmla="*/ 1221050 h 1221050"/>
                    <a:gd name="connsiteX9" fmla="*/ 0 w 1146428"/>
                    <a:gd name="connsiteY9" fmla="*/ 676656 h 1221050"/>
                    <a:gd name="connsiteX0" fmla="*/ 0 w 1146428"/>
                    <a:gd name="connsiteY0" fmla="*/ 676656 h 1221050"/>
                    <a:gd name="connsiteX1" fmla="*/ 268515 w 1146428"/>
                    <a:gd name="connsiteY1" fmla="*/ 132371 h 1221050"/>
                    <a:gd name="connsiteX2" fmla="*/ 384629 w 1146428"/>
                    <a:gd name="connsiteY2" fmla="*/ 151724 h 1221050"/>
                    <a:gd name="connsiteX3" fmla="*/ 527352 w 1146428"/>
                    <a:gd name="connsiteY3" fmla="*/ 1743 h 1221050"/>
                    <a:gd name="connsiteX4" fmla="*/ 682171 w 1146428"/>
                    <a:gd name="connsiteY4" fmla="*/ 86410 h 1221050"/>
                    <a:gd name="connsiteX5" fmla="*/ 858762 w 1146428"/>
                    <a:gd name="connsiteY5" fmla="*/ 96085 h 1221050"/>
                    <a:gd name="connsiteX6" fmla="*/ 1146428 w 1146428"/>
                    <a:gd name="connsiteY6" fmla="*/ 93667 h 1221050"/>
                    <a:gd name="connsiteX7" fmla="*/ 1146428 w 1146428"/>
                    <a:gd name="connsiteY7" fmla="*/ 1221050 h 1221050"/>
                    <a:gd name="connsiteX8" fmla="*/ 74991 w 1146428"/>
                    <a:gd name="connsiteY8" fmla="*/ 1221050 h 1221050"/>
                    <a:gd name="connsiteX9" fmla="*/ 0 w 1146428"/>
                    <a:gd name="connsiteY9" fmla="*/ 676656 h 1221050"/>
                    <a:gd name="connsiteX0" fmla="*/ 0 w 1146428"/>
                    <a:gd name="connsiteY0" fmla="*/ 676656 h 1221050"/>
                    <a:gd name="connsiteX1" fmla="*/ 268515 w 1146428"/>
                    <a:gd name="connsiteY1" fmla="*/ 132371 h 1221050"/>
                    <a:gd name="connsiteX2" fmla="*/ 384629 w 1146428"/>
                    <a:gd name="connsiteY2" fmla="*/ 151724 h 1221050"/>
                    <a:gd name="connsiteX3" fmla="*/ 527352 w 1146428"/>
                    <a:gd name="connsiteY3" fmla="*/ 1743 h 1221050"/>
                    <a:gd name="connsiteX4" fmla="*/ 682171 w 1146428"/>
                    <a:gd name="connsiteY4" fmla="*/ 86410 h 1221050"/>
                    <a:gd name="connsiteX5" fmla="*/ 858762 w 1146428"/>
                    <a:gd name="connsiteY5" fmla="*/ 96085 h 1221050"/>
                    <a:gd name="connsiteX6" fmla="*/ 1146428 w 1146428"/>
                    <a:gd name="connsiteY6" fmla="*/ 93667 h 1221050"/>
                    <a:gd name="connsiteX7" fmla="*/ 1146428 w 1146428"/>
                    <a:gd name="connsiteY7" fmla="*/ 1221050 h 1221050"/>
                    <a:gd name="connsiteX8" fmla="*/ 74991 w 1146428"/>
                    <a:gd name="connsiteY8" fmla="*/ 1221050 h 1221050"/>
                    <a:gd name="connsiteX9" fmla="*/ 0 w 1146428"/>
                    <a:gd name="connsiteY9" fmla="*/ 676656 h 1221050"/>
                    <a:gd name="connsiteX0" fmla="*/ 0 w 1146428"/>
                    <a:gd name="connsiteY0" fmla="*/ 676656 h 1221050"/>
                    <a:gd name="connsiteX1" fmla="*/ 268515 w 1146428"/>
                    <a:gd name="connsiteY1" fmla="*/ 132371 h 1221050"/>
                    <a:gd name="connsiteX2" fmla="*/ 384629 w 1146428"/>
                    <a:gd name="connsiteY2" fmla="*/ 151724 h 1221050"/>
                    <a:gd name="connsiteX3" fmla="*/ 527352 w 1146428"/>
                    <a:gd name="connsiteY3" fmla="*/ 1743 h 1221050"/>
                    <a:gd name="connsiteX4" fmla="*/ 682171 w 1146428"/>
                    <a:gd name="connsiteY4" fmla="*/ 86410 h 1221050"/>
                    <a:gd name="connsiteX5" fmla="*/ 858762 w 1146428"/>
                    <a:gd name="connsiteY5" fmla="*/ 96085 h 1221050"/>
                    <a:gd name="connsiteX6" fmla="*/ 1146428 w 1146428"/>
                    <a:gd name="connsiteY6" fmla="*/ 93667 h 1221050"/>
                    <a:gd name="connsiteX7" fmla="*/ 1146428 w 1146428"/>
                    <a:gd name="connsiteY7" fmla="*/ 1221050 h 1221050"/>
                    <a:gd name="connsiteX8" fmla="*/ 74991 w 1146428"/>
                    <a:gd name="connsiteY8" fmla="*/ 1221050 h 1221050"/>
                    <a:gd name="connsiteX9" fmla="*/ 0 w 1146428"/>
                    <a:gd name="connsiteY9" fmla="*/ 676656 h 1221050"/>
                    <a:gd name="connsiteX0" fmla="*/ 0 w 1146428"/>
                    <a:gd name="connsiteY0" fmla="*/ 676656 h 1221050"/>
                    <a:gd name="connsiteX1" fmla="*/ 268515 w 1146428"/>
                    <a:gd name="connsiteY1" fmla="*/ 132371 h 1221050"/>
                    <a:gd name="connsiteX2" fmla="*/ 384629 w 1146428"/>
                    <a:gd name="connsiteY2" fmla="*/ 151724 h 1221050"/>
                    <a:gd name="connsiteX3" fmla="*/ 527352 w 1146428"/>
                    <a:gd name="connsiteY3" fmla="*/ 1743 h 1221050"/>
                    <a:gd name="connsiteX4" fmla="*/ 682171 w 1146428"/>
                    <a:gd name="connsiteY4" fmla="*/ 86410 h 1221050"/>
                    <a:gd name="connsiteX5" fmla="*/ 858762 w 1146428"/>
                    <a:gd name="connsiteY5" fmla="*/ 96085 h 1221050"/>
                    <a:gd name="connsiteX6" fmla="*/ 1146428 w 1146428"/>
                    <a:gd name="connsiteY6" fmla="*/ 93667 h 1221050"/>
                    <a:gd name="connsiteX7" fmla="*/ 1146428 w 1146428"/>
                    <a:gd name="connsiteY7" fmla="*/ 1221050 h 1221050"/>
                    <a:gd name="connsiteX8" fmla="*/ 74991 w 1146428"/>
                    <a:gd name="connsiteY8" fmla="*/ 1221050 h 1221050"/>
                    <a:gd name="connsiteX9" fmla="*/ 0 w 1146428"/>
                    <a:gd name="connsiteY9" fmla="*/ 676656 h 1221050"/>
                    <a:gd name="connsiteX0" fmla="*/ 0 w 1146428"/>
                    <a:gd name="connsiteY0" fmla="*/ 676656 h 1221050"/>
                    <a:gd name="connsiteX1" fmla="*/ 268515 w 1146428"/>
                    <a:gd name="connsiteY1" fmla="*/ 132371 h 1221050"/>
                    <a:gd name="connsiteX2" fmla="*/ 384629 w 1146428"/>
                    <a:gd name="connsiteY2" fmla="*/ 151724 h 1221050"/>
                    <a:gd name="connsiteX3" fmla="*/ 527352 w 1146428"/>
                    <a:gd name="connsiteY3" fmla="*/ 1743 h 1221050"/>
                    <a:gd name="connsiteX4" fmla="*/ 682171 w 1146428"/>
                    <a:gd name="connsiteY4" fmla="*/ 86410 h 1221050"/>
                    <a:gd name="connsiteX5" fmla="*/ 858762 w 1146428"/>
                    <a:gd name="connsiteY5" fmla="*/ 96085 h 1221050"/>
                    <a:gd name="connsiteX6" fmla="*/ 1146428 w 1146428"/>
                    <a:gd name="connsiteY6" fmla="*/ 93667 h 1221050"/>
                    <a:gd name="connsiteX7" fmla="*/ 1146428 w 1146428"/>
                    <a:gd name="connsiteY7" fmla="*/ 1221050 h 1221050"/>
                    <a:gd name="connsiteX8" fmla="*/ 74991 w 1146428"/>
                    <a:gd name="connsiteY8" fmla="*/ 1221050 h 1221050"/>
                    <a:gd name="connsiteX9" fmla="*/ 0 w 1146428"/>
                    <a:gd name="connsiteY9" fmla="*/ 676656 h 1221050"/>
                    <a:gd name="connsiteX0" fmla="*/ 0 w 1146428"/>
                    <a:gd name="connsiteY0" fmla="*/ 676656 h 1221050"/>
                    <a:gd name="connsiteX1" fmla="*/ 268515 w 1146428"/>
                    <a:gd name="connsiteY1" fmla="*/ 132371 h 1221050"/>
                    <a:gd name="connsiteX2" fmla="*/ 384629 w 1146428"/>
                    <a:gd name="connsiteY2" fmla="*/ 151724 h 1221050"/>
                    <a:gd name="connsiteX3" fmla="*/ 527352 w 1146428"/>
                    <a:gd name="connsiteY3" fmla="*/ 1743 h 1221050"/>
                    <a:gd name="connsiteX4" fmla="*/ 682171 w 1146428"/>
                    <a:gd name="connsiteY4" fmla="*/ 86410 h 1221050"/>
                    <a:gd name="connsiteX5" fmla="*/ 858762 w 1146428"/>
                    <a:gd name="connsiteY5" fmla="*/ 96085 h 1221050"/>
                    <a:gd name="connsiteX6" fmla="*/ 1134332 w 1146428"/>
                    <a:gd name="connsiteY6" fmla="*/ 570219 h 1221050"/>
                    <a:gd name="connsiteX7" fmla="*/ 1146428 w 1146428"/>
                    <a:gd name="connsiteY7" fmla="*/ 1221050 h 1221050"/>
                    <a:gd name="connsiteX8" fmla="*/ 74991 w 1146428"/>
                    <a:gd name="connsiteY8" fmla="*/ 1221050 h 1221050"/>
                    <a:gd name="connsiteX9" fmla="*/ 0 w 1146428"/>
                    <a:gd name="connsiteY9" fmla="*/ 676656 h 1221050"/>
                    <a:gd name="connsiteX0" fmla="*/ 0 w 1146428"/>
                    <a:gd name="connsiteY0" fmla="*/ 676656 h 1221050"/>
                    <a:gd name="connsiteX1" fmla="*/ 268515 w 1146428"/>
                    <a:gd name="connsiteY1" fmla="*/ 132371 h 1221050"/>
                    <a:gd name="connsiteX2" fmla="*/ 384629 w 1146428"/>
                    <a:gd name="connsiteY2" fmla="*/ 151724 h 1221050"/>
                    <a:gd name="connsiteX3" fmla="*/ 527352 w 1146428"/>
                    <a:gd name="connsiteY3" fmla="*/ 1743 h 1221050"/>
                    <a:gd name="connsiteX4" fmla="*/ 682171 w 1146428"/>
                    <a:gd name="connsiteY4" fmla="*/ 86410 h 1221050"/>
                    <a:gd name="connsiteX5" fmla="*/ 858762 w 1146428"/>
                    <a:gd name="connsiteY5" fmla="*/ 96085 h 1221050"/>
                    <a:gd name="connsiteX6" fmla="*/ 1144008 w 1146428"/>
                    <a:gd name="connsiteY6" fmla="*/ 565381 h 1221050"/>
                    <a:gd name="connsiteX7" fmla="*/ 1146428 w 1146428"/>
                    <a:gd name="connsiteY7" fmla="*/ 1221050 h 1221050"/>
                    <a:gd name="connsiteX8" fmla="*/ 74991 w 1146428"/>
                    <a:gd name="connsiteY8" fmla="*/ 1221050 h 1221050"/>
                    <a:gd name="connsiteX9" fmla="*/ 0 w 1146428"/>
                    <a:gd name="connsiteY9" fmla="*/ 676656 h 1221050"/>
                    <a:gd name="connsiteX0" fmla="*/ 0 w 1146428"/>
                    <a:gd name="connsiteY0" fmla="*/ 676656 h 1221050"/>
                    <a:gd name="connsiteX1" fmla="*/ 268515 w 1146428"/>
                    <a:gd name="connsiteY1" fmla="*/ 132371 h 1221050"/>
                    <a:gd name="connsiteX2" fmla="*/ 384629 w 1146428"/>
                    <a:gd name="connsiteY2" fmla="*/ 151724 h 1221050"/>
                    <a:gd name="connsiteX3" fmla="*/ 527352 w 1146428"/>
                    <a:gd name="connsiteY3" fmla="*/ 1743 h 1221050"/>
                    <a:gd name="connsiteX4" fmla="*/ 682171 w 1146428"/>
                    <a:gd name="connsiteY4" fmla="*/ 86410 h 1221050"/>
                    <a:gd name="connsiteX5" fmla="*/ 858762 w 1146428"/>
                    <a:gd name="connsiteY5" fmla="*/ 96085 h 1221050"/>
                    <a:gd name="connsiteX6" fmla="*/ 1144008 w 1146428"/>
                    <a:gd name="connsiteY6" fmla="*/ 553286 h 1221050"/>
                    <a:gd name="connsiteX7" fmla="*/ 1146428 w 1146428"/>
                    <a:gd name="connsiteY7" fmla="*/ 1221050 h 1221050"/>
                    <a:gd name="connsiteX8" fmla="*/ 74991 w 1146428"/>
                    <a:gd name="connsiteY8" fmla="*/ 1221050 h 1221050"/>
                    <a:gd name="connsiteX9" fmla="*/ 0 w 1146428"/>
                    <a:gd name="connsiteY9" fmla="*/ 676656 h 1221050"/>
                    <a:gd name="connsiteX0" fmla="*/ 0 w 1146428"/>
                    <a:gd name="connsiteY0" fmla="*/ 676656 h 1221050"/>
                    <a:gd name="connsiteX1" fmla="*/ 268515 w 1146428"/>
                    <a:gd name="connsiteY1" fmla="*/ 132371 h 1221050"/>
                    <a:gd name="connsiteX2" fmla="*/ 384629 w 1146428"/>
                    <a:gd name="connsiteY2" fmla="*/ 151724 h 1221050"/>
                    <a:gd name="connsiteX3" fmla="*/ 527352 w 1146428"/>
                    <a:gd name="connsiteY3" fmla="*/ 1743 h 1221050"/>
                    <a:gd name="connsiteX4" fmla="*/ 682171 w 1146428"/>
                    <a:gd name="connsiteY4" fmla="*/ 86410 h 1221050"/>
                    <a:gd name="connsiteX5" fmla="*/ 858762 w 1146428"/>
                    <a:gd name="connsiteY5" fmla="*/ 96085 h 1221050"/>
                    <a:gd name="connsiteX6" fmla="*/ 1144008 w 1146428"/>
                    <a:gd name="connsiteY6" fmla="*/ 553286 h 1221050"/>
                    <a:gd name="connsiteX7" fmla="*/ 1146428 w 1146428"/>
                    <a:gd name="connsiteY7" fmla="*/ 1221050 h 1221050"/>
                    <a:gd name="connsiteX8" fmla="*/ 74991 w 1146428"/>
                    <a:gd name="connsiteY8" fmla="*/ 1221050 h 1221050"/>
                    <a:gd name="connsiteX9" fmla="*/ 0 w 1146428"/>
                    <a:gd name="connsiteY9" fmla="*/ 676656 h 1221050"/>
                    <a:gd name="connsiteX0" fmla="*/ 0 w 1146428"/>
                    <a:gd name="connsiteY0" fmla="*/ 676656 h 1221050"/>
                    <a:gd name="connsiteX1" fmla="*/ 268515 w 1146428"/>
                    <a:gd name="connsiteY1" fmla="*/ 132371 h 1221050"/>
                    <a:gd name="connsiteX2" fmla="*/ 384629 w 1146428"/>
                    <a:gd name="connsiteY2" fmla="*/ 151724 h 1221050"/>
                    <a:gd name="connsiteX3" fmla="*/ 527352 w 1146428"/>
                    <a:gd name="connsiteY3" fmla="*/ 1743 h 1221050"/>
                    <a:gd name="connsiteX4" fmla="*/ 682171 w 1146428"/>
                    <a:gd name="connsiteY4" fmla="*/ 86410 h 1221050"/>
                    <a:gd name="connsiteX5" fmla="*/ 858762 w 1146428"/>
                    <a:gd name="connsiteY5" fmla="*/ 96085 h 1221050"/>
                    <a:gd name="connsiteX6" fmla="*/ 1144008 w 1146428"/>
                    <a:gd name="connsiteY6" fmla="*/ 553286 h 1221050"/>
                    <a:gd name="connsiteX7" fmla="*/ 1146428 w 1146428"/>
                    <a:gd name="connsiteY7" fmla="*/ 1221050 h 1221050"/>
                    <a:gd name="connsiteX8" fmla="*/ 74991 w 1146428"/>
                    <a:gd name="connsiteY8" fmla="*/ 1221050 h 1221050"/>
                    <a:gd name="connsiteX9" fmla="*/ 0 w 1146428"/>
                    <a:gd name="connsiteY9" fmla="*/ 676656 h 1221050"/>
                    <a:gd name="connsiteX0" fmla="*/ 0 w 1146428"/>
                    <a:gd name="connsiteY0" fmla="*/ 676656 h 1221050"/>
                    <a:gd name="connsiteX1" fmla="*/ 268515 w 1146428"/>
                    <a:gd name="connsiteY1" fmla="*/ 132371 h 1221050"/>
                    <a:gd name="connsiteX2" fmla="*/ 384629 w 1146428"/>
                    <a:gd name="connsiteY2" fmla="*/ 151724 h 1221050"/>
                    <a:gd name="connsiteX3" fmla="*/ 527352 w 1146428"/>
                    <a:gd name="connsiteY3" fmla="*/ 1743 h 1221050"/>
                    <a:gd name="connsiteX4" fmla="*/ 682171 w 1146428"/>
                    <a:gd name="connsiteY4" fmla="*/ 86410 h 1221050"/>
                    <a:gd name="connsiteX5" fmla="*/ 858762 w 1146428"/>
                    <a:gd name="connsiteY5" fmla="*/ 96085 h 1221050"/>
                    <a:gd name="connsiteX6" fmla="*/ 1144008 w 1146428"/>
                    <a:gd name="connsiteY6" fmla="*/ 553286 h 1221050"/>
                    <a:gd name="connsiteX7" fmla="*/ 1146428 w 1146428"/>
                    <a:gd name="connsiteY7" fmla="*/ 1221050 h 1221050"/>
                    <a:gd name="connsiteX8" fmla="*/ 74991 w 1146428"/>
                    <a:gd name="connsiteY8" fmla="*/ 1221050 h 1221050"/>
                    <a:gd name="connsiteX9" fmla="*/ 0 w 1146428"/>
                    <a:gd name="connsiteY9" fmla="*/ 676656 h 1221050"/>
                    <a:gd name="connsiteX0" fmla="*/ 0 w 1144241"/>
                    <a:gd name="connsiteY0" fmla="*/ 676656 h 1221050"/>
                    <a:gd name="connsiteX1" fmla="*/ 268515 w 1144241"/>
                    <a:gd name="connsiteY1" fmla="*/ 132371 h 1221050"/>
                    <a:gd name="connsiteX2" fmla="*/ 384629 w 1144241"/>
                    <a:gd name="connsiteY2" fmla="*/ 151724 h 1221050"/>
                    <a:gd name="connsiteX3" fmla="*/ 527352 w 1144241"/>
                    <a:gd name="connsiteY3" fmla="*/ 1743 h 1221050"/>
                    <a:gd name="connsiteX4" fmla="*/ 682171 w 1144241"/>
                    <a:gd name="connsiteY4" fmla="*/ 86410 h 1221050"/>
                    <a:gd name="connsiteX5" fmla="*/ 858762 w 1144241"/>
                    <a:gd name="connsiteY5" fmla="*/ 96085 h 1221050"/>
                    <a:gd name="connsiteX6" fmla="*/ 1144008 w 1144241"/>
                    <a:gd name="connsiteY6" fmla="*/ 553286 h 1221050"/>
                    <a:gd name="connsiteX7" fmla="*/ 1144009 w 1144241"/>
                    <a:gd name="connsiteY7" fmla="*/ 887221 h 1221050"/>
                    <a:gd name="connsiteX8" fmla="*/ 74991 w 1144241"/>
                    <a:gd name="connsiteY8" fmla="*/ 1221050 h 1221050"/>
                    <a:gd name="connsiteX9" fmla="*/ 0 w 1144241"/>
                    <a:gd name="connsiteY9" fmla="*/ 676656 h 1221050"/>
                    <a:gd name="connsiteX0" fmla="*/ 0 w 1144241"/>
                    <a:gd name="connsiteY0" fmla="*/ 676656 h 1221050"/>
                    <a:gd name="connsiteX1" fmla="*/ 268515 w 1144241"/>
                    <a:gd name="connsiteY1" fmla="*/ 132371 h 1221050"/>
                    <a:gd name="connsiteX2" fmla="*/ 384629 w 1144241"/>
                    <a:gd name="connsiteY2" fmla="*/ 151724 h 1221050"/>
                    <a:gd name="connsiteX3" fmla="*/ 527352 w 1144241"/>
                    <a:gd name="connsiteY3" fmla="*/ 1743 h 1221050"/>
                    <a:gd name="connsiteX4" fmla="*/ 682171 w 1144241"/>
                    <a:gd name="connsiteY4" fmla="*/ 86410 h 1221050"/>
                    <a:gd name="connsiteX5" fmla="*/ 858762 w 1144241"/>
                    <a:gd name="connsiteY5" fmla="*/ 96085 h 1221050"/>
                    <a:gd name="connsiteX6" fmla="*/ 1144008 w 1144241"/>
                    <a:gd name="connsiteY6" fmla="*/ 553286 h 1221050"/>
                    <a:gd name="connsiteX7" fmla="*/ 1144009 w 1144241"/>
                    <a:gd name="connsiteY7" fmla="*/ 887221 h 1221050"/>
                    <a:gd name="connsiteX8" fmla="*/ 687011 w 1144241"/>
                    <a:gd name="connsiteY8" fmla="*/ 1022580 h 1221050"/>
                    <a:gd name="connsiteX9" fmla="*/ 74991 w 1144241"/>
                    <a:gd name="connsiteY9" fmla="*/ 1221050 h 1221050"/>
                    <a:gd name="connsiteX10" fmla="*/ 0 w 1144241"/>
                    <a:gd name="connsiteY10" fmla="*/ 676656 h 1221050"/>
                    <a:gd name="connsiteX0" fmla="*/ 0 w 1144241"/>
                    <a:gd name="connsiteY0" fmla="*/ 676656 h 1346732"/>
                    <a:gd name="connsiteX1" fmla="*/ 268515 w 1144241"/>
                    <a:gd name="connsiteY1" fmla="*/ 132371 h 1346732"/>
                    <a:gd name="connsiteX2" fmla="*/ 384629 w 1144241"/>
                    <a:gd name="connsiteY2" fmla="*/ 151724 h 1346732"/>
                    <a:gd name="connsiteX3" fmla="*/ 527352 w 1144241"/>
                    <a:gd name="connsiteY3" fmla="*/ 1743 h 1346732"/>
                    <a:gd name="connsiteX4" fmla="*/ 682171 w 1144241"/>
                    <a:gd name="connsiteY4" fmla="*/ 86410 h 1346732"/>
                    <a:gd name="connsiteX5" fmla="*/ 858762 w 1144241"/>
                    <a:gd name="connsiteY5" fmla="*/ 96085 h 1346732"/>
                    <a:gd name="connsiteX6" fmla="*/ 1144008 w 1144241"/>
                    <a:gd name="connsiteY6" fmla="*/ 553286 h 1346732"/>
                    <a:gd name="connsiteX7" fmla="*/ 1144009 w 1144241"/>
                    <a:gd name="connsiteY7" fmla="*/ 887221 h 1346732"/>
                    <a:gd name="connsiteX8" fmla="*/ 674915 w 1144241"/>
                    <a:gd name="connsiteY8" fmla="*/ 1346732 h 1346732"/>
                    <a:gd name="connsiteX9" fmla="*/ 74991 w 1144241"/>
                    <a:gd name="connsiteY9" fmla="*/ 1221050 h 1346732"/>
                    <a:gd name="connsiteX10" fmla="*/ 0 w 1144241"/>
                    <a:gd name="connsiteY10" fmla="*/ 676656 h 1346732"/>
                    <a:gd name="connsiteX0" fmla="*/ 0 w 1144241"/>
                    <a:gd name="connsiteY0" fmla="*/ 676656 h 1346732"/>
                    <a:gd name="connsiteX1" fmla="*/ 268515 w 1144241"/>
                    <a:gd name="connsiteY1" fmla="*/ 132371 h 1346732"/>
                    <a:gd name="connsiteX2" fmla="*/ 384629 w 1144241"/>
                    <a:gd name="connsiteY2" fmla="*/ 151724 h 1346732"/>
                    <a:gd name="connsiteX3" fmla="*/ 527352 w 1144241"/>
                    <a:gd name="connsiteY3" fmla="*/ 1743 h 1346732"/>
                    <a:gd name="connsiteX4" fmla="*/ 682171 w 1144241"/>
                    <a:gd name="connsiteY4" fmla="*/ 86410 h 1346732"/>
                    <a:gd name="connsiteX5" fmla="*/ 858762 w 1144241"/>
                    <a:gd name="connsiteY5" fmla="*/ 96085 h 1346732"/>
                    <a:gd name="connsiteX6" fmla="*/ 1144008 w 1144241"/>
                    <a:gd name="connsiteY6" fmla="*/ 553286 h 1346732"/>
                    <a:gd name="connsiteX7" fmla="*/ 1144009 w 1144241"/>
                    <a:gd name="connsiteY7" fmla="*/ 887221 h 1346732"/>
                    <a:gd name="connsiteX8" fmla="*/ 674915 w 1144241"/>
                    <a:gd name="connsiteY8" fmla="*/ 1346732 h 1346732"/>
                    <a:gd name="connsiteX9" fmla="*/ 96762 w 1144241"/>
                    <a:gd name="connsiteY9" fmla="*/ 969469 h 1346732"/>
                    <a:gd name="connsiteX10" fmla="*/ 0 w 1144241"/>
                    <a:gd name="connsiteY10" fmla="*/ 676656 h 1346732"/>
                    <a:gd name="connsiteX0" fmla="*/ 0 w 1144241"/>
                    <a:gd name="connsiteY0" fmla="*/ 676656 h 1346732"/>
                    <a:gd name="connsiteX1" fmla="*/ 268515 w 1144241"/>
                    <a:gd name="connsiteY1" fmla="*/ 132371 h 1346732"/>
                    <a:gd name="connsiteX2" fmla="*/ 384629 w 1144241"/>
                    <a:gd name="connsiteY2" fmla="*/ 151724 h 1346732"/>
                    <a:gd name="connsiteX3" fmla="*/ 527352 w 1144241"/>
                    <a:gd name="connsiteY3" fmla="*/ 1743 h 1346732"/>
                    <a:gd name="connsiteX4" fmla="*/ 682171 w 1144241"/>
                    <a:gd name="connsiteY4" fmla="*/ 86410 h 1346732"/>
                    <a:gd name="connsiteX5" fmla="*/ 858762 w 1144241"/>
                    <a:gd name="connsiteY5" fmla="*/ 96085 h 1346732"/>
                    <a:gd name="connsiteX6" fmla="*/ 1144008 w 1144241"/>
                    <a:gd name="connsiteY6" fmla="*/ 553286 h 1346732"/>
                    <a:gd name="connsiteX7" fmla="*/ 1144009 w 1144241"/>
                    <a:gd name="connsiteY7" fmla="*/ 887221 h 1346732"/>
                    <a:gd name="connsiteX8" fmla="*/ 674915 w 1144241"/>
                    <a:gd name="connsiteY8" fmla="*/ 1346732 h 1346732"/>
                    <a:gd name="connsiteX9" fmla="*/ 79829 w 1144241"/>
                    <a:gd name="connsiteY9" fmla="*/ 976726 h 1346732"/>
                    <a:gd name="connsiteX10" fmla="*/ 0 w 1144241"/>
                    <a:gd name="connsiteY10" fmla="*/ 676656 h 1346732"/>
                    <a:gd name="connsiteX0" fmla="*/ 0 w 1151716"/>
                    <a:gd name="connsiteY0" fmla="*/ 676656 h 1346732"/>
                    <a:gd name="connsiteX1" fmla="*/ 268515 w 1151716"/>
                    <a:gd name="connsiteY1" fmla="*/ 132371 h 1346732"/>
                    <a:gd name="connsiteX2" fmla="*/ 384629 w 1151716"/>
                    <a:gd name="connsiteY2" fmla="*/ 151724 h 1346732"/>
                    <a:gd name="connsiteX3" fmla="*/ 527352 w 1151716"/>
                    <a:gd name="connsiteY3" fmla="*/ 1743 h 1346732"/>
                    <a:gd name="connsiteX4" fmla="*/ 682171 w 1151716"/>
                    <a:gd name="connsiteY4" fmla="*/ 86410 h 1346732"/>
                    <a:gd name="connsiteX5" fmla="*/ 858762 w 1151716"/>
                    <a:gd name="connsiteY5" fmla="*/ 96085 h 1346732"/>
                    <a:gd name="connsiteX6" fmla="*/ 1144008 w 1151716"/>
                    <a:gd name="connsiteY6" fmla="*/ 553286 h 1346732"/>
                    <a:gd name="connsiteX7" fmla="*/ 1144009 w 1151716"/>
                    <a:gd name="connsiteY7" fmla="*/ 887221 h 1346732"/>
                    <a:gd name="connsiteX8" fmla="*/ 674915 w 1151716"/>
                    <a:gd name="connsiteY8" fmla="*/ 1346732 h 1346732"/>
                    <a:gd name="connsiteX9" fmla="*/ 79829 w 1151716"/>
                    <a:gd name="connsiteY9" fmla="*/ 976726 h 1346732"/>
                    <a:gd name="connsiteX10" fmla="*/ 0 w 1151716"/>
                    <a:gd name="connsiteY10" fmla="*/ 676656 h 1346732"/>
                    <a:gd name="connsiteX0" fmla="*/ 0 w 1155025"/>
                    <a:gd name="connsiteY0" fmla="*/ 676656 h 1346732"/>
                    <a:gd name="connsiteX1" fmla="*/ 268515 w 1155025"/>
                    <a:gd name="connsiteY1" fmla="*/ 132371 h 1346732"/>
                    <a:gd name="connsiteX2" fmla="*/ 384629 w 1155025"/>
                    <a:gd name="connsiteY2" fmla="*/ 151724 h 1346732"/>
                    <a:gd name="connsiteX3" fmla="*/ 527352 w 1155025"/>
                    <a:gd name="connsiteY3" fmla="*/ 1743 h 1346732"/>
                    <a:gd name="connsiteX4" fmla="*/ 682171 w 1155025"/>
                    <a:gd name="connsiteY4" fmla="*/ 86410 h 1346732"/>
                    <a:gd name="connsiteX5" fmla="*/ 858762 w 1155025"/>
                    <a:gd name="connsiteY5" fmla="*/ 96085 h 1346732"/>
                    <a:gd name="connsiteX6" fmla="*/ 1144008 w 1155025"/>
                    <a:gd name="connsiteY6" fmla="*/ 553286 h 1346732"/>
                    <a:gd name="connsiteX7" fmla="*/ 1144009 w 1155025"/>
                    <a:gd name="connsiteY7" fmla="*/ 887221 h 1346732"/>
                    <a:gd name="connsiteX8" fmla="*/ 674915 w 1155025"/>
                    <a:gd name="connsiteY8" fmla="*/ 1346732 h 1346732"/>
                    <a:gd name="connsiteX9" fmla="*/ 79829 w 1155025"/>
                    <a:gd name="connsiteY9" fmla="*/ 976726 h 1346732"/>
                    <a:gd name="connsiteX10" fmla="*/ 0 w 1155025"/>
                    <a:gd name="connsiteY10" fmla="*/ 676656 h 1346732"/>
                    <a:gd name="connsiteX0" fmla="*/ 0 w 1155025"/>
                    <a:gd name="connsiteY0" fmla="*/ 676656 h 1346732"/>
                    <a:gd name="connsiteX1" fmla="*/ 268515 w 1155025"/>
                    <a:gd name="connsiteY1" fmla="*/ 132371 h 1346732"/>
                    <a:gd name="connsiteX2" fmla="*/ 384629 w 1155025"/>
                    <a:gd name="connsiteY2" fmla="*/ 151724 h 1346732"/>
                    <a:gd name="connsiteX3" fmla="*/ 527352 w 1155025"/>
                    <a:gd name="connsiteY3" fmla="*/ 1743 h 1346732"/>
                    <a:gd name="connsiteX4" fmla="*/ 682171 w 1155025"/>
                    <a:gd name="connsiteY4" fmla="*/ 86410 h 1346732"/>
                    <a:gd name="connsiteX5" fmla="*/ 858762 w 1155025"/>
                    <a:gd name="connsiteY5" fmla="*/ 96085 h 1346732"/>
                    <a:gd name="connsiteX6" fmla="*/ 1144008 w 1155025"/>
                    <a:gd name="connsiteY6" fmla="*/ 553286 h 1346732"/>
                    <a:gd name="connsiteX7" fmla="*/ 1144009 w 1155025"/>
                    <a:gd name="connsiteY7" fmla="*/ 887221 h 1346732"/>
                    <a:gd name="connsiteX8" fmla="*/ 674915 w 1155025"/>
                    <a:gd name="connsiteY8" fmla="*/ 1346732 h 1346732"/>
                    <a:gd name="connsiteX9" fmla="*/ 79829 w 1155025"/>
                    <a:gd name="connsiteY9" fmla="*/ 976726 h 1346732"/>
                    <a:gd name="connsiteX10" fmla="*/ 0 w 1155025"/>
                    <a:gd name="connsiteY10" fmla="*/ 676656 h 1346732"/>
                    <a:gd name="connsiteX0" fmla="*/ 0 w 1155025"/>
                    <a:gd name="connsiteY0" fmla="*/ 676656 h 1346732"/>
                    <a:gd name="connsiteX1" fmla="*/ 268515 w 1155025"/>
                    <a:gd name="connsiteY1" fmla="*/ 132371 h 1346732"/>
                    <a:gd name="connsiteX2" fmla="*/ 384629 w 1155025"/>
                    <a:gd name="connsiteY2" fmla="*/ 151724 h 1346732"/>
                    <a:gd name="connsiteX3" fmla="*/ 527352 w 1155025"/>
                    <a:gd name="connsiteY3" fmla="*/ 1743 h 1346732"/>
                    <a:gd name="connsiteX4" fmla="*/ 682171 w 1155025"/>
                    <a:gd name="connsiteY4" fmla="*/ 86410 h 1346732"/>
                    <a:gd name="connsiteX5" fmla="*/ 858762 w 1155025"/>
                    <a:gd name="connsiteY5" fmla="*/ 96085 h 1346732"/>
                    <a:gd name="connsiteX6" fmla="*/ 1144008 w 1155025"/>
                    <a:gd name="connsiteY6" fmla="*/ 553286 h 1346732"/>
                    <a:gd name="connsiteX7" fmla="*/ 1144009 w 1155025"/>
                    <a:gd name="connsiteY7" fmla="*/ 887221 h 1346732"/>
                    <a:gd name="connsiteX8" fmla="*/ 674915 w 1155025"/>
                    <a:gd name="connsiteY8" fmla="*/ 1346732 h 1346732"/>
                    <a:gd name="connsiteX9" fmla="*/ 108857 w 1155025"/>
                    <a:gd name="connsiteY9" fmla="*/ 964631 h 1346732"/>
                    <a:gd name="connsiteX10" fmla="*/ 0 w 1155025"/>
                    <a:gd name="connsiteY10" fmla="*/ 676656 h 1346732"/>
                    <a:gd name="connsiteX0" fmla="*/ 0 w 1155025"/>
                    <a:gd name="connsiteY0" fmla="*/ 676656 h 1346732"/>
                    <a:gd name="connsiteX1" fmla="*/ 268515 w 1155025"/>
                    <a:gd name="connsiteY1" fmla="*/ 132371 h 1346732"/>
                    <a:gd name="connsiteX2" fmla="*/ 384629 w 1155025"/>
                    <a:gd name="connsiteY2" fmla="*/ 151724 h 1346732"/>
                    <a:gd name="connsiteX3" fmla="*/ 527352 w 1155025"/>
                    <a:gd name="connsiteY3" fmla="*/ 1743 h 1346732"/>
                    <a:gd name="connsiteX4" fmla="*/ 682171 w 1155025"/>
                    <a:gd name="connsiteY4" fmla="*/ 86410 h 1346732"/>
                    <a:gd name="connsiteX5" fmla="*/ 858762 w 1155025"/>
                    <a:gd name="connsiteY5" fmla="*/ 96085 h 1346732"/>
                    <a:gd name="connsiteX6" fmla="*/ 1144008 w 1155025"/>
                    <a:gd name="connsiteY6" fmla="*/ 553286 h 1346732"/>
                    <a:gd name="connsiteX7" fmla="*/ 1144009 w 1155025"/>
                    <a:gd name="connsiteY7" fmla="*/ 887221 h 1346732"/>
                    <a:gd name="connsiteX8" fmla="*/ 674915 w 1155025"/>
                    <a:gd name="connsiteY8" fmla="*/ 1346732 h 1346732"/>
                    <a:gd name="connsiteX9" fmla="*/ 108857 w 1155025"/>
                    <a:gd name="connsiteY9" fmla="*/ 964631 h 1346732"/>
                    <a:gd name="connsiteX10" fmla="*/ 0 w 1155025"/>
                    <a:gd name="connsiteY10" fmla="*/ 676656 h 1346732"/>
                    <a:gd name="connsiteX0" fmla="*/ 0 w 1155025"/>
                    <a:gd name="connsiteY0" fmla="*/ 676656 h 1346732"/>
                    <a:gd name="connsiteX1" fmla="*/ 268515 w 1155025"/>
                    <a:gd name="connsiteY1" fmla="*/ 132371 h 1346732"/>
                    <a:gd name="connsiteX2" fmla="*/ 384629 w 1155025"/>
                    <a:gd name="connsiteY2" fmla="*/ 151724 h 1346732"/>
                    <a:gd name="connsiteX3" fmla="*/ 527352 w 1155025"/>
                    <a:gd name="connsiteY3" fmla="*/ 1743 h 1346732"/>
                    <a:gd name="connsiteX4" fmla="*/ 682171 w 1155025"/>
                    <a:gd name="connsiteY4" fmla="*/ 86410 h 1346732"/>
                    <a:gd name="connsiteX5" fmla="*/ 858762 w 1155025"/>
                    <a:gd name="connsiteY5" fmla="*/ 96085 h 1346732"/>
                    <a:gd name="connsiteX6" fmla="*/ 1144008 w 1155025"/>
                    <a:gd name="connsiteY6" fmla="*/ 553286 h 1346732"/>
                    <a:gd name="connsiteX7" fmla="*/ 1144009 w 1155025"/>
                    <a:gd name="connsiteY7" fmla="*/ 887221 h 1346732"/>
                    <a:gd name="connsiteX8" fmla="*/ 674915 w 1155025"/>
                    <a:gd name="connsiteY8" fmla="*/ 1346732 h 1346732"/>
                    <a:gd name="connsiteX9" fmla="*/ 106438 w 1155025"/>
                    <a:gd name="connsiteY9" fmla="*/ 974307 h 1346732"/>
                    <a:gd name="connsiteX10" fmla="*/ 0 w 1155025"/>
                    <a:gd name="connsiteY10" fmla="*/ 676656 h 1346732"/>
                    <a:gd name="connsiteX0" fmla="*/ 333 w 1155358"/>
                    <a:gd name="connsiteY0" fmla="*/ 676656 h 1346732"/>
                    <a:gd name="connsiteX1" fmla="*/ 268848 w 1155358"/>
                    <a:gd name="connsiteY1" fmla="*/ 132371 h 1346732"/>
                    <a:gd name="connsiteX2" fmla="*/ 384962 w 1155358"/>
                    <a:gd name="connsiteY2" fmla="*/ 151724 h 1346732"/>
                    <a:gd name="connsiteX3" fmla="*/ 527685 w 1155358"/>
                    <a:gd name="connsiteY3" fmla="*/ 1743 h 1346732"/>
                    <a:gd name="connsiteX4" fmla="*/ 682504 w 1155358"/>
                    <a:gd name="connsiteY4" fmla="*/ 86410 h 1346732"/>
                    <a:gd name="connsiteX5" fmla="*/ 859095 w 1155358"/>
                    <a:gd name="connsiteY5" fmla="*/ 96085 h 1346732"/>
                    <a:gd name="connsiteX6" fmla="*/ 1144341 w 1155358"/>
                    <a:gd name="connsiteY6" fmla="*/ 553286 h 1346732"/>
                    <a:gd name="connsiteX7" fmla="*/ 1144342 w 1155358"/>
                    <a:gd name="connsiteY7" fmla="*/ 887221 h 1346732"/>
                    <a:gd name="connsiteX8" fmla="*/ 675248 w 1155358"/>
                    <a:gd name="connsiteY8" fmla="*/ 1346732 h 1346732"/>
                    <a:gd name="connsiteX9" fmla="*/ 106771 w 1155358"/>
                    <a:gd name="connsiteY9" fmla="*/ 974307 h 1346732"/>
                    <a:gd name="connsiteX10" fmla="*/ 333 w 1155358"/>
                    <a:gd name="connsiteY10" fmla="*/ 676656 h 1346732"/>
                    <a:gd name="connsiteX0" fmla="*/ 333 w 1155358"/>
                    <a:gd name="connsiteY0" fmla="*/ 676656 h 1346732"/>
                    <a:gd name="connsiteX1" fmla="*/ 268848 w 1155358"/>
                    <a:gd name="connsiteY1" fmla="*/ 132371 h 1346732"/>
                    <a:gd name="connsiteX2" fmla="*/ 384962 w 1155358"/>
                    <a:gd name="connsiteY2" fmla="*/ 151724 h 1346732"/>
                    <a:gd name="connsiteX3" fmla="*/ 527685 w 1155358"/>
                    <a:gd name="connsiteY3" fmla="*/ 1743 h 1346732"/>
                    <a:gd name="connsiteX4" fmla="*/ 682504 w 1155358"/>
                    <a:gd name="connsiteY4" fmla="*/ 86410 h 1346732"/>
                    <a:gd name="connsiteX5" fmla="*/ 859095 w 1155358"/>
                    <a:gd name="connsiteY5" fmla="*/ 96085 h 1346732"/>
                    <a:gd name="connsiteX6" fmla="*/ 1144341 w 1155358"/>
                    <a:gd name="connsiteY6" fmla="*/ 553286 h 1346732"/>
                    <a:gd name="connsiteX7" fmla="*/ 1144342 w 1155358"/>
                    <a:gd name="connsiteY7" fmla="*/ 887221 h 1346732"/>
                    <a:gd name="connsiteX8" fmla="*/ 675248 w 1155358"/>
                    <a:gd name="connsiteY8" fmla="*/ 1346732 h 1346732"/>
                    <a:gd name="connsiteX9" fmla="*/ 106771 w 1155358"/>
                    <a:gd name="connsiteY9" fmla="*/ 981564 h 1346732"/>
                    <a:gd name="connsiteX10" fmla="*/ 333 w 1155358"/>
                    <a:gd name="connsiteY10" fmla="*/ 676656 h 1346732"/>
                    <a:gd name="connsiteX0" fmla="*/ 333 w 1155358"/>
                    <a:gd name="connsiteY0" fmla="*/ 676656 h 1346732"/>
                    <a:gd name="connsiteX1" fmla="*/ 268848 w 1155358"/>
                    <a:gd name="connsiteY1" fmla="*/ 132371 h 1346732"/>
                    <a:gd name="connsiteX2" fmla="*/ 384962 w 1155358"/>
                    <a:gd name="connsiteY2" fmla="*/ 151724 h 1346732"/>
                    <a:gd name="connsiteX3" fmla="*/ 527685 w 1155358"/>
                    <a:gd name="connsiteY3" fmla="*/ 1743 h 1346732"/>
                    <a:gd name="connsiteX4" fmla="*/ 682504 w 1155358"/>
                    <a:gd name="connsiteY4" fmla="*/ 86410 h 1346732"/>
                    <a:gd name="connsiteX5" fmla="*/ 859095 w 1155358"/>
                    <a:gd name="connsiteY5" fmla="*/ 96085 h 1346732"/>
                    <a:gd name="connsiteX6" fmla="*/ 1144341 w 1155358"/>
                    <a:gd name="connsiteY6" fmla="*/ 553286 h 1346732"/>
                    <a:gd name="connsiteX7" fmla="*/ 1144342 w 1155358"/>
                    <a:gd name="connsiteY7" fmla="*/ 887221 h 1346732"/>
                    <a:gd name="connsiteX8" fmla="*/ 675248 w 1155358"/>
                    <a:gd name="connsiteY8" fmla="*/ 1346732 h 1346732"/>
                    <a:gd name="connsiteX9" fmla="*/ 106771 w 1155358"/>
                    <a:gd name="connsiteY9" fmla="*/ 981564 h 1346732"/>
                    <a:gd name="connsiteX10" fmla="*/ 333 w 1155358"/>
                    <a:gd name="connsiteY10" fmla="*/ 676656 h 1346732"/>
                    <a:gd name="connsiteX0" fmla="*/ 295 w 1155320"/>
                    <a:gd name="connsiteY0" fmla="*/ 676656 h 1346732"/>
                    <a:gd name="connsiteX1" fmla="*/ 268810 w 1155320"/>
                    <a:gd name="connsiteY1" fmla="*/ 132371 h 1346732"/>
                    <a:gd name="connsiteX2" fmla="*/ 384924 w 1155320"/>
                    <a:gd name="connsiteY2" fmla="*/ 151724 h 1346732"/>
                    <a:gd name="connsiteX3" fmla="*/ 527647 w 1155320"/>
                    <a:gd name="connsiteY3" fmla="*/ 1743 h 1346732"/>
                    <a:gd name="connsiteX4" fmla="*/ 682466 w 1155320"/>
                    <a:gd name="connsiteY4" fmla="*/ 86410 h 1346732"/>
                    <a:gd name="connsiteX5" fmla="*/ 859057 w 1155320"/>
                    <a:gd name="connsiteY5" fmla="*/ 96085 h 1346732"/>
                    <a:gd name="connsiteX6" fmla="*/ 1144303 w 1155320"/>
                    <a:gd name="connsiteY6" fmla="*/ 553286 h 1346732"/>
                    <a:gd name="connsiteX7" fmla="*/ 1144304 w 1155320"/>
                    <a:gd name="connsiteY7" fmla="*/ 887221 h 1346732"/>
                    <a:gd name="connsiteX8" fmla="*/ 675210 w 1155320"/>
                    <a:gd name="connsiteY8" fmla="*/ 1346732 h 1346732"/>
                    <a:gd name="connsiteX9" fmla="*/ 106733 w 1155320"/>
                    <a:gd name="connsiteY9" fmla="*/ 981564 h 1346732"/>
                    <a:gd name="connsiteX10" fmla="*/ 295 w 1155320"/>
                    <a:gd name="connsiteY10" fmla="*/ 676656 h 1346732"/>
                    <a:gd name="connsiteX0" fmla="*/ 295 w 1155320"/>
                    <a:gd name="connsiteY0" fmla="*/ 676656 h 1347695"/>
                    <a:gd name="connsiteX1" fmla="*/ 268810 w 1155320"/>
                    <a:gd name="connsiteY1" fmla="*/ 132371 h 1347695"/>
                    <a:gd name="connsiteX2" fmla="*/ 384924 w 1155320"/>
                    <a:gd name="connsiteY2" fmla="*/ 151724 h 1347695"/>
                    <a:gd name="connsiteX3" fmla="*/ 527647 w 1155320"/>
                    <a:gd name="connsiteY3" fmla="*/ 1743 h 1347695"/>
                    <a:gd name="connsiteX4" fmla="*/ 682466 w 1155320"/>
                    <a:gd name="connsiteY4" fmla="*/ 86410 h 1347695"/>
                    <a:gd name="connsiteX5" fmla="*/ 859057 w 1155320"/>
                    <a:gd name="connsiteY5" fmla="*/ 96085 h 1347695"/>
                    <a:gd name="connsiteX6" fmla="*/ 1144303 w 1155320"/>
                    <a:gd name="connsiteY6" fmla="*/ 553286 h 1347695"/>
                    <a:gd name="connsiteX7" fmla="*/ 1144304 w 1155320"/>
                    <a:gd name="connsiteY7" fmla="*/ 887221 h 1347695"/>
                    <a:gd name="connsiteX8" fmla="*/ 675210 w 1155320"/>
                    <a:gd name="connsiteY8" fmla="*/ 1346732 h 1347695"/>
                    <a:gd name="connsiteX9" fmla="*/ 106733 w 1155320"/>
                    <a:gd name="connsiteY9" fmla="*/ 981564 h 1347695"/>
                    <a:gd name="connsiteX10" fmla="*/ 295 w 1155320"/>
                    <a:gd name="connsiteY10" fmla="*/ 676656 h 1347695"/>
                    <a:gd name="connsiteX0" fmla="*/ 319 w 1155344"/>
                    <a:gd name="connsiteY0" fmla="*/ 676656 h 1347695"/>
                    <a:gd name="connsiteX1" fmla="*/ 268834 w 1155344"/>
                    <a:gd name="connsiteY1" fmla="*/ 132371 h 1347695"/>
                    <a:gd name="connsiteX2" fmla="*/ 384948 w 1155344"/>
                    <a:gd name="connsiteY2" fmla="*/ 151724 h 1347695"/>
                    <a:gd name="connsiteX3" fmla="*/ 527671 w 1155344"/>
                    <a:gd name="connsiteY3" fmla="*/ 1743 h 1347695"/>
                    <a:gd name="connsiteX4" fmla="*/ 682490 w 1155344"/>
                    <a:gd name="connsiteY4" fmla="*/ 86410 h 1347695"/>
                    <a:gd name="connsiteX5" fmla="*/ 859081 w 1155344"/>
                    <a:gd name="connsiteY5" fmla="*/ 96085 h 1347695"/>
                    <a:gd name="connsiteX6" fmla="*/ 1144327 w 1155344"/>
                    <a:gd name="connsiteY6" fmla="*/ 553286 h 1347695"/>
                    <a:gd name="connsiteX7" fmla="*/ 1144328 w 1155344"/>
                    <a:gd name="connsiteY7" fmla="*/ 887221 h 1347695"/>
                    <a:gd name="connsiteX8" fmla="*/ 675234 w 1155344"/>
                    <a:gd name="connsiteY8" fmla="*/ 1346732 h 1347695"/>
                    <a:gd name="connsiteX9" fmla="*/ 101919 w 1155344"/>
                    <a:gd name="connsiteY9" fmla="*/ 981564 h 1347695"/>
                    <a:gd name="connsiteX10" fmla="*/ 319 w 1155344"/>
                    <a:gd name="connsiteY10" fmla="*/ 676656 h 1347695"/>
                    <a:gd name="connsiteX0" fmla="*/ 295 w 1155320"/>
                    <a:gd name="connsiteY0" fmla="*/ 676656 h 1347695"/>
                    <a:gd name="connsiteX1" fmla="*/ 268810 w 1155320"/>
                    <a:gd name="connsiteY1" fmla="*/ 132371 h 1347695"/>
                    <a:gd name="connsiteX2" fmla="*/ 384924 w 1155320"/>
                    <a:gd name="connsiteY2" fmla="*/ 151724 h 1347695"/>
                    <a:gd name="connsiteX3" fmla="*/ 527647 w 1155320"/>
                    <a:gd name="connsiteY3" fmla="*/ 1743 h 1347695"/>
                    <a:gd name="connsiteX4" fmla="*/ 682466 w 1155320"/>
                    <a:gd name="connsiteY4" fmla="*/ 86410 h 1347695"/>
                    <a:gd name="connsiteX5" fmla="*/ 859057 w 1155320"/>
                    <a:gd name="connsiteY5" fmla="*/ 96085 h 1347695"/>
                    <a:gd name="connsiteX6" fmla="*/ 1144303 w 1155320"/>
                    <a:gd name="connsiteY6" fmla="*/ 553286 h 1347695"/>
                    <a:gd name="connsiteX7" fmla="*/ 1144304 w 1155320"/>
                    <a:gd name="connsiteY7" fmla="*/ 887221 h 1347695"/>
                    <a:gd name="connsiteX8" fmla="*/ 675210 w 1155320"/>
                    <a:gd name="connsiteY8" fmla="*/ 1346732 h 1347695"/>
                    <a:gd name="connsiteX9" fmla="*/ 101895 w 1155320"/>
                    <a:gd name="connsiteY9" fmla="*/ 981564 h 1347695"/>
                    <a:gd name="connsiteX10" fmla="*/ 295 w 1155320"/>
                    <a:gd name="connsiteY10" fmla="*/ 676656 h 1347695"/>
                    <a:gd name="connsiteX0" fmla="*/ 80 w 1155105"/>
                    <a:gd name="connsiteY0" fmla="*/ 676656 h 1347695"/>
                    <a:gd name="connsiteX1" fmla="*/ 268595 w 1155105"/>
                    <a:gd name="connsiteY1" fmla="*/ 132371 h 1347695"/>
                    <a:gd name="connsiteX2" fmla="*/ 384709 w 1155105"/>
                    <a:gd name="connsiteY2" fmla="*/ 151724 h 1347695"/>
                    <a:gd name="connsiteX3" fmla="*/ 527432 w 1155105"/>
                    <a:gd name="connsiteY3" fmla="*/ 1743 h 1347695"/>
                    <a:gd name="connsiteX4" fmla="*/ 682251 w 1155105"/>
                    <a:gd name="connsiteY4" fmla="*/ 86410 h 1347695"/>
                    <a:gd name="connsiteX5" fmla="*/ 858842 w 1155105"/>
                    <a:gd name="connsiteY5" fmla="*/ 96085 h 1347695"/>
                    <a:gd name="connsiteX6" fmla="*/ 1144088 w 1155105"/>
                    <a:gd name="connsiteY6" fmla="*/ 553286 h 1347695"/>
                    <a:gd name="connsiteX7" fmla="*/ 1144089 w 1155105"/>
                    <a:gd name="connsiteY7" fmla="*/ 887221 h 1347695"/>
                    <a:gd name="connsiteX8" fmla="*/ 674995 w 1155105"/>
                    <a:gd name="connsiteY8" fmla="*/ 1346732 h 1347695"/>
                    <a:gd name="connsiteX9" fmla="*/ 101680 w 1155105"/>
                    <a:gd name="connsiteY9" fmla="*/ 981564 h 1347695"/>
                    <a:gd name="connsiteX10" fmla="*/ 80 w 1155105"/>
                    <a:gd name="connsiteY10" fmla="*/ 676656 h 1347695"/>
                    <a:gd name="connsiteX0" fmla="*/ 80 w 1155105"/>
                    <a:gd name="connsiteY0" fmla="*/ 676656 h 1348788"/>
                    <a:gd name="connsiteX1" fmla="*/ 268595 w 1155105"/>
                    <a:gd name="connsiteY1" fmla="*/ 132371 h 1348788"/>
                    <a:gd name="connsiteX2" fmla="*/ 384709 w 1155105"/>
                    <a:gd name="connsiteY2" fmla="*/ 151724 h 1348788"/>
                    <a:gd name="connsiteX3" fmla="*/ 527432 w 1155105"/>
                    <a:gd name="connsiteY3" fmla="*/ 1743 h 1348788"/>
                    <a:gd name="connsiteX4" fmla="*/ 682251 w 1155105"/>
                    <a:gd name="connsiteY4" fmla="*/ 86410 h 1348788"/>
                    <a:gd name="connsiteX5" fmla="*/ 858842 w 1155105"/>
                    <a:gd name="connsiteY5" fmla="*/ 96085 h 1348788"/>
                    <a:gd name="connsiteX6" fmla="*/ 1144088 w 1155105"/>
                    <a:gd name="connsiteY6" fmla="*/ 553286 h 1348788"/>
                    <a:gd name="connsiteX7" fmla="*/ 1144089 w 1155105"/>
                    <a:gd name="connsiteY7" fmla="*/ 887221 h 1348788"/>
                    <a:gd name="connsiteX8" fmla="*/ 674995 w 1155105"/>
                    <a:gd name="connsiteY8" fmla="*/ 1346732 h 1348788"/>
                    <a:gd name="connsiteX9" fmla="*/ 101680 w 1155105"/>
                    <a:gd name="connsiteY9" fmla="*/ 981564 h 1348788"/>
                    <a:gd name="connsiteX10" fmla="*/ 80 w 1155105"/>
                    <a:gd name="connsiteY10" fmla="*/ 676656 h 1348788"/>
                    <a:gd name="connsiteX0" fmla="*/ 80 w 1155105"/>
                    <a:gd name="connsiteY0" fmla="*/ 676656 h 1348788"/>
                    <a:gd name="connsiteX1" fmla="*/ 268595 w 1155105"/>
                    <a:gd name="connsiteY1" fmla="*/ 132371 h 1348788"/>
                    <a:gd name="connsiteX2" fmla="*/ 384709 w 1155105"/>
                    <a:gd name="connsiteY2" fmla="*/ 151724 h 1348788"/>
                    <a:gd name="connsiteX3" fmla="*/ 527432 w 1155105"/>
                    <a:gd name="connsiteY3" fmla="*/ 1743 h 1348788"/>
                    <a:gd name="connsiteX4" fmla="*/ 682251 w 1155105"/>
                    <a:gd name="connsiteY4" fmla="*/ 86410 h 1348788"/>
                    <a:gd name="connsiteX5" fmla="*/ 858842 w 1155105"/>
                    <a:gd name="connsiteY5" fmla="*/ 96085 h 1348788"/>
                    <a:gd name="connsiteX6" fmla="*/ 1144088 w 1155105"/>
                    <a:gd name="connsiteY6" fmla="*/ 553286 h 1348788"/>
                    <a:gd name="connsiteX7" fmla="*/ 1144089 w 1155105"/>
                    <a:gd name="connsiteY7" fmla="*/ 887221 h 1348788"/>
                    <a:gd name="connsiteX8" fmla="*/ 674995 w 1155105"/>
                    <a:gd name="connsiteY8" fmla="*/ 1346732 h 1348788"/>
                    <a:gd name="connsiteX9" fmla="*/ 101680 w 1155105"/>
                    <a:gd name="connsiteY9" fmla="*/ 981564 h 1348788"/>
                    <a:gd name="connsiteX10" fmla="*/ 80 w 1155105"/>
                    <a:gd name="connsiteY10" fmla="*/ 676656 h 1348788"/>
                    <a:gd name="connsiteX0" fmla="*/ 80 w 1155105"/>
                    <a:gd name="connsiteY0" fmla="*/ 676656 h 1348788"/>
                    <a:gd name="connsiteX1" fmla="*/ 268595 w 1155105"/>
                    <a:gd name="connsiteY1" fmla="*/ 132371 h 1348788"/>
                    <a:gd name="connsiteX2" fmla="*/ 384709 w 1155105"/>
                    <a:gd name="connsiteY2" fmla="*/ 151724 h 1348788"/>
                    <a:gd name="connsiteX3" fmla="*/ 527432 w 1155105"/>
                    <a:gd name="connsiteY3" fmla="*/ 1743 h 1348788"/>
                    <a:gd name="connsiteX4" fmla="*/ 682251 w 1155105"/>
                    <a:gd name="connsiteY4" fmla="*/ 86410 h 1348788"/>
                    <a:gd name="connsiteX5" fmla="*/ 858842 w 1155105"/>
                    <a:gd name="connsiteY5" fmla="*/ 96085 h 1348788"/>
                    <a:gd name="connsiteX6" fmla="*/ 1144088 w 1155105"/>
                    <a:gd name="connsiteY6" fmla="*/ 553286 h 1348788"/>
                    <a:gd name="connsiteX7" fmla="*/ 1144089 w 1155105"/>
                    <a:gd name="connsiteY7" fmla="*/ 887221 h 1348788"/>
                    <a:gd name="connsiteX8" fmla="*/ 674995 w 1155105"/>
                    <a:gd name="connsiteY8" fmla="*/ 1346732 h 1348788"/>
                    <a:gd name="connsiteX9" fmla="*/ 101680 w 1155105"/>
                    <a:gd name="connsiteY9" fmla="*/ 981564 h 1348788"/>
                    <a:gd name="connsiteX10" fmla="*/ 80 w 1155105"/>
                    <a:gd name="connsiteY10" fmla="*/ 676656 h 1348788"/>
                    <a:gd name="connsiteX0" fmla="*/ 80 w 1155105"/>
                    <a:gd name="connsiteY0" fmla="*/ 676656 h 1348788"/>
                    <a:gd name="connsiteX1" fmla="*/ 268595 w 1155105"/>
                    <a:gd name="connsiteY1" fmla="*/ 132371 h 1348788"/>
                    <a:gd name="connsiteX2" fmla="*/ 384709 w 1155105"/>
                    <a:gd name="connsiteY2" fmla="*/ 151724 h 1348788"/>
                    <a:gd name="connsiteX3" fmla="*/ 527432 w 1155105"/>
                    <a:gd name="connsiteY3" fmla="*/ 1743 h 1348788"/>
                    <a:gd name="connsiteX4" fmla="*/ 682251 w 1155105"/>
                    <a:gd name="connsiteY4" fmla="*/ 86410 h 1348788"/>
                    <a:gd name="connsiteX5" fmla="*/ 858842 w 1155105"/>
                    <a:gd name="connsiteY5" fmla="*/ 96085 h 1348788"/>
                    <a:gd name="connsiteX6" fmla="*/ 1144088 w 1155105"/>
                    <a:gd name="connsiteY6" fmla="*/ 553286 h 1348788"/>
                    <a:gd name="connsiteX7" fmla="*/ 1144089 w 1155105"/>
                    <a:gd name="connsiteY7" fmla="*/ 887221 h 1348788"/>
                    <a:gd name="connsiteX8" fmla="*/ 674995 w 1155105"/>
                    <a:gd name="connsiteY8" fmla="*/ 1346732 h 1348788"/>
                    <a:gd name="connsiteX9" fmla="*/ 101680 w 1155105"/>
                    <a:gd name="connsiteY9" fmla="*/ 981564 h 1348788"/>
                    <a:gd name="connsiteX10" fmla="*/ 80 w 1155105"/>
                    <a:gd name="connsiteY10" fmla="*/ 676656 h 1348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55105" h="1348788">
                      <a:moveTo>
                        <a:pt x="80" y="676656"/>
                      </a:moveTo>
                      <a:cubicBezTo>
                        <a:pt x="55718" y="357342"/>
                        <a:pt x="118613" y="224294"/>
                        <a:pt x="268595" y="132371"/>
                      </a:cubicBezTo>
                      <a:cubicBezTo>
                        <a:pt x="307300" y="136403"/>
                        <a:pt x="346004" y="138016"/>
                        <a:pt x="384709" y="151724"/>
                      </a:cubicBezTo>
                      <a:cubicBezTo>
                        <a:pt x="415350" y="101730"/>
                        <a:pt x="472600" y="15451"/>
                        <a:pt x="527432" y="1743"/>
                      </a:cubicBezTo>
                      <a:cubicBezTo>
                        <a:pt x="579039" y="-8740"/>
                        <a:pt x="635483" y="29160"/>
                        <a:pt x="682251" y="86410"/>
                      </a:cubicBezTo>
                      <a:cubicBezTo>
                        <a:pt x="709667" y="65444"/>
                        <a:pt x="829006" y="39641"/>
                        <a:pt x="858842" y="96085"/>
                      </a:cubicBezTo>
                      <a:cubicBezTo>
                        <a:pt x="929733" y="125113"/>
                        <a:pt x="1128834" y="296867"/>
                        <a:pt x="1144088" y="553286"/>
                      </a:cubicBezTo>
                      <a:cubicBezTo>
                        <a:pt x="1161828" y="660566"/>
                        <a:pt x="1155377" y="741236"/>
                        <a:pt x="1144089" y="887221"/>
                      </a:cubicBezTo>
                      <a:cubicBezTo>
                        <a:pt x="1140124" y="984753"/>
                        <a:pt x="1034560" y="1302419"/>
                        <a:pt x="674995" y="1346732"/>
                      </a:cubicBezTo>
                      <a:cubicBezTo>
                        <a:pt x="451636" y="1367733"/>
                        <a:pt x="218600" y="1226658"/>
                        <a:pt x="101680" y="981564"/>
                      </a:cubicBezTo>
                      <a:cubicBezTo>
                        <a:pt x="50880" y="885572"/>
                        <a:pt x="-2339" y="767810"/>
                        <a:pt x="80" y="676656"/>
                      </a:cubicBezTo>
                      <a:close/>
                    </a:path>
                  </a:pathLst>
                </a:custGeom>
                <a:solidFill>
                  <a:srgbClr val="14111C"/>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grpSp>
        </p:grpSp>
        <p:grpSp>
          <p:nvGrpSpPr>
            <p:cNvPr id="115" name="Group 114"/>
            <p:cNvGrpSpPr/>
            <p:nvPr/>
          </p:nvGrpSpPr>
          <p:grpSpPr>
            <a:xfrm>
              <a:off x="7779986" y="2206486"/>
              <a:ext cx="142343" cy="228846"/>
              <a:chOff x="2979129" y="1964198"/>
              <a:chExt cx="723733" cy="1238525"/>
            </a:xfrm>
            <a:solidFill>
              <a:srgbClr val="EAAA00"/>
            </a:solidFill>
          </p:grpSpPr>
          <p:sp>
            <p:nvSpPr>
              <p:cNvPr id="163" name="Rectangle 18"/>
              <p:cNvSpPr/>
              <p:nvPr/>
            </p:nvSpPr>
            <p:spPr>
              <a:xfrm rot="6615602">
                <a:off x="3021727" y="2478156"/>
                <a:ext cx="1052783" cy="309487"/>
              </a:xfrm>
              <a:custGeom>
                <a:avLst/>
                <a:gdLst>
                  <a:gd name="connsiteX0" fmla="*/ 0 w 2372684"/>
                  <a:gd name="connsiteY0" fmla="*/ 0 h 655932"/>
                  <a:gd name="connsiteX1" fmla="*/ 2372684 w 2372684"/>
                  <a:gd name="connsiteY1" fmla="*/ 0 h 655932"/>
                  <a:gd name="connsiteX2" fmla="*/ 2372684 w 2372684"/>
                  <a:gd name="connsiteY2" fmla="*/ 655932 h 655932"/>
                  <a:gd name="connsiteX3" fmla="*/ 0 w 2372684"/>
                  <a:gd name="connsiteY3" fmla="*/ 655932 h 655932"/>
                  <a:gd name="connsiteX4" fmla="*/ 0 w 2372684"/>
                  <a:gd name="connsiteY4" fmla="*/ 0 h 655932"/>
                  <a:gd name="connsiteX0" fmla="*/ 0 w 2466203"/>
                  <a:gd name="connsiteY0" fmla="*/ 280555 h 655932"/>
                  <a:gd name="connsiteX1" fmla="*/ 2466203 w 2466203"/>
                  <a:gd name="connsiteY1" fmla="*/ 0 h 655932"/>
                  <a:gd name="connsiteX2" fmla="*/ 2466203 w 2466203"/>
                  <a:gd name="connsiteY2" fmla="*/ 655932 h 655932"/>
                  <a:gd name="connsiteX3" fmla="*/ 93519 w 2466203"/>
                  <a:gd name="connsiteY3" fmla="*/ 655932 h 655932"/>
                  <a:gd name="connsiteX4" fmla="*/ 0 w 2466203"/>
                  <a:gd name="connsiteY4" fmla="*/ 280555 h 655932"/>
                  <a:gd name="connsiteX0" fmla="*/ 0 w 2466203"/>
                  <a:gd name="connsiteY0" fmla="*/ 228601 h 603978"/>
                  <a:gd name="connsiteX1" fmla="*/ 2336317 w 2466203"/>
                  <a:gd name="connsiteY1" fmla="*/ 0 h 603978"/>
                  <a:gd name="connsiteX2" fmla="*/ 2466203 w 2466203"/>
                  <a:gd name="connsiteY2" fmla="*/ 603978 h 603978"/>
                  <a:gd name="connsiteX3" fmla="*/ 93519 w 2466203"/>
                  <a:gd name="connsiteY3" fmla="*/ 603978 h 603978"/>
                  <a:gd name="connsiteX4" fmla="*/ 0 w 2466203"/>
                  <a:gd name="connsiteY4" fmla="*/ 228601 h 603978"/>
                  <a:gd name="connsiteX0" fmla="*/ 0 w 2466203"/>
                  <a:gd name="connsiteY0" fmla="*/ 253640 h 629017"/>
                  <a:gd name="connsiteX1" fmla="*/ 2336317 w 2466203"/>
                  <a:gd name="connsiteY1" fmla="*/ 25039 h 629017"/>
                  <a:gd name="connsiteX2" fmla="*/ 2466203 w 2466203"/>
                  <a:gd name="connsiteY2" fmla="*/ 629017 h 629017"/>
                  <a:gd name="connsiteX3" fmla="*/ 93519 w 2466203"/>
                  <a:gd name="connsiteY3" fmla="*/ 629017 h 629017"/>
                  <a:gd name="connsiteX4" fmla="*/ 0 w 2466203"/>
                  <a:gd name="connsiteY4" fmla="*/ 253640 h 629017"/>
                  <a:gd name="connsiteX0" fmla="*/ 0 w 2461007"/>
                  <a:gd name="connsiteY0" fmla="*/ 272983 h 627578"/>
                  <a:gd name="connsiteX1" fmla="*/ 2331121 w 2461007"/>
                  <a:gd name="connsiteY1" fmla="*/ 23600 h 627578"/>
                  <a:gd name="connsiteX2" fmla="*/ 2461007 w 2461007"/>
                  <a:gd name="connsiteY2" fmla="*/ 627578 h 627578"/>
                  <a:gd name="connsiteX3" fmla="*/ 88323 w 2461007"/>
                  <a:gd name="connsiteY3" fmla="*/ 627578 h 627578"/>
                  <a:gd name="connsiteX4" fmla="*/ 0 w 2461007"/>
                  <a:gd name="connsiteY4" fmla="*/ 272983 h 627578"/>
                  <a:gd name="connsiteX0" fmla="*/ 0 w 2461007"/>
                  <a:gd name="connsiteY0" fmla="*/ 294915 h 649510"/>
                  <a:gd name="connsiteX1" fmla="*/ 2331121 w 2461007"/>
                  <a:gd name="connsiteY1" fmla="*/ 45532 h 649510"/>
                  <a:gd name="connsiteX2" fmla="*/ 2461007 w 2461007"/>
                  <a:gd name="connsiteY2" fmla="*/ 649510 h 649510"/>
                  <a:gd name="connsiteX3" fmla="*/ 88323 w 2461007"/>
                  <a:gd name="connsiteY3" fmla="*/ 649510 h 649510"/>
                  <a:gd name="connsiteX4" fmla="*/ 0 w 2461007"/>
                  <a:gd name="connsiteY4" fmla="*/ 294915 h 649510"/>
                  <a:gd name="connsiteX0" fmla="*/ 0 w 2461007"/>
                  <a:gd name="connsiteY0" fmla="*/ 308581 h 663176"/>
                  <a:gd name="connsiteX1" fmla="*/ 2331121 w 2461007"/>
                  <a:gd name="connsiteY1" fmla="*/ 59198 h 663176"/>
                  <a:gd name="connsiteX2" fmla="*/ 2461007 w 2461007"/>
                  <a:gd name="connsiteY2" fmla="*/ 663176 h 663176"/>
                  <a:gd name="connsiteX3" fmla="*/ 88323 w 2461007"/>
                  <a:gd name="connsiteY3" fmla="*/ 663176 h 663176"/>
                  <a:gd name="connsiteX4" fmla="*/ 0 w 2461007"/>
                  <a:gd name="connsiteY4" fmla="*/ 308581 h 663176"/>
                  <a:gd name="connsiteX0" fmla="*/ 0 w 2461007"/>
                  <a:gd name="connsiteY0" fmla="*/ 308581 h 663176"/>
                  <a:gd name="connsiteX1" fmla="*/ 2331121 w 2461007"/>
                  <a:gd name="connsiteY1" fmla="*/ 59198 h 663176"/>
                  <a:gd name="connsiteX2" fmla="*/ 2461007 w 2461007"/>
                  <a:gd name="connsiteY2" fmla="*/ 663176 h 663176"/>
                  <a:gd name="connsiteX3" fmla="*/ 88323 w 2461007"/>
                  <a:gd name="connsiteY3" fmla="*/ 663176 h 663176"/>
                  <a:gd name="connsiteX4" fmla="*/ 0 w 2461007"/>
                  <a:gd name="connsiteY4" fmla="*/ 308581 h 663176"/>
                  <a:gd name="connsiteX0" fmla="*/ 0 w 2461007"/>
                  <a:gd name="connsiteY0" fmla="*/ 317722 h 672317"/>
                  <a:gd name="connsiteX1" fmla="*/ 2331121 w 2461007"/>
                  <a:gd name="connsiteY1" fmla="*/ 68339 h 672317"/>
                  <a:gd name="connsiteX2" fmla="*/ 2461007 w 2461007"/>
                  <a:gd name="connsiteY2" fmla="*/ 672317 h 672317"/>
                  <a:gd name="connsiteX3" fmla="*/ 88323 w 2461007"/>
                  <a:gd name="connsiteY3" fmla="*/ 672317 h 672317"/>
                  <a:gd name="connsiteX4" fmla="*/ 0 w 2461007"/>
                  <a:gd name="connsiteY4" fmla="*/ 317722 h 672317"/>
                  <a:gd name="connsiteX0" fmla="*/ 0 w 2461007"/>
                  <a:gd name="connsiteY0" fmla="*/ 309589 h 664184"/>
                  <a:gd name="connsiteX1" fmla="*/ 2331121 w 2461007"/>
                  <a:gd name="connsiteY1" fmla="*/ 70597 h 664184"/>
                  <a:gd name="connsiteX2" fmla="*/ 2461007 w 2461007"/>
                  <a:gd name="connsiteY2" fmla="*/ 664184 h 664184"/>
                  <a:gd name="connsiteX3" fmla="*/ 88323 w 2461007"/>
                  <a:gd name="connsiteY3" fmla="*/ 664184 h 664184"/>
                  <a:gd name="connsiteX4" fmla="*/ 0 w 2461007"/>
                  <a:gd name="connsiteY4" fmla="*/ 309589 h 664184"/>
                  <a:gd name="connsiteX0" fmla="*/ 0 w 2331121"/>
                  <a:gd name="connsiteY0" fmla="*/ 309589 h 664184"/>
                  <a:gd name="connsiteX1" fmla="*/ 2331121 w 2331121"/>
                  <a:gd name="connsiteY1" fmla="*/ 70597 h 664184"/>
                  <a:gd name="connsiteX2" fmla="*/ 2320729 w 2331121"/>
                  <a:gd name="connsiteY2" fmla="*/ 440779 h 664184"/>
                  <a:gd name="connsiteX3" fmla="*/ 88323 w 2331121"/>
                  <a:gd name="connsiteY3" fmla="*/ 664184 h 664184"/>
                  <a:gd name="connsiteX4" fmla="*/ 0 w 2331121"/>
                  <a:gd name="connsiteY4" fmla="*/ 309589 h 664184"/>
                  <a:gd name="connsiteX0" fmla="*/ 0 w 2331121"/>
                  <a:gd name="connsiteY0" fmla="*/ 309589 h 664184"/>
                  <a:gd name="connsiteX1" fmla="*/ 2331121 w 2331121"/>
                  <a:gd name="connsiteY1" fmla="*/ 70597 h 664184"/>
                  <a:gd name="connsiteX2" fmla="*/ 2325924 w 2331121"/>
                  <a:gd name="connsiteY2" fmla="*/ 461561 h 664184"/>
                  <a:gd name="connsiteX3" fmla="*/ 88323 w 2331121"/>
                  <a:gd name="connsiteY3" fmla="*/ 664184 h 664184"/>
                  <a:gd name="connsiteX4" fmla="*/ 0 w 2331121"/>
                  <a:gd name="connsiteY4" fmla="*/ 309589 h 664184"/>
                  <a:gd name="connsiteX0" fmla="*/ 0 w 2420030"/>
                  <a:gd name="connsiteY0" fmla="*/ 309589 h 664184"/>
                  <a:gd name="connsiteX1" fmla="*/ 2331121 w 2420030"/>
                  <a:gd name="connsiteY1" fmla="*/ 70597 h 664184"/>
                  <a:gd name="connsiteX2" fmla="*/ 2325924 w 2420030"/>
                  <a:gd name="connsiteY2" fmla="*/ 461561 h 664184"/>
                  <a:gd name="connsiteX3" fmla="*/ 88323 w 2420030"/>
                  <a:gd name="connsiteY3" fmla="*/ 664184 h 664184"/>
                  <a:gd name="connsiteX4" fmla="*/ 0 w 2420030"/>
                  <a:gd name="connsiteY4" fmla="*/ 309589 h 664184"/>
                  <a:gd name="connsiteX0" fmla="*/ 0 w 2517060"/>
                  <a:gd name="connsiteY0" fmla="*/ 309589 h 664184"/>
                  <a:gd name="connsiteX1" fmla="*/ 2331121 w 2517060"/>
                  <a:gd name="connsiteY1" fmla="*/ 70597 h 664184"/>
                  <a:gd name="connsiteX2" fmla="*/ 2325924 w 2517060"/>
                  <a:gd name="connsiteY2" fmla="*/ 461561 h 664184"/>
                  <a:gd name="connsiteX3" fmla="*/ 88323 w 2517060"/>
                  <a:gd name="connsiteY3" fmla="*/ 664184 h 664184"/>
                  <a:gd name="connsiteX4" fmla="*/ 0 w 2517060"/>
                  <a:gd name="connsiteY4" fmla="*/ 309589 h 664184"/>
                  <a:gd name="connsiteX0" fmla="*/ 0 w 2531551"/>
                  <a:gd name="connsiteY0" fmla="*/ 309589 h 664184"/>
                  <a:gd name="connsiteX1" fmla="*/ 2331121 w 2531551"/>
                  <a:gd name="connsiteY1" fmla="*/ 70597 h 664184"/>
                  <a:gd name="connsiteX2" fmla="*/ 2325924 w 2531551"/>
                  <a:gd name="connsiteY2" fmla="*/ 461561 h 664184"/>
                  <a:gd name="connsiteX3" fmla="*/ 88323 w 2531551"/>
                  <a:gd name="connsiteY3" fmla="*/ 664184 h 664184"/>
                  <a:gd name="connsiteX4" fmla="*/ 0 w 2531551"/>
                  <a:gd name="connsiteY4" fmla="*/ 309589 h 664184"/>
                  <a:gd name="connsiteX0" fmla="*/ 0 w 2531551"/>
                  <a:gd name="connsiteY0" fmla="*/ 309589 h 664184"/>
                  <a:gd name="connsiteX1" fmla="*/ 2331121 w 2531551"/>
                  <a:gd name="connsiteY1" fmla="*/ 70597 h 664184"/>
                  <a:gd name="connsiteX2" fmla="*/ 2325924 w 2531551"/>
                  <a:gd name="connsiteY2" fmla="*/ 461561 h 664184"/>
                  <a:gd name="connsiteX3" fmla="*/ 88323 w 2531551"/>
                  <a:gd name="connsiteY3" fmla="*/ 664184 h 664184"/>
                  <a:gd name="connsiteX4" fmla="*/ 0 w 2531551"/>
                  <a:gd name="connsiteY4" fmla="*/ 309589 h 664184"/>
                  <a:gd name="connsiteX0" fmla="*/ 0 w 2523403"/>
                  <a:gd name="connsiteY0" fmla="*/ 317722 h 672317"/>
                  <a:gd name="connsiteX1" fmla="*/ 2315535 w 2523403"/>
                  <a:gd name="connsiteY1" fmla="*/ 68339 h 672317"/>
                  <a:gd name="connsiteX2" fmla="*/ 2325924 w 2523403"/>
                  <a:gd name="connsiteY2" fmla="*/ 469694 h 672317"/>
                  <a:gd name="connsiteX3" fmla="*/ 88323 w 2523403"/>
                  <a:gd name="connsiteY3" fmla="*/ 672317 h 672317"/>
                  <a:gd name="connsiteX4" fmla="*/ 0 w 2523403"/>
                  <a:gd name="connsiteY4" fmla="*/ 317722 h 672317"/>
                  <a:gd name="connsiteX0" fmla="*/ 0 w 2523403"/>
                  <a:gd name="connsiteY0" fmla="*/ 306301 h 660896"/>
                  <a:gd name="connsiteX1" fmla="*/ 2315535 w 2523403"/>
                  <a:gd name="connsiteY1" fmla="*/ 56918 h 660896"/>
                  <a:gd name="connsiteX2" fmla="*/ 2325924 w 2523403"/>
                  <a:gd name="connsiteY2" fmla="*/ 458273 h 660896"/>
                  <a:gd name="connsiteX3" fmla="*/ 88323 w 2523403"/>
                  <a:gd name="connsiteY3" fmla="*/ 660896 h 660896"/>
                  <a:gd name="connsiteX4" fmla="*/ 0 w 2523403"/>
                  <a:gd name="connsiteY4" fmla="*/ 306301 h 660896"/>
                  <a:gd name="connsiteX0" fmla="*/ 0 w 2523403"/>
                  <a:gd name="connsiteY0" fmla="*/ 318816 h 673411"/>
                  <a:gd name="connsiteX1" fmla="*/ 2315535 w 2523403"/>
                  <a:gd name="connsiteY1" fmla="*/ 53847 h 673411"/>
                  <a:gd name="connsiteX2" fmla="*/ 2325924 w 2523403"/>
                  <a:gd name="connsiteY2" fmla="*/ 470788 h 673411"/>
                  <a:gd name="connsiteX3" fmla="*/ 88323 w 2523403"/>
                  <a:gd name="connsiteY3" fmla="*/ 673411 h 673411"/>
                  <a:gd name="connsiteX4" fmla="*/ 0 w 2523403"/>
                  <a:gd name="connsiteY4" fmla="*/ 318816 h 673411"/>
                  <a:gd name="connsiteX0" fmla="*/ 0 w 2520762"/>
                  <a:gd name="connsiteY0" fmla="*/ 314615 h 669210"/>
                  <a:gd name="connsiteX1" fmla="*/ 2310340 w 2520762"/>
                  <a:gd name="connsiteY1" fmla="*/ 54841 h 669210"/>
                  <a:gd name="connsiteX2" fmla="*/ 2325924 w 2520762"/>
                  <a:gd name="connsiteY2" fmla="*/ 466587 h 669210"/>
                  <a:gd name="connsiteX3" fmla="*/ 88323 w 2520762"/>
                  <a:gd name="connsiteY3" fmla="*/ 669210 h 669210"/>
                  <a:gd name="connsiteX4" fmla="*/ 0 w 2520762"/>
                  <a:gd name="connsiteY4" fmla="*/ 314615 h 669210"/>
                  <a:gd name="connsiteX0" fmla="*/ 0 w 2526684"/>
                  <a:gd name="connsiteY0" fmla="*/ 314615 h 669210"/>
                  <a:gd name="connsiteX1" fmla="*/ 2310340 w 2526684"/>
                  <a:gd name="connsiteY1" fmla="*/ 54841 h 669210"/>
                  <a:gd name="connsiteX2" fmla="*/ 2325924 w 2526684"/>
                  <a:gd name="connsiteY2" fmla="*/ 466587 h 669210"/>
                  <a:gd name="connsiteX3" fmla="*/ 88323 w 2526684"/>
                  <a:gd name="connsiteY3" fmla="*/ 669210 h 669210"/>
                  <a:gd name="connsiteX4" fmla="*/ 0 w 2526684"/>
                  <a:gd name="connsiteY4" fmla="*/ 314615 h 669210"/>
                  <a:gd name="connsiteX0" fmla="*/ 0 w 2526684"/>
                  <a:gd name="connsiteY0" fmla="*/ 314615 h 669210"/>
                  <a:gd name="connsiteX1" fmla="*/ 2310340 w 2526684"/>
                  <a:gd name="connsiteY1" fmla="*/ 54841 h 669210"/>
                  <a:gd name="connsiteX2" fmla="*/ 2325924 w 2526684"/>
                  <a:gd name="connsiteY2" fmla="*/ 466587 h 669210"/>
                  <a:gd name="connsiteX3" fmla="*/ 1931071 w 2526684"/>
                  <a:gd name="connsiteY3" fmla="*/ 512042 h 669210"/>
                  <a:gd name="connsiteX4" fmla="*/ 88323 w 2526684"/>
                  <a:gd name="connsiteY4" fmla="*/ 669210 h 669210"/>
                  <a:gd name="connsiteX5" fmla="*/ 0 w 2526684"/>
                  <a:gd name="connsiteY5" fmla="*/ 314615 h 669210"/>
                  <a:gd name="connsiteX0" fmla="*/ 0 w 2526684"/>
                  <a:gd name="connsiteY0" fmla="*/ 314615 h 669210"/>
                  <a:gd name="connsiteX1" fmla="*/ 2310340 w 2526684"/>
                  <a:gd name="connsiteY1" fmla="*/ 54841 h 669210"/>
                  <a:gd name="connsiteX2" fmla="*/ 2325924 w 2526684"/>
                  <a:gd name="connsiteY2" fmla="*/ 466587 h 669210"/>
                  <a:gd name="connsiteX3" fmla="*/ 1920680 w 2526684"/>
                  <a:gd name="connsiteY3" fmla="*/ 475674 h 669210"/>
                  <a:gd name="connsiteX4" fmla="*/ 88323 w 2526684"/>
                  <a:gd name="connsiteY4" fmla="*/ 669210 h 669210"/>
                  <a:gd name="connsiteX5" fmla="*/ 0 w 2526684"/>
                  <a:gd name="connsiteY5" fmla="*/ 314615 h 669210"/>
                  <a:gd name="connsiteX0" fmla="*/ 0 w 2526684"/>
                  <a:gd name="connsiteY0" fmla="*/ 314615 h 669210"/>
                  <a:gd name="connsiteX1" fmla="*/ 2310340 w 2526684"/>
                  <a:gd name="connsiteY1" fmla="*/ 54841 h 669210"/>
                  <a:gd name="connsiteX2" fmla="*/ 2325924 w 2526684"/>
                  <a:gd name="connsiteY2" fmla="*/ 466587 h 669210"/>
                  <a:gd name="connsiteX3" fmla="*/ 1920680 w 2526684"/>
                  <a:gd name="connsiteY3" fmla="*/ 475674 h 669210"/>
                  <a:gd name="connsiteX4" fmla="*/ 88323 w 2526684"/>
                  <a:gd name="connsiteY4" fmla="*/ 669210 h 669210"/>
                  <a:gd name="connsiteX5" fmla="*/ 0 w 2526684"/>
                  <a:gd name="connsiteY5" fmla="*/ 314615 h 669210"/>
                  <a:gd name="connsiteX0" fmla="*/ 0 w 2526684"/>
                  <a:gd name="connsiteY0" fmla="*/ 314615 h 669210"/>
                  <a:gd name="connsiteX1" fmla="*/ 2310340 w 2526684"/>
                  <a:gd name="connsiteY1" fmla="*/ 54841 h 669210"/>
                  <a:gd name="connsiteX2" fmla="*/ 2325924 w 2526684"/>
                  <a:gd name="connsiteY2" fmla="*/ 466587 h 669210"/>
                  <a:gd name="connsiteX3" fmla="*/ 1920680 w 2526684"/>
                  <a:gd name="connsiteY3" fmla="*/ 475674 h 669210"/>
                  <a:gd name="connsiteX4" fmla="*/ 1182925 w 2526684"/>
                  <a:gd name="connsiteY4" fmla="*/ 548410 h 669210"/>
                  <a:gd name="connsiteX5" fmla="*/ 88323 w 2526684"/>
                  <a:gd name="connsiteY5" fmla="*/ 669210 h 669210"/>
                  <a:gd name="connsiteX6" fmla="*/ 0 w 2526684"/>
                  <a:gd name="connsiteY6" fmla="*/ 314615 h 669210"/>
                  <a:gd name="connsiteX0" fmla="*/ 0 w 2526684"/>
                  <a:gd name="connsiteY0" fmla="*/ 314615 h 669210"/>
                  <a:gd name="connsiteX1" fmla="*/ 2310340 w 2526684"/>
                  <a:gd name="connsiteY1" fmla="*/ 54841 h 669210"/>
                  <a:gd name="connsiteX2" fmla="*/ 2325924 w 2526684"/>
                  <a:gd name="connsiteY2" fmla="*/ 466587 h 669210"/>
                  <a:gd name="connsiteX3" fmla="*/ 1920680 w 2526684"/>
                  <a:gd name="connsiteY3" fmla="*/ 475674 h 669210"/>
                  <a:gd name="connsiteX4" fmla="*/ 2097325 w 2526684"/>
                  <a:gd name="connsiteY4" fmla="*/ 569191 h 669210"/>
                  <a:gd name="connsiteX5" fmla="*/ 88323 w 2526684"/>
                  <a:gd name="connsiteY5" fmla="*/ 669210 h 669210"/>
                  <a:gd name="connsiteX6" fmla="*/ 0 w 2526684"/>
                  <a:gd name="connsiteY6" fmla="*/ 314615 h 669210"/>
                  <a:gd name="connsiteX0" fmla="*/ 0 w 2526684"/>
                  <a:gd name="connsiteY0" fmla="*/ 314615 h 669210"/>
                  <a:gd name="connsiteX1" fmla="*/ 2310340 w 2526684"/>
                  <a:gd name="connsiteY1" fmla="*/ 54841 h 669210"/>
                  <a:gd name="connsiteX2" fmla="*/ 2325924 w 2526684"/>
                  <a:gd name="connsiteY2" fmla="*/ 466587 h 669210"/>
                  <a:gd name="connsiteX3" fmla="*/ 1910289 w 2526684"/>
                  <a:gd name="connsiteY3" fmla="*/ 460088 h 669210"/>
                  <a:gd name="connsiteX4" fmla="*/ 2097325 w 2526684"/>
                  <a:gd name="connsiteY4" fmla="*/ 569191 h 669210"/>
                  <a:gd name="connsiteX5" fmla="*/ 88323 w 2526684"/>
                  <a:gd name="connsiteY5" fmla="*/ 669210 h 669210"/>
                  <a:gd name="connsiteX6" fmla="*/ 0 w 2526684"/>
                  <a:gd name="connsiteY6" fmla="*/ 314615 h 669210"/>
                  <a:gd name="connsiteX0" fmla="*/ 0 w 2526684"/>
                  <a:gd name="connsiteY0" fmla="*/ 314615 h 669210"/>
                  <a:gd name="connsiteX1" fmla="*/ 2310340 w 2526684"/>
                  <a:gd name="connsiteY1" fmla="*/ 54841 h 669210"/>
                  <a:gd name="connsiteX2" fmla="*/ 2325924 w 2526684"/>
                  <a:gd name="connsiteY2" fmla="*/ 466587 h 669210"/>
                  <a:gd name="connsiteX3" fmla="*/ 1910289 w 2526684"/>
                  <a:gd name="connsiteY3" fmla="*/ 480870 h 669210"/>
                  <a:gd name="connsiteX4" fmla="*/ 2097325 w 2526684"/>
                  <a:gd name="connsiteY4" fmla="*/ 569191 h 669210"/>
                  <a:gd name="connsiteX5" fmla="*/ 88323 w 2526684"/>
                  <a:gd name="connsiteY5" fmla="*/ 669210 h 669210"/>
                  <a:gd name="connsiteX6" fmla="*/ 0 w 2526684"/>
                  <a:gd name="connsiteY6" fmla="*/ 314615 h 669210"/>
                  <a:gd name="connsiteX0" fmla="*/ 0 w 2526684"/>
                  <a:gd name="connsiteY0" fmla="*/ 314615 h 669210"/>
                  <a:gd name="connsiteX1" fmla="*/ 2310340 w 2526684"/>
                  <a:gd name="connsiteY1" fmla="*/ 54841 h 669210"/>
                  <a:gd name="connsiteX2" fmla="*/ 2325924 w 2526684"/>
                  <a:gd name="connsiteY2" fmla="*/ 466587 h 669210"/>
                  <a:gd name="connsiteX3" fmla="*/ 1910289 w 2526684"/>
                  <a:gd name="connsiteY3" fmla="*/ 465284 h 669210"/>
                  <a:gd name="connsiteX4" fmla="*/ 2097325 w 2526684"/>
                  <a:gd name="connsiteY4" fmla="*/ 569191 h 669210"/>
                  <a:gd name="connsiteX5" fmla="*/ 88323 w 2526684"/>
                  <a:gd name="connsiteY5" fmla="*/ 669210 h 669210"/>
                  <a:gd name="connsiteX6" fmla="*/ 0 w 2526684"/>
                  <a:gd name="connsiteY6" fmla="*/ 314615 h 669210"/>
                  <a:gd name="connsiteX0" fmla="*/ 0 w 2526684"/>
                  <a:gd name="connsiteY0" fmla="*/ 314615 h 622451"/>
                  <a:gd name="connsiteX1" fmla="*/ 2310340 w 2526684"/>
                  <a:gd name="connsiteY1" fmla="*/ 54841 h 622451"/>
                  <a:gd name="connsiteX2" fmla="*/ 2325924 w 2526684"/>
                  <a:gd name="connsiteY2" fmla="*/ 466587 h 622451"/>
                  <a:gd name="connsiteX3" fmla="*/ 1910289 w 2526684"/>
                  <a:gd name="connsiteY3" fmla="*/ 465284 h 622451"/>
                  <a:gd name="connsiteX4" fmla="*/ 2097325 w 2526684"/>
                  <a:gd name="connsiteY4" fmla="*/ 569191 h 622451"/>
                  <a:gd name="connsiteX5" fmla="*/ 88323 w 2526684"/>
                  <a:gd name="connsiteY5" fmla="*/ 622451 h 622451"/>
                  <a:gd name="connsiteX6" fmla="*/ 0 w 2526684"/>
                  <a:gd name="connsiteY6" fmla="*/ 314615 h 622451"/>
                  <a:gd name="connsiteX0" fmla="*/ 0 w 2526684"/>
                  <a:gd name="connsiteY0" fmla="*/ 314615 h 658819"/>
                  <a:gd name="connsiteX1" fmla="*/ 2310340 w 2526684"/>
                  <a:gd name="connsiteY1" fmla="*/ 54841 h 658819"/>
                  <a:gd name="connsiteX2" fmla="*/ 2325924 w 2526684"/>
                  <a:gd name="connsiteY2" fmla="*/ 466587 h 658819"/>
                  <a:gd name="connsiteX3" fmla="*/ 1910289 w 2526684"/>
                  <a:gd name="connsiteY3" fmla="*/ 465284 h 658819"/>
                  <a:gd name="connsiteX4" fmla="*/ 2097325 w 2526684"/>
                  <a:gd name="connsiteY4" fmla="*/ 569191 h 658819"/>
                  <a:gd name="connsiteX5" fmla="*/ 83128 w 2526684"/>
                  <a:gd name="connsiteY5" fmla="*/ 658819 h 658819"/>
                  <a:gd name="connsiteX6" fmla="*/ 0 w 2526684"/>
                  <a:gd name="connsiteY6" fmla="*/ 314615 h 658819"/>
                  <a:gd name="connsiteX0" fmla="*/ 0 w 2526684"/>
                  <a:gd name="connsiteY0" fmla="*/ 314615 h 658819"/>
                  <a:gd name="connsiteX1" fmla="*/ 2310340 w 2526684"/>
                  <a:gd name="connsiteY1" fmla="*/ 54841 h 658819"/>
                  <a:gd name="connsiteX2" fmla="*/ 2325924 w 2526684"/>
                  <a:gd name="connsiteY2" fmla="*/ 466587 h 658819"/>
                  <a:gd name="connsiteX3" fmla="*/ 1910289 w 2526684"/>
                  <a:gd name="connsiteY3" fmla="*/ 465284 h 658819"/>
                  <a:gd name="connsiteX4" fmla="*/ 2097325 w 2526684"/>
                  <a:gd name="connsiteY4" fmla="*/ 569191 h 658819"/>
                  <a:gd name="connsiteX5" fmla="*/ 83128 w 2526684"/>
                  <a:gd name="connsiteY5" fmla="*/ 658819 h 658819"/>
                  <a:gd name="connsiteX6" fmla="*/ 0 w 2526684"/>
                  <a:gd name="connsiteY6" fmla="*/ 314615 h 658819"/>
                  <a:gd name="connsiteX0" fmla="*/ 85480 w 2612164"/>
                  <a:gd name="connsiteY0" fmla="*/ 314615 h 658819"/>
                  <a:gd name="connsiteX1" fmla="*/ 2395820 w 2612164"/>
                  <a:gd name="connsiteY1" fmla="*/ 54841 h 658819"/>
                  <a:gd name="connsiteX2" fmla="*/ 2411404 w 2612164"/>
                  <a:gd name="connsiteY2" fmla="*/ 466587 h 658819"/>
                  <a:gd name="connsiteX3" fmla="*/ 1995769 w 2612164"/>
                  <a:gd name="connsiteY3" fmla="*/ 465284 h 658819"/>
                  <a:gd name="connsiteX4" fmla="*/ 2182805 w 2612164"/>
                  <a:gd name="connsiteY4" fmla="*/ 569191 h 658819"/>
                  <a:gd name="connsiteX5" fmla="*/ 168608 w 2612164"/>
                  <a:gd name="connsiteY5" fmla="*/ 658819 h 658819"/>
                  <a:gd name="connsiteX6" fmla="*/ 85480 w 2612164"/>
                  <a:gd name="connsiteY6" fmla="*/ 314615 h 658819"/>
                  <a:gd name="connsiteX0" fmla="*/ 85480 w 2612164"/>
                  <a:gd name="connsiteY0" fmla="*/ 314615 h 658819"/>
                  <a:gd name="connsiteX1" fmla="*/ 2395820 w 2612164"/>
                  <a:gd name="connsiteY1" fmla="*/ 54841 h 658819"/>
                  <a:gd name="connsiteX2" fmla="*/ 2411404 w 2612164"/>
                  <a:gd name="connsiteY2" fmla="*/ 466587 h 658819"/>
                  <a:gd name="connsiteX3" fmla="*/ 1995769 w 2612164"/>
                  <a:gd name="connsiteY3" fmla="*/ 465284 h 658819"/>
                  <a:gd name="connsiteX4" fmla="*/ 2182805 w 2612164"/>
                  <a:gd name="connsiteY4" fmla="*/ 569191 h 658819"/>
                  <a:gd name="connsiteX5" fmla="*/ 168608 w 2612164"/>
                  <a:gd name="connsiteY5" fmla="*/ 658819 h 658819"/>
                  <a:gd name="connsiteX6" fmla="*/ 85480 w 2612164"/>
                  <a:gd name="connsiteY6" fmla="*/ 314615 h 658819"/>
                  <a:gd name="connsiteX0" fmla="*/ 81984 w 2608668"/>
                  <a:gd name="connsiteY0" fmla="*/ 314615 h 658819"/>
                  <a:gd name="connsiteX1" fmla="*/ 2392324 w 2608668"/>
                  <a:gd name="connsiteY1" fmla="*/ 54841 h 658819"/>
                  <a:gd name="connsiteX2" fmla="*/ 2407908 w 2608668"/>
                  <a:gd name="connsiteY2" fmla="*/ 466587 h 658819"/>
                  <a:gd name="connsiteX3" fmla="*/ 1992273 w 2608668"/>
                  <a:gd name="connsiteY3" fmla="*/ 465284 h 658819"/>
                  <a:gd name="connsiteX4" fmla="*/ 2179309 w 2608668"/>
                  <a:gd name="connsiteY4" fmla="*/ 569191 h 658819"/>
                  <a:gd name="connsiteX5" fmla="*/ 165112 w 2608668"/>
                  <a:gd name="connsiteY5" fmla="*/ 658819 h 658819"/>
                  <a:gd name="connsiteX6" fmla="*/ 81984 w 2608668"/>
                  <a:gd name="connsiteY6" fmla="*/ 314615 h 658819"/>
                  <a:gd name="connsiteX0" fmla="*/ 81984 w 2608668"/>
                  <a:gd name="connsiteY0" fmla="*/ 314615 h 658819"/>
                  <a:gd name="connsiteX1" fmla="*/ 2392324 w 2608668"/>
                  <a:gd name="connsiteY1" fmla="*/ 54841 h 658819"/>
                  <a:gd name="connsiteX2" fmla="*/ 2407908 w 2608668"/>
                  <a:gd name="connsiteY2" fmla="*/ 466587 h 658819"/>
                  <a:gd name="connsiteX3" fmla="*/ 1992273 w 2608668"/>
                  <a:gd name="connsiteY3" fmla="*/ 465284 h 658819"/>
                  <a:gd name="connsiteX4" fmla="*/ 2179309 w 2608668"/>
                  <a:gd name="connsiteY4" fmla="*/ 569191 h 658819"/>
                  <a:gd name="connsiteX5" fmla="*/ 714191 w 2608668"/>
                  <a:gd name="connsiteY5" fmla="*/ 631538 h 658819"/>
                  <a:gd name="connsiteX6" fmla="*/ 165112 w 2608668"/>
                  <a:gd name="connsiteY6" fmla="*/ 658819 h 658819"/>
                  <a:gd name="connsiteX7" fmla="*/ 81984 w 2608668"/>
                  <a:gd name="connsiteY7" fmla="*/ 314615 h 658819"/>
                  <a:gd name="connsiteX0" fmla="*/ 81984 w 2608668"/>
                  <a:gd name="connsiteY0" fmla="*/ 314615 h 658819"/>
                  <a:gd name="connsiteX1" fmla="*/ 2392324 w 2608668"/>
                  <a:gd name="connsiteY1" fmla="*/ 54841 h 658819"/>
                  <a:gd name="connsiteX2" fmla="*/ 2407908 w 2608668"/>
                  <a:gd name="connsiteY2" fmla="*/ 466587 h 658819"/>
                  <a:gd name="connsiteX3" fmla="*/ 1992273 w 2608668"/>
                  <a:gd name="connsiteY3" fmla="*/ 465284 h 658819"/>
                  <a:gd name="connsiteX4" fmla="*/ 2179309 w 2608668"/>
                  <a:gd name="connsiteY4" fmla="*/ 569191 h 658819"/>
                  <a:gd name="connsiteX5" fmla="*/ 667432 w 2608668"/>
                  <a:gd name="connsiteY5" fmla="*/ 595169 h 658819"/>
                  <a:gd name="connsiteX6" fmla="*/ 165112 w 2608668"/>
                  <a:gd name="connsiteY6" fmla="*/ 658819 h 658819"/>
                  <a:gd name="connsiteX7" fmla="*/ 81984 w 2608668"/>
                  <a:gd name="connsiteY7" fmla="*/ 314615 h 658819"/>
                  <a:gd name="connsiteX0" fmla="*/ 81984 w 2608668"/>
                  <a:gd name="connsiteY0" fmla="*/ 314615 h 658819"/>
                  <a:gd name="connsiteX1" fmla="*/ 2392324 w 2608668"/>
                  <a:gd name="connsiteY1" fmla="*/ 54841 h 658819"/>
                  <a:gd name="connsiteX2" fmla="*/ 2407908 w 2608668"/>
                  <a:gd name="connsiteY2" fmla="*/ 466587 h 658819"/>
                  <a:gd name="connsiteX3" fmla="*/ 1992273 w 2608668"/>
                  <a:gd name="connsiteY3" fmla="*/ 465284 h 658819"/>
                  <a:gd name="connsiteX4" fmla="*/ 2179309 w 2608668"/>
                  <a:gd name="connsiteY4" fmla="*/ 569191 h 658819"/>
                  <a:gd name="connsiteX5" fmla="*/ 667432 w 2608668"/>
                  <a:gd name="connsiteY5" fmla="*/ 595169 h 658819"/>
                  <a:gd name="connsiteX6" fmla="*/ 165112 w 2608668"/>
                  <a:gd name="connsiteY6" fmla="*/ 658819 h 658819"/>
                  <a:gd name="connsiteX7" fmla="*/ 81984 w 2608668"/>
                  <a:gd name="connsiteY7" fmla="*/ 314615 h 658819"/>
                  <a:gd name="connsiteX0" fmla="*/ 81984 w 2608668"/>
                  <a:gd name="connsiteY0" fmla="*/ 314615 h 659614"/>
                  <a:gd name="connsiteX1" fmla="*/ 2392324 w 2608668"/>
                  <a:gd name="connsiteY1" fmla="*/ 54841 h 659614"/>
                  <a:gd name="connsiteX2" fmla="*/ 2407908 w 2608668"/>
                  <a:gd name="connsiteY2" fmla="*/ 466587 h 659614"/>
                  <a:gd name="connsiteX3" fmla="*/ 1992273 w 2608668"/>
                  <a:gd name="connsiteY3" fmla="*/ 465284 h 659614"/>
                  <a:gd name="connsiteX4" fmla="*/ 2179309 w 2608668"/>
                  <a:gd name="connsiteY4" fmla="*/ 569191 h 659614"/>
                  <a:gd name="connsiteX5" fmla="*/ 667432 w 2608668"/>
                  <a:gd name="connsiteY5" fmla="*/ 595169 h 659614"/>
                  <a:gd name="connsiteX6" fmla="*/ 165112 w 2608668"/>
                  <a:gd name="connsiteY6" fmla="*/ 658819 h 659614"/>
                  <a:gd name="connsiteX7" fmla="*/ 81984 w 2608668"/>
                  <a:gd name="connsiteY7" fmla="*/ 314615 h 659614"/>
                  <a:gd name="connsiteX0" fmla="*/ 81984 w 2608668"/>
                  <a:gd name="connsiteY0" fmla="*/ 314615 h 659232"/>
                  <a:gd name="connsiteX1" fmla="*/ 2392324 w 2608668"/>
                  <a:gd name="connsiteY1" fmla="*/ 54841 h 659232"/>
                  <a:gd name="connsiteX2" fmla="*/ 2407908 w 2608668"/>
                  <a:gd name="connsiteY2" fmla="*/ 466587 h 659232"/>
                  <a:gd name="connsiteX3" fmla="*/ 1992273 w 2608668"/>
                  <a:gd name="connsiteY3" fmla="*/ 465284 h 659232"/>
                  <a:gd name="connsiteX4" fmla="*/ 2179309 w 2608668"/>
                  <a:gd name="connsiteY4" fmla="*/ 569191 h 659232"/>
                  <a:gd name="connsiteX5" fmla="*/ 662236 w 2608668"/>
                  <a:gd name="connsiteY5" fmla="*/ 574387 h 659232"/>
                  <a:gd name="connsiteX6" fmla="*/ 165112 w 2608668"/>
                  <a:gd name="connsiteY6" fmla="*/ 658819 h 659232"/>
                  <a:gd name="connsiteX7" fmla="*/ 81984 w 2608668"/>
                  <a:gd name="connsiteY7" fmla="*/ 314615 h 659232"/>
                  <a:gd name="connsiteX0" fmla="*/ 81984 w 2608668"/>
                  <a:gd name="connsiteY0" fmla="*/ 314615 h 668872"/>
                  <a:gd name="connsiteX1" fmla="*/ 2392324 w 2608668"/>
                  <a:gd name="connsiteY1" fmla="*/ 54841 h 668872"/>
                  <a:gd name="connsiteX2" fmla="*/ 2407908 w 2608668"/>
                  <a:gd name="connsiteY2" fmla="*/ 466587 h 668872"/>
                  <a:gd name="connsiteX3" fmla="*/ 1992273 w 2608668"/>
                  <a:gd name="connsiteY3" fmla="*/ 465284 h 668872"/>
                  <a:gd name="connsiteX4" fmla="*/ 2179309 w 2608668"/>
                  <a:gd name="connsiteY4" fmla="*/ 569191 h 668872"/>
                  <a:gd name="connsiteX5" fmla="*/ 662236 w 2608668"/>
                  <a:gd name="connsiteY5" fmla="*/ 574387 h 668872"/>
                  <a:gd name="connsiteX6" fmla="*/ 165112 w 2608668"/>
                  <a:gd name="connsiteY6" fmla="*/ 658819 h 668872"/>
                  <a:gd name="connsiteX7" fmla="*/ 81984 w 2608668"/>
                  <a:gd name="connsiteY7" fmla="*/ 314615 h 668872"/>
                  <a:gd name="connsiteX0" fmla="*/ 81984 w 2608668"/>
                  <a:gd name="connsiteY0" fmla="*/ 314615 h 668872"/>
                  <a:gd name="connsiteX1" fmla="*/ 2392324 w 2608668"/>
                  <a:gd name="connsiteY1" fmla="*/ 54841 h 668872"/>
                  <a:gd name="connsiteX2" fmla="*/ 2407908 w 2608668"/>
                  <a:gd name="connsiteY2" fmla="*/ 466587 h 668872"/>
                  <a:gd name="connsiteX3" fmla="*/ 1992273 w 2608668"/>
                  <a:gd name="connsiteY3" fmla="*/ 465284 h 668872"/>
                  <a:gd name="connsiteX4" fmla="*/ 2179309 w 2608668"/>
                  <a:gd name="connsiteY4" fmla="*/ 569191 h 668872"/>
                  <a:gd name="connsiteX5" fmla="*/ 854469 w 2608668"/>
                  <a:gd name="connsiteY5" fmla="*/ 563996 h 668872"/>
                  <a:gd name="connsiteX6" fmla="*/ 662236 w 2608668"/>
                  <a:gd name="connsiteY6" fmla="*/ 574387 h 668872"/>
                  <a:gd name="connsiteX7" fmla="*/ 165112 w 2608668"/>
                  <a:gd name="connsiteY7" fmla="*/ 658819 h 668872"/>
                  <a:gd name="connsiteX8" fmla="*/ 81984 w 2608668"/>
                  <a:gd name="connsiteY8" fmla="*/ 314615 h 668872"/>
                  <a:gd name="connsiteX0" fmla="*/ 81984 w 2608668"/>
                  <a:gd name="connsiteY0" fmla="*/ 314615 h 719860"/>
                  <a:gd name="connsiteX1" fmla="*/ 2392324 w 2608668"/>
                  <a:gd name="connsiteY1" fmla="*/ 54841 h 719860"/>
                  <a:gd name="connsiteX2" fmla="*/ 2407908 w 2608668"/>
                  <a:gd name="connsiteY2" fmla="*/ 466587 h 719860"/>
                  <a:gd name="connsiteX3" fmla="*/ 1992273 w 2608668"/>
                  <a:gd name="connsiteY3" fmla="*/ 465284 h 719860"/>
                  <a:gd name="connsiteX4" fmla="*/ 2179309 w 2608668"/>
                  <a:gd name="connsiteY4" fmla="*/ 569191 h 719860"/>
                  <a:gd name="connsiteX5" fmla="*/ 480396 w 2608668"/>
                  <a:gd name="connsiteY5" fmla="*/ 719860 h 719860"/>
                  <a:gd name="connsiteX6" fmla="*/ 662236 w 2608668"/>
                  <a:gd name="connsiteY6" fmla="*/ 574387 h 719860"/>
                  <a:gd name="connsiteX7" fmla="*/ 165112 w 2608668"/>
                  <a:gd name="connsiteY7" fmla="*/ 658819 h 719860"/>
                  <a:gd name="connsiteX8" fmla="*/ 81984 w 2608668"/>
                  <a:gd name="connsiteY8" fmla="*/ 314615 h 719860"/>
                  <a:gd name="connsiteX0" fmla="*/ 81984 w 2608668"/>
                  <a:gd name="connsiteY0" fmla="*/ 314615 h 740642"/>
                  <a:gd name="connsiteX1" fmla="*/ 2392324 w 2608668"/>
                  <a:gd name="connsiteY1" fmla="*/ 54841 h 740642"/>
                  <a:gd name="connsiteX2" fmla="*/ 2407908 w 2608668"/>
                  <a:gd name="connsiteY2" fmla="*/ 466587 h 740642"/>
                  <a:gd name="connsiteX3" fmla="*/ 1992273 w 2608668"/>
                  <a:gd name="connsiteY3" fmla="*/ 465284 h 740642"/>
                  <a:gd name="connsiteX4" fmla="*/ 2179309 w 2608668"/>
                  <a:gd name="connsiteY4" fmla="*/ 569191 h 740642"/>
                  <a:gd name="connsiteX5" fmla="*/ 459614 w 2608668"/>
                  <a:gd name="connsiteY5" fmla="*/ 740642 h 740642"/>
                  <a:gd name="connsiteX6" fmla="*/ 662236 w 2608668"/>
                  <a:gd name="connsiteY6" fmla="*/ 574387 h 740642"/>
                  <a:gd name="connsiteX7" fmla="*/ 165112 w 2608668"/>
                  <a:gd name="connsiteY7" fmla="*/ 658819 h 740642"/>
                  <a:gd name="connsiteX8" fmla="*/ 81984 w 2608668"/>
                  <a:gd name="connsiteY8" fmla="*/ 314615 h 740642"/>
                  <a:gd name="connsiteX0" fmla="*/ 81984 w 2608668"/>
                  <a:gd name="connsiteY0" fmla="*/ 314615 h 740642"/>
                  <a:gd name="connsiteX1" fmla="*/ 2392324 w 2608668"/>
                  <a:gd name="connsiteY1" fmla="*/ 54841 h 740642"/>
                  <a:gd name="connsiteX2" fmla="*/ 2407908 w 2608668"/>
                  <a:gd name="connsiteY2" fmla="*/ 466587 h 740642"/>
                  <a:gd name="connsiteX3" fmla="*/ 1992273 w 2608668"/>
                  <a:gd name="connsiteY3" fmla="*/ 465284 h 740642"/>
                  <a:gd name="connsiteX4" fmla="*/ 2179309 w 2608668"/>
                  <a:gd name="connsiteY4" fmla="*/ 569191 h 740642"/>
                  <a:gd name="connsiteX5" fmla="*/ 459614 w 2608668"/>
                  <a:gd name="connsiteY5" fmla="*/ 740642 h 740642"/>
                  <a:gd name="connsiteX6" fmla="*/ 662236 w 2608668"/>
                  <a:gd name="connsiteY6" fmla="*/ 574387 h 740642"/>
                  <a:gd name="connsiteX7" fmla="*/ 165112 w 2608668"/>
                  <a:gd name="connsiteY7" fmla="*/ 658819 h 740642"/>
                  <a:gd name="connsiteX8" fmla="*/ 81984 w 2608668"/>
                  <a:gd name="connsiteY8" fmla="*/ 314615 h 740642"/>
                  <a:gd name="connsiteX0" fmla="*/ 81984 w 2608668"/>
                  <a:gd name="connsiteY0" fmla="*/ 314615 h 740642"/>
                  <a:gd name="connsiteX1" fmla="*/ 2392324 w 2608668"/>
                  <a:gd name="connsiteY1" fmla="*/ 54841 h 740642"/>
                  <a:gd name="connsiteX2" fmla="*/ 2407908 w 2608668"/>
                  <a:gd name="connsiteY2" fmla="*/ 466587 h 740642"/>
                  <a:gd name="connsiteX3" fmla="*/ 1992273 w 2608668"/>
                  <a:gd name="connsiteY3" fmla="*/ 465284 h 740642"/>
                  <a:gd name="connsiteX4" fmla="*/ 2179309 w 2608668"/>
                  <a:gd name="connsiteY4" fmla="*/ 569191 h 740642"/>
                  <a:gd name="connsiteX5" fmla="*/ 459614 w 2608668"/>
                  <a:gd name="connsiteY5" fmla="*/ 740642 h 740642"/>
                  <a:gd name="connsiteX6" fmla="*/ 662236 w 2608668"/>
                  <a:gd name="connsiteY6" fmla="*/ 574387 h 740642"/>
                  <a:gd name="connsiteX7" fmla="*/ 165112 w 2608668"/>
                  <a:gd name="connsiteY7" fmla="*/ 658819 h 740642"/>
                  <a:gd name="connsiteX8" fmla="*/ 81984 w 2608668"/>
                  <a:gd name="connsiteY8" fmla="*/ 314615 h 740642"/>
                  <a:gd name="connsiteX0" fmla="*/ 81984 w 2608668"/>
                  <a:gd name="connsiteY0" fmla="*/ 314615 h 766870"/>
                  <a:gd name="connsiteX1" fmla="*/ 2392324 w 2608668"/>
                  <a:gd name="connsiteY1" fmla="*/ 54841 h 766870"/>
                  <a:gd name="connsiteX2" fmla="*/ 2407908 w 2608668"/>
                  <a:gd name="connsiteY2" fmla="*/ 466587 h 766870"/>
                  <a:gd name="connsiteX3" fmla="*/ 1992273 w 2608668"/>
                  <a:gd name="connsiteY3" fmla="*/ 465284 h 766870"/>
                  <a:gd name="connsiteX4" fmla="*/ 2179309 w 2608668"/>
                  <a:gd name="connsiteY4" fmla="*/ 569191 h 766870"/>
                  <a:gd name="connsiteX5" fmla="*/ 456718 w 2608668"/>
                  <a:gd name="connsiteY5" fmla="*/ 766871 h 766870"/>
                  <a:gd name="connsiteX6" fmla="*/ 662236 w 2608668"/>
                  <a:gd name="connsiteY6" fmla="*/ 574387 h 766870"/>
                  <a:gd name="connsiteX7" fmla="*/ 165112 w 2608668"/>
                  <a:gd name="connsiteY7" fmla="*/ 658819 h 766870"/>
                  <a:gd name="connsiteX8" fmla="*/ 81984 w 2608668"/>
                  <a:gd name="connsiteY8" fmla="*/ 314615 h 766870"/>
                  <a:gd name="connsiteX0" fmla="*/ 81984 w 2608668"/>
                  <a:gd name="connsiteY0" fmla="*/ 314615 h 766870"/>
                  <a:gd name="connsiteX1" fmla="*/ 2392324 w 2608668"/>
                  <a:gd name="connsiteY1" fmla="*/ 54841 h 766870"/>
                  <a:gd name="connsiteX2" fmla="*/ 2407908 w 2608668"/>
                  <a:gd name="connsiteY2" fmla="*/ 466587 h 766870"/>
                  <a:gd name="connsiteX3" fmla="*/ 1992273 w 2608668"/>
                  <a:gd name="connsiteY3" fmla="*/ 465284 h 766870"/>
                  <a:gd name="connsiteX4" fmla="*/ 2179309 w 2608668"/>
                  <a:gd name="connsiteY4" fmla="*/ 569191 h 766870"/>
                  <a:gd name="connsiteX5" fmla="*/ 456718 w 2608668"/>
                  <a:gd name="connsiteY5" fmla="*/ 766871 h 766870"/>
                  <a:gd name="connsiteX6" fmla="*/ 662236 w 2608668"/>
                  <a:gd name="connsiteY6" fmla="*/ 574387 h 766870"/>
                  <a:gd name="connsiteX7" fmla="*/ 165112 w 2608668"/>
                  <a:gd name="connsiteY7" fmla="*/ 658819 h 766870"/>
                  <a:gd name="connsiteX8" fmla="*/ 81984 w 2608668"/>
                  <a:gd name="connsiteY8" fmla="*/ 314615 h 766870"/>
                  <a:gd name="connsiteX0" fmla="*/ 81984 w 2608668"/>
                  <a:gd name="connsiteY0" fmla="*/ 314615 h 766870"/>
                  <a:gd name="connsiteX1" fmla="*/ 2392324 w 2608668"/>
                  <a:gd name="connsiteY1" fmla="*/ 54841 h 766870"/>
                  <a:gd name="connsiteX2" fmla="*/ 2407908 w 2608668"/>
                  <a:gd name="connsiteY2" fmla="*/ 466587 h 766870"/>
                  <a:gd name="connsiteX3" fmla="*/ 1992273 w 2608668"/>
                  <a:gd name="connsiteY3" fmla="*/ 465284 h 766870"/>
                  <a:gd name="connsiteX4" fmla="*/ 2179309 w 2608668"/>
                  <a:gd name="connsiteY4" fmla="*/ 569191 h 766870"/>
                  <a:gd name="connsiteX5" fmla="*/ 456718 w 2608668"/>
                  <a:gd name="connsiteY5" fmla="*/ 766871 h 766870"/>
                  <a:gd name="connsiteX6" fmla="*/ 662236 w 2608668"/>
                  <a:gd name="connsiteY6" fmla="*/ 574387 h 766870"/>
                  <a:gd name="connsiteX7" fmla="*/ 165112 w 2608668"/>
                  <a:gd name="connsiteY7" fmla="*/ 658819 h 766870"/>
                  <a:gd name="connsiteX8" fmla="*/ 81984 w 2608668"/>
                  <a:gd name="connsiteY8" fmla="*/ 314615 h 766870"/>
                  <a:gd name="connsiteX0" fmla="*/ 81984 w 2608668"/>
                  <a:gd name="connsiteY0" fmla="*/ 314615 h 766870"/>
                  <a:gd name="connsiteX1" fmla="*/ 2392324 w 2608668"/>
                  <a:gd name="connsiteY1" fmla="*/ 54841 h 766870"/>
                  <a:gd name="connsiteX2" fmla="*/ 2407908 w 2608668"/>
                  <a:gd name="connsiteY2" fmla="*/ 466587 h 766870"/>
                  <a:gd name="connsiteX3" fmla="*/ 1992273 w 2608668"/>
                  <a:gd name="connsiteY3" fmla="*/ 465284 h 766870"/>
                  <a:gd name="connsiteX4" fmla="*/ 2179309 w 2608668"/>
                  <a:gd name="connsiteY4" fmla="*/ 569191 h 766870"/>
                  <a:gd name="connsiteX5" fmla="*/ 2142522 w 2608668"/>
                  <a:gd name="connsiteY5" fmla="*/ 588033 h 766870"/>
                  <a:gd name="connsiteX6" fmla="*/ 456718 w 2608668"/>
                  <a:gd name="connsiteY6" fmla="*/ 766871 h 766870"/>
                  <a:gd name="connsiteX7" fmla="*/ 662236 w 2608668"/>
                  <a:gd name="connsiteY7" fmla="*/ 574387 h 766870"/>
                  <a:gd name="connsiteX8" fmla="*/ 165112 w 2608668"/>
                  <a:gd name="connsiteY8" fmla="*/ 658819 h 766870"/>
                  <a:gd name="connsiteX9" fmla="*/ 81984 w 2608668"/>
                  <a:gd name="connsiteY9" fmla="*/ 314615 h 766870"/>
                  <a:gd name="connsiteX0" fmla="*/ 81984 w 2608668"/>
                  <a:gd name="connsiteY0" fmla="*/ 314615 h 766870"/>
                  <a:gd name="connsiteX1" fmla="*/ 2392324 w 2608668"/>
                  <a:gd name="connsiteY1" fmla="*/ 54841 h 766870"/>
                  <a:gd name="connsiteX2" fmla="*/ 2407908 w 2608668"/>
                  <a:gd name="connsiteY2" fmla="*/ 466587 h 766870"/>
                  <a:gd name="connsiteX3" fmla="*/ 1992273 w 2608668"/>
                  <a:gd name="connsiteY3" fmla="*/ 465284 h 766870"/>
                  <a:gd name="connsiteX4" fmla="*/ 2179309 w 2608668"/>
                  <a:gd name="connsiteY4" fmla="*/ 569191 h 766870"/>
                  <a:gd name="connsiteX5" fmla="*/ 2150694 w 2608668"/>
                  <a:gd name="connsiteY5" fmla="*/ 610172 h 766870"/>
                  <a:gd name="connsiteX6" fmla="*/ 456718 w 2608668"/>
                  <a:gd name="connsiteY6" fmla="*/ 766871 h 766870"/>
                  <a:gd name="connsiteX7" fmla="*/ 662236 w 2608668"/>
                  <a:gd name="connsiteY7" fmla="*/ 574387 h 766870"/>
                  <a:gd name="connsiteX8" fmla="*/ 165112 w 2608668"/>
                  <a:gd name="connsiteY8" fmla="*/ 658819 h 766870"/>
                  <a:gd name="connsiteX9" fmla="*/ 81984 w 2608668"/>
                  <a:gd name="connsiteY9" fmla="*/ 314615 h 766870"/>
                  <a:gd name="connsiteX0" fmla="*/ 81984 w 2608668"/>
                  <a:gd name="connsiteY0" fmla="*/ 314615 h 766870"/>
                  <a:gd name="connsiteX1" fmla="*/ 2392324 w 2608668"/>
                  <a:gd name="connsiteY1" fmla="*/ 54841 h 766870"/>
                  <a:gd name="connsiteX2" fmla="*/ 2407908 w 2608668"/>
                  <a:gd name="connsiteY2" fmla="*/ 466587 h 766870"/>
                  <a:gd name="connsiteX3" fmla="*/ 1992273 w 2608668"/>
                  <a:gd name="connsiteY3" fmla="*/ 465284 h 766870"/>
                  <a:gd name="connsiteX4" fmla="*/ 2185439 w 2608668"/>
                  <a:gd name="connsiteY4" fmla="*/ 585797 h 766870"/>
                  <a:gd name="connsiteX5" fmla="*/ 2150694 w 2608668"/>
                  <a:gd name="connsiteY5" fmla="*/ 610172 h 766870"/>
                  <a:gd name="connsiteX6" fmla="*/ 456718 w 2608668"/>
                  <a:gd name="connsiteY6" fmla="*/ 766871 h 766870"/>
                  <a:gd name="connsiteX7" fmla="*/ 662236 w 2608668"/>
                  <a:gd name="connsiteY7" fmla="*/ 574387 h 766870"/>
                  <a:gd name="connsiteX8" fmla="*/ 165112 w 2608668"/>
                  <a:gd name="connsiteY8" fmla="*/ 658819 h 766870"/>
                  <a:gd name="connsiteX9" fmla="*/ 81984 w 2608668"/>
                  <a:gd name="connsiteY9" fmla="*/ 314615 h 766870"/>
                  <a:gd name="connsiteX0" fmla="*/ 81984 w 2608668"/>
                  <a:gd name="connsiteY0" fmla="*/ 314615 h 766870"/>
                  <a:gd name="connsiteX1" fmla="*/ 2392324 w 2608668"/>
                  <a:gd name="connsiteY1" fmla="*/ 54841 h 766870"/>
                  <a:gd name="connsiteX2" fmla="*/ 2407908 w 2608668"/>
                  <a:gd name="connsiteY2" fmla="*/ 466587 h 766870"/>
                  <a:gd name="connsiteX3" fmla="*/ 1992273 w 2608668"/>
                  <a:gd name="connsiteY3" fmla="*/ 465284 h 766870"/>
                  <a:gd name="connsiteX4" fmla="*/ 2185439 w 2608668"/>
                  <a:gd name="connsiteY4" fmla="*/ 585797 h 766870"/>
                  <a:gd name="connsiteX5" fmla="*/ 2150694 w 2608668"/>
                  <a:gd name="connsiteY5" fmla="*/ 610172 h 766870"/>
                  <a:gd name="connsiteX6" fmla="*/ 456718 w 2608668"/>
                  <a:gd name="connsiteY6" fmla="*/ 766871 h 766870"/>
                  <a:gd name="connsiteX7" fmla="*/ 662236 w 2608668"/>
                  <a:gd name="connsiteY7" fmla="*/ 574387 h 766870"/>
                  <a:gd name="connsiteX8" fmla="*/ 165112 w 2608668"/>
                  <a:gd name="connsiteY8" fmla="*/ 658819 h 766870"/>
                  <a:gd name="connsiteX9" fmla="*/ 81984 w 2608668"/>
                  <a:gd name="connsiteY9" fmla="*/ 314615 h 766870"/>
                  <a:gd name="connsiteX0" fmla="*/ 81984 w 2608668"/>
                  <a:gd name="connsiteY0" fmla="*/ 314615 h 766870"/>
                  <a:gd name="connsiteX1" fmla="*/ 2392324 w 2608668"/>
                  <a:gd name="connsiteY1" fmla="*/ 54841 h 766870"/>
                  <a:gd name="connsiteX2" fmla="*/ 2407908 w 2608668"/>
                  <a:gd name="connsiteY2" fmla="*/ 466587 h 766870"/>
                  <a:gd name="connsiteX3" fmla="*/ 1992273 w 2608668"/>
                  <a:gd name="connsiteY3" fmla="*/ 465284 h 766870"/>
                  <a:gd name="connsiteX4" fmla="*/ 2185439 w 2608668"/>
                  <a:gd name="connsiteY4" fmla="*/ 585797 h 766870"/>
                  <a:gd name="connsiteX5" fmla="*/ 2150694 w 2608668"/>
                  <a:gd name="connsiteY5" fmla="*/ 610172 h 766870"/>
                  <a:gd name="connsiteX6" fmla="*/ 456718 w 2608668"/>
                  <a:gd name="connsiteY6" fmla="*/ 766871 h 766870"/>
                  <a:gd name="connsiteX7" fmla="*/ 662236 w 2608668"/>
                  <a:gd name="connsiteY7" fmla="*/ 574387 h 766870"/>
                  <a:gd name="connsiteX8" fmla="*/ 165112 w 2608668"/>
                  <a:gd name="connsiteY8" fmla="*/ 658819 h 766870"/>
                  <a:gd name="connsiteX9" fmla="*/ 81984 w 2608668"/>
                  <a:gd name="connsiteY9" fmla="*/ 314615 h 766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08668" h="766870">
                    <a:moveTo>
                      <a:pt x="81984" y="314615"/>
                    </a:moveTo>
                    <a:cubicBezTo>
                      <a:pt x="507466" y="35792"/>
                      <a:pt x="1951257" y="-76777"/>
                      <a:pt x="2392324" y="54841"/>
                    </a:cubicBezTo>
                    <a:cubicBezTo>
                      <a:pt x="2697123" y="112425"/>
                      <a:pt x="2659021" y="393415"/>
                      <a:pt x="2407908" y="466587"/>
                    </a:cubicBezTo>
                    <a:lnTo>
                      <a:pt x="1992273" y="465284"/>
                    </a:lnTo>
                    <a:cubicBezTo>
                      <a:pt x="2061602" y="484765"/>
                      <a:pt x="2148134" y="516760"/>
                      <a:pt x="2185439" y="585797"/>
                    </a:cubicBezTo>
                    <a:cubicBezTo>
                      <a:pt x="2172978" y="585862"/>
                      <a:pt x="2163155" y="610107"/>
                      <a:pt x="2150694" y="610172"/>
                    </a:cubicBezTo>
                    <a:lnTo>
                      <a:pt x="456718" y="766871"/>
                    </a:lnTo>
                    <a:cubicBezTo>
                      <a:pt x="470357" y="703184"/>
                      <a:pt x="594696" y="629803"/>
                      <a:pt x="662236" y="574387"/>
                    </a:cubicBezTo>
                    <a:cubicBezTo>
                      <a:pt x="468819" y="626776"/>
                      <a:pt x="275402" y="694751"/>
                      <a:pt x="165112" y="658819"/>
                    </a:cubicBezTo>
                    <a:cubicBezTo>
                      <a:pt x="59472" y="647993"/>
                      <a:pt x="-98126" y="512477"/>
                      <a:pt x="81984" y="314615"/>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sp>
            <p:nvSpPr>
              <p:cNvPr id="164" name="Rectangle 4"/>
              <p:cNvSpPr/>
              <p:nvPr/>
            </p:nvSpPr>
            <p:spPr>
              <a:xfrm rot="3220000">
                <a:off x="2969885" y="2939532"/>
                <a:ext cx="272435" cy="253947"/>
              </a:xfrm>
              <a:custGeom>
                <a:avLst/>
                <a:gdLst>
                  <a:gd name="connsiteX0" fmla="*/ 0 w 731044"/>
                  <a:gd name="connsiteY0" fmla="*/ 0 h 697706"/>
                  <a:gd name="connsiteX1" fmla="*/ 731044 w 731044"/>
                  <a:gd name="connsiteY1" fmla="*/ 0 h 697706"/>
                  <a:gd name="connsiteX2" fmla="*/ 731044 w 731044"/>
                  <a:gd name="connsiteY2" fmla="*/ 697706 h 697706"/>
                  <a:gd name="connsiteX3" fmla="*/ 0 w 731044"/>
                  <a:gd name="connsiteY3" fmla="*/ 697706 h 697706"/>
                  <a:gd name="connsiteX4" fmla="*/ 0 w 731044"/>
                  <a:gd name="connsiteY4" fmla="*/ 0 h 697706"/>
                  <a:gd name="connsiteX0" fmla="*/ 92869 w 731044"/>
                  <a:gd name="connsiteY0" fmla="*/ 507206 h 697706"/>
                  <a:gd name="connsiteX1" fmla="*/ 731044 w 731044"/>
                  <a:gd name="connsiteY1" fmla="*/ 0 h 697706"/>
                  <a:gd name="connsiteX2" fmla="*/ 731044 w 731044"/>
                  <a:gd name="connsiteY2" fmla="*/ 697706 h 697706"/>
                  <a:gd name="connsiteX3" fmla="*/ 0 w 731044"/>
                  <a:gd name="connsiteY3" fmla="*/ 697706 h 697706"/>
                  <a:gd name="connsiteX4" fmla="*/ 92869 w 731044"/>
                  <a:gd name="connsiteY4" fmla="*/ 507206 h 697706"/>
                  <a:gd name="connsiteX0" fmla="*/ 92869 w 731044"/>
                  <a:gd name="connsiteY0" fmla="*/ 314325 h 504825"/>
                  <a:gd name="connsiteX1" fmla="*/ 454819 w 731044"/>
                  <a:gd name="connsiteY1" fmla="*/ 0 h 504825"/>
                  <a:gd name="connsiteX2" fmla="*/ 731044 w 731044"/>
                  <a:gd name="connsiteY2" fmla="*/ 504825 h 504825"/>
                  <a:gd name="connsiteX3" fmla="*/ 0 w 731044"/>
                  <a:gd name="connsiteY3" fmla="*/ 504825 h 504825"/>
                  <a:gd name="connsiteX4" fmla="*/ 92869 w 731044"/>
                  <a:gd name="connsiteY4" fmla="*/ 314325 h 504825"/>
                  <a:gd name="connsiteX0" fmla="*/ 92869 w 650082"/>
                  <a:gd name="connsiteY0" fmla="*/ 314325 h 504825"/>
                  <a:gd name="connsiteX1" fmla="*/ 454819 w 650082"/>
                  <a:gd name="connsiteY1" fmla="*/ 0 h 504825"/>
                  <a:gd name="connsiteX2" fmla="*/ 650082 w 650082"/>
                  <a:gd name="connsiteY2" fmla="*/ 219075 h 504825"/>
                  <a:gd name="connsiteX3" fmla="*/ 0 w 650082"/>
                  <a:gd name="connsiteY3" fmla="*/ 504825 h 504825"/>
                  <a:gd name="connsiteX4" fmla="*/ 92869 w 650082"/>
                  <a:gd name="connsiteY4" fmla="*/ 314325 h 504825"/>
                  <a:gd name="connsiteX0" fmla="*/ 92869 w 689668"/>
                  <a:gd name="connsiteY0" fmla="*/ 314325 h 504825"/>
                  <a:gd name="connsiteX1" fmla="*/ 454819 w 689668"/>
                  <a:gd name="connsiteY1" fmla="*/ 0 h 504825"/>
                  <a:gd name="connsiteX2" fmla="*/ 650082 w 689668"/>
                  <a:gd name="connsiteY2" fmla="*/ 219075 h 504825"/>
                  <a:gd name="connsiteX3" fmla="*/ 0 w 689668"/>
                  <a:gd name="connsiteY3" fmla="*/ 504825 h 504825"/>
                  <a:gd name="connsiteX4" fmla="*/ 92869 w 689668"/>
                  <a:gd name="connsiteY4" fmla="*/ 314325 h 504825"/>
                  <a:gd name="connsiteX0" fmla="*/ 92869 w 690173"/>
                  <a:gd name="connsiteY0" fmla="*/ 302418 h 492918"/>
                  <a:gd name="connsiteX1" fmla="*/ 459581 w 690173"/>
                  <a:gd name="connsiteY1" fmla="*/ 0 h 492918"/>
                  <a:gd name="connsiteX2" fmla="*/ 650082 w 690173"/>
                  <a:gd name="connsiteY2" fmla="*/ 207168 h 492918"/>
                  <a:gd name="connsiteX3" fmla="*/ 0 w 690173"/>
                  <a:gd name="connsiteY3" fmla="*/ 492918 h 492918"/>
                  <a:gd name="connsiteX4" fmla="*/ 92869 w 690173"/>
                  <a:gd name="connsiteY4" fmla="*/ 302418 h 492918"/>
                  <a:gd name="connsiteX0" fmla="*/ 92869 w 690173"/>
                  <a:gd name="connsiteY0" fmla="*/ 302418 h 492918"/>
                  <a:gd name="connsiteX1" fmla="*/ 459581 w 690173"/>
                  <a:gd name="connsiteY1" fmla="*/ 0 h 492918"/>
                  <a:gd name="connsiteX2" fmla="*/ 650082 w 690173"/>
                  <a:gd name="connsiteY2" fmla="*/ 207168 h 492918"/>
                  <a:gd name="connsiteX3" fmla="*/ 0 w 690173"/>
                  <a:gd name="connsiteY3" fmla="*/ 492918 h 492918"/>
                  <a:gd name="connsiteX4" fmla="*/ 92869 w 690173"/>
                  <a:gd name="connsiteY4" fmla="*/ 302418 h 492918"/>
                  <a:gd name="connsiteX0" fmla="*/ 92869 w 702970"/>
                  <a:gd name="connsiteY0" fmla="*/ 359701 h 550201"/>
                  <a:gd name="connsiteX1" fmla="*/ 459581 w 702970"/>
                  <a:gd name="connsiteY1" fmla="*/ 57283 h 550201"/>
                  <a:gd name="connsiteX2" fmla="*/ 650082 w 702970"/>
                  <a:gd name="connsiteY2" fmla="*/ 264451 h 550201"/>
                  <a:gd name="connsiteX3" fmla="*/ 0 w 702970"/>
                  <a:gd name="connsiteY3" fmla="*/ 550201 h 550201"/>
                  <a:gd name="connsiteX4" fmla="*/ 92869 w 702970"/>
                  <a:gd name="connsiteY4" fmla="*/ 359701 h 550201"/>
                  <a:gd name="connsiteX0" fmla="*/ 92869 w 706874"/>
                  <a:gd name="connsiteY0" fmla="*/ 347179 h 537679"/>
                  <a:gd name="connsiteX1" fmla="*/ 459581 w 706874"/>
                  <a:gd name="connsiteY1" fmla="*/ 44761 h 537679"/>
                  <a:gd name="connsiteX2" fmla="*/ 650082 w 706874"/>
                  <a:gd name="connsiteY2" fmla="*/ 251929 h 537679"/>
                  <a:gd name="connsiteX3" fmla="*/ 0 w 706874"/>
                  <a:gd name="connsiteY3" fmla="*/ 537679 h 537679"/>
                  <a:gd name="connsiteX4" fmla="*/ 92869 w 706874"/>
                  <a:gd name="connsiteY4" fmla="*/ 347179 h 537679"/>
                  <a:gd name="connsiteX0" fmla="*/ 92869 w 705065"/>
                  <a:gd name="connsiteY0" fmla="*/ 353475 h 543975"/>
                  <a:gd name="connsiteX1" fmla="*/ 450056 w 705065"/>
                  <a:gd name="connsiteY1" fmla="*/ 43913 h 543975"/>
                  <a:gd name="connsiteX2" fmla="*/ 650082 w 705065"/>
                  <a:gd name="connsiteY2" fmla="*/ 258225 h 543975"/>
                  <a:gd name="connsiteX3" fmla="*/ 0 w 705065"/>
                  <a:gd name="connsiteY3" fmla="*/ 543975 h 543975"/>
                  <a:gd name="connsiteX4" fmla="*/ 92869 w 705065"/>
                  <a:gd name="connsiteY4" fmla="*/ 353475 h 543975"/>
                  <a:gd name="connsiteX0" fmla="*/ 92869 w 738325"/>
                  <a:gd name="connsiteY0" fmla="*/ 357004 h 547504"/>
                  <a:gd name="connsiteX1" fmla="*/ 450056 w 738325"/>
                  <a:gd name="connsiteY1" fmla="*/ 47442 h 547504"/>
                  <a:gd name="connsiteX2" fmla="*/ 650082 w 738325"/>
                  <a:gd name="connsiteY2" fmla="*/ 261754 h 547504"/>
                  <a:gd name="connsiteX3" fmla="*/ 0 w 738325"/>
                  <a:gd name="connsiteY3" fmla="*/ 547504 h 547504"/>
                  <a:gd name="connsiteX4" fmla="*/ 92869 w 738325"/>
                  <a:gd name="connsiteY4" fmla="*/ 357004 h 547504"/>
                  <a:gd name="connsiteX0" fmla="*/ 92869 w 734198"/>
                  <a:gd name="connsiteY0" fmla="*/ 366816 h 557316"/>
                  <a:gd name="connsiteX1" fmla="*/ 450056 w 734198"/>
                  <a:gd name="connsiteY1" fmla="*/ 57254 h 557316"/>
                  <a:gd name="connsiteX2" fmla="*/ 650082 w 734198"/>
                  <a:gd name="connsiteY2" fmla="*/ 271566 h 557316"/>
                  <a:gd name="connsiteX3" fmla="*/ 0 w 734198"/>
                  <a:gd name="connsiteY3" fmla="*/ 557316 h 557316"/>
                  <a:gd name="connsiteX4" fmla="*/ 92869 w 734198"/>
                  <a:gd name="connsiteY4" fmla="*/ 366816 h 557316"/>
                  <a:gd name="connsiteX0" fmla="*/ 92869 w 736225"/>
                  <a:gd name="connsiteY0" fmla="*/ 366816 h 557316"/>
                  <a:gd name="connsiteX1" fmla="*/ 450056 w 736225"/>
                  <a:gd name="connsiteY1" fmla="*/ 57254 h 557316"/>
                  <a:gd name="connsiteX2" fmla="*/ 650082 w 736225"/>
                  <a:gd name="connsiteY2" fmla="*/ 271566 h 557316"/>
                  <a:gd name="connsiteX3" fmla="*/ 0 w 736225"/>
                  <a:gd name="connsiteY3" fmla="*/ 557316 h 557316"/>
                  <a:gd name="connsiteX4" fmla="*/ 92869 w 736225"/>
                  <a:gd name="connsiteY4" fmla="*/ 366816 h 557316"/>
                  <a:gd name="connsiteX0" fmla="*/ 92869 w 757544"/>
                  <a:gd name="connsiteY0" fmla="*/ 364191 h 554691"/>
                  <a:gd name="connsiteX1" fmla="*/ 450056 w 757544"/>
                  <a:gd name="connsiteY1" fmla="*/ 54629 h 554691"/>
                  <a:gd name="connsiteX2" fmla="*/ 676276 w 757544"/>
                  <a:gd name="connsiteY2" fmla="*/ 287991 h 554691"/>
                  <a:gd name="connsiteX3" fmla="*/ 0 w 757544"/>
                  <a:gd name="connsiteY3" fmla="*/ 554691 h 554691"/>
                  <a:gd name="connsiteX4" fmla="*/ 92869 w 757544"/>
                  <a:gd name="connsiteY4" fmla="*/ 364191 h 554691"/>
                  <a:gd name="connsiteX0" fmla="*/ 92869 w 756519"/>
                  <a:gd name="connsiteY0" fmla="*/ 364477 h 554977"/>
                  <a:gd name="connsiteX1" fmla="*/ 450056 w 756519"/>
                  <a:gd name="connsiteY1" fmla="*/ 54915 h 554977"/>
                  <a:gd name="connsiteX2" fmla="*/ 676276 w 756519"/>
                  <a:gd name="connsiteY2" fmla="*/ 288277 h 554977"/>
                  <a:gd name="connsiteX3" fmla="*/ 0 w 756519"/>
                  <a:gd name="connsiteY3" fmla="*/ 554977 h 554977"/>
                  <a:gd name="connsiteX4" fmla="*/ 92869 w 756519"/>
                  <a:gd name="connsiteY4" fmla="*/ 364477 h 554977"/>
                  <a:gd name="connsiteX0" fmla="*/ 92869 w 758034"/>
                  <a:gd name="connsiteY0" fmla="*/ 369357 h 559857"/>
                  <a:gd name="connsiteX1" fmla="*/ 450056 w 758034"/>
                  <a:gd name="connsiteY1" fmla="*/ 59795 h 559857"/>
                  <a:gd name="connsiteX2" fmla="*/ 676276 w 758034"/>
                  <a:gd name="connsiteY2" fmla="*/ 293157 h 559857"/>
                  <a:gd name="connsiteX3" fmla="*/ 0 w 758034"/>
                  <a:gd name="connsiteY3" fmla="*/ 559857 h 559857"/>
                  <a:gd name="connsiteX4" fmla="*/ 92869 w 758034"/>
                  <a:gd name="connsiteY4" fmla="*/ 369357 h 559857"/>
                  <a:gd name="connsiteX0" fmla="*/ 0 w 665165"/>
                  <a:gd name="connsiteY0" fmla="*/ 369357 h 521757"/>
                  <a:gd name="connsiteX1" fmla="*/ 357187 w 665165"/>
                  <a:gd name="connsiteY1" fmla="*/ 59795 h 521757"/>
                  <a:gd name="connsiteX2" fmla="*/ 583407 w 665165"/>
                  <a:gd name="connsiteY2" fmla="*/ 293157 h 521757"/>
                  <a:gd name="connsiteX3" fmla="*/ 138112 w 665165"/>
                  <a:gd name="connsiteY3" fmla="*/ 521757 h 521757"/>
                  <a:gd name="connsiteX4" fmla="*/ 0 w 665165"/>
                  <a:gd name="connsiteY4" fmla="*/ 369357 h 521757"/>
                  <a:gd name="connsiteX0" fmla="*/ 0 w 665165"/>
                  <a:gd name="connsiteY0" fmla="*/ 369357 h 533663"/>
                  <a:gd name="connsiteX1" fmla="*/ 357187 w 665165"/>
                  <a:gd name="connsiteY1" fmla="*/ 59795 h 533663"/>
                  <a:gd name="connsiteX2" fmla="*/ 583407 w 665165"/>
                  <a:gd name="connsiteY2" fmla="*/ 293157 h 533663"/>
                  <a:gd name="connsiteX3" fmla="*/ 154781 w 665165"/>
                  <a:gd name="connsiteY3" fmla="*/ 533663 h 533663"/>
                  <a:gd name="connsiteX4" fmla="*/ 0 w 665165"/>
                  <a:gd name="connsiteY4" fmla="*/ 369357 h 533663"/>
                  <a:gd name="connsiteX0" fmla="*/ 0 w 665165"/>
                  <a:gd name="connsiteY0" fmla="*/ 369357 h 543188"/>
                  <a:gd name="connsiteX1" fmla="*/ 357187 w 665165"/>
                  <a:gd name="connsiteY1" fmla="*/ 59795 h 543188"/>
                  <a:gd name="connsiteX2" fmla="*/ 583407 w 665165"/>
                  <a:gd name="connsiteY2" fmla="*/ 293157 h 543188"/>
                  <a:gd name="connsiteX3" fmla="*/ 154781 w 665165"/>
                  <a:gd name="connsiteY3" fmla="*/ 543188 h 543188"/>
                  <a:gd name="connsiteX4" fmla="*/ 0 w 665165"/>
                  <a:gd name="connsiteY4" fmla="*/ 369357 h 543188"/>
                  <a:gd name="connsiteX0" fmla="*/ 403 w 665568"/>
                  <a:gd name="connsiteY0" fmla="*/ 369357 h 543188"/>
                  <a:gd name="connsiteX1" fmla="*/ 357590 w 665568"/>
                  <a:gd name="connsiteY1" fmla="*/ 59795 h 543188"/>
                  <a:gd name="connsiteX2" fmla="*/ 583810 w 665568"/>
                  <a:gd name="connsiteY2" fmla="*/ 293157 h 543188"/>
                  <a:gd name="connsiteX3" fmla="*/ 155184 w 665568"/>
                  <a:gd name="connsiteY3" fmla="*/ 543188 h 543188"/>
                  <a:gd name="connsiteX4" fmla="*/ 403 w 665568"/>
                  <a:gd name="connsiteY4" fmla="*/ 369357 h 543188"/>
                  <a:gd name="connsiteX0" fmla="*/ 2012 w 667177"/>
                  <a:gd name="connsiteY0" fmla="*/ 369357 h 546530"/>
                  <a:gd name="connsiteX1" fmla="*/ 359199 w 667177"/>
                  <a:gd name="connsiteY1" fmla="*/ 59795 h 546530"/>
                  <a:gd name="connsiteX2" fmla="*/ 585419 w 667177"/>
                  <a:gd name="connsiteY2" fmla="*/ 293157 h 546530"/>
                  <a:gd name="connsiteX3" fmla="*/ 156793 w 667177"/>
                  <a:gd name="connsiteY3" fmla="*/ 543188 h 546530"/>
                  <a:gd name="connsiteX4" fmla="*/ 2012 w 667177"/>
                  <a:gd name="connsiteY4" fmla="*/ 369357 h 546530"/>
                  <a:gd name="connsiteX0" fmla="*/ 2012 w 667177"/>
                  <a:gd name="connsiteY0" fmla="*/ 369357 h 546530"/>
                  <a:gd name="connsiteX1" fmla="*/ 359199 w 667177"/>
                  <a:gd name="connsiteY1" fmla="*/ 59795 h 546530"/>
                  <a:gd name="connsiteX2" fmla="*/ 585419 w 667177"/>
                  <a:gd name="connsiteY2" fmla="*/ 293157 h 546530"/>
                  <a:gd name="connsiteX3" fmla="*/ 156793 w 667177"/>
                  <a:gd name="connsiteY3" fmla="*/ 543188 h 546530"/>
                  <a:gd name="connsiteX4" fmla="*/ 2012 w 667177"/>
                  <a:gd name="connsiteY4" fmla="*/ 369357 h 546530"/>
                  <a:gd name="connsiteX0" fmla="*/ 14922 w 680087"/>
                  <a:gd name="connsiteY0" fmla="*/ 369357 h 545428"/>
                  <a:gd name="connsiteX1" fmla="*/ 372109 w 680087"/>
                  <a:gd name="connsiteY1" fmla="*/ 59795 h 545428"/>
                  <a:gd name="connsiteX2" fmla="*/ 598329 w 680087"/>
                  <a:gd name="connsiteY2" fmla="*/ 293157 h 545428"/>
                  <a:gd name="connsiteX3" fmla="*/ 169703 w 680087"/>
                  <a:gd name="connsiteY3" fmla="*/ 543188 h 545428"/>
                  <a:gd name="connsiteX4" fmla="*/ 14922 w 680087"/>
                  <a:gd name="connsiteY4" fmla="*/ 369357 h 545428"/>
                  <a:gd name="connsiteX0" fmla="*/ 13366 w 678531"/>
                  <a:gd name="connsiteY0" fmla="*/ 369357 h 554814"/>
                  <a:gd name="connsiteX1" fmla="*/ 370553 w 678531"/>
                  <a:gd name="connsiteY1" fmla="*/ 59795 h 554814"/>
                  <a:gd name="connsiteX2" fmla="*/ 596773 w 678531"/>
                  <a:gd name="connsiteY2" fmla="*/ 293157 h 554814"/>
                  <a:gd name="connsiteX3" fmla="*/ 180054 w 678531"/>
                  <a:gd name="connsiteY3" fmla="*/ 552713 h 554814"/>
                  <a:gd name="connsiteX4" fmla="*/ 13366 w 678531"/>
                  <a:gd name="connsiteY4" fmla="*/ 369357 h 554814"/>
                  <a:gd name="connsiteX0" fmla="*/ 10389 w 675554"/>
                  <a:gd name="connsiteY0" fmla="*/ 369357 h 559513"/>
                  <a:gd name="connsiteX1" fmla="*/ 367576 w 675554"/>
                  <a:gd name="connsiteY1" fmla="*/ 59795 h 559513"/>
                  <a:gd name="connsiteX2" fmla="*/ 593796 w 675554"/>
                  <a:gd name="connsiteY2" fmla="*/ 293157 h 559513"/>
                  <a:gd name="connsiteX3" fmla="*/ 208033 w 675554"/>
                  <a:gd name="connsiteY3" fmla="*/ 557475 h 559513"/>
                  <a:gd name="connsiteX4" fmla="*/ 10389 w 675554"/>
                  <a:gd name="connsiteY4" fmla="*/ 369357 h 559513"/>
                  <a:gd name="connsiteX0" fmla="*/ 9895 w 675060"/>
                  <a:gd name="connsiteY0" fmla="*/ 369357 h 563100"/>
                  <a:gd name="connsiteX1" fmla="*/ 367082 w 675060"/>
                  <a:gd name="connsiteY1" fmla="*/ 59795 h 563100"/>
                  <a:gd name="connsiteX2" fmla="*/ 593302 w 675060"/>
                  <a:gd name="connsiteY2" fmla="*/ 293157 h 563100"/>
                  <a:gd name="connsiteX3" fmla="*/ 207539 w 675060"/>
                  <a:gd name="connsiteY3" fmla="*/ 557475 h 563100"/>
                  <a:gd name="connsiteX4" fmla="*/ 9895 w 675060"/>
                  <a:gd name="connsiteY4" fmla="*/ 369357 h 563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5060" h="563100">
                    <a:moveTo>
                      <a:pt x="9895" y="369357"/>
                    </a:moveTo>
                    <a:lnTo>
                      <a:pt x="367082" y="59795"/>
                    </a:lnTo>
                    <a:cubicBezTo>
                      <a:pt x="555994" y="-121972"/>
                      <a:pt x="806820" y="155838"/>
                      <a:pt x="593302" y="293157"/>
                    </a:cubicBezTo>
                    <a:lnTo>
                      <a:pt x="207539" y="557475"/>
                    </a:lnTo>
                    <a:cubicBezTo>
                      <a:pt x="60695" y="594781"/>
                      <a:pt x="-31379" y="436826"/>
                      <a:pt x="9895" y="369357"/>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sp>
            <p:nvSpPr>
              <p:cNvPr id="165" name="Rectangle 4"/>
              <p:cNvSpPr/>
              <p:nvPr/>
            </p:nvSpPr>
            <p:spPr>
              <a:xfrm rot="6615602">
                <a:off x="3315866" y="1853812"/>
                <a:ext cx="117288" cy="338060"/>
              </a:xfrm>
              <a:custGeom>
                <a:avLst/>
                <a:gdLst>
                  <a:gd name="connsiteX0" fmla="*/ 0 w 731044"/>
                  <a:gd name="connsiteY0" fmla="*/ 0 h 697706"/>
                  <a:gd name="connsiteX1" fmla="*/ 731044 w 731044"/>
                  <a:gd name="connsiteY1" fmla="*/ 0 h 697706"/>
                  <a:gd name="connsiteX2" fmla="*/ 731044 w 731044"/>
                  <a:gd name="connsiteY2" fmla="*/ 697706 h 697706"/>
                  <a:gd name="connsiteX3" fmla="*/ 0 w 731044"/>
                  <a:gd name="connsiteY3" fmla="*/ 697706 h 697706"/>
                  <a:gd name="connsiteX4" fmla="*/ 0 w 731044"/>
                  <a:gd name="connsiteY4" fmla="*/ 0 h 697706"/>
                  <a:gd name="connsiteX0" fmla="*/ 92869 w 731044"/>
                  <a:gd name="connsiteY0" fmla="*/ 507206 h 697706"/>
                  <a:gd name="connsiteX1" fmla="*/ 731044 w 731044"/>
                  <a:gd name="connsiteY1" fmla="*/ 0 h 697706"/>
                  <a:gd name="connsiteX2" fmla="*/ 731044 w 731044"/>
                  <a:gd name="connsiteY2" fmla="*/ 697706 h 697706"/>
                  <a:gd name="connsiteX3" fmla="*/ 0 w 731044"/>
                  <a:gd name="connsiteY3" fmla="*/ 697706 h 697706"/>
                  <a:gd name="connsiteX4" fmla="*/ 92869 w 731044"/>
                  <a:gd name="connsiteY4" fmla="*/ 507206 h 697706"/>
                  <a:gd name="connsiteX0" fmla="*/ 92869 w 731044"/>
                  <a:gd name="connsiteY0" fmla="*/ 314325 h 504825"/>
                  <a:gd name="connsiteX1" fmla="*/ 454819 w 731044"/>
                  <a:gd name="connsiteY1" fmla="*/ 0 h 504825"/>
                  <a:gd name="connsiteX2" fmla="*/ 731044 w 731044"/>
                  <a:gd name="connsiteY2" fmla="*/ 504825 h 504825"/>
                  <a:gd name="connsiteX3" fmla="*/ 0 w 731044"/>
                  <a:gd name="connsiteY3" fmla="*/ 504825 h 504825"/>
                  <a:gd name="connsiteX4" fmla="*/ 92869 w 731044"/>
                  <a:gd name="connsiteY4" fmla="*/ 314325 h 504825"/>
                  <a:gd name="connsiteX0" fmla="*/ 92869 w 650082"/>
                  <a:gd name="connsiteY0" fmla="*/ 314325 h 504825"/>
                  <a:gd name="connsiteX1" fmla="*/ 454819 w 650082"/>
                  <a:gd name="connsiteY1" fmla="*/ 0 h 504825"/>
                  <a:gd name="connsiteX2" fmla="*/ 650082 w 650082"/>
                  <a:gd name="connsiteY2" fmla="*/ 219075 h 504825"/>
                  <a:gd name="connsiteX3" fmla="*/ 0 w 650082"/>
                  <a:gd name="connsiteY3" fmla="*/ 504825 h 504825"/>
                  <a:gd name="connsiteX4" fmla="*/ 92869 w 650082"/>
                  <a:gd name="connsiteY4" fmla="*/ 314325 h 504825"/>
                  <a:gd name="connsiteX0" fmla="*/ 92869 w 689668"/>
                  <a:gd name="connsiteY0" fmla="*/ 314325 h 504825"/>
                  <a:gd name="connsiteX1" fmla="*/ 454819 w 689668"/>
                  <a:gd name="connsiteY1" fmla="*/ 0 h 504825"/>
                  <a:gd name="connsiteX2" fmla="*/ 650082 w 689668"/>
                  <a:gd name="connsiteY2" fmla="*/ 219075 h 504825"/>
                  <a:gd name="connsiteX3" fmla="*/ 0 w 689668"/>
                  <a:gd name="connsiteY3" fmla="*/ 504825 h 504825"/>
                  <a:gd name="connsiteX4" fmla="*/ 92869 w 689668"/>
                  <a:gd name="connsiteY4" fmla="*/ 314325 h 504825"/>
                  <a:gd name="connsiteX0" fmla="*/ 92869 w 690173"/>
                  <a:gd name="connsiteY0" fmla="*/ 302418 h 492918"/>
                  <a:gd name="connsiteX1" fmla="*/ 459581 w 690173"/>
                  <a:gd name="connsiteY1" fmla="*/ 0 h 492918"/>
                  <a:gd name="connsiteX2" fmla="*/ 650082 w 690173"/>
                  <a:gd name="connsiteY2" fmla="*/ 207168 h 492918"/>
                  <a:gd name="connsiteX3" fmla="*/ 0 w 690173"/>
                  <a:gd name="connsiteY3" fmla="*/ 492918 h 492918"/>
                  <a:gd name="connsiteX4" fmla="*/ 92869 w 690173"/>
                  <a:gd name="connsiteY4" fmla="*/ 302418 h 492918"/>
                  <a:gd name="connsiteX0" fmla="*/ 92869 w 690173"/>
                  <a:gd name="connsiteY0" fmla="*/ 302418 h 492918"/>
                  <a:gd name="connsiteX1" fmla="*/ 459581 w 690173"/>
                  <a:gd name="connsiteY1" fmla="*/ 0 h 492918"/>
                  <a:gd name="connsiteX2" fmla="*/ 650082 w 690173"/>
                  <a:gd name="connsiteY2" fmla="*/ 207168 h 492918"/>
                  <a:gd name="connsiteX3" fmla="*/ 0 w 690173"/>
                  <a:gd name="connsiteY3" fmla="*/ 492918 h 492918"/>
                  <a:gd name="connsiteX4" fmla="*/ 92869 w 690173"/>
                  <a:gd name="connsiteY4" fmla="*/ 302418 h 492918"/>
                  <a:gd name="connsiteX0" fmla="*/ 92869 w 702970"/>
                  <a:gd name="connsiteY0" fmla="*/ 359701 h 550201"/>
                  <a:gd name="connsiteX1" fmla="*/ 459581 w 702970"/>
                  <a:gd name="connsiteY1" fmla="*/ 57283 h 550201"/>
                  <a:gd name="connsiteX2" fmla="*/ 650082 w 702970"/>
                  <a:gd name="connsiteY2" fmla="*/ 264451 h 550201"/>
                  <a:gd name="connsiteX3" fmla="*/ 0 w 702970"/>
                  <a:gd name="connsiteY3" fmla="*/ 550201 h 550201"/>
                  <a:gd name="connsiteX4" fmla="*/ 92869 w 702970"/>
                  <a:gd name="connsiteY4" fmla="*/ 359701 h 550201"/>
                  <a:gd name="connsiteX0" fmla="*/ 92869 w 706874"/>
                  <a:gd name="connsiteY0" fmla="*/ 347179 h 537679"/>
                  <a:gd name="connsiteX1" fmla="*/ 459581 w 706874"/>
                  <a:gd name="connsiteY1" fmla="*/ 44761 h 537679"/>
                  <a:gd name="connsiteX2" fmla="*/ 650082 w 706874"/>
                  <a:gd name="connsiteY2" fmla="*/ 251929 h 537679"/>
                  <a:gd name="connsiteX3" fmla="*/ 0 w 706874"/>
                  <a:gd name="connsiteY3" fmla="*/ 537679 h 537679"/>
                  <a:gd name="connsiteX4" fmla="*/ 92869 w 706874"/>
                  <a:gd name="connsiteY4" fmla="*/ 347179 h 537679"/>
                  <a:gd name="connsiteX0" fmla="*/ 92869 w 705065"/>
                  <a:gd name="connsiteY0" fmla="*/ 353475 h 543975"/>
                  <a:gd name="connsiteX1" fmla="*/ 450056 w 705065"/>
                  <a:gd name="connsiteY1" fmla="*/ 43913 h 543975"/>
                  <a:gd name="connsiteX2" fmla="*/ 650082 w 705065"/>
                  <a:gd name="connsiteY2" fmla="*/ 258225 h 543975"/>
                  <a:gd name="connsiteX3" fmla="*/ 0 w 705065"/>
                  <a:gd name="connsiteY3" fmla="*/ 543975 h 543975"/>
                  <a:gd name="connsiteX4" fmla="*/ 92869 w 705065"/>
                  <a:gd name="connsiteY4" fmla="*/ 353475 h 543975"/>
                  <a:gd name="connsiteX0" fmla="*/ 92869 w 738325"/>
                  <a:gd name="connsiteY0" fmla="*/ 357004 h 547504"/>
                  <a:gd name="connsiteX1" fmla="*/ 450056 w 738325"/>
                  <a:gd name="connsiteY1" fmla="*/ 47442 h 547504"/>
                  <a:gd name="connsiteX2" fmla="*/ 650082 w 738325"/>
                  <a:gd name="connsiteY2" fmla="*/ 261754 h 547504"/>
                  <a:gd name="connsiteX3" fmla="*/ 0 w 738325"/>
                  <a:gd name="connsiteY3" fmla="*/ 547504 h 547504"/>
                  <a:gd name="connsiteX4" fmla="*/ 92869 w 738325"/>
                  <a:gd name="connsiteY4" fmla="*/ 357004 h 547504"/>
                  <a:gd name="connsiteX0" fmla="*/ 92869 w 734198"/>
                  <a:gd name="connsiteY0" fmla="*/ 366816 h 557316"/>
                  <a:gd name="connsiteX1" fmla="*/ 450056 w 734198"/>
                  <a:gd name="connsiteY1" fmla="*/ 57254 h 557316"/>
                  <a:gd name="connsiteX2" fmla="*/ 650082 w 734198"/>
                  <a:gd name="connsiteY2" fmla="*/ 271566 h 557316"/>
                  <a:gd name="connsiteX3" fmla="*/ 0 w 734198"/>
                  <a:gd name="connsiteY3" fmla="*/ 557316 h 557316"/>
                  <a:gd name="connsiteX4" fmla="*/ 92869 w 734198"/>
                  <a:gd name="connsiteY4" fmla="*/ 366816 h 557316"/>
                  <a:gd name="connsiteX0" fmla="*/ 92869 w 736225"/>
                  <a:gd name="connsiteY0" fmla="*/ 366816 h 557316"/>
                  <a:gd name="connsiteX1" fmla="*/ 450056 w 736225"/>
                  <a:gd name="connsiteY1" fmla="*/ 57254 h 557316"/>
                  <a:gd name="connsiteX2" fmla="*/ 650082 w 736225"/>
                  <a:gd name="connsiteY2" fmla="*/ 271566 h 557316"/>
                  <a:gd name="connsiteX3" fmla="*/ 0 w 736225"/>
                  <a:gd name="connsiteY3" fmla="*/ 557316 h 557316"/>
                  <a:gd name="connsiteX4" fmla="*/ 92869 w 736225"/>
                  <a:gd name="connsiteY4" fmla="*/ 366816 h 557316"/>
                  <a:gd name="connsiteX0" fmla="*/ 92869 w 757544"/>
                  <a:gd name="connsiteY0" fmla="*/ 364191 h 554691"/>
                  <a:gd name="connsiteX1" fmla="*/ 450056 w 757544"/>
                  <a:gd name="connsiteY1" fmla="*/ 54629 h 554691"/>
                  <a:gd name="connsiteX2" fmla="*/ 676276 w 757544"/>
                  <a:gd name="connsiteY2" fmla="*/ 287991 h 554691"/>
                  <a:gd name="connsiteX3" fmla="*/ 0 w 757544"/>
                  <a:gd name="connsiteY3" fmla="*/ 554691 h 554691"/>
                  <a:gd name="connsiteX4" fmla="*/ 92869 w 757544"/>
                  <a:gd name="connsiteY4" fmla="*/ 364191 h 554691"/>
                  <a:gd name="connsiteX0" fmla="*/ 92869 w 756519"/>
                  <a:gd name="connsiteY0" fmla="*/ 364477 h 554977"/>
                  <a:gd name="connsiteX1" fmla="*/ 450056 w 756519"/>
                  <a:gd name="connsiteY1" fmla="*/ 54915 h 554977"/>
                  <a:gd name="connsiteX2" fmla="*/ 676276 w 756519"/>
                  <a:gd name="connsiteY2" fmla="*/ 288277 h 554977"/>
                  <a:gd name="connsiteX3" fmla="*/ 0 w 756519"/>
                  <a:gd name="connsiteY3" fmla="*/ 554977 h 554977"/>
                  <a:gd name="connsiteX4" fmla="*/ 92869 w 756519"/>
                  <a:gd name="connsiteY4" fmla="*/ 364477 h 554977"/>
                  <a:gd name="connsiteX0" fmla="*/ 92869 w 758034"/>
                  <a:gd name="connsiteY0" fmla="*/ 369357 h 559857"/>
                  <a:gd name="connsiteX1" fmla="*/ 450056 w 758034"/>
                  <a:gd name="connsiteY1" fmla="*/ 59795 h 559857"/>
                  <a:gd name="connsiteX2" fmla="*/ 676276 w 758034"/>
                  <a:gd name="connsiteY2" fmla="*/ 293157 h 559857"/>
                  <a:gd name="connsiteX3" fmla="*/ 0 w 758034"/>
                  <a:gd name="connsiteY3" fmla="*/ 559857 h 559857"/>
                  <a:gd name="connsiteX4" fmla="*/ 92869 w 758034"/>
                  <a:gd name="connsiteY4" fmla="*/ 369357 h 559857"/>
                  <a:gd name="connsiteX0" fmla="*/ 0 w 665165"/>
                  <a:gd name="connsiteY0" fmla="*/ 369357 h 521757"/>
                  <a:gd name="connsiteX1" fmla="*/ 357187 w 665165"/>
                  <a:gd name="connsiteY1" fmla="*/ 59795 h 521757"/>
                  <a:gd name="connsiteX2" fmla="*/ 583407 w 665165"/>
                  <a:gd name="connsiteY2" fmla="*/ 293157 h 521757"/>
                  <a:gd name="connsiteX3" fmla="*/ 138112 w 665165"/>
                  <a:gd name="connsiteY3" fmla="*/ 521757 h 521757"/>
                  <a:gd name="connsiteX4" fmla="*/ 0 w 665165"/>
                  <a:gd name="connsiteY4" fmla="*/ 369357 h 521757"/>
                  <a:gd name="connsiteX0" fmla="*/ 0 w 665165"/>
                  <a:gd name="connsiteY0" fmla="*/ 369357 h 533663"/>
                  <a:gd name="connsiteX1" fmla="*/ 357187 w 665165"/>
                  <a:gd name="connsiteY1" fmla="*/ 59795 h 533663"/>
                  <a:gd name="connsiteX2" fmla="*/ 583407 w 665165"/>
                  <a:gd name="connsiteY2" fmla="*/ 293157 h 533663"/>
                  <a:gd name="connsiteX3" fmla="*/ 154781 w 665165"/>
                  <a:gd name="connsiteY3" fmla="*/ 533663 h 533663"/>
                  <a:gd name="connsiteX4" fmla="*/ 0 w 665165"/>
                  <a:gd name="connsiteY4" fmla="*/ 369357 h 533663"/>
                  <a:gd name="connsiteX0" fmla="*/ 0 w 665165"/>
                  <a:gd name="connsiteY0" fmla="*/ 369357 h 543188"/>
                  <a:gd name="connsiteX1" fmla="*/ 357187 w 665165"/>
                  <a:gd name="connsiteY1" fmla="*/ 59795 h 543188"/>
                  <a:gd name="connsiteX2" fmla="*/ 583407 w 665165"/>
                  <a:gd name="connsiteY2" fmla="*/ 293157 h 543188"/>
                  <a:gd name="connsiteX3" fmla="*/ 154781 w 665165"/>
                  <a:gd name="connsiteY3" fmla="*/ 543188 h 543188"/>
                  <a:gd name="connsiteX4" fmla="*/ 0 w 665165"/>
                  <a:gd name="connsiteY4" fmla="*/ 369357 h 543188"/>
                  <a:gd name="connsiteX0" fmla="*/ 403 w 665568"/>
                  <a:gd name="connsiteY0" fmla="*/ 369357 h 543188"/>
                  <a:gd name="connsiteX1" fmla="*/ 357590 w 665568"/>
                  <a:gd name="connsiteY1" fmla="*/ 59795 h 543188"/>
                  <a:gd name="connsiteX2" fmla="*/ 583810 w 665568"/>
                  <a:gd name="connsiteY2" fmla="*/ 293157 h 543188"/>
                  <a:gd name="connsiteX3" fmla="*/ 155184 w 665568"/>
                  <a:gd name="connsiteY3" fmla="*/ 543188 h 543188"/>
                  <a:gd name="connsiteX4" fmla="*/ 403 w 665568"/>
                  <a:gd name="connsiteY4" fmla="*/ 369357 h 543188"/>
                  <a:gd name="connsiteX0" fmla="*/ 2012 w 667177"/>
                  <a:gd name="connsiteY0" fmla="*/ 369357 h 546530"/>
                  <a:gd name="connsiteX1" fmla="*/ 359199 w 667177"/>
                  <a:gd name="connsiteY1" fmla="*/ 59795 h 546530"/>
                  <a:gd name="connsiteX2" fmla="*/ 585419 w 667177"/>
                  <a:gd name="connsiteY2" fmla="*/ 293157 h 546530"/>
                  <a:gd name="connsiteX3" fmla="*/ 156793 w 667177"/>
                  <a:gd name="connsiteY3" fmla="*/ 543188 h 546530"/>
                  <a:gd name="connsiteX4" fmla="*/ 2012 w 667177"/>
                  <a:gd name="connsiteY4" fmla="*/ 369357 h 546530"/>
                  <a:gd name="connsiteX0" fmla="*/ 2012 w 667177"/>
                  <a:gd name="connsiteY0" fmla="*/ 369357 h 546530"/>
                  <a:gd name="connsiteX1" fmla="*/ 359199 w 667177"/>
                  <a:gd name="connsiteY1" fmla="*/ 59795 h 546530"/>
                  <a:gd name="connsiteX2" fmla="*/ 585419 w 667177"/>
                  <a:gd name="connsiteY2" fmla="*/ 293157 h 546530"/>
                  <a:gd name="connsiteX3" fmla="*/ 156793 w 667177"/>
                  <a:gd name="connsiteY3" fmla="*/ 543188 h 546530"/>
                  <a:gd name="connsiteX4" fmla="*/ 2012 w 667177"/>
                  <a:gd name="connsiteY4" fmla="*/ 369357 h 546530"/>
                  <a:gd name="connsiteX0" fmla="*/ 14922 w 680087"/>
                  <a:gd name="connsiteY0" fmla="*/ 369357 h 545428"/>
                  <a:gd name="connsiteX1" fmla="*/ 372109 w 680087"/>
                  <a:gd name="connsiteY1" fmla="*/ 59795 h 545428"/>
                  <a:gd name="connsiteX2" fmla="*/ 598329 w 680087"/>
                  <a:gd name="connsiteY2" fmla="*/ 293157 h 545428"/>
                  <a:gd name="connsiteX3" fmla="*/ 169703 w 680087"/>
                  <a:gd name="connsiteY3" fmla="*/ 543188 h 545428"/>
                  <a:gd name="connsiteX4" fmla="*/ 14922 w 680087"/>
                  <a:gd name="connsiteY4" fmla="*/ 369357 h 545428"/>
                  <a:gd name="connsiteX0" fmla="*/ 13366 w 678531"/>
                  <a:gd name="connsiteY0" fmla="*/ 369357 h 554814"/>
                  <a:gd name="connsiteX1" fmla="*/ 370553 w 678531"/>
                  <a:gd name="connsiteY1" fmla="*/ 59795 h 554814"/>
                  <a:gd name="connsiteX2" fmla="*/ 596773 w 678531"/>
                  <a:gd name="connsiteY2" fmla="*/ 293157 h 554814"/>
                  <a:gd name="connsiteX3" fmla="*/ 180054 w 678531"/>
                  <a:gd name="connsiteY3" fmla="*/ 552713 h 554814"/>
                  <a:gd name="connsiteX4" fmla="*/ 13366 w 678531"/>
                  <a:gd name="connsiteY4" fmla="*/ 369357 h 554814"/>
                  <a:gd name="connsiteX0" fmla="*/ 10389 w 675554"/>
                  <a:gd name="connsiteY0" fmla="*/ 369357 h 559513"/>
                  <a:gd name="connsiteX1" fmla="*/ 367576 w 675554"/>
                  <a:gd name="connsiteY1" fmla="*/ 59795 h 559513"/>
                  <a:gd name="connsiteX2" fmla="*/ 593796 w 675554"/>
                  <a:gd name="connsiteY2" fmla="*/ 293157 h 559513"/>
                  <a:gd name="connsiteX3" fmla="*/ 208033 w 675554"/>
                  <a:gd name="connsiteY3" fmla="*/ 557475 h 559513"/>
                  <a:gd name="connsiteX4" fmla="*/ 10389 w 675554"/>
                  <a:gd name="connsiteY4" fmla="*/ 369357 h 559513"/>
                  <a:gd name="connsiteX0" fmla="*/ 9895 w 675060"/>
                  <a:gd name="connsiteY0" fmla="*/ 369357 h 563100"/>
                  <a:gd name="connsiteX1" fmla="*/ 367082 w 675060"/>
                  <a:gd name="connsiteY1" fmla="*/ 59795 h 563100"/>
                  <a:gd name="connsiteX2" fmla="*/ 593302 w 675060"/>
                  <a:gd name="connsiteY2" fmla="*/ 293157 h 563100"/>
                  <a:gd name="connsiteX3" fmla="*/ 207539 w 675060"/>
                  <a:gd name="connsiteY3" fmla="*/ 557475 h 563100"/>
                  <a:gd name="connsiteX4" fmla="*/ 9895 w 675060"/>
                  <a:gd name="connsiteY4" fmla="*/ 369357 h 563100"/>
                  <a:gd name="connsiteX0" fmla="*/ 9895 w 653398"/>
                  <a:gd name="connsiteY0" fmla="*/ 380720 h 574463"/>
                  <a:gd name="connsiteX1" fmla="*/ 208338 w 653398"/>
                  <a:gd name="connsiteY1" fmla="*/ 58036 h 574463"/>
                  <a:gd name="connsiteX2" fmla="*/ 593302 w 653398"/>
                  <a:gd name="connsiteY2" fmla="*/ 304520 h 574463"/>
                  <a:gd name="connsiteX3" fmla="*/ 207539 w 653398"/>
                  <a:gd name="connsiteY3" fmla="*/ 568838 h 574463"/>
                  <a:gd name="connsiteX4" fmla="*/ 9895 w 653398"/>
                  <a:gd name="connsiteY4" fmla="*/ 380720 h 574463"/>
                  <a:gd name="connsiteX0" fmla="*/ 9895 w 469030"/>
                  <a:gd name="connsiteY0" fmla="*/ 438413 h 632156"/>
                  <a:gd name="connsiteX1" fmla="*/ 208338 w 469030"/>
                  <a:gd name="connsiteY1" fmla="*/ 115729 h 632156"/>
                  <a:gd name="connsiteX2" fmla="*/ 375028 w 469030"/>
                  <a:gd name="connsiteY2" fmla="*/ 126033 h 632156"/>
                  <a:gd name="connsiteX3" fmla="*/ 207539 w 469030"/>
                  <a:gd name="connsiteY3" fmla="*/ 626531 h 632156"/>
                  <a:gd name="connsiteX4" fmla="*/ 9895 w 469030"/>
                  <a:gd name="connsiteY4" fmla="*/ 438413 h 632156"/>
                  <a:gd name="connsiteX0" fmla="*/ 9895 w 460536"/>
                  <a:gd name="connsiteY0" fmla="*/ 428706 h 622449"/>
                  <a:gd name="connsiteX1" fmla="*/ 168652 w 460536"/>
                  <a:gd name="connsiteY1" fmla="*/ 123517 h 622449"/>
                  <a:gd name="connsiteX2" fmla="*/ 375028 w 460536"/>
                  <a:gd name="connsiteY2" fmla="*/ 116326 h 622449"/>
                  <a:gd name="connsiteX3" fmla="*/ 207539 w 460536"/>
                  <a:gd name="connsiteY3" fmla="*/ 616824 h 622449"/>
                  <a:gd name="connsiteX4" fmla="*/ 9895 w 460536"/>
                  <a:gd name="connsiteY4" fmla="*/ 428706 h 622449"/>
                  <a:gd name="connsiteX0" fmla="*/ 9895 w 435604"/>
                  <a:gd name="connsiteY0" fmla="*/ 432148 h 625891"/>
                  <a:gd name="connsiteX1" fmla="*/ 168652 w 435604"/>
                  <a:gd name="connsiteY1" fmla="*/ 126959 h 625891"/>
                  <a:gd name="connsiteX2" fmla="*/ 375028 w 435604"/>
                  <a:gd name="connsiteY2" fmla="*/ 119768 h 625891"/>
                  <a:gd name="connsiteX3" fmla="*/ 207539 w 435604"/>
                  <a:gd name="connsiteY3" fmla="*/ 620266 h 625891"/>
                  <a:gd name="connsiteX4" fmla="*/ 9895 w 435604"/>
                  <a:gd name="connsiteY4" fmla="*/ 432148 h 625891"/>
                  <a:gd name="connsiteX0" fmla="*/ 9895 w 438372"/>
                  <a:gd name="connsiteY0" fmla="*/ 432148 h 625891"/>
                  <a:gd name="connsiteX1" fmla="*/ 193455 w 438372"/>
                  <a:gd name="connsiteY1" fmla="*/ 126959 h 625891"/>
                  <a:gd name="connsiteX2" fmla="*/ 375028 w 438372"/>
                  <a:gd name="connsiteY2" fmla="*/ 119768 h 625891"/>
                  <a:gd name="connsiteX3" fmla="*/ 207539 w 438372"/>
                  <a:gd name="connsiteY3" fmla="*/ 620266 h 625891"/>
                  <a:gd name="connsiteX4" fmla="*/ 9895 w 438372"/>
                  <a:gd name="connsiteY4" fmla="*/ 432148 h 625891"/>
                  <a:gd name="connsiteX0" fmla="*/ 9895 w 433896"/>
                  <a:gd name="connsiteY0" fmla="*/ 432148 h 625891"/>
                  <a:gd name="connsiteX1" fmla="*/ 193455 w 433896"/>
                  <a:gd name="connsiteY1" fmla="*/ 126959 h 625891"/>
                  <a:gd name="connsiteX2" fmla="*/ 375028 w 433896"/>
                  <a:gd name="connsiteY2" fmla="*/ 119768 h 625891"/>
                  <a:gd name="connsiteX3" fmla="*/ 207539 w 433896"/>
                  <a:gd name="connsiteY3" fmla="*/ 620266 h 625891"/>
                  <a:gd name="connsiteX4" fmla="*/ 9895 w 433896"/>
                  <a:gd name="connsiteY4" fmla="*/ 432148 h 625891"/>
                  <a:gd name="connsiteX0" fmla="*/ 9895 w 394030"/>
                  <a:gd name="connsiteY0" fmla="*/ 448129 h 641872"/>
                  <a:gd name="connsiteX1" fmla="*/ 193455 w 394030"/>
                  <a:gd name="connsiteY1" fmla="*/ 142940 h 641872"/>
                  <a:gd name="connsiteX2" fmla="*/ 375028 w 394030"/>
                  <a:gd name="connsiteY2" fmla="*/ 135749 h 641872"/>
                  <a:gd name="connsiteX3" fmla="*/ 207539 w 394030"/>
                  <a:gd name="connsiteY3" fmla="*/ 636247 h 641872"/>
                  <a:gd name="connsiteX4" fmla="*/ 9895 w 394030"/>
                  <a:gd name="connsiteY4" fmla="*/ 448129 h 641872"/>
                  <a:gd name="connsiteX0" fmla="*/ 9895 w 446259"/>
                  <a:gd name="connsiteY0" fmla="*/ 441678 h 635421"/>
                  <a:gd name="connsiteX1" fmla="*/ 193455 w 446259"/>
                  <a:gd name="connsiteY1" fmla="*/ 136489 h 635421"/>
                  <a:gd name="connsiteX2" fmla="*/ 429596 w 446259"/>
                  <a:gd name="connsiteY2" fmla="*/ 142419 h 635421"/>
                  <a:gd name="connsiteX3" fmla="*/ 207539 w 446259"/>
                  <a:gd name="connsiteY3" fmla="*/ 629796 h 635421"/>
                  <a:gd name="connsiteX4" fmla="*/ 9895 w 446259"/>
                  <a:gd name="connsiteY4" fmla="*/ 441678 h 635421"/>
                  <a:gd name="connsiteX0" fmla="*/ 9895 w 447400"/>
                  <a:gd name="connsiteY0" fmla="*/ 438324 h 632067"/>
                  <a:gd name="connsiteX1" fmla="*/ 193455 w 447400"/>
                  <a:gd name="connsiteY1" fmla="*/ 133135 h 632067"/>
                  <a:gd name="connsiteX2" fmla="*/ 429596 w 447400"/>
                  <a:gd name="connsiteY2" fmla="*/ 139065 h 632067"/>
                  <a:gd name="connsiteX3" fmla="*/ 207539 w 447400"/>
                  <a:gd name="connsiteY3" fmla="*/ 626442 h 632067"/>
                  <a:gd name="connsiteX4" fmla="*/ 9895 w 447400"/>
                  <a:gd name="connsiteY4" fmla="*/ 438324 h 632067"/>
                  <a:gd name="connsiteX0" fmla="*/ 32636 w 351082"/>
                  <a:gd name="connsiteY0" fmla="*/ 622020 h 663918"/>
                  <a:gd name="connsiteX1" fmla="*/ 97137 w 351082"/>
                  <a:gd name="connsiteY1" fmla="*/ 133135 h 663918"/>
                  <a:gd name="connsiteX2" fmla="*/ 333278 w 351082"/>
                  <a:gd name="connsiteY2" fmla="*/ 139065 h 663918"/>
                  <a:gd name="connsiteX3" fmla="*/ 111221 w 351082"/>
                  <a:gd name="connsiteY3" fmla="*/ 626442 h 663918"/>
                  <a:gd name="connsiteX4" fmla="*/ 32636 w 351082"/>
                  <a:gd name="connsiteY4" fmla="*/ 622020 h 663918"/>
                  <a:gd name="connsiteX0" fmla="*/ 5357 w 323803"/>
                  <a:gd name="connsiteY0" fmla="*/ 622020 h 654715"/>
                  <a:gd name="connsiteX1" fmla="*/ 69858 w 323803"/>
                  <a:gd name="connsiteY1" fmla="*/ 133135 h 654715"/>
                  <a:gd name="connsiteX2" fmla="*/ 305999 w 323803"/>
                  <a:gd name="connsiteY2" fmla="*/ 139065 h 654715"/>
                  <a:gd name="connsiteX3" fmla="*/ 317099 w 323803"/>
                  <a:gd name="connsiteY3" fmla="*/ 600200 h 654715"/>
                  <a:gd name="connsiteX4" fmla="*/ 5357 w 323803"/>
                  <a:gd name="connsiteY4" fmla="*/ 622020 h 654715"/>
                  <a:gd name="connsiteX0" fmla="*/ 30192 w 254383"/>
                  <a:gd name="connsiteY0" fmla="*/ 595777 h 637675"/>
                  <a:gd name="connsiteX1" fmla="*/ 438 w 254383"/>
                  <a:gd name="connsiteY1" fmla="*/ 133135 h 637675"/>
                  <a:gd name="connsiteX2" fmla="*/ 236579 w 254383"/>
                  <a:gd name="connsiteY2" fmla="*/ 139065 h 637675"/>
                  <a:gd name="connsiteX3" fmla="*/ 247679 w 254383"/>
                  <a:gd name="connsiteY3" fmla="*/ 600200 h 637675"/>
                  <a:gd name="connsiteX4" fmla="*/ 30192 w 254383"/>
                  <a:gd name="connsiteY4" fmla="*/ 595777 h 637675"/>
                  <a:gd name="connsiteX0" fmla="*/ 30192 w 267522"/>
                  <a:gd name="connsiteY0" fmla="*/ 595777 h 628472"/>
                  <a:gd name="connsiteX1" fmla="*/ 438 w 267522"/>
                  <a:gd name="connsiteY1" fmla="*/ 133135 h 628472"/>
                  <a:gd name="connsiteX2" fmla="*/ 236579 w 267522"/>
                  <a:gd name="connsiteY2" fmla="*/ 139065 h 628472"/>
                  <a:gd name="connsiteX3" fmla="*/ 267522 w 267522"/>
                  <a:gd name="connsiteY3" fmla="*/ 573957 h 628472"/>
                  <a:gd name="connsiteX4" fmla="*/ 30192 w 267522"/>
                  <a:gd name="connsiteY4" fmla="*/ 595777 h 628472"/>
                  <a:gd name="connsiteX0" fmla="*/ 30192 w 267522"/>
                  <a:gd name="connsiteY0" fmla="*/ 595777 h 662203"/>
                  <a:gd name="connsiteX1" fmla="*/ 438 w 267522"/>
                  <a:gd name="connsiteY1" fmla="*/ 133135 h 662203"/>
                  <a:gd name="connsiteX2" fmla="*/ 236579 w 267522"/>
                  <a:gd name="connsiteY2" fmla="*/ 139065 h 662203"/>
                  <a:gd name="connsiteX3" fmla="*/ 267522 w 267522"/>
                  <a:gd name="connsiteY3" fmla="*/ 573957 h 662203"/>
                  <a:gd name="connsiteX4" fmla="*/ 30192 w 267522"/>
                  <a:gd name="connsiteY4" fmla="*/ 595777 h 662203"/>
                  <a:gd name="connsiteX0" fmla="*/ 30192 w 267522"/>
                  <a:gd name="connsiteY0" fmla="*/ 595777 h 662203"/>
                  <a:gd name="connsiteX1" fmla="*/ 438 w 267522"/>
                  <a:gd name="connsiteY1" fmla="*/ 133135 h 662203"/>
                  <a:gd name="connsiteX2" fmla="*/ 236579 w 267522"/>
                  <a:gd name="connsiteY2" fmla="*/ 139065 h 662203"/>
                  <a:gd name="connsiteX3" fmla="*/ 267522 w 267522"/>
                  <a:gd name="connsiteY3" fmla="*/ 573957 h 662203"/>
                  <a:gd name="connsiteX4" fmla="*/ 30192 w 267522"/>
                  <a:gd name="connsiteY4" fmla="*/ 595777 h 662203"/>
                  <a:gd name="connsiteX0" fmla="*/ 30192 w 267522"/>
                  <a:gd name="connsiteY0" fmla="*/ 595777 h 695849"/>
                  <a:gd name="connsiteX1" fmla="*/ 438 w 267522"/>
                  <a:gd name="connsiteY1" fmla="*/ 133135 h 695849"/>
                  <a:gd name="connsiteX2" fmla="*/ 236579 w 267522"/>
                  <a:gd name="connsiteY2" fmla="*/ 139065 h 695849"/>
                  <a:gd name="connsiteX3" fmla="*/ 267522 w 267522"/>
                  <a:gd name="connsiteY3" fmla="*/ 573957 h 695849"/>
                  <a:gd name="connsiteX4" fmla="*/ 30192 w 267522"/>
                  <a:gd name="connsiteY4" fmla="*/ 595777 h 695849"/>
                  <a:gd name="connsiteX0" fmla="*/ 30192 w 267522"/>
                  <a:gd name="connsiteY0" fmla="*/ 595777 h 695849"/>
                  <a:gd name="connsiteX1" fmla="*/ 438 w 267522"/>
                  <a:gd name="connsiteY1" fmla="*/ 133135 h 695849"/>
                  <a:gd name="connsiteX2" fmla="*/ 236579 w 267522"/>
                  <a:gd name="connsiteY2" fmla="*/ 139065 h 695849"/>
                  <a:gd name="connsiteX3" fmla="*/ 267522 w 267522"/>
                  <a:gd name="connsiteY3" fmla="*/ 573957 h 695849"/>
                  <a:gd name="connsiteX4" fmla="*/ 30192 w 267522"/>
                  <a:gd name="connsiteY4" fmla="*/ 595777 h 695849"/>
                  <a:gd name="connsiteX0" fmla="*/ 35152 w 267522"/>
                  <a:gd name="connsiteY0" fmla="*/ 600151 h 698393"/>
                  <a:gd name="connsiteX1" fmla="*/ 438 w 267522"/>
                  <a:gd name="connsiteY1" fmla="*/ 133135 h 698393"/>
                  <a:gd name="connsiteX2" fmla="*/ 236579 w 267522"/>
                  <a:gd name="connsiteY2" fmla="*/ 139065 h 698393"/>
                  <a:gd name="connsiteX3" fmla="*/ 267522 w 267522"/>
                  <a:gd name="connsiteY3" fmla="*/ 573957 h 698393"/>
                  <a:gd name="connsiteX4" fmla="*/ 35152 w 267522"/>
                  <a:gd name="connsiteY4" fmla="*/ 600151 h 698393"/>
                  <a:gd name="connsiteX0" fmla="*/ 45061 w 277431"/>
                  <a:gd name="connsiteY0" fmla="*/ 600151 h 698393"/>
                  <a:gd name="connsiteX1" fmla="*/ 426 w 277431"/>
                  <a:gd name="connsiteY1" fmla="*/ 133135 h 698393"/>
                  <a:gd name="connsiteX2" fmla="*/ 246488 w 277431"/>
                  <a:gd name="connsiteY2" fmla="*/ 139065 h 698393"/>
                  <a:gd name="connsiteX3" fmla="*/ 277431 w 277431"/>
                  <a:gd name="connsiteY3" fmla="*/ 573957 h 698393"/>
                  <a:gd name="connsiteX4" fmla="*/ 45061 w 277431"/>
                  <a:gd name="connsiteY4" fmla="*/ 600151 h 698393"/>
                  <a:gd name="connsiteX0" fmla="*/ 45150 w 277520"/>
                  <a:gd name="connsiteY0" fmla="*/ 605029 h 703271"/>
                  <a:gd name="connsiteX1" fmla="*/ 515 w 277520"/>
                  <a:gd name="connsiteY1" fmla="*/ 138013 h 703271"/>
                  <a:gd name="connsiteX2" fmla="*/ 246577 w 277520"/>
                  <a:gd name="connsiteY2" fmla="*/ 143943 h 703271"/>
                  <a:gd name="connsiteX3" fmla="*/ 277520 w 277520"/>
                  <a:gd name="connsiteY3" fmla="*/ 578835 h 703271"/>
                  <a:gd name="connsiteX4" fmla="*/ 45150 w 277520"/>
                  <a:gd name="connsiteY4" fmla="*/ 605029 h 703271"/>
                  <a:gd name="connsiteX0" fmla="*/ 45127 w 277497"/>
                  <a:gd name="connsiteY0" fmla="*/ 609484 h 707726"/>
                  <a:gd name="connsiteX1" fmla="*/ 492 w 277497"/>
                  <a:gd name="connsiteY1" fmla="*/ 142468 h 707726"/>
                  <a:gd name="connsiteX2" fmla="*/ 261436 w 277497"/>
                  <a:gd name="connsiteY2" fmla="*/ 139651 h 707726"/>
                  <a:gd name="connsiteX3" fmla="*/ 277497 w 277497"/>
                  <a:gd name="connsiteY3" fmla="*/ 583290 h 707726"/>
                  <a:gd name="connsiteX4" fmla="*/ 45127 w 277497"/>
                  <a:gd name="connsiteY4" fmla="*/ 609484 h 707726"/>
                  <a:gd name="connsiteX0" fmla="*/ 35205 w 277497"/>
                  <a:gd name="connsiteY0" fmla="*/ 605110 h 705182"/>
                  <a:gd name="connsiteX1" fmla="*/ 492 w 277497"/>
                  <a:gd name="connsiteY1" fmla="*/ 142468 h 705182"/>
                  <a:gd name="connsiteX2" fmla="*/ 261436 w 277497"/>
                  <a:gd name="connsiteY2" fmla="*/ 139651 h 705182"/>
                  <a:gd name="connsiteX3" fmla="*/ 277497 w 277497"/>
                  <a:gd name="connsiteY3" fmla="*/ 583290 h 705182"/>
                  <a:gd name="connsiteX4" fmla="*/ 35205 w 277497"/>
                  <a:gd name="connsiteY4" fmla="*/ 605110 h 7051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497" h="705182">
                    <a:moveTo>
                      <a:pt x="35205" y="605110"/>
                    </a:moveTo>
                    <a:lnTo>
                      <a:pt x="492" y="142468"/>
                    </a:lnTo>
                    <a:cubicBezTo>
                      <a:pt x="-13987" y="-39298"/>
                      <a:pt x="296367" y="-54526"/>
                      <a:pt x="261436" y="139651"/>
                    </a:cubicBezTo>
                    <a:lnTo>
                      <a:pt x="277497" y="583290"/>
                    </a:lnTo>
                    <a:cubicBezTo>
                      <a:pt x="274515" y="721192"/>
                      <a:pt x="38578" y="760053"/>
                      <a:pt x="35205" y="605110"/>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grpSp>
        <p:grpSp>
          <p:nvGrpSpPr>
            <p:cNvPr id="116" name="Group 115"/>
            <p:cNvGrpSpPr/>
            <p:nvPr/>
          </p:nvGrpSpPr>
          <p:grpSpPr>
            <a:xfrm>
              <a:off x="7608150" y="2176533"/>
              <a:ext cx="280794" cy="228818"/>
              <a:chOff x="2379893" y="1853014"/>
              <a:chExt cx="1427676" cy="1238374"/>
            </a:xfrm>
          </p:grpSpPr>
          <p:grpSp>
            <p:nvGrpSpPr>
              <p:cNvPr id="151" name="Group 150"/>
              <p:cNvGrpSpPr/>
              <p:nvPr/>
            </p:nvGrpSpPr>
            <p:grpSpPr>
              <a:xfrm>
                <a:off x="2379893" y="1853014"/>
                <a:ext cx="1421399" cy="1238374"/>
                <a:chOff x="2379893" y="1853014"/>
                <a:chExt cx="1421399" cy="1238374"/>
              </a:xfrm>
            </p:grpSpPr>
            <p:sp>
              <p:nvSpPr>
                <p:cNvPr id="158" name="Rectangle 2"/>
                <p:cNvSpPr/>
                <p:nvPr/>
              </p:nvSpPr>
              <p:spPr>
                <a:xfrm rot="2893003" flipV="1">
                  <a:off x="2641911" y="1864290"/>
                  <a:ext cx="255314" cy="232762"/>
                </a:xfrm>
                <a:custGeom>
                  <a:avLst/>
                  <a:gdLst>
                    <a:gd name="connsiteX0" fmla="*/ 0 w 4659086"/>
                    <a:gd name="connsiteY0" fmla="*/ 0 h 2017485"/>
                    <a:gd name="connsiteX1" fmla="*/ 4659086 w 4659086"/>
                    <a:gd name="connsiteY1" fmla="*/ 0 h 2017485"/>
                    <a:gd name="connsiteX2" fmla="*/ 4659086 w 4659086"/>
                    <a:gd name="connsiteY2" fmla="*/ 2017485 h 2017485"/>
                    <a:gd name="connsiteX3" fmla="*/ 0 w 4659086"/>
                    <a:gd name="connsiteY3" fmla="*/ 2017485 h 2017485"/>
                    <a:gd name="connsiteX4" fmla="*/ 0 w 4659086"/>
                    <a:gd name="connsiteY4" fmla="*/ 0 h 2017485"/>
                    <a:gd name="connsiteX0" fmla="*/ 0 w 4804229"/>
                    <a:gd name="connsiteY0" fmla="*/ 0 h 2017485"/>
                    <a:gd name="connsiteX1" fmla="*/ 4659086 w 4804229"/>
                    <a:gd name="connsiteY1" fmla="*/ 0 h 2017485"/>
                    <a:gd name="connsiteX2" fmla="*/ 4804229 w 4804229"/>
                    <a:gd name="connsiteY2" fmla="*/ 1204685 h 2017485"/>
                    <a:gd name="connsiteX3" fmla="*/ 0 w 4804229"/>
                    <a:gd name="connsiteY3" fmla="*/ 2017485 h 2017485"/>
                    <a:gd name="connsiteX4" fmla="*/ 0 w 4804229"/>
                    <a:gd name="connsiteY4" fmla="*/ 0 h 2017485"/>
                    <a:gd name="connsiteX0" fmla="*/ 0 w 4804229"/>
                    <a:gd name="connsiteY0" fmla="*/ 0 h 4223656"/>
                    <a:gd name="connsiteX1" fmla="*/ 4659086 w 4804229"/>
                    <a:gd name="connsiteY1" fmla="*/ 0 h 4223656"/>
                    <a:gd name="connsiteX2" fmla="*/ 4804229 w 4804229"/>
                    <a:gd name="connsiteY2" fmla="*/ 1204685 h 4223656"/>
                    <a:gd name="connsiteX3" fmla="*/ 2002971 w 4804229"/>
                    <a:gd name="connsiteY3" fmla="*/ 4223656 h 4223656"/>
                    <a:gd name="connsiteX4" fmla="*/ 0 w 4804229"/>
                    <a:gd name="connsiteY4" fmla="*/ 0 h 4223656"/>
                    <a:gd name="connsiteX0" fmla="*/ 0 w 7634515"/>
                    <a:gd name="connsiteY0" fmla="*/ 0 h 4499428"/>
                    <a:gd name="connsiteX1" fmla="*/ 7489372 w 7634515"/>
                    <a:gd name="connsiteY1" fmla="*/ 275772 h 4499428"/>
                    <a:gd name="connsiteX2" fmla="*/ 7634515 w 7634515"/>
                    <a:gd name="connsiteY2" fmla="*/ 1480457 h 4499428"/>
                    <a:gd name="connsiteX3" fmla="*/ 4833257 w 7634515"/>
                    <a:gd name="connsiteY3" fmla="*/ 4499428 h 4499428"/>
                    <a:gd name="connsiteX4" fmla="*/ 0 w 7634515"/>
                    <a:gd name="connsiteY4" fmla="*/ 0 h 4499428"/>
                    <a:gd name="connsiteX0" fmla="*/ 0 w 7634515"/>
                    <a:gd name="connsiteY0" fmla="*/ 0 h 4499428"/>
                    <a:gd name="connsiteX1" fmla="*/ 7489372 w 7634515"/>
                    <a:gd name="connsiteY1" fmla="*/ 275772 h 4499428"/>
                    <a:gd name="connsiteX2" fmla="*/ 7634515 w 7634515"/>
                    <a:gd name="connsiteY2" fmla="*/ 1480457 h 4499428"/>
                    <a:gd name="connsiteX3" fmla="*/ 4833257 w 7634515"/>
                    <a:gd name="connsiteY3" fmla="*/ 4499428 h 4499428"/>
                    <a:gd name="connsiteX4" fmla="*/ 0 w 7634515"/>
                    <a:gd name="connsiteY4" fmla="*/ 0 h 4499428"/>
                    <a:gd name="connsiteX0" fmla="*/ 39552 w 7674067"/>
                    <a:gd name="connsiteY0" fmla="*/ 0 h 4895853"/>
                    <a:gd name="connsiteX1" fmla="*/ 7528924 w 7674067"/>
                    <a:gd name="connsiteY1" fmla="*/ 275772 h 4895853"/>
                    <a:gd name="connsiteX2" fmla="*/ 7674067 w 7674067"/>
                    <a:gd name="connsiteY2" fmla="*/ 1480457 h 4895853"/>
                    <a:gd name="connsiteX3" fmla="*/ 4872809 w 7674067"/>
                    <a:gd name="connsiteY3" fmla="*/ 4499428 h 4895853"/>
                    <a:gd name="connsiteX4" fmla="*/ 4582524 w 7674067"/>
                    <a:gd name="connsiteY4" fmla="*/ 4368799 h 4895853"/>
                    <a:gd name="connsiteX5" fmla="*/ 39552 w 7674067"/>
                    <a:gd name="connsiteY5" fmla="*/ 0 h 4895853"/>
                    <a:gd name="connsiteX0" fmla="*/ 38817 w 7673332"/>
                    <a:gd name="connsiteY0" fmla="*/ 0 h 4715686"/>
                    <a:gd name="connsiteX1" fmla="*/ 7528189 w 7673332"/>
                    <a:gd name="connsiteY1" fmla="*/ 275772 h 4715686"/>
                    <a:gd name="connsiteX2" fmla="*/ 7673332 w 7673332"/>
                    <a:gd name="connsiteY2" fmla="*/ 1480457 h 4715686"/>
                    <a:gd name="connsiteX3" fmla="*/ 4872074 w 7673332"/>
                    <a:gd name="connsiteY3" fmla="*/ 4499428 h 4715686"/>
                    <a:gd name="connsiteX4" fmla="*/ 4668875 w 7673332"/>
                    <a:gd name="connsiteY4" fmla="*/ 3860799 h 4715686"/>
                    <a:gd name="connsiteX5" fmla="*/ 38817 w 7673332"/>
                    <a:gd name="connsiteY5" fmla="*/ 0 h 4715686"/>
                    <a:gd name="connsiteX0" fmla="*/ 38817 w 7673332"/>
                    <a:gd name="connsiteY0" fmla="*/ 0 h 4614939"/>
                    <a:gd name="connsiteX1" fmla="*/ 7528189 w 7673332"/>
                    <a:gd name="connsiteY1" fmla="*/ 275772 h 4614939"/>
                    <a:gd name="connsiteX2" fmla="*/ 7673332 w 7673332"/>
                    <a:gd name="connsiteY2" fmla="*/ 1480457 h 4614939"/>
                    <a:gd name="connsiteX3" fmla="*/ 4872074 w 7673332"/>
                    <a:gd name="connsiteY3" fmla="*/ 4499428 h 4614939"/>
                    <a:gd name="connsiteX4" fmla="*/ 4668875 w 7673332"/>
                    <a:gd name="connsiteY4" fmla="*/ 3860799 h 4614939"/>
                    <a:gd name="connsiteX5" fmla="*/ 38817 w 7673332"/>
                    <a:gd name="connsiteY5" fmla="*/ 0 h 4614939"/>
                    <a:gd name="connsiteX0" fmla="*/ 38817 w 7673332"/>
                    <a:gd name="connsiteY0" fmla="*/ 0 h 4499428"/>
                    <a:gd name="connsiteX1" fmla="*/ 7528189 w 7673332"/>
                    <a:gd name="connsiteY1" fmla="*/ 275772 h 4499428"/>
                    <a:gd name="connsiteX2" fmla="*/ 7673332 w 7673332"/>
                    <a:gd name="connsiteY2" fmla="*/ 1480457 h 4499428"/>
                    <a:gd name="connsiteX3" fmla="*/ 4872074 w 7673332"/>
                    <a:gd name="connsiteY3" fmla="*/ 4499428 h 4499428"/>
                    <a:gd name="connsiteX4" fmla="*/ 4668875 w 7673332"/>
                    <a:gd name="connsiteY4" fmla="*/ 3860799 h 4499428"/>
                    <a:gd name="connsiteX5" fmla="*/ 38817 w 7673332"/>
                    <a:gd name="connsiteY5" fmla="*/ 0 h 4499428"/>
                    <a:gd name="connsiteX0" fmla="*/ 39428 w 7673943"/>
                    <a:gd name="connsiteY0" fmla="*/ 0 h 4499428"/>
                    <a:gd name="connsiteX1" fmla="*/ 7528800 w 7673943"/>
                    <a:gd name="connsiteY1" fmla="*/ 275772 h 4499428"/>
                    <a:gd name="connsiteX2" fmla="*/ 7673943 w 7673943"/>
                    <a:gd name="connsiteY2" fmla="*/ 1480457 h 4499428"/>
                    <a:gd name="connsiteX3" fmla="*/ 4872685 w 7673943"/>
                    <a:gd name="connsiteY3" fmla="*/ 4499428 h 4499428"/>
                    <a:gd name="connsiteX4" fmla="*/ 4596915 w 7673943"/>
                    <a:gd name="connsiteY4" fmla="*/ 4397828 h 4499428"/>
                    <a:gd name="connsiteX5" fmla="*/ 39428 w 7673943"/>
                    <a:gd name="connsiteY5" fmla="*/ 0 h 4499428"/>
                    <a:gd name="connsiteX0" fmla="*/ 39428 w 7673943"/>
                    <a:gd name="connsiteY0" fmla="*/ 0 h 4499428"/>
                    <a:gd name="connsiteX1" fmla="*/ 7528800 w 7673943"/>
                    <a:gd name="connsiteY1" fmla="*/ 275772 h 4499428"/>
                    <a:gd name="connsiteX2" fmla="*/ 7673943 w 7673943"/>
                    <a:gd name="connsiteY2" fmla="*/ 1480457 h 4499428"/>
                    <a:gd name="connsiteX3" fmla="*/ 4872685 w 7673943"/>
                    <a:gd name="connsiteY3" fmla="*/ 4499428 h 4499428"/>
                    <a:gd name="connsiteX4" fmla="*/ 4596915 w 7673943"/>
                    <a:gd name="connsiteY4" fmla="*/ 4397828 h 4499428"/>
                    <a:gd name="connsiteX5" fmla="*/ 39428 w 7673943"/>
                    <a:gd name="connsiteY5" fmla="*/ 0 h 4499428"/>
                    <a:gd name="connsiteX0" fmla="*/ 39428 w 7673943"/>
                    <a:gd name="connsiteY0" fmla="*/ 0 h 4499428"/>
                    <a:gd name="connsiteX1" fmla="*/ 7528800 w 7673943"/>
                    <a:gd name="connsiteY1" fmla="*/ 275772 h 4499428"/>
                    <a:gd name="connsiteX2" fmla="*/ 7673943 w 7673943"/>
                    <a:gd name="connsiteY2" fmla="*/ 1480457 h 4499428"/>
                    <a:gd name="connsiteX3" fmla="*/ 4872685 w 7673943"/>
                    <a:gd name="connsiteY3" fmla="*/ 4499428 h 4499428"/>
                    <a:gd name="connsiteX4" fmla="*/ 4596915 w 7673943"/>
                    <a:gd name="connsiteY4" fmla="*/ 4397828 h 4499428"/>
                    <a:gd name="connsiteX5" fmla="*/ 39428 w 7673943"/>
                    <a:gd name="connsiteY5" fmla="*/ 0 h 4499428"/>
                    <a:gd name="connsiteX0" fmla="*/ 39428 w 7673943"/>
                    <a:gd name="connsiteY0" fmla="*/ 0 h 4499428"/>
                    <a:gd name="connsiteX1" fmla="*/ 7528800 w 7673943"/>
                    <a:gd name="connsiteY1" fmla="*/ 275772 h 4499428"/>
                    <a:gd name="connsiteX2" fmla="*/ 7673943 w 7673943"/>
                    <a:gd name="connsiteY2" fmla="*/ 1480457 h 4499428"/>
                    <a:gd name="connsiteX3" fmla="*/ 4872685 w 7673943"/>
                    <a:gd name="connsiteY3" fmla="*/ 4499428 h 4499428"/>
                    <a:gd name="connsiteX4" fmla="*/ 4596915 w 7673943"/>
                    <a:gd name="connsiteY4" fmla="*/ 4397828 h 4499428"/>
                    <a:gd name="connsiteX5" fmla="*/ 39428 w 7673943"/>
                    <a:gd name="connsiteY5" fmla="*/ 0 h 4499428"/>
                    <a:gd name="connsiteX0" fmla="*/ 38245 w 7672760"/>
                    <a:gd name="connsiteY0" fmla="*/ 0 h 4499428"/>
                    <a:gd name="connsiteX1" fmla="*/ 7527617 w 7672760"/>
                    <a:gd name="connsiteY1" fmla="*/ 275772 h 4499428"/>
                    <a:gd name="connsiteX2" fmla="*/ 7672760 w 7672760"/>
                    <a:gd name="connsiteY2" fmla="*/ 1480457 h 4499428"/>
                    <a:gd name="connsiteX3" fmla="*/ 4871502 w 7672760"/>
                    <a:gd name="connsiteY3" fmla="*/ 4499428 h 4499428"/>
                    <a:gd name="connsiteX4" fmla="*/ 4595732 w 7672760"/>
                    <a:gd name="connsiteY4" fmla="*/ 4397828 h 4499428"/>
                    <a:gd name="connsiteX5" fmla="*/ 38245 w 7672760"/>
                    <a:gd name="connsiteY5" fmla="*/ 0 h 4499428"/>
                    <a:gd name="connsiteX0" fmla="*/ 0 w 7634515"/>
                    <a:gd name="connsiteY0" fmla="*/ 0 h 4499428"/>
                    <a:gd name="connsiteX1" fmla="*/ 7489372 w 7634515"/>
                    <a:gd name="connsiteY1" fmla="*/ 275772 h 4499428"/>
                    <a:gd name="connsiteX2" fmla="*/ 7634515 w 7634515"/>
                    <a:gd name="connsiteY2" fmla="*/ 1480457 h 4499428"/>
                    <a:gd name="connsiteX3" fmla="*/ 4833257 w 7634515"/>
                    <a:gd name="connsiteY3" fmla="*/ 4499428 h 4499428"/>
                    <a:gd name="connsiteX4" fmla="*/ 4557487 w 7634515"/>
                    <a:gd name="connsiteY4" fmla="*/ 4397828 h 4499428"/>
                    <a:gd name="connsiteX5" fmla="*/ 0 w 7634515"/>
                    <a:gd name="connsiteY5" fmla="*/ 0 h 4499428"/>
                    <a:gd name="connsiteX0" fmla="*/ 0 w 7634515"/>
                    <a:gd name="connsiteY0" fmla="*/ 0 h 4455885"/>
                    <a:gd name="connsiteX1" fmla="*/ 7489372 w 7634515"/>
                    <a:gd name="connsiteY1" fmla="*/ 275772 h 4455885"/>
                    <a:gd name="connsiteX2" fmla="*/ 7634515 w 7634515"/>
                    <a:gd name="connsiteY2" fmla="*/ 1480457 h 4455885"/>
                    <a:gd name="connsiteX3" fmla="*/ 4862285 w 7634515"/>
                    <a:gd name="connsiteY3" fmla="*/ 4455885 h 4455885"/>
                    <a:gd name="connsiteX4" fmla="*/ 4557487 w 7634515"/>
                    <a:gd name="connsiteY4" fmla="*/ 4397828 h 4455885"/>
                    <a:gd name="connsiteX5" fmla="*/ 0 w 7634515"/>
                    <a:gd name="connsiteY5" fmla="*/ 0 h 4455885"/>
                    <a:gd name="connsiteX0" fmla="*/ 0 w 7634515"/>
                    <a:gd name="connsiteY0" fmla="*/ 0 h 4484914"/>
                    <a:gd name="connsiteX1" fmla="*/ 7489372 w 7634515"/>
                    <a:gd name="connsiteY1" fmla="*/ 275772 h 4484914"/>
                    <a:gd name="connsiteX2" fmla="*/ 7634515 w 7634515"/>
                    <a:gd name="connsiteY2" fmla="*/ 1480457 h 4484914"/>
                    <a:gd name="connsiteX3" fmla="*/ 4833256 w 7634515"/>
                    <a:gd name="connsiteY3" fmla="*/ 4484914 h 4484914"/>
                    <a:gd name="connsiteX4" fmla="*/ 4557487 w 7634515"/>
                    <a:gd name="connsiteY4" fmla="*/ 4397828 h 4484914"/>
                    <a:gd name="connsiteX5" fmla="*/ 0 w 7634515"/>
                    <a:gd name="connsiteY5" fmla="*/ 0 h 4484914"/>
                    <a:gd name="connsiteX0" fmla="*/ 0 w 7634515"/>
                    <a:gd name="connsiteY0" fmla="*/ 0 h 4484914"/>
                    <a:gd name="connsiteX1" fmla="*/ 7489372 w 7634515"/>
                    <a:gd name="connsiteY1" fmla="*/ 275772 h 4484914"/>
                    <a:gd name="connsiteX2" fmla="*/ 7634515 w 7634515"/>
                    <a:gd name="connsiteY2" fmla="*/ 1480457 h 4484914"/>
                    <a:gd name="connsiteX3" fmla="*/ 4833256 w 7634515"/>
                    <a:gd name="connsiteY3" fmla="*/ 4484914 h 4484914"/>
                    <a:gd name="connsiteX4" fmla="*/ 4557487 w 7634515"/>
                    <a:gd name="connsiteY4" fmla="*/ 4397828 h 4484914"/>
                    <a:gd name="connsiteX5" fmla="*/ 0 w 7634515"/>
                    <a:gd name="connsiteY5" fmla="*/ 0 h 4484914"/>
                    <a:gd name="connsiteX0" fmla="*/ 0 w 7634515"/>
                    <a:gd name="connsiteY0" fmla="*/ 0 h 4484914"/>
                    <a:gd name="connsiteX1" fmla="*/ 5573485 w 7634515"/>
                    <a:gd name="connsiteY1" fmla="*/ 203200 h 4484914"/>
                    <a:gd name="connsiteX2" fmla="*/ 7489372 w 7634515"/>
                    <a:gd name="connsiteY2" fmla="*/ 275772 h 4484914"/>
                    <a:gd name="connsiteX3" fmla="*/ 7634515 w 7634515"/>
                    <a:gd name="connsiteY3" fmla="*/ 1480457 h 4484914"/>
                    <a:gd name="connsiteX4" fmla="*/ 4833256 w 7634515"/>
                    <a:gd name="connsiteY4" fmla="*/ 4484914 h 4484914"/>
                    <a:gd name="connsiteX5" fmla="*/ 4557487 w 7634515"/>
                    <a:gd name="connsiteY5" fmla="*/ 4397828 h 4484914"/>
                    <a:gd name="connsiteX6" fmla="*/ 0 w 7634515"/>
                    <a:gd name="connsiteY6" fmla="*/ 0 h 4484914"/>
                    <a:gd name="connsiteX0" fmla="*/ 0 w 7634515"/>
                    <a:gd name="connsiteY0" fmla="*/ 798285 h 5283199"/>
                    <a:gd name="connsiteX1" fmla="*/ 7082971 w 7634515"/>
                    <a:gd name="connsiteY1" fmla="*/ 0 h 5283199"/>
                    <a:gd name="connsiteX2" fmla="*/ 7489372 w 7634515"/>
                    <a:gd name="connsiteY2" fmla="*/ 1074057 h 5283199"/>
                    <a:gd name="connsiteX3" fmla="*/ 7634515 w 7634515"/>
                    <a:gd name="connsiteY3" fmla="*/ 2278742 h 5283199"/>
                    <a:gd name="connsiteX4" fmla="*/ 4833256 w 7634515"/>
                    <a:gd name="connsiteY4" fmla="*/ 5283199 h 5283199"/>
                    <a:gd name="connsiteX5" fmla="*/ 4557487 w 7634515"/>
                    <a:gd name="connsiteY5" fmla="*/ 5196113 h 5283199"/>
                    <a:gd name="connsiteX6" fmla="*/ 0 w 7634515"/>
                    <a:gd name="connsiteY6" fmla="*/ 798285 h 5283199"/>
                    <a:gd name="connsiteX0" fmla="*/ 0 w 7634515"/>
                    <a:gd name="connsiteY0" fmla="*/ 1088571 h 5573485"/>
                    <a:gd name="connsiteX1" fmla="*/ 7257143 w 7634515"/>
                    <a:gd name="connsiteY1" fmla="*/ 0 h 5573485"/>
                    <a:gd name="connsiteX2" fmla="*/ 7489372 w 7634515"/>
                    <a:gd name="connsiteY2" fmla="*/ 1364343 h 5573485"/>
                    <a:gd name="connsiteX3" fmla="*/ 7634515 w 7634515"/>
                    <a:gd name="connsiteY3" fmla="*/ 2569028 h 5573485"/>
                    <a:gd name="connsiteX4" fmla="*/ 4833256 w 7634515"/>
                    <a:gd name="connsiteY4" fmla="*/ 5573485 h 5573485"/>
                    <a:gd name="connsiteX5" fmla="*/ 4557487 w 7634515"/>
                    <a:gd name="connsiteY5" fmla="*/ 5486399 h 5573485"/>
                    <a:gd name="connsiteX6" fmla="*/ 0 w 7634515"/>
                    <a:gd name="connsiteY6" fmla="*/ 1088571 h 5573485"/>
                    <a:gd name="connsiteX0" fmla="*/ 0 w 7634515"/>
                    <a:gd name="connsiteY0" fmla="*/ 1088571 h 5573485"/>
                    <a:gd name="connsiteX1" fmla="*/ 5660571 w 7634515"/>
                    <a:gd name="connsiteY1" fmla="*/ 217715 h 5573485"/>
                    <a:gd name="connsiteX2" fmla="*/ 7257143 w 7634515"/>
                    <a:gd name="connsiteY2" fmla="*/ 0 h 5573485"/>
                    <a:gd name="connsiteX3" fmla="*/ 7489372 w 7634515"/>
                    <a:gd name="connsiteY3" fmla="*/ 1364343 h 5573485"/>
                    <a:gd name="connsiteX4" fmla="*/ 7634515 w 7634515"/>
                    <a:gd name="connsiteY4" fmla="*/ 2569028 h 5573485"/>
                    <a:gd name="connsiteX5" fmla="*/ 4833256 w 7634515"/>
                    <a:gd name="connsiteY5" fmla="*/ 5573485 h 5573485"/>
                    <a:gd name="connsiteX6" fmla="*/ 4557487 w 7634515"/>
                    <a:gd name="connsiteY6" fmla="*/ 5486399 h 5573485"/>
                    <a:gd name="connsiteX7" fmla="*/ 0 w 7634515"/>
                    <a:gd name="connsiteY7" fmla="*/ 1088571 h 5573485"/>
                    <a:gd name="connsiteX0" fmla="*/ 0 w 7634515"/>
                    <a:gd name="connsiteY0" fmla="*/ 1088571 h 5573485"/>
                    <a:gd name="connsiteX1" fmla="*/ 6110514 w 7634515"/>
                    <a:gd name="connsiteY1" fmla="*/ 740229 h 5573485"/>
                    <a:gd name="connsiteX2" fmla="*/ 7257143 w 7634515"/>
                    <a:gd name="connsiteY2" fmla="*/ 0 h 5573485"/>
                    <a:gd name="connsiteX3" fmla="*/ 7489372 w 7634515"/>
                    <a:gd name="connsiteY3" fmla="*/ 1364343 h 5573485"/>
                    <a:gd name="connsiteX4" fmla="*/ 7634515 w 7634515"/>
                    <a:gd name="connsiteY4" fmla="*/ 2569028 h 5573485"/>
                    <a:gd name="connsiteX5" fmla="*/ 4833256 w 7634515"/>
                    <a:gd name="connsiteY5" fmla="*/ 5573485 h 5573485"/>
                    <a:gd name="connsiteX6" fmla="*/ 4557487 w 7634515"/>
                    <a:gd name="connsiteY6" fmla="*/ 5486399 h 5573485"/>
                    <a:gd name="connsiteX7" fmla="*/ 0 w 7634515"/>
                    <a:gd name="connsiteY7" fmla="*/ 1088571 h 5573485"/>
                    <a:gd name="connsiteX0" fmla="*/ 0 w 7634515"/>
                    <a:gd name="connsiteY0" fmla="*/ 1088571 h 5573485"/>
                    <a:gd name="connsiteX1" fmla="*/ 6037942 w 7634515"/>
                    <a:gd name="connsiteY1" fmla="*/ 754743 h 5573485"/>
                    <a:gd name="connsiteX2" fmla="*/ 7257143 w 7634515"/>
                    <a:gd name="connsiteY2" fmla="*/ 0 h 5573485"/>
                    <a:gd name="connsiteX3" fmla="*/ 7489372 w 7634515"/>
                    <a:gd name="connsiteY3" fmla="*/ 1364343 h 5573485"/>
                    <a:gd name="connsiteX4" fmla="*/ 7634515 w 7634515"/>
                    <a:gd name="connsiteY4" fmla="*/ 2569028 h 5573485"/>
                    <a:gd name="connsiteX5" fmla="*/ 4833256 w 7634515"/>
                    <a:gd name="connsiteY5" fmla="*/ 5573485 h 5573485"/>
                    <a:gd name="connsiteX6" fmla="*/ 4557487 w 7634515"/>
                    <a:gd name="connsiteY6" fmla="*/ 5486399 h 5573485"/>
                    <a:gd name="connsiteX7" fmla="*/ 0 w 7634515"/>
                    <a:gd name="connsiteY7" fmla="*/ 1088571 h 5573485"/>
                    <a:gd name="connsiteX0" fmla="*/ 0 w 7634515"/>
                    <a:gd name="connsiteY0" fmla="*/ 1088571 h 5573485"/>
                    <a:gd name="connsiteX1" fmla="*/ 3164114 w 7634515"/>
                    <a:gd name="connsiteY1" fmla="*/ 914401 h 5573485"/>
                    <a:gd name="connsiteX2" fmla="*/ 6037942 w 7634515"/>
                    <a:gd name="connsiteY2" fmla="*/ 754743 h 5573485"/>
                    <a:gd name="connsiteX3" fmla="*/ 7257143 w 7634515"/>
                    <a:gd name="connsiteY3" fmla="*/ 0 h 5573485"/>
                    <a:gd name="connsiteX4" fmla="*/ 7489372 w 7634515"/>
                    <a:gd name="connsiteY4" fmla="*/ 1364343 h 5573485"/>
                    <a:gd name="connsiteX5" fmla="*/ 7634515 w 7634515"/>
                    <a:gd name="connsiteY5" fmla="*/ 2569028 h 5573485"/>
                    <a:gd name="connsiteX6" fmla="*/ 4833256 w 7634515"/>
                    <a:gd name="connsiteY6" fmla="*/ 5573485 h 5573485"/>
                    <a:gd name="connsiteX7" fmla="*/ 4557487 w 7634515"/>
                    <a:gd name="connsiteY7" fmla="*/ 5486399 h 5573485"/>
                    <a:gd name="connsiteX8" fmla="*/ 0 w 7634515"/>
                    <a:gd name="connsiteY8" fmla="*/ 1088571 h 5573485"/>
                    <a:gd name="connsiteX0" fmla="*/ 0 w 7634515"/>
                    <a:gd name="connsiteY0" fmla="*/ 1088571 h 5573485"/>
                    <a:gd name="connsiteX1" fmla="*/ 711199 w 7634515"/>
                    <a:gd name="connsiteY1" fmla="*/ 435430 h 5573485"/>
                    <a:gd name="connsiteX2" fmla="*/ 6037942 w 7634515"/>
                    <a:gd name="connsiteY2" fmla="*/ 754743 h 5573485"/>
                    <a:gd name="connsiteX3" fmla="*/ 7257143 w 7634515"/>
                    <a:gd name="connsiteY3" fmla="*/ 0 h 5573485"/>
                    <a:gd name="connsiteX4" fmla="*/ 7489372 w 7634515"/>
                    <a:gd name="connsiteY4" fmla="*/ 1364343 h 5573485"/>
                    <a:gd name="connsiteX5" fmla="*/ 7634515 w 7634515"/>
                    <a:gd name="connsiteY5" fmla="*/ 2569028 h 5573485"/>
                    <a:gd name="connsiteX6" fmla="*/ 4833256 w 7634515"/>
                    <a:gd name="connsiteY6" fmla="*/ 5573485 h 5573485"/>
                    <a:gd name="connsiteX7" fmla="*/ 4557487 w 7634515"/>
                    <a:gd name="connsiteY7" fmla="*/ 5486399 h 5573485"/>
                    <a:gd name="connsiteX8" fmla="*/ 0 w 7634515"/>
                    <a:gd name="connsiteY8" fmla="*/ 1088571 h 5573485"/>
                    <a:gd name="connsiteX0" fmla="*/ 0 w 7634515"/>
                    <a:gd name="connsiteY0" fmla="*/ 1088571 h 5573485"/>
                    <a:gd name="connsiteX1" fmla="*/ 711199 w 7634515"/>
                    <a:gd name="connsiteY1" fmla="*/ 435430 h 5573485"/>
                    <a:gd name="connsiteX2" fmla="*/ 6037942 w 7634515"/>
                    <a:gd name="connsiteY2" fmla="*/ 754743 h 5573485"/>
                    <a:gd name="connsiteX3" fmla="*/ 7257143 w 7634515"/>
                    <a:gd name="connsiteY3" fmla="*/ 0 h 5573485"/>
                    <a:gd name="connsiteX4" fmla="*/ 7489372 w 7634515"/>
                    <a:gd name="connsiteY4" fmla="*/ 1364343 h 5573485"/>
                    <a:gd name="connsiteX5" fmla="*/ 7634515 w 7634515"/>
                    <a:gd name="connsiteY5" fmla="*/ 2569028 h 5573485"/>
                    <a:gd name="connsiteX6" fmla="*/ 4833256 w 7634515"/>
                    <a:gd name="connsiteY6" fmla="*/ 5573485 h 5573485"/>
                    <a:gd name="connsiteX7" fmla="*/ 4557487 w 7634515"/>
                    <a:gd name="connsiteY7" fmla="*/ 5486399 h 5573485"/>
                    <a:gd name="connsiteX8" fmla="*/ 0 w 7634515"/>
                    <a:gd name="connsiteY8" fmla="*/ 1088571 h 5573485"/>
                    <a:gd name="connsiteX0" fmla="*/ 0 w 7605486"/>
                    <a:gd name="connsiteY0" fmla="*/ 1074056 h 5573485"/>
                    <a:gd name="connsiteX1" fmla="*/ 682170 w 7605486"/>
                    <a:gd name="connsiteY1" fmla="*/ 435430 h 5573485"/>
                    <a:gd name="connsiteX2" fmla="*/ 6008913 w 7605486"/>
                    <a:gd name="connsiteY2" fmla="*/ 754743 h 5573485"/>
                    <a:gd name="connsiteX3" fmla="*/ 7228114 w 7605486"/>
                    <a:gd name="connsiteY3" fmla="*/ 0 h 5573485"/>
                    <a:gd name="connsiteX4" fmla="*/ 7460343 w 7605486"/>
                    <a:gd name="connsiteY4" fmla="*/ 1364343 h 5573485"/>
                    <a:gd name="connsiteX5" fmla="*/ 7605486 w 7605486"/>
                    <a:gd name="connsiteY5" fmla="*/ 2569028 h 5573485"/>
                    <a:gd name="connsiteX6" fmla="*/ 4804227 w 7605486"/>
                    <a:gd name="connsiteY6" fmla="*/ 5573485 h 5573485"/>
                    <a:gd name="connsiteX7" fmla="*/ 4528458 w 7605486"/>
                    <a:gd name="connsiteY7" fmla="*/ 5486399 h 5573485"/>
                    <a:gd name="connsiteX8" fmla="*/ 0 w 7605486"/>
                    <a:gd name="connsiteY8" fmla="*/ 1074056 h 5573485"/>
                    <a:gd name="connsiteX0" fmla="*/ 145217 w 7750703"/>
                    <a:gd name="connsiteY0" fmla="*/ 1074056 h 5573485"/>
                    <a:gd name="connsiteX1" fmla="*/ 827387 w 7750703"/>
                    <a:gd name="connsiteY1" fmla="*/ 435430 h 5573485"/>
                    <a:gd name="connsiteX2" fmla="*/ 6154130 w 7750703"/>
                    <a:gd name="connsiteY2" fmla="*/ 754743 h 5573485"/>
                    <a:gd name="connsiteX3" fmla="*/ 7373331 w 7750703"/>
                    <a:gd name="connsiteY3" fmla="*/ 0 h 5573485"/>
                    <a:gd name="connsiteX4" fmla="*/ 7605560 w 7750703"/>
                    <a:gd name="connsiteY4" fmla="*/ 1364343 h 5573485"/>
                    <a:gd name="connsiteX5" fmla="*/ 7750703 w 7750703"/>
                    <a:gd name="connsiteY5" fmla="*/ 2569028 h 5573485"/>
                    <a:gd name="connsiteX6" fmla="*/ 4949444 w 7750703"/>
                    <a:gd name="connsiteY6" fmla="*/ 5573485 h 5573485"/>
                    <a:gd name="connsiteX7" fmla="*/ 4673675 w 7750703"/>
                    <a:gd name="connsiteY7" fmla="*/ 5486399 h 5573485"/>
                    <a:gd name="connsiteX8" fmla="*/ 145217 w 7750703"/>
                    <a:gd name="connsiteY8" fmla="*/ 1074056 h 5573485"/>
                    <a:gd name="connsiteX0" fmla="*/ 143276 w 7748762"/>
                    <a:gd name="connsiteY0" fmla="*/ 1074056 h 5573485"/>
                    <a:gd name="connsiteX1" fmla="*/ 825446 w 7748762"/>
                    <a:gd name="connsiteY1" fmla="*/ 435430 h 5573485"/>
                    <a:gd name="connsiteX2" fmla="*/ 6152189 w 7748762"/>
                    <a:gd name="connsiteY2" fmla="*/ 754743 h 5573485"/>
                    <a:gd name="connsiteX3" fmla="*/ 7371390 w 7748762"/>
                    <a:gd name="connsiteY3" fmla="*/ 0 h 5573485"/>
                    <a:gd name="connsiteX4" fmla="*/ 7603619 w 7748762"/>
                    <a:gd name="connsiteY4" fmla="*/ 1364343 h 5573485"/>
                    <a:gd name="connsiteX5" fmla="*/ 7748762 w 7748762"/>
                    <a:gd name="connsiteY5" fmla="*/ 2569028 h 5573485"/>
                    <a:gd name="connsiteX6" fmla="*/ 4947503 w 7748762"/>
                    <a:gd name="connsiteY6" fmla="*/ 5573485 h 5573485"/>
                    <a:gd name="connsiteX7" fmla="*/ 4671734 w 7748762"/>
                    <a:gd name="connsiteY7" fmla="*/ 5486399 h 5573485"/>
                    <a:gd name="connsiteX8" fmla="*/ 143276 w 7748762"/>
                    <a:gd name="connsiteY8" fmla="*/ 1074056 h 5573485"/>
                    <a:gd name="connsiteX0" fmla="*/ 143276 w 7748762"/>
                    <a:gd name="connsiteY0" fmla="*/ 1074056 h 5573485"/>
                    <a:gd name="connsiteX1" fmla="*/ 825446 w 7748762"/>
                    <a:gd name="connsiteY1" fmla="*/ 435430 h 5573485"/>
                    <a:gd name="connsiteX2" fmla="*/ 3365445 w 7748762"/>
                    <a:gd name="connsiteY2" fmla="*/ 566058 h 5573485"/>
                    <a:gd name="connsiteX3" fmla="*/ 6152189 w 7748762"/>
                    <a:gd name="connsiteY3" fmla="*/ 754743 h 5573485"/>
                    <a:gd name="connsiteX4" fmla="*/ 7371390 w 7748762"/>
                    <a:gd name="connsiteY4" fmla="*/ 0 h 5573485"/>
                    <a:gd name="connsiteX5" fmla="*/ 7603619 w 7748762"/>
                    <a:gd name="connsiteY5" fmla="*/ 1364343 h 5573485"/>
                    <a:gd name="connsiteX6" fmla="*/ 7748762 w 7748762"/>
                    <a:gd name="connsiteY6" fmla="*/ 2569028 h 5573485"/>
                    <a:gd name="connsiteX7" fmla="*/ 4947503 w 7748762"/>
                    <a:gd name="connsiteY7" fmla="*/ 5573485 h 5573485"/>
                    <a:gd name="connsiteX8" fmla="*/ 4671734 w 7748762"/>
                    <a:gd name="connsiteY8" fmla="*/ 5486399 h 5573485"/>
                    <a:gd name="connsiteX9" fmla="*/ 143276 w 7748762"/>
                    <a:gd name="connsiteY9" fmla="*/ 1074056 h 5573485"/>
                    <a:gd name="connsiteX0" fmla="*/ 143276 w 7748762"/>
                    <a:gd name="connsiteY0" fmla="*/ 1074056 h 5573485"/>
                    <a:gd name="connsiteX1" fmla="*/ 825446 w 7748762"/>
                    <a:gd name="connsiteY1" fmla="*/ 435430 h 5573485"/>
                    <a:gd name="connsiteX2" fmla="*/ 2494588 w 7748762"/>
                    <a:gd name="connsiteY2" fmla="*/ 2249715 h 5573485"/>
                    <a:gd name="connsiteX3" fmla="*/ 6152189 w 7748762"/>
                    <a:gd name="connsiteY3" fmla="*/ 754743 h 5573485"/>
                    <a:gd name="connsiteX4" fmla="*/ 7371390 w 7748762"/>
                    <a:gd name="connsiteY4" fmla="*/ 0 h 5573485"/>
                    <a:gd name="connsiteX5" fmla="*/ 7603619 w 7748762"/>
                    <a:gd name="connsiteY5" fmla="*/ 1364343 h 5573485"/>
                    <a:gd name="connsiteX6" fmla="*/ 7748762 w 7748762"/>
                    <a:gd name="connsiteY6" fmla="*/ 2569028 h 5573485"/>
                    <a:gd name="connsiteX7" fmla="*/ 4947503 w 7748762"/>
                    <a:gd name="connsiteY7" fmla="*/ 5573485 h 5573485"/>
                    <a:gd name="connsiteX8" fmla="*/ 4671734 w 7748762"/>
                    <a:gd name="connsiteY8" fmla="*/ 5486399 h 5573485"/>
                    <a:gd name="connsiteX9" fmla="*/ 143276 w 7748762"/>
                    <a:gd name="connsiteY9" fmla="*/ 1074056 h 5573485"/>
                    <a:gd name="connsiteX0" fmla="*/ 225462 w 7830948"/>
                    <a:gd name="connsiteY0" fmla="*/ 1074056 h 5573485"/>
                    <a:gd name="connsiteX1" fmla="*/ 530261 w 7830948"/>
                    <a:gd name="connsiteY1" fmla="*/ 595087 h 5573485"/>
                    <a:gd name="connsiteX2" fmla="*/ 2576774 w 7830948"/>
                    <a:gd name="connsiteY2" fmla="*/ 2249715 h 5573485"/>
                    <a:gd name="connsiteX3" fmla="*/ 6234375 w 7830948"/>
                    <a:gd name="connsiteY3" fmla="*/ 754743 h 5573485"/>
                    <a:gd name="connsiteX4" fmla="*/ 7453576 w 7830948"/>
                    <a:gd name="connsiteY4" fmla="*/ 0 h 5573485"/>
                    <a:gd name="connsiteX5" fmla="*/ 7685805 w 7830948"/>
                    <a:gd name="connsiteY5" fmla="*/ 1364343 h 5573485"/>
                    <a:gd name="connsiteX6" fmla="*/ 7830948 w 7830948"/>
                    <a:gd name="connsiteY6" fmla="*/ 2569028 h 5573485"/>
                    <a:gd name="connsiteX7" fmla="*/ 5029689 w 7830948"/>
                    <a:gd name="connsiteY7" fmla="*/ 5573485 h 5573485"/>
                    <a:gd name="connsiteX8" fmla="*/ 4753920 w 7830948"/>
                    <a:gd name="connsiteY8" fmla="*/ 5486399 h 5573485"/>
                    <a:gd name="connsiteX9" fmla="*/ 225462 w 7830948"/>
                    <a:gd name="connsiteY9" fmla="*/ 1074056 h 5573485"/>
                    <a:gd name="connsiteX0" fmla="*/ 154662 w 7760148"/>
                    <a:gd name="connsiteY0" fmla="*/ 1074056 h 5573485"/>
                    <a:gd name="connsiteX1" fmla="*/ 764261 w 7760148"/>
                    <a:gd name="connsiteY1" fmla="*/ 391887 h 5573485"/>
                    <a:gd name="connsiteX2" fmla="*/ 2505974 w 7760148"/>
                    <a:gd name="connsiteY2" fmla="*/ 2249715 h 5573485"/>
                    <a:gd name="connsiteX3" fmla="*/ 6163575 w 7760148"/>
                    <a:gd name="connsiteY3" fmla="*/ 754743 h 5573485"/>
                    <a:gd name="connsiteX4" fmla="*/ 7382776 w 7760148"/>
                    <a:gd name="connsiteY4" fmla="*/ 0 h 5573485"/>
                    <a:gd name="connsiteX5" fmla="*/ 7615005 w 7760148"/>
                    <a:gd name="connsiteY5" fmla="*/ 1364343 h 5573485"/>
                    <a:gd name="connsiteX6" fmla="*/ 7760148 w 7760148"/>
                    <a:gd name="connsiteY6" fmla="*/ 2569028 h 5573485"/>
                    <a:gd name="connsiteX7" fmla="*/ 4958889 w 7760148"/>
                    <a:gd name="connsiteY7" fmla="*/ 5573485 h 5573485"/>
                    <a:gd name="connsiteX8" fmla="*/ 4683120 w 7760148"/>
                    <a:gd name="connsiteY8" fmla="*/ 5486399 h 5573485"/>
                    <a:gd name="connsiteX9" fmla="*/ 154662 w 7760148"/>
                    <a:gd name="connsiteY9" fmla="*/ 1074056 h 5573485"/>
                    <a:gd name="connsiteX0" fmla="*/ 146294 w 7751780"/>
                    <a:gd name="connsiteY0" fmla="*/ 1074056 h 5573485"/>
                    <a:gd name="connsiteX1" fmla="*/ 755893 w 7751780"/>
                    <a:gd name="connsiteY1" fmla="*/ 391887 h 5573485"/>
                    <a:gd name="connsiteX2" fmla="*/ 2497606 w 7751780"/>
                    <a:gd name="connsiteY2" fmla="*/ 2249715 h 5573485"/>
                    <a:gd name="connsiteX3" fmla="*/ 6155207 w 7751780"/>
                    <a:gd name="connsiteY3" fmla="*/ 754743 h 5573485"/>
                    <a:gd name="connsiteX4" fmla="*/ 7374408 w 7751780"/>
                    <a:gd name="connsiteY4" fmla="*/ 0 h 5573485"/>
                    <a:gd name="connsiteX5" fmla="*/ 7606637 w 7751780"/>
                    <a:gd name="connsiteY5" fmla="*/ 1364343 h 5573485"/>
                    <a:gd name="connsiteX6" fmla="*/ 7751780 w 7751780"/>
                    <a:gd name="connsiteY6" fmla="*/ 2569028 h 5573485"/>
                    <a:gd name="connsiteX7" fmla="*/ 4950521 w 7751780"/>
                    <a:gd name="connsiteY7" fmla="*/ 5573485 h 5573485"/>
                    <a:gd name="connsiteX8" fmla="*/ 4674752 w 7751780"/>
                    <a:gd name="connsiteY8" fmla="*/ 5486399 h 5573485"/>
                    <a:gd name="connsiteX9" fmla="*/ 146294 w 7751780"/>
                    <a:gd name="connsiteY9" fmla="*/ 1074056 h 5573485"/>
                    <a:gd name="connsiteX0" fmla="*/ 146294 w 7751780"/>
                    <a:gd name="connsiteY0" fmla="*/ 1074056 h 5573485"/>
                    <a:gd name="connsiteX1" fmla="*/ 755893 w 7751780"/>
                    <a:gd name="connsiteY1" fmla="*/ 391887 h 5573485"/>
                    <a:gd name="connsiteX2" fmla="*/ 2584691 w 7751780"/>
                    <a:gd name="connsiteY2" fmla="*/ 2220687 h 5573485"/>
                    <a:gd name="connsiteX3" fmla="*/ 6155207 w 7751780"/>
                    <a:gd name="connsiteY3" fmla="*/ 754743 h 5573485"/>
                    <a:gd name="connsiteX4" fmla="*/ 7374408 w 7751780"/>
                    <a:gd name="connsiteY4" fmla="*/ 0 h 5573485"/>
                    <a:gd name="connsiteX5" fmla="*/ 7606637 w 7751780"/>
                    <a:gd name="connsiteY5" fmla="*/ 1364343 h 5573485"/>
                    <a:gd name="connsiteX6" fmla="*/ 7751780 w 7751780"/>
                    <a:gd name="connsiteY6" fmla="*/ 2569028 h 5573485"/>
                    <a:gd name="connsiteX7" fmla="*/ 4950521 w 7751780"/>
                    <a:gd name="connsiteY7" fmla="*/ 5573485 h 5573485"/>
                    <a:gd name="connsiteX8" fmla="*/ 4674752 w 7751780"/>
                    <a:gd name="connsiteY8" fmla="*/ 5486399 h 5573485"/>
                    <a:gd name="connsiteX9" fmla="*/ 146294 w 7751780"/>
                    <a:gd name="connsiteY9" fmla="*/ 1074056 h 5573485"/>
                    <a:gd name="connsiteX0" fmla="*/ 146294 w 7751780"/>
                    <a:gd name="connsiteY0" fmla="*/ 1074056 h 5573485"/>
                    <a:gd name="connsiteX1" fmla="*/ 755893 w 7751780"/>
                    <a:gd name="connsiteY1" fmla="*/ 391887 h 5573485"/>
                    <a:gd name="connsiteX2" fmla="*/ 2584691 w 7751780"/>
                    <a:gd name="connsiteY2" fmla="*/ 2220687 h 5573485"/>
                    <a:gd name="connsiteX3" fmla="*/ 4094178 w 7751780"/>
                    <a:gd name="connsiteY3" fmla="*/ 1611086 h 5573485"/>
                    <a:gd name="connsiteX4" fmla="*/ 6155207 w 7751780"/>
                    <a:gd name="connsiteY4" fmla="*/ 754743 h 5573485"/>
                    <a:gd name="connsiteX5" fmla="*/ 7374408 w 7751780"/>
                    <a:gd name="connsiteY5" fmla="*/ 0 h 5573485"/>
                    <a:gd name="connsiteX6" fmla="*/ 7606637 w 7751780"/>
                    <a:gd name="connsiteY6" fmla="*/ 1364343 h 5573485"/>
                    <a:gd name="connsiteX7" fmla="*/ 7751780 w 7751780"/>
                    <a:gd name="connsiteY7" fmla="*/ 2569028 h 5573485"/>
                    <a:gd name="connsiteX8" fmla="*/ 4950521 w 7751780"/>
                    <a:gd name="connsiteY8" fmla="*/ 5573485 h 5573485"/>
                    <a:gd name="connsiteX9" fmla="*/ 4674752 w 7751780"/>
                    <a:gd name="connsiteY9" fmla="*/ 5486399 h 5573485"/>
                    <a:gd name="connsiteX10" fmla="*/ 146294 w 7751780"/>
                    <a:gd name="connsiteY10" fmla="*/ 1074056 h 5573485"/>
                    <a:gd name="connsiteX0" fmla="*/ 362859 w 7968345"/>
                    <a:gd name="connsiteY0" fmla="*/ 1944913 h 6444342"/>
                    <a:gd name="connsiteX1" fmla="*/ 972458 w 7968345"/>
                    <a:gd name="connsiteY1" fmla="*/ 1262744 h 6444342"/>
                    <a:gd name="connsiteX2" fmla="*/ 2801256 w 7968345"/>
                    <a:gd name="connsiteY2" fmla="*/ 3091544 h 6444342"/>
                    <a:gd name="connsiteX3" fmla="*/ 0 w 7968345"/>
                    <a:gd name="connsiteY3" fmla="*/ 0 h 6444342"/>
                    <a:gd name="connsiteX4" fmla="*/ 6371772 w 7968345"/>
                    <a:gd name="connsiteY4" fmla="*/ 1625600 h 6444342"/>
                    <a:gd name="connsiteX5" fmla="*/ 7590973 w 7968345"/>
                    <a:gd name="connsiteY5" fmla="*/ 870857 h 6444342"/>
                    <a:gd name="connsiteX6" fmla="*/ 7823202 w 7968345"/>
                    <a:gd name="connsiteY6" fmla="*/ 2235200 h 6444342"/>
                    <a:gd name="connsiteX7" fmla="*/ 7968345 w 7968345"/>
                    <a:gd name="connsiteY7" fmla="*/ 3439885 h 6444342"/>
                    <a:gd name="connsiteX8" fmla="*/ 5167086 w 7968345"/>
                    <a:gd name="connsiteY8" fmla="*/ 6444342 h 6444342"/>
                    <a:gd name="connsiteX9" fmla="*/ 4891317 w 7968345"/>
                    <a:gd name="connsiteY9" fmla="*/ 6357256 h 6444342"/>
                    <a:gd name="connsiteX10" fmla="*/ 362859 w 7968345"/>
                    <a:gd name="connsiteY10" fmla="*/ 1944913 h 6444342"/>
                    <a:gd name="connsiteX0" fmla="*/ 449944 w 8055430"/>
                    <a:gd name="connsiteY0" fmla="*/ 1857827 h 6357256"/>
                    <a:gd name="connsiteX1" fmla="*/ 1059543 w 8055430"/>
                    <a:gd name="connsiteY1" fmla="*/ 1175658 h 6357256"/>
                    <a:gd name="connsiteX2" fmla="*/ 2888341 w 8055430"/>
                    <a:gd name="connsiteY2" fmla="*/ 3004458 h 6357256"/>
                    <a:gd name="connsiteX3" fmla="*/ 0 w 8055430"/>
                    <a:gd name="connsiteY3" fmla="*/ 0 h 6357256"/>
                    <a:gd name="connsiteX4" fmla="*/ 6458857 w 8055430"/>
                    <a:gd name="connsiteY4" fmla="*/ 1538514 h 6357256"/>
                    <a:gd name="connsiteX5" fmla="*/ 7678058 w 8055430"/>
                    <a:gd name="connsiteY5" fmla="*/ 783771 h 6357256"/>
                    <a:gd name="connsiteX6" fmla="*/ 7910287 w 8055430"/>
                    <a:gd name="connsiteY6" fmla="*/ 2148114 h 6357256"/>
                    <a:gd name="connsiteX7" fmla="*/ 8055430 w 8055430"/>
                    <a:gd name="connsiteY7" fmla="*/ 3352799 h 6357256"/>
                    <a:gd name="connsiteX8" fmla="*/ 5254171 w 8055430"/>
                    <a:gd name="connsiteY8" fmla="*/ 6357256 h 6357256"/>
                    <a:gd name="connsiteX9" fmla="*/ 4978402 w 8055430"/>
                    <a:gd name="connsiteY9" fmla="*/ 6270170 h 6357256"/>
                    <a:gd name="connsiteX10" fmla="*/ 449944 w 8055430"/>
                    <a:gd name="connsiteY10" fmla="*/ 1857827 h 6357256"/>
                    <a:gd name="connsiteX0" fmla="*/ 406401 w 8011887"/>
                    <a:gd name="connsiteY0" fmla="*/ 1828799 h 6328228"/>
                    <a:gd name="connsiteX1" fmla="*/ 1016000 w 8011887"/>
                    <a:gd name="connsiteY1" fmla="*/ 1146630 h 6328228"/>
                    <a:gd name="connsiteX2" fmla="*/ 2844798 w 8011887"/>
                    <a:gd name="connsiteY2" fmla="*/ 2975430 h 6328228"/>
                    <a:gd name="connsiteX3" fmla="*/ 0 w 8011887"/>
                    <a:gd name="connsiteY3" fmla="*/ 0 h 6328228"/>
                    <a:gd name="connsiteX4" fmla="*/ 6415314 w 8011887"/>
                    <a:gd name="connsiteY4" fmla="*/ 1509486 h 6328228"/>
                    <a:gd name="connsiteX5" fmla="*/ 7634515 w 8011887"/>
                    <a:gd name="connsiteY5" fmla="*/ 754743 h 6328228"/>
                    <a:gd name="connsiteX6" fmla="*/ 7866744 w 8011887"/>
                    <a:gd name="connsiteY6" fmla="*/ 2119086 h 6328228"/>
                    <a:gd name="connsiteX7" fmla="*/ 8011887 w 8011887"/>
                    <a:gd name="connsiteY7" fmla="*/ 3323771 h 6328228"/>
                    <a:gd name="connsiteX8" fmla="*/ 5210628 w 8011887"/>
                    <a:gd name="connsiteY8" fmla="*/ 6328228 h 6328228"/>
                    <a:gd name="connsiteX9" fmla="*/ 4934859 w 8011887"/>
                    <a:gd name="connsiteY9" fmla="*/ 6241142 h 6328228"/>
                    <a:gd name="connsiteX10" fmla="*/ 406401 w 8011887"/>
                    <a:gd name="connsiteY10" fmla="*/ 1828799 h 6328228"/>
                    <a:gd name="connsiteX0" fmla="*/ 420915 w 8026401"/>
                    <a:gd name="connsiteY0" fmla="*/ 1828799 h 6328228"/>
                    <a:gd name="connsiteX1" fmla="*/ 1030514 w 8026401"/>
                    <a:gd name="connsiteY1" fmla="*/ 1146630 h 6328228"/>
                    <a:gd name="connsiteX2" fmla="*/ 2859312 w 8026401"/>
                    <a:gd name="connsiteY2" fmla="*/ 2975430 h 6328228"/>
                    <a:gd name="connsiteX3" fmla="*/ 0 w 8026401"/>
                    <a:gd name="connsiteY3" fmla="*/ 0 h 6328228"/>
                    <a:gd name="connsiteX4" fmla="*/ 6429828 w 8026401"/>
                    <a:gd name="connsiteY4" fmla="*/ 1509486 h 6328228"/>
                    <a:gd name="connsiteX5" fmla="*/ 7649029 w 8026401"/>
                    <a:gd name="connsiteY5" fmla="*/ 754743 h 6328228"/>
                    <a:gd name="connsiteX6" fmla="*/ 7881258 w 8026401"/>
                    <a:gd name="connsiteY6" fmla="*/ 2119086 h 6328228"/>
                    <a:gd name="connsiteX7" fmla="*/ 8026401 w 8026401"/>
                    <a:gd name="connsiteY7" fmla="*/ 3323771 h 6328228"/>
                    <a:gd name="connsiteX8" fmla="*/ 5225142 w 8026401"/>
                    <a:gd name="connsiteY8" fmla="*/ 6328228 h 6328228"/>
                    <a:gd name="connsiteX9" fmla="*/ 4949373 w 8026401"/>
                    <a:gd name="connsiteY9" fmla="*/ 6241142 h 6328228"/>
                    <a:gd name="connsiteX10" fmla="*/ 420915 w 8026401"/>
                    <a:gd name="connsiteY10" fmla="*/ 1828799 h 6328228"/>
                    <a:gd name="connsiteX0" fmla="*/ 420915 w 8026401"/>
                    <a:gd name="connsiteY0" fmla="*/ 1828799 h 6328228"/>
                    <a:gd name="connsiteX1" fmla="*/ 1030514 w 8026401"/>
                    <a:gd name="connsiteY1" fmla="*/ 1146630 h 6328228"/>
                    <a:gd name="connsiteX2" fmla="*/ 2859312 w 8026401"/>
                    <a:gd name="connsiteY2" fmla="*/ 2975430 h 6328228"/>
                    <a:gd name="connsiteX3" fmla="*/ 0 w 8026401"/>
                    <a:gd name="connsiteY3" fmla="*/ 0 h 6328228"/>
                    <a:gd name="connsiteX4" fmla="*/ 1698171 w 8026401"/>
                    <a:gd name="connsiteY4" fmla="*/ 377372 h 6328228"/>
                    <a:gd name="connsiteX5" fmla="*/ 6429828 w 8026401"/>
                    <a:gd name="connsiteY5" fmla="*/ 1509486 h 6328228"/>
                    <a:gd name="connsiteX6" fmla="*/ 7649029 w 8026401"/>
                    <a:gd name="connsiteY6" fmla="*/ 754743 h 6328228"/>
                    <a:gd name="connsiteX7" fmla="*/ 7881258 w 8026401"/>
                    <a:gd name="connsiteY7" fmla="*/ 2119086 h 6328228"/>
                    <a:gd name="connsiteX8" fmla="*/ 8026401 w 8026401"/>
                    <a:gd name="connsiteY8" fmla="*/ 3323771 h 6328228"/>
                    <a:gd name="connsiteX9" fmla="*/ 5225142 w 8026401"/>
                    <a:gd name="connsiteY9" fmla="*/ 6328228 h 6328228"/>
                    <a:gd name="connsiteX10" fmla="*/ 4949373 w 8026401"/>
                    <a:gd name="connsiteY10" fmla="*/ 6241142 h 6328228"/>
                    <a:gd name="connsiteX11" fmla="*/ 420915 w 8026401"/>
                    <a:gd name="connsiteY11" fmla="*/ 1828799 h 6328228"/>
                    <a:gd name="connsiteX0" fmla="*/ 420915 w 8026401"/>
                    <a:gd name="connsiteY0" fmla="*/ 2539998 h 7039427"/>
                    <a:gd name="connsiteX1" fmla="*/ 1030514 w 8026401"/>
                    <a:gd name="connsiteY1" fmla="*/ 1857829 h 7039427"/>
                    <a:gd name="connsiteX2" fmla="*/ 2859312 w 8026401"/>
                    <a:gd name="connsiteY2" fmla="*/ 3686629 h 7039427"/>
                    <a:gd name="connsiteX3" fmla="*/ 0 w 8026401"/>
                    <a:gd name="connsiteY3" fmla="*/ 711199 h 7039427"/>
                    <a:gd name="connsiteX4" fmla="*/ 899885 w 8026401"/>
                    <a:gd name="connsiteY4" fmla="*/ 0 h 7039427"/>
                    <a:gd name="connsiteX5" fmla="*/ 6429828 w 8026401"/>
                    <a:gd name="connsiteY5" fmla="*/ 2220685 h 7039427"/>
                    <a:gd name="connsiteX6" fmla="*/ 7649029 w 8026401"/>
                    <a:gd name="connsiteY6" fmla="*/ 1465942 h 7039427"/>
                    <a:gd name="connsiteX7" fmla="*/ 7881258 w 8026401"/>
                    <a:gd name="connsiteY7" fmla="*/ 2830285 h 7039427"/>
                    <a:gd name="connsiteX8" fmla="*/ 8026401 w 8026401"/>
                    <a:gd name="connsiteY8" fmla="*/ 4034970 h 7039427"/>
                    <a:gd name="connsiteX9" fmla="*/ 5225142 w 8026401"/>
                    <a:gd name="connsiteY9" fmla="*/ 7039427 h 7039427"/>
                    <a:gd name="connsiteX10" fmla="*/ 4949373 w 8026401"/>
                    <a:gd name="connsiteY10" fmla="*/ 6952341 h 7039427"/>
                    <a:gd name="connsiteX11" fmla="*/ 420915 w 8026401"/>
                    <a:gd name="connsiteY11" fmla="*/ 2539998 h 7039427"/>
                    <a:gd name="connsiteX0" fmla="*/ 420915 w 8026401"/>
                    <a:gd name="connsiteY0" fmla="*/ 2665438 h 7164867"/>
                    <a:gd name="connsiteX1" fmla="*/ 1030514 w 8026401"/>
                    <a:gd name="connsiteY1" fmla="*/ 1983269 h 7164867"/>
                    <a:gd name="connsiteX2" fmla="*/ 2859312 w 8026401"/>
                    <a:gd name="connsiteY2" fmla="*/ 3812069 h 7164867"/>
                    <a:gd name="connsiteX3" fmla="*/ 0 w 8026401"/>
                    <a:gd name="connsiteY3" fmla="*/ 836639 h 7164867"/>
                    <a:gd name="connsiteX4" fmla="*/ 899885 w 8026401"/>
                    <a:gd name="connsiteY4" fmla="*/ 125440 h 7164867"/>
                    <a:gd name="connsiteX5" fmla="*/ 6429828 w 8026401"/>
                    <a:gd name="connsiteY5" fmla="*/ 2346125 h 7164867"/>
                    <a:gd name="connsiteX6" fmla="*/ 7649029 w 8026401"/>
                    <a:gd name="connsiteY6" fmla="*/ 1591382 h 7164867"/>
                    <a:gd name="connsiteX7" fmla="*/ 7881258 w 8026401"/>
                    <a:gd name="connsiteY7" fmla="*/ 2955725 h 7164867"/>
                    <a:gd name="connsiteX8" fmla="*/ 8026401 w 8026401"/>
                    <a:gd name="connsiteY8" fmla="*/ 4160410 h 7164867"/>
                    <a:gd name="connsiteX9" fmla="*/ 5225142 w 8026401"/>
                    <a:gd name="connsiteY9" fmla="*/ 7164867 h 7164867"/>
                    <a:gd name="connsiteX10" fmla="*/ 4949373 w 8026401"/>
                    <a:gd name="connsiteY10" fmla="*/ 7077781 h 7164867"/>
                    <a:gd name="connsiteX11" fmla="*/ 420915 w 8026401"/>
                    <a:gd name="connsiteY11" fmla="*/ 2665438 h 7164867"/>
                    <a:gd name="connsiteX0" fmla="*/ 534938 w 8140424"/>
                    <a:gd name="connsiteY0" fmla="*/ 2718214 h 7217643"/>
                    <a:gd name="connsiteX1" fmla="*/ 1144537 w 8140424"/>
                    <a:gd name="connsiteY1" fmla="*/ 2036045 h 7217643"/>
                    <a:gd name="connsiteX2" fmla="*/ 2973335 w 8140424"/>
                    <a:gd name="connsiteY2" fmla="*/ 3864845 h 7217643"/>
                    <a:gd name="connsiteX3" fmla="*/ 114023 w 8140424"/>
                    <a:gd name="connsiteY3" fmla="*/ 889415 h 7217643"/>
                    <a:gd name="connsiteX4" fmla="*/ 1013908 w 8140424"/>
                    <a:gd name="connsiteY4" fmla="*/ 178216 h 7217643"/>
                    <a:gd name="connsiteX5" fmla="*/ 6543851 w 8140424"/>
                    <a:gd name="connsiteY5" fmla="*/ 2398901 h 7217643"/>
                    <a:gd name="connsiteX6" fmla="*/ 7763052 w 8140424"/>
                    <a:gd name="connsiteY6" fmla="*/ 1644158 h 7217643"/>
                    <a:gd name="connsiteX7" fmla="*/ 7995281 w 8140424"/>
                    <a:gd name="connsiteY7" fmla="*/ 3008501 h 7217643"/>
                    <a:gd name="connsiteX8" fmla="*/ 8140424 w 8140424"/>
                    <a:gd name="connsiteY8" fmla="*/ 4213186 h 7217643"/>
                    <a:gd name="connsiteX9" fmla="*/ 5339165 w 8140424"/>
                    <a:gd name="connsiteY9" fmla="*/ 7217643 h 7217643"/>
                    <a:gd name="connsiteX10" fmla="*/ 5063396 w 8140424"/>
                    <a:gd name="connsiteY10" fmla="*/ 7130557 h 7217643"/>
                    <a:gd name="connsiteX11" fmla="*/ 534938 w 8140424"/>
                    <a:gd name="connsiteY11" fmla="*/ 2718214 h 7217643"/>
                    <a:gd name="connsiteX0" fmla="*/ 534938 w 8140424"/>
                    <a:gd name="connsiteY0" fmla="*/ 2718214 h 7217643"/>
                    <a:gd name="connsiteX1" fmla="*/ 1144537 w 8140424"/>
                    <a:gd name="connsiteY1" fmla="*/ 2036045 h 7217643"/>
                    <a:gd name="connsiteX2" fmla="*/ 2973335 w 8140424"/>
                    <a:gd name="connsiteY2" fmla="*/ 3864845 h 7217643"/>
                    <a:gd name="connsiteX3" fmla="*/ 114023 w 8140424"/>
                    <a:gd name="connsiteY3" fmla="*/ 889415 h 7217643"/>
                    <a:gd name="connsiteX4" fmla="*/ 1013908 w 8140424"/>
                    <a:gd name="connsiteY4" fmla="*/ 178216 h 7217643"/>
                    <a:gd name="connsiteX5" fmla="*/ 3510366 w 8140424"/>
                    <a:gd name="connsiteY5" fmla="*/ 1194217 h 7217643"/>
                    <a:gd name="connsiteX6" fmla="*/ 6543851 w 8140424"/>
                    <a:gd name="connsiteY6" fmla="*/ 2398901 h 7217643"/>
                    <a:gd name="connsiteX7" fmla="*/ 7763052 w 8140424"/>
                    <a:gd name="connsiteY7" fmla="*/ 1644158 h 7217643"/>
                    <a:gd name="connsiteX8" fmla="*/ 7995281 w 8140424"/>
                    <a:gd name="connsiteY8" fmla="*/ 3008501 h 7217643"/>
                    <a:gd name="connsiteX9" fmla="*/ 8140424 w 8140424"/>
                    <a:gd name="connsiteY9" fmla="*/ 4213186 h 7217643"/>
                    <a:gd name="connsiteX10" fmla="*/ 5339165 w 8140424"/>
                    <a:gd name="connsiteY10" fmla="*/ 7217643 h 7217643"/>
                    <a:gd name="connsiteX11" fmla="*/ 5063396 w 8140424"/>
                    <a:gd name="connsiteY11" fmla="*/ 7130557 h 7217643"/>
                    <a:gd name="connsiteX12" fmla="*/ 534938 w 8140424"/>
                    <a:gd name="connsiteY12" fmla="*/ 2718214 h 7217643"/>
                    <a:gd name="connsiteX0" fmla="*/ 534938 w 8140424"/>
                    <a:gd name="connsiteY0" fmla="*/ 2718214 h 7217643"/>
                    <a:gd name="connsiteX1" fmla="*/ 1144537 w 8140424"/>
                    <a:gd name="connsiteY1" fmla="*/ 2036045 h 7217643"/>
                    <a:gd name="connsiteX2" fmla="*/ 2973335 w 8140424"/>
                    <a:gd name="connsiteY2" fmla="*/ 3864845 h 7217643"/>
                    <a:gd name="connsiteX3" fmla="*/ 114023 w 8140424"/>
                    <a:gd name="connsiteY3" fmla="*/ 889415 h 7217643"/>
                    <a:gd name="connsiteX4" fmla="*/ 1013908 w 8140424"/>
                    <a:gd name="connsiteY4" fmla="*/ 178216 h 7217643"/>
                    <a:gd name="connsiteX5" fmla="*/ 3379737 w 8140424"/>
                    <a:gd name="connsiteY5" fmla="*/ 2631131 h 7217643"/>
                    <a:gd name="connsiteX6" fmla="*/ 6543851 w 8140424"/>
                    <a:gd name="connsiteY6" fmla="*/ 2398901 h 7217643"/>
                    <a:gd name="connsiteX7" fmla="*/ 7763052 w 8140424"/>
                    <a:gd name="connsiteY7" fmla="*/ 1644158 h 7217643"/>
                    <a:gd name="connsiteX8" fmla="*/ 7995281 w 8140424"/>
                    <a:gd name="connsiteY8" fmla="*/ 3008501 h 7217643"/>
                    <a:gd name="connsiteX9" fmla="*/ 8140424 w 8140424"/>
                    <a:gd name="connsiteY9" fmla="*/ 4213186 h 7217643"/>
                    <a:gd name="connsiteX10" fmla="*/ 5339165 w 8140424"/>
                    <a:gd name="connsiteY10" fmla="*/ 7217643 h 7217643"/>
                    <a:gd name="connsiteX11" fmla="*/ 5063396 w 8140424"/>
                    <a:gd name="connsiteY11" fmla="*/ 7130557 h 7217643"/>
                    <a:gd name="connsiteX12" fmla="*/ 534938 w 8140424"/>
                    <a:gd name="connsiteY12" fmla="*/ 2718214 h 7217643"/>
                    <a:gd name="connsiteX0" fmla="*/ 534938 w 8140424"/>
                    <a:gd name="connsiteY0" fmla="*/ 2718214 h 7217643"/>
                    <a:gd name="connsiteX1" fmla="*/ 1144537 w 8140424"/>
                    <a:gd name="connsiteY1" fmla="*/ 2036045 h 7217643"/>
                    <a:gd name="connsiteX2" fmla="*/ 2973335 w 8140424"/>
                    <a:gd name="connsiteY2" fmla="*/ 3864845 h 7217643"/>
                    <a:gd name="connsiteX3" fmla="*/ 114023 w 8140424"/>
                    <a:gd name="connsiteY3" fmla="*/ 889415 h 7217643"/>
                    <a:gd name="connsiteX4" fmla="*/ 1013908 w 8140424"/>
                    <a:gd name="connsiteY4" fmla="*/ 178216 h 7217643"/>
                    <a:gd name="connsiteX5" fmla="*/ 3437794 w 8140424"/>
                    <a:gd name="connsiteY5" fmla="*/ 2616616 h 7217643"/>
                    <a:gd name="connsiteX6" fmla="*/ 6543851 w 8140424"/>
                    <a:gd name="connsiteY6" fmla="*/ 2398901 h 7217643"/>
                    <a:gd name="connsiteX7" fmla="*/ 7763052 w 8140424"/>
                    <a:gd name="connsiteY7" fmla="*/ 1644158 h 7217643"/>
                    <a:gd name="connsiteX8" fmla="*/ 7995281 w 8140424"/>
                    <a:gd name="connsiteY8" fmla="*/ 3008501 h 7217643"/>
                    <a:gd name="connsiteX9" fmla="*/ 8140424 w 8140424"/>
                    <a:gd name="connsiteY9" fmla="*/ 4213186 h 7217643"/>
                    <a:gd name="connsiteX10" fmla="*/ 5339165 w 8140424"/>
                    <a:gd name="connsiteY10" fmla="*/ 7217643 h 7217643"/>
                    <a:gd name="connsiteX11" fmla="*/ 5063396 w 8140424"/>
                    <a:gd name="connsiteY11" fmla="*/ 7130557 h 7217643"/>
                    <a:gd name="connsiteX12" fmla="*/ 534938 w 8140424"/>
                    <a:gd name="connsiteY12" fmla="*/ 2718214 h 7217643"/>
                    <a:gd name="connsiteX0" fmla="*/ 534938 w 8140424"/>
                    <a:gd name="connsiteY0" fmla="*/ 2718214 h 7217643"/>
                    <a:gd name="connsiteX1" fmla="*/ 1144537 w 8140424"/>
                    <a:gd name="connsiteY1" fmla="*/ 2036045 h 7217643"/>
                    <a:gd name="connsiteX2" fmla="*/ 2973335 w 8140424"/>
                    <a:gd name="connsiteY2" fmla="*/ 3864845 h 7217643"/>
                    <a:gd name="connsiteX3" fmla="*/ 114023 w 8140424"/>
                    <a:gd name="connsiteY3" fmla="*/ 889415 h 7217643"/>
                    <a:gd name="connsiteX4" fmla="*/ 1013908 w 8140424"/>
                    <a:gd name="connsiteY4" fmla="*/ 178216 h 7217643"/>
                    <a:gd name="connsiteX5" fmla="*/ 3437794 w 8140424"/>
                    <a:gd name="connsiteY5" fmla="*/ 2616616 h 7217643"/>
                    <a:gd name="connsiteX6" fmla="*/ 4932766 w 8140424"/>
                    <a:gd name="connsiteY6" fmla="*/ 2471474 h 7217643"/>
                    <a:gd name="connsiteX7" fmla="*/ 6543851 w 8140424"/>
                    <a:gd name="connsiteY7" fmla="*/ 2398901 h 7217643"/>
                    <a:gd name="connsiteX8" fmla="*/ 7763052 w 8140424"/>
                    <a:gd name="connsiteY8" fmla="*/ 1644158 h 7217643"/>
                    <a:gd name="connsiteX9" fmla="*/ 7995281 w 8140424"/>
                    <a:gd name="connsiteY9" fmla="*/ 3008501 h 7217643"/>
                    <a:gd name="connsiteX10" fmla="*/ 8140424 w 8140424"/>
                    <a:gd name="connsiteY10" fmla="*/ 4213186 h 7217643"/>
                    <a:gd name="connsiteX11" fmla="*/ 5339165 w 8140424"/>
                    <a:gd name="connsiteY11" fmla="*/ 7217643 h 7217643"/>
                    <a:gd name="connsiteX12" fmla="*/ 5063396 w 8140424"/>
                    <a:gd name="connsiteY12" fmla="*/ 7130557 h 7217643"/>
                    <a:gd name="connsiteX13" fmla="*/ 534938 w 8140424"/>
                    <a:gd name="connsiteY13" fmla="*/ 2718214 h 7217643"/>
                    <a:gd name="connsiteX0" fmla="*/ 534938 w 8140424"/>
                    <a:gd name="connsiteY0" fmla="*/ 2859312 h 7358741"/>
                    <a:gd name="connsiteX1" fmla="*/ 1144537 w 8140424"/>
                    <a:gd name="connsiteY1" fmla="*/ 2177143 h 7358741"/>
                    <a:gd name="connsiteX2" fmla="*/ 2973335 w 8140424"/>
                    <a:gd name="connsiteY2" fmla="*/ 4005943 h 7358741"/>
                    <a:gd name="connsiteX3" fmla="*/ 114023 w 8140424"/>
                    <a:gd name="connsiteY3" fmla="*/ 1030513 h 7358741"/>
                    <a:gd name="connsiteX4" fmla="*/ 1013908 w 8140424"/>
                    <a:gd name="connsiteY4" fmla="*/ 319314 h 7358741"/>
                    <a:gd name="connsiteX5" fmla="*/ 3437794 w 8140424"/>
                    <a:gd name="connsiteY5" fmla="*/ 2757714 h 7358741"/>
                    <a:gd name="connsiteX6" fmla="*/ 723623 w 8140424"/>
                    <a:gd name="connsiteY6" fmla="*/ 0 h 7358741"/>
                    <a:gd name="connsiteX7" fmla="*/ 6543851 w 8140424"/>
                    <a:gd name="connsiteY7" fmla="*/ 2539999 h 7358741"/>
                    <a:gd name="connsiteX8" fmla="*/ 7763052 w 8140424"/>
                    <a:gd name="connsiteY8" fmla="*/ 1785256 h 7358741"/>
                    <a:gd name="connsiteX9" fmla="*/ 7995281 w 8140424"/>
                    <a:gd name="connsiteY9" fmla="*/ 3149599 h 7358741"/>
                    <a:gd name="connsiteX10" fmla="*/ 8140424 w 8140424"/>
                    <a:gd name="connsiteY10" fmla="*/ 4354284 h 7358741"/>
                    <a:gd name="connsiteX11" fmla="*/ 5339165 w 8140424"/>
                    <a:gd name="connsiteY11" fmla="*/ 7358741 h 7358741"/>
                    <a:gd name="connsiteX12" fmla="*/ 5063396 w 8140424"/>
                    <a:gd name="connsiteY12" fmla="*/ 7271655 h 7358741"/>
                    <a:gd name="connsiteX13" fmla="*/ 534938 w 8140424"/>
                    <a:gd name="connsiteY13" fmla="*/ 2859312 h 7358741"/>
                    <a:gd name="connsiteX0" fmla="*/ 534938 w 8140424"/>
                    <a:gd name="connsiteY0" fmla="*/ 2859312 h 7358741"/>
                    <a:gd name="connsiteX1" fmla="*/ 1144537 w 8140424"/>
                    <a:gd name="connsiteY1" fmla="*/ 2177143 h 7358741"/>
                    <a:gd name="connsiteX2" fmla="*/ 2973335 w 8140424"/>
                    <a:gd name="connsiteY2" fmla="*/ 4005943 h 7358741"/>
                    <a:gd name="connsiteX3" fmla="*/ 114023 w 8140424"/>
                    <a:gd name="connsiteY3" fmla="*/ 1030513 h 7358741"/>
                    <a:gd name="connsiteX4" fmla="*/ 1013908 w 8140424"/>
                    <a:gd name="connsiteY4" fmla="*/ 319314 h 7358741"/>
                    <a:gd name="connsiteX5" fmla="*/ 3437794 w 8140424"/>
                    <a:gd name="connsiteY5" fmla="*/ 2757714 h 7358741"/>
                    <a:gd name="connsiteX6" fmla="*/ 723623 w 8140424"/>
                    <a:gd name="connsiteY6" fmla="*/ 0 h 7358741"/>
                    <a:gd name="connsiteX7" fmla="*/ 3713566 w 8140424"/>
                    <a:gd name="connsiteY7" fmla="*/ 1291772 h 7358741"/>
                    <a:gd name="connsiteX8" fmla="*/ 6543851 w 8140424"/>
                    <a:gd name="connsiteY8" fmla="*/ 2539999 h 7358741"/>
                    <a:gd name="connsiteX9" fmla="*/ 7763052 w 8140424"/>
                    <a:gd name="connsiteY9" fmla="*/ 1785256 h 7358741"/>
                    <a:gd name="connsiteX10" fmla="*/ 7995281 w 8140424"/>
                    <a:gd name="connsiteY10" fmla="*/ 3149599 h 7358741"/>
                    <a:gd name="connsiteX11" fmla="*/ 8140424 w 8140424"/>
                    <a:gd name="connsiteY11" fmla="*/ 4354284 h 7358741"/>
                    <a:gd name="connsiteX12" fmla="*/ 5339165 w 8140424"/>
                    <a:gd name="connsiteY12" fmla="*/ 7358741 h 7358741"/>
                    <a:gd name="connsiteX13" fmla="*/ 5063396 w 8140424"/>
                    <a:gd name="connsiteY13" fmla="*/ 7271655 h 7358741"/>
                    <a:gd name="connsiteX14" fmla="*/ 534938 w 8140424"/>
                    <a:gd name="connsiteY14" fmla="*/ 2859312 h 7358741"/>
                    <a:gd name="connsiteX0" fmla="*/ 534938 w 8140424"/>
                    <a:gd name="connsiteY0" fmla="*/ 3555997 h 8055426"/>
                    <a:gd name="connsiteX1" fmla="*/ 1144537 w 8140424"/>
                    <a:gd name="connsiteY1" fmla="*/ 2873828 h 8055426"/>
                    <a:gd name="connsiteX2" fmla="*/ 2973335 w 8140424"/>
                    <a:gd name="connsiteY2" fmla="*/ 4702628 h 8055426"/>
                    <a:gd name="connsiteX3" fmla="*/ 114023 w 8140424"/>
                    <a:gd name="connsiteY3" fmla="*/ 1727198 h 8055426"/>
                    <a:gd name="connsiteX4" fmla="*/ 1013908 w 8140424"/>
                    <a:gd name="connsiteY4" fmla="*/ 1015999 h 8055426"/>
                    <a:gd name="connsiteX5" fmla="*/ 3437794 w 8140424"/>
                    <a:gd name="connsiteY5" fmla="*/ 3454399 h 8055426"/>
                    <a:gd name="connsiteX6" fmla="*/ 723623 w 8140424"/>
                    <a:gd name="connsiteY6" fmla="*/ 696685 h 8055426"/>
                    <a:gd name="connsiteX7" fmla="*/ 1696080 w 8140424"/>
                    <a:gd name="connsiteY7" fmla="*/ 0 h 8055426"/>
                    <a:gd name="connsiteX8" fmla="*/ 6543851 w 8140424"/>
                    <a:gd name="connsiteY8" fmla="*/ 3236684 h 8055426"/>
                    <a:gd name="connsiteX9" fmla="*/ 7763052 w 8140424"/>
                    <a:gd name="connsiteY9" fmla="*/ 2481941 h 8055426"/>
                    <a:gd name="connsiteX10" fmla="*/ 7995281 w 8140424"/>
                    <a:gd name="connsiteY10" fmla="*/ 3846284 h 8055426"/>
                    <a:gd name="connsiteX11" fmla="*/ 8140424 w 8140424"/>
                    <a:gd name="connsiteY11" fmla="*/ 5050969 h 8055426"/>
                    <a:gd name="connsiteX12" fmla="*/ 5339165 w 8140424"/>
                    <a:gd name="connsiteY12" fmla="*/ 8055426 h 8055426"/>
                    <a:gd name="connsiteX13" fmla="*/ 5063396 w 8140424"/>
                    <a:gd name="connsiteY13" fmla="*/ 7968340 h 8055426"/>
                    <a:gd name="connsiteX14" fmla="*/ 534938 w 8140424"/>
                    <a:gd name="connsiteY14" fmla="*/ 3555997 h 8055426"/>
                    <a:gd name="connsiteX0" fmla="*/ 534938 w 8140424"/>
                    <a:gd name="connsiteY0" fmla="*/ 3662537 h 8161966"/>
                    <a:gd name="connsiteX1" fmla="*/ 1144537 w 8140424"/>
                    <a:gd name="connsiteY1" fmla="*/ 2980368 h 8161966"/>
                    <a:gd name="connsiteX2" fmla="*/ 2973335 w 8140424"/>
                    <a:gd name="connsiteY2" fmla="*/ 4809168 h 8161966"/>
                    <a:gd name="connsiteX3" fmla="*/ 114023 w 8140424"/>
                    <a:gd name="connsiteY3" fmla="*/ 1833738 h 8161966"/>
                    <a:gd name="connsiteX4" fmla="*/ 1013908 w 8140424"/>
                    <a:gd name="connsiteY4" fmla="*/ 1122539 h 8161966"/>
                    <a:gd name="connsiteX5" fmla="*/ 3437794 w 8140424"/>
                    <a:gd name="connsiteY5" fmla="*/ 3560939 h 8161966"/>
                    <a:gd name="connsiteX6" fmla="*/ 723623 w 8140424"/>
                    <a:gd name="connsiteY6" fmla="*/ 803225 h 8161966"/>
                    <a:gd name="connsiteX7" fmla="*/ 1696080 w 8140424"/>
                    <a:gd name="connsiteY7" fmla="*/ 106540 h 8161966"/>
                    <a:gd name="connsiteX8" fmla="*/ 6543851 w 8140424"/>
                    <a:gd name="connsiteY8" fmla="*/ 3343224 h 8161966"/>
                    <a:gd name="connsiteX9" fmla="*/ 7763052 w 8140424"/>
                    <a:gd name="connsiteY9" fmla="*/ 2588481 h 8161966"/>
                    <a:gd name="connsiteX10" fmla="*/ 7995281 w 8140424"/>
                    <a:gd name="connsiteY10" fmla="*/ 3952824 h 8161966"/>
                    <a:gd name="connsiteX11" fmla="*/ 8140424 w 8140424"/>
                    <a:gd name="connsiteY11" fmla="*/ 5157509 h 8161966"/>
                    <a:gd name="connsiteX12" fmla="*/ 5339165 w 8140424"/>
                    <a:gd name="connsiteY12" fmla="*/ 8161966 h 8161966"/>
                    <a:gd name="connsiteX13" fmla="*/ 5063396 w 8140424"/>
                    <a:gd name="connsiteY13" fmla="*/ 8074880 h 8161966"/>
                    <a:gd name="connsiteX14" fmla="*/ 534938 w 8140424"/>
                    <a:gd name="connsiteY14" fmla="*/ 3662537 h 8161966"/>
                    <a:gd name="connsiteX0" fmla="*/ 534938 w 8140424"/>
                    <a:gd name="connsiteY0" fmla="*/ 3662537 h 8161966"/>
                    <a:gd name="connsiteX1" fmla="*/ 1144537 w 8140424"/>
                    <a:gd name="connsiteY1" fmla="*/ 2980368 h 8161966"/>
                    <a:gd name="connsiteX2" fmla="*/ 2973335 w 8140424"/>
                    <a:gd name="connsiteY2" fmla="*/ 4809168 h 8161966"/>
                    <a:gd name="connsiteX3" fmla="*/ 114023 w 8140424"/>
                    <a:gd name="connsiteY3" fmla="*/ 1833738 h 8161966"/>
                    <a:gd name="connsiteX4" fmla="*/ 1013908 w 8140424"/>
                    <a:gd name="connsiteY4" fmla="*/ 1122539 h 8161966"/>
                    <a:gd name="connsiteX5" fmla="*/ 3437794 w 8140424"/>
                    <a:gd name="connsiteY5" fmla="*/ 3560939 h 8161966"/>
                    <a:gd name="connsiteX6" fmla="*/ 723623 w 8140424"/>
                    <a:gd name="connsiteY6" fmla="*/ 803225 h 8161966"/>
                    <a:gd name="connsiteX7" fmla="*/ 1725109 w 8140424"/>
                    <a:gd name="connsiteY7" fmla="*/ 106540 h 8161966"/>
                    <a:gd name="connsiteX8" fmla="*/ 6543851 w 8140424"/>
                    <a:gd name="connsiteY8" fmla="*/ 3343224 h 8161966"/>
                    <a:gd name="connsiteX9" fmla="*/ 7763052 w 8140424"/>
                    <a:gd name="connsiteY9" fmla="*/ 2588481 h 8161966"/>
                    <a:gd name="connsiteX10" fmla="*/ 7995281 w 8140424"/>
                    <a:gd name="connsiteY10" fmla="*/ 3952824 h 8161966"/>
                    <a:gd name="connsiteX11" fmla="*/ 8140424 w 8140424"/>
                    <a:gd name="connsiteY11" fmla="*/ 5157509 h 8161966"/>
                    <a:gd name="connsiteX12" fmla="*/ 5339165 w 8140424"/>
                    <a:gd name="connsiteY12" fmla="*/ 8161966 h 8161966"/>
                    <a:gd name="connsiteX13" fmla="*/ 5063396 w 8140424"/>
                    <a:gd name="connsiteY13" fmla="*/ 8074880 h 8161966"/>
                    <a:gd name="connsiteX14" fmla="*/ 534938 w 8140424"/>
                    <a:gd name="connsiteY14" fmla="*/ 3662537 h 8161966"/>
                    <a:gd name="connsiteX0" fmla="*/ 534938 w 8140424"/>
                    <a:gd name="connsiteY0" fmla="*/ 3722591 h 8222020"/>
                    <a:gd name="connsiteX1" fmla="*/ 1144537 w 8140424"/>
                    <a:gd name="connsiteY1" fmla="*/ 3040422 h 8222020"/>
                    <a:gd name="connsiteX2" fmla="*/ 2973335 w 8140424"/>
                    <a:gd name="connsiteY2" fmla="*/ 4869222 h 8222020"/>
                    <a:gd name="connsiteX3" fmla="*/ 114023 w 8140424"/>
                    <a:gd name="connsiteY3" fmla="*/ 1893792 h 8222020"/>
                    <a:gd name="connsiteX4" fmla="*/ 1013908 w 8140424"/>
                    <a:gd name="connsiteY4" fmla="*/ 1182593 h 8222020"/>
                    <a:gd name="connsiteX5" fmla="*/ 3437794 w 8140424"/>
                    <a:gd name="connsiteY5" fmla="*/ 3620993 h 8222020"/>
                    <a:gd name="connsiteX6" fmla="*/ 723623 w 8140424"/>
                    <a:gd name="connsiteY6" fmla="*/ 863279 h 8222020"/>
                    <a:gd name="connsiteX7" fmla="*/ 1725109 w 8140424"/>
                    <a:gd name="connsiteY7" fmla="*/ 166594 h 8222020"/>
                    <a:gd name="connsiteX8" fmla="*/ 6543851 w 8140424"/>
                    <a:gd name="connsiteY8" fmla="*/ 3403278 h 8222020"/>
                    <a:gd name="connsiteX9" fmla="*/ 7763052 w 8140424"/>
                    <a:gd name="connsiteY9" fmla="*/ 2648535 h 8222020"/>
                    <a:gd name="connsiteX10" fmla="*/ 7995281 w 8140424"/>
                    <a:gd name="connsiteY10" fmla="*/ 4012878 h 8222020"/>
                    <a:gd name="connsiteX11" fmla="*/ 8140424 w 8140424"/>
                    <a:gd name="connsiteY11" fmla="*/ 5217563 h 8222020"/>
                    <a:gd name="connsiteX12" fmla="*/ 5339165 w 8140424"/>
                    <a:gd name="connsiteY12" fmla="*/ 8222020 h 8222020"/>
                    <a:gd name="connsiteX13" fmla="*/ 5063396 w 8140424"/>
                    <a:gd name="connsiteY13" fmla="*/ 8134934 h 8222020"/>
                    <a:gd name="connsiteX14" fmla="*/ 534938 w 8140424"/>
                    <a:gd name="connsiteY14" fmla="*/ 3722591 h 822202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6543851 w 8140424"/>
                    <a:gd name="connsiteY8" fmla="*/ 3428628 h 8247370"/>
                    <a:gd name="connsiteX9" fmla="*/ 7763052 w 8140424"/>
                    <a:gd name="connsiteY9" fmla="*/ 2673885 h 8247370"/>
                    <a:gd name="connsiteX10" fmla="*/ 7995281 w 8140424"/>
                    <a:gd name="connsiteY10" fmla="*/ 4038228 h 8247370"/>
                    <a:gd name="connsiteX11" fmla="*/ 8140424 w 8140424"/>
                    <a:gd name="connsiteY11" fmla="*/ 5242913 h 8247370"/>
                    <a:gd name="connsiteX12" fmla="*/ 5339165 w 8140424"/>
                    <a:gd name="connsiteY12" fmla="*/ 8247370 h 8247370"/>
                    <a:gd name="connsiteX13" fmla="*/ 5063396 w 8140424"/>
                    <a:gd name="connsiteY13" fmla="*/ 8160284 h 8247370"/>
                    <a:gd name="connsiteX14" fmla="*/ 534938 w 8140424"/>
                    <a:gd name="connsiteY14" fmla="*/ 3747941 h 824737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3931280 w 8140424"/>
                    <a:gd name="connsiteY8" fmla="*/ 1672401 h 8247370"/>
                    <a:gd name="connsiteX9" fmla="*/ 6543851 w 8140424"/>
                    <a:gd name="connsiteY9" fmla="*/ 3428628 h 8247370"/>
                    <a:gd name="connsiteX10" fmla="*/ 7763052 w 8140424"/>
                    <a:gd name="connsiteY10" fmla="*/ 2673885 h 8247370"/>
                    <a:gd name="connsiteX11" fmla="*/ 7995281 w 8140424"/>
                    <a:gd name="connsiteY11" fmla="*/ 4038228 h 8247370"/>
                    <a:gd name="connsiteX12" fmla="*/ 8140424 w 8140424"/>
                    <a:gd name="connsiteY12" fmla="*/ 5242913 h 8247370"/>
                    <a:gd name="connsiteX13" fmla="*/ 5339165 w 8140424"/>
                    <a:gd name="connsiteY13" fmla="*/ 8247370 h 8247370"/>
                    <a:gd name="connsiteX14" fmla="*/ 5063396 w 8140424"/>
                    <a:gd name="connsiteY14" fmla="*/ 8160284 h 8247370"/>
                    <a:gd name="connsiteX15" fmla="*/ 534938 w 8140424"/>
                    <a:gd name="connsiteY15" fmla="*/ 3747941 h 824737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4090938 w 8140424"/>
                    <a:gd name="connsiteY8" fmla="*/ 2673887 h 8247370"/>
                    <a:gd name="connsiteX9" fmla="*/ 6543851 w 8140424"/>
                    <a:gd name="connsiteY9" fmla="*/ 3428628 h 8247370"/>
                    <a:gd name="connsiteX10" fmla="*/ 7763052 w 8140424"/>
                    <a:gd name="connsiteY10" fmla="*/ 2673885 h 8247370"/>
                    <a:gd name="connsiteX11" fmla="*/ 7995281 w 8140424"/>
                    <a:gd name="connsiteY11" fmla="*/ 4038228 h 8247370"/>
                    <a:gd name="connsiteX12" fmla="*/ 8140424 w 8140424"/>
                    <a:gd name="connsiteY12" fmla="*/ 5242913 h 8247370"/>
                    <a:gd name="connsiteX13" fmla="*/ 5339165 w 8140424"/>
                    <a:gd name="connsiteY13" fmla="*/ 8247370 h 8247370"/>
                    <a:gd name="connsiteX14" fmla="*/ 5063396 w 8140424"/>
                    <a:gd name="connsiteY14" fmla="*/ 8160284 h 8247370"/>
                    <a:gd name="connsiteX15" fmla="*/ 534938 w 8140424"/>
                    <a:gd name="connsiteY15" fmla="*/ 3747941 h 824737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4090938 w 8140424"/>
                    <a:gd name="connsiteY8" fmla="*/ 2673887 h 8247370"/>
                    <a:gd name="connsiteX9" fmla="*/ 5847166 w 8140424"/>
                    <a:gd name="connsiteY9" fmla="*/ 3196401 h 8247370"/>
                    <a:gd name="connsiteX10" fmla="*/ 6543851 w 8140424"/>
                    <a:gd name="connsiteY10" fmla="*/ 3428628 h 8247370"/>
                    <a:gd name="connsiteX11" fmla="*/ 7763052 w 8140424"/>
                    <a:gd name="connsiteY11" fmla="*/ 2673885 h 8247370"/>
                    <a:gd name="connsiteX12" fmla="*/ 7995281 w 8140424"/>
                    <a:gd name="connsiteY12" fmla="*/ 4038228 h 8247370"/>
                    <a:gd name="connsiteX13" fmla="*/ 8140424 w 8140424"/>
                    <a:gd name="connsiteY13" fmla="*/ 5242913 h 8247370"/>
                    <a:gd name="connsiteX14" fmla="*/ 5339165 w 8140424"/>
                    <a:gd name="connsiteY14" fmla="*/ 8247370 h 8247370"/>
                    <a:gd name="connsiteX15" fmla="*/ 5063396 w 8140424"/>
                    <a:gd name="connsiteY15" fmla="*/ 8160284 h 8247370"/>
                    <a:gd name="connsiteX16" fmla="*/ 534938 w 8140424"/>
                    <a:gd name="connsiteY16" fmla="*/ 3747941 h 824737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4090938 w 8140424"/>
                    <a:gd name="connsiteY8" fmla="*/ 2673887 h 8247370"/>
                    <a:gd name="connsiteX9" fmla="*/ 2058937 w 8140424"/>
                    <a:gd name="connsiteY9" fmla="*/ 540287 h 8247370"/>
                    <a:gd name="connsiteX10" fmla="*/ 6543851 w 8140424"/>
                    <a:gd name="connsiteY10" fmla="*/ 3428628 h 8247370"/>
                    <a:gd name="connsiteX11" fmla="*/ 7763052 w 8140424"/>
                    <a:gd name="connsiteY11" fmla="*/ 2673885 h 8247370"/>
                    <a:gd name="connsiteX12" fmla="*/ 7995281 w 8140424"/>
                    <a:gd name="connsiteY12" fmla="*/ 4038228 h 8247370"/>
                    <a:gd name="connsiteX13" fmla="*/ 8140424 w 8140424"/>
                    <a:gd name="connsiteY13" fmla="*/ 5242913 h 8247370"/>
                    <a:gd name="connsiteX14" fmla="*/ 5339165 w 8140424"/>
                    <a:gd name="connsiteY14" fmla="*/ 8247370 h 8247370"/>
                    <a:gd name="connsiteX15" fmla="*/ 5063396 w 8140424"/>
                    <a:gd name="connsiteY15" fmla="*/ 8160284 h 8247370"/>
                    <a:gd name="connsiteX16" fmla="*/ 534938 w 8140424"/>
                    <a:gd name="connsiteY16" fmla="*/ 3747941 h 824737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4090938 w 8140424"/>
                    <a:gd name="connsiteY8" fmla="*/ 2673887 h 8247370"/>
                    <a:gd name="connsiteX9" fmla="*/ 2102480 w 8140424"/>
                    <a:gd name="connsiteY9" fmla="*/ 540287 h 8247370"/>
                    <a:gd name="connsiteX10" fmla="*/ 6543851 w 8140424"/>
                    <a:gd name="connsiteY10" fmla="*/ 3428628 h 8247370"/>
                    <a:gd name="connsiteX11" fmla="*/ 7763052 w 8140424"/>
                    <a:gd name="connsiteY11" fmla="*/ 2673885 h 8247370"/>
                    <a:gd name="connsiteX12" fmla="*/ 7995281 w 8140424"/>
                    <a:gd name="connsiteY12" fmla="*/ 4038228 h 8247370"/>
                    <a:gd name="connsiteX13" fmla="*/ 8140424 w 8140424"/>
                    <a:gd name="connsiteY13" fmla="*/ 5242913 h 8247370"/>
                    <a:gd name="connsiteX14" fmla="*/ 5339165 w 8140424"/>
                    <a:gd name="connsiteY14" fmla="*/ 8247370 h 8247370"/>
                    <a:gd name="connsiteX15" fmla="*/ 5063396 w 8140424"/>
                    <a:gd name="connsiteY15" fmla="*/ 8160284 h 8247370"/>
                    <a:gd name="connsiteX16" fmla="*/ 534938 w 8140424"/>
                    <a:gd name="connsiteY16" fmla="*/ 3747941 h 824737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4090938 w 8140424"/>
                    <a:gd name="connsiteY8" fmla="*/ 2673887 h 8247370"/>
                    <a:gd name="connsiteX9" fmla="*/ 2102480 w 8140424"/>
                    <a:gd name="connsiteY9" fmla="*/ 540287 h 8247370"/>
                    <a:gd name="connsiteX10" fmla="*/ 3887737 w 8140424"/>
                    <a:gd name="connsiteY10" fmla="*/ 1730458 h 8247370"/>
                    <a:gd name="connsiteX11" fmla="*/ 6543851 w 8140424"/>
                    <a:gd name="connsiteY11" fmla="*/ 3428628 h 8247370"/>
                    <a:gd name="connsiteX12" fmla="*/ 7763052 w 8140424"/>
                    <a:gd name="connsiteY12" fmla="*/ 2673885 h 8247370"/>
                    <a:gd name="connsiteX13" fmla="*/ 7995281 w 8140424"/>
                    <a:gd name="connsiteY13" fmla="*/ 4038228 h 8247370"/>
                    <a:gd name="connsiteX14" fmla="*/ 8140424 w 8140424"/>
                    <a:gd name="connsiteY14" fmla="*/ 5242913 h 8247370"/>
                    <a:gd name="connsiteX15" fmla="*/ 5339165 w 8140424"/>
                    <a:gd name="connsiteY15" fmla="*/ 8247370 h 8247370"/>
                    <a:gd name="connsiteX16" fmla="*/ 5063396 w 8140424"/>
                    <a:gd name="connsiteY16" fmla="*/ 8160284 h 8247370"/>
                    <a:gd name="connsiteX17" fmla="*/ 534938 w 8140424"/>
                    <a:gd name="connsiteY17" fmla="*/ 3747941 h 8247370"/>
                    <a:gd name="connsiteX0" fmla="*/ 534938 w 8140424"/>
                    <a:gd name="connsiteY0" fmla="*/ 3773711 h 8273140"/>
                    <a:gd name="connsiteX1" fmla="*/ 1144537 w 8140424"/>
                    <a:gd name="connsiteY1" fmla="*/ 3091542 h 8273140"/>
                    <a:gd name="connsiteX2" fmla="*/ 2973335 w 8140424"/>
                    <a:gd name="connsiteY2" fmla="*/ 4920342 h 8273140"/>
                    <a:gd name="connsiteX3" fmla="*/ 114023 w 8140424"/>
                    <a:gd name="connsiteY3" fmla="*/ 1944912 h 8273140"/>
                    <a:gd name="connsiteX4" fmla="*/ 1013908 w 8140424"/>
                    <a:gd name="connsiteY4" fmla="*/ 1233713 h 8273140"/>
                    <a:gd name="connsiteX5" fmla="*/ 3437794 w 8140424"/>
                    <a:gd name="connsiteY5" fmla="*/ 3672113 h 8273140"/>
                    <a:gd name="connsiteX6" fmla="*/ 723623 w 8140424"/>
                    <a:gd name="connsiteY6" fmla="*/ 914399 h 8273140"/>
                    <a:gd name="connsiteX7" fmla="*/ 1725109 w 8140424"/>
                    <a:gd name="connsiteY7" fmla="*/ 217714 h 8273140"/>
                    <a:gd name="connsiteX8" fmla="*/ 4090938 w 8140424"/>
                    <a:gd name="connsiteY8" fmla="*/ 2699657 h 8273140"/>
                    <a:gd name="connsiteX9" fmla="*/ 2102480 w 8140424"/>
                    <a:gd name="connsiteY9" fmla="*/ 566057 h 8273140"/>
                    <a:gd name="connsiteX10" fmla="*/ 3176537 w 8140424"/>
                    <a:gd name="connsiteY10" fmla="*/ 0 h 8273140"/>
                    <a:gd name="connsiteX11" fmla="*/ 6543851 w 8140424"/>
                    <a:gd name="connsiteY11" fmla="*/ 3454398 h 8273140"/>
                    <a:gd name="connsiteX12" fmla="*/ 7763052 w 8140424"/>
                    <a:gd name="connsiteY12" fmla="*/ 2699655 h 8273140"/>
                    <a:gd name="connsiteX13" fmla="*/ 7995281 w 8140424"/>
                    <a:gd name="connsiteY13" fmla="*/ 4063998 h 8273140"/>
                    <a:gd name="connsiteX14" fmla="*/ 8140424 w 8140424"/>
                    <a:gd name="connsiteY14" fmla="*/ 5268683 h 8273140"/>
                    <a:gd name="connsiteX15" fmla="*/ 5339165 w 8140424"/>
                    <a:gd name="connsiteY15" fmla="*/ 8273140 h 8273140"/>
                    <a:gd name="connsiteX16" fmla="*/ 5063396 w 8140424"/>
                    <a:gd name="connsiteY16" fmla="*/ 8186054 h 8273140"/>
                    <a:gd name="connsiteX17" fmla="*/ 534938 w 8140424"/>
                    <a:gd name="connsiteY17" fmla="*/ 3773711 h 8273140"/>
                    <a:gd name="connsiteX0" fmla="*/ 534938 w 8140424"/>
                    <a:gd name="connsiteY0" fmla="*/ 3773711 h 8273140"/>
                    <a:gd name="connsiteX1" fmla="*/ 1144537 w 8140424"/>
                    <a:gd name="connsiteY1" fmla="*/ 3091542 h 8273140"/>
                    <a:gd name="connsiteX2" fmla="*/ 2973335 w 8140424"/>
                    <a:gd name="connsiteY2" fmla="*/ 4920342 h 8273140"/>
                    <a:gd name="connsiteX3" fmla="*/ 114023 w 8140424"/>
                    <a:gd name="connsiteY3" fmla="*/ 1944912 h 8273140"/>
                    <a:gd name="connsiteX4" fmla="*/ 1013908 w 8140424"/>
                    <a:gd name="connsiteY4" fmla="*/ 1233713 h 8273140"/>
                    <a:gd name="connsiteX5" fmla="*/ 3437794 w 8140424"/>
                    <a:gd name="connsiteY5" fmla="*/ 3672113 h 8273140"/>
                    <a:gd name="connsiteX6" fmla="*/ 723623 w 8140424"/>
                    <a:gd name="connsiteY6" fmla="*/ 914399 h 8273140"/>
                    <a:gd name="connsiteX7" fmla="*/ 1725109 w 8140424"/>
                    <a:gd name="connsiteY7" fmla="*/ 217714 h 8273140"/>
                    <a:gd name="connsiteX8" fmla="*/ 4090938 w 8140424"/>
                    <a:gd name="connsiteY8" fmla="*/ 2699657 h 8273140"/>
                    <a:gd name="connsiteX9" fmla="*/ 2175052 w 8140424"/>
                    <a:gd name="connsiteY9" fmla="*/ 566057 h 8273140"/>
                    <a:gd name="connsiteX10" fmla="*/ 3176537 w 8140424"/>
                    <a:gd name="connsiteY10" fmla="*/ 0 h 8273140"/>
                    <a:gd name="connsiteX11" fmla="*/ 6543851 w 8140424"/>
                    <a:gd name="connsiteY11" fmla="*/ 3454398 h 8273140"/>
                    <a:gd name="connsiteX12" fmla="*/ 7763052 w 8140424"/>
                    <a:gd name="connsiteY12" fmla="*/ 2699655 h 8273140"/>
                    <a:gd name="connsiteX13" fmla="*/ 7995281 w 8140424"/>
                    <a:gd name="connsiteY13" fmla="*/ 4063998 h 8273140"/>
                    <a:gd name="connsiteX14" fmla="*/ 8140424 w 8140424"/>
                    <a:gd name="connsiteY14" fmla="*/ 5268683 h 8273140"/>
                    <a:gd name="connsiteX15" fmla="*/ 5339165 w 8140424"/>
                    <a:gd name="connsiteY15" fmla="*/ 8273140 h 8273140"/>
                    <a:gd name="connsiteX16" fmla="*/ 5063396 w 8140424"/>
                    <a:gd name="connsiteY16" fmla="*/ 8186054 h 8273140"/>
                    <a:gd name="connsiteX17" fmla="*/ 534938 w 8140424"/>
                    <a:gd name="connsiteY17" fmla="*/ 3773711 h 8273140"/>
                    <a:gd name="connsiteX0" fmla="*/ 534938 w 8140424"/>
                    <a:gd name="connsiteY0" fmla="*/ 3773711 h 8273140"/>
                    <a:gd name="connsiteX1" fmla="*/ 1144537 w 8140424"/>
                    <a:gd name="connsiteY1" fmla="*/ 3091542 h 8273140"/>
                    <a:gd name="connsiteX2" fmla="*/ 2973335 w 8140424"/>
                    <a:gd name="connsiteY2" fmla="*/ 4920342 h 8273140"/>
                    <a:gd name="connsiteX3" fmla="*/ 114023 w 8140424"/>
                    <a:gd name="connsiteY3" fmla="*/ 1944912 h 8273140"/>
                    <a:gd name="connsiteX4" fmla="*/ 1013908 w 8140424"/>
                    <a:gd name="connsiteY4" fmla="*/ 1233713 h 8273140"/>
                    <a:gd name="connsiteX5" fmla="*/ 3437794 w 8140424"/>
                    <a:gd name="connsiteY5" fmla="*/ 3672113 h 8273140"/>
                    <a:gd name="connsiteX6" fmla="*/ 723623 w 8140424"/>
                    <a:gd name="connsiteY6" fmla="*/ 914399 h 8273140"/>
                    <a:gd name="connsiteX7" fmla="*/ 1725109 w 8140424"/>
                    <a:gd name="connsiteY7" fmla="*/ 217714 h 8273140"/>
                    <a:gd name="connsiteX8" fmla="*/ 4090938 w 8140424"/>
                    <a:gd name="connsiteY8" fmla="*/ 2699657 h 8273140"/>
                    <a:gd name="connsiteX9" fmla="*/ 2102480 w 8140424"/>
                    <a:gd name="connsiteY9" fmla="*/ 566057 h 8273140"/>
                    <a:gd name="connsiteX10" fmla="*/ 3176537 w 8140424"/>
                    <a:gd name="connsiteY10" fmla="*/ 0 h 8273140"/>
                    <a:gd name="connsiteX11" fmla="*/ 6543851 w 8140424"/>
                    <a:gd name="connsiteY11" fmla="*/ 3454398 h 8273140"/>
                    <a:gd name="connsiteX12" fmla="*/ 7763052 w 8140424"/>
                    <a:gd name="connsiteY12" fmla="*/ 2699655 h 8273140"/>
                    <a:gd name="connsiteX13" fmla="*/ 7995281 w 8140424"/>
                    <a:gd name="connsiteY13" fmla="*/ 4063998 h 8273140"/>
                    <a:gd name="connsiteX14" fmla="*/ 8140424 w 8140424"/>
                    <a:gd name="connsiteY14" fmla="*/ 5268683 h 8273140"/>
                    <a:gd name="connsiteX15" fmla="*/ 5339165 w 8140424"/>
                    <a:gd name="connsiteY15" fmla="*/ 8273140 h 8273140"/>
                    <a:gd name="connsiteX16" fmla="*/ 5063396 w 8140424"/>
                    <a:gd name="connsiteY16" fmla="*/ 8186054 h 8273140"/>
                    <a:gd name="connsiteX17" fmla="*/ 534938 w 8140424"/>
                    <a:gd name="connsiteY17" fmla="*/ 3773711 h 8273140"/>
                    <a:gd name="connsiteX0" fmla="*/ 534938 w 8140424"/>
                    <a:gd name="connsiteY0" fmla="*/ 3773711 h 8273140"/>
                    <a:gd name="connsiteX1" fmla="*/ 1144537 w 8140424"/>
                    <a:gd name="connsiteY1" fmla="*/ 3091542 h 8273140"/>
                    <a:gd name="connsiteX2" fmla="*/ 2973335 w 8140424"/>
                    <a:gd name="connsiteY2" fmla="*/ 4920342 h 8273140"/>
                    <a:gd name="connsiteX3" fmla="*/ 114023 w 8140424"/>
                    <a:gd name="connsiteY3" fmla="*/ 1944912 h 8273140"/>
                    <a:gd name="connsiteX4" fmla="*/ 1013908 w 8140424"/>
                    <a:gd name="connsiteY4" fmla="*/ 1233713 h 8273140"/>
                    <a:gd name="connsiteX5" fmla="*/ 3437794 w 8140424"/>
                    <a:gd name="connsiteY5" fmla="*/ 3672113 h 8273140"/>
                    <a:gd name="connsiteX6" fmla="*/ 723623 w 8140424"/>
                    <a:gd name="connsiteY6" fmla="*/ 914399 h 8273140"/>
                    <a:gd name="connsiteX7" fmla="*/ 1725109 w 8140424"/>
                    <a:gd name="connsiteY7" fmla="*/ 217714 h 8273140"/>
                    <a:gd name="connsiteX8" fmla="*/ 4090938 w 8140424"/>
                    <a:gd name="connsiteY8" fmla="*/ 2699657 h 8273140"/>
                    <a:gd name="connsiteX9" fmla="*/ 2102480 w 8140424"/>
                    <a:gd name="connsiteY9" fmla="*/ 566057 h 8273140"/>
                    <a:gd name="connsiteX10" fmla="*/ 3176537 w 8140424"/>
                    <a:gd name="connsiteY10" fmla="*/ 0 h 8273140"/>
                    <a:gd name="connsiteX11" fmla="*/ 6543851 w 8140424"/>
                    <a:gd name="connsiteY11" fmla="*/ 3454398 h 8273140"/>
                    <a:gd name="connsiteX12" fmla="*/ 7763052 w 8140424"/>
                    <a:gd name="connsiteY12" fmla="*/ 2699655 h 8273140"/>
                    <a:gd name="connsiteX13" fmla="*/ 7995281 w 8140424"/>
                    <a:gd name="connsiteY13" fmla="*/ 4063998 h 8273140"/>
                    <a:gd name="connsiteX14" fmla="*/ 8140424 w 8140424"/>
                    <a:gd name="connsiteY14" fmla="*/ 5268683 h 8273140"/>
                    <a:gd name="connsiteX15" fmla="*/ 5339165 w 8140424"/>
                    <a:gd name="connsiteY15" fmla="*/ 8273140 h 8273140"/>
                    <a:gd name="connsiteX16" fmla="*/ 5063396 w 8140424"/>
                    <a:gd name="connsiteY16" fmla="*/ 8186054 h 8273140"/>
                    <a:gd name="connsiteX17" fmla="*/ 534938 w 8140424"/>
                    <a:gd name="connsiteY17" fmla="*/ 3773711 h 8273140"/>
                    <a:gd name="connsiteX0" fmla="*/ 534938 w 8140424"/>
                    <a:gd name="connsiteY0" fmla="*/ 4045114 h 8544543"/>
                    <a:gd name="connsiteX1" fmla="*/ 1144537 w 8140424"/>
                    <a:gd name="connsiteY1" fmla="*/ 3362945 h 8544543"/>
                    <a:gd name="connsiteX2" fmla="*/ 2973335 w 8140424"/>
                    <a:gd name="connsiteY2" fmla="*/ 5191745 h 8544543"/>
                    <a:gd name="connsiteX3" fmla="*/ 114023 w 8140424"/>
                    <a:gd name="connsiteY3" fmla="*/ 2216315 h 8544543"/>
                    <a:gd name="connsiteX4" fmla="*/ 1013908 w 8140424"/>
                    <a:gd name="connsiteY4" fmla="*/ 1505116 h 8544543"/>
                    <a:gd name="connsiteX5" fmla="*/ 3437794 w 8140424"/>
                    <a:gd name="connsiteY5" fmla="*/ 3943516 h 8544543"/>
                    <a:gd name="connsiteX6" fmla="*/ 723623 w 8140424"/>
                    <a:gd name="connsiteY6" fmla="*/ 1185802 h 8544543"/>
                    <a:gd name="connsiteX7" fmla="*/ 1725109 w 8140424"/>
                    <a:gd name="connsiteY7" fmla="*/ 489117 h 8544543"/>
                    <a:gd name="connsiteX8" fmla="*/ 4090938 w 8140424"/>
                    <a:gd name="connsiteY8" fmla="*/ 2971060 h 8544543"/>
                    <a:gd name="connsiteX9" fmla="*/ 2102480 w 8140424"/>
                    <a:gd name="connsiteY9" fmla="*/ 837460 h 8544543"/>
                    <a:gd name="connsiteX10" fmla="*/ 3176537 w 8140424"/>
                    <a:gd name="connsiteY10" fmla="*/ 271403 h 8544543"/>
                    <a:gd name="connsiteX11" fmla="*/ 6543851 w 8140424"/>
                    <a:gd name="connsiteY11" fmla="*/ 3725801 h 8544543"/>
                    <a:gd name="connsiteX12" fmla="*/ 7763052 w 8140424"/>
                    <a:gd name="connsiteY12" fmla="*/ 2971058 h 8544543"/>
                    <a:gd name="connsiteX13" fmla="*/ 7995281 w 8140424"/>
                    <a:gd name="connsiteY13" fmla="*/ 4335401 h 8544543"/>
                    <a:gd name="connsiteX14" fmla="*/ 8140424 w 8140424"/>
                    <a:gd name="connsiteY14" fmla="*/ 5540086 h 8544543"/>
                    <a:gd name="connsiteX15" fmla="*/ 5339165 w 8140424"/>
                    <a:gd name="connsiteY15" fmla="*/ 8544543 h 8544543"/>
                    <a:gd name="connsiteX16" fmla="*/ 5063396 w 8140424"/>
                    <a:gd name="connsiteY16" fmla="*/ 8457457 h 8544543"/>
                    <a:gd name="connsiteX17" fmla="*/ 534938 w 8140424"/>
                    <a:gd name="connsiteY17" fmla="*/ 4045114 h 8544543"/>
                    <a:gd name="connsiteX0" fmla="*/ 534938 w 8140424"/>
                    <a:gd name="connsiteY0" fmla="*/ 4041454 h 8540883"/>
                    <a:gd name="connsiteX1" fmla="*/ 1144537 w 8140424"/>
                    <a:gd name="connsiteY1" fmla="*/ 3359285 h 8540883"/>
                    <a:gd name="connsiteX2" fmla="*/ 2973335 w 8140424"/>
                    <a:gd name="connsiteY2" fmla="*/ 5188085 h 8540883"/>
                    <a:gd name="connsiteX3" fmla="*/ 114023 w 8140424"/>
                    <a:gd name="connsiteY3" fmla="*/ 2212655 h 8540883"/>
                    <a:gd name="connsiteX4" fmla="*/ 1013908 w 8140424"/>
                    <a:gd name="connsiteY4" fmla="*/ 1501456 h 8540883"/>
                    <a:gd name="connsiteX5" fmla="*/ 3437794 w 8140424"/>
                    <a:gd name="connsiteY5" fmla="*/ 3939856 h 8540883"/>
                    <a:gd name="connsiteX6" fmla="*/ 723623 w 8140424"/>
                    <a:gd name="connsiteY6" fmla="*/ 1182142 h 8540883"/>
                    <a:gd name="connsiteX7" fmla="*/ 1725109 w 8140424"/>
                    <a:gd name="connsiteY7" fmla="*/ 485457 h 8540883"/>
                    <a:gd name="connsiteX8" fmla="*/ 4090938 w 8140424"/>
                    <a:gd name="connsiteY8" fmla="*/ 2967400 h 8540883"/>
                    <a:gd name="connsiteX9" fmla="*/ 2102480 w 8140424"/>
                    <a:gd name="connsiteY9" fmla="*/ 833800 h 8540883"/>
                    <a:gd name="connsiteX10" fmla="*/ 3176537 w 8140424"/>
                    <a:gd name="connsiteY10" fmla="*/ 267743 h 8540883"/>
                    <a:gd name="connsiteX11" fmla="*/ 6543851 w 8140424"/>
                    <a:gd name="connsiteY11" fmla="*/ 3722141 h 8540883"/>
                    <a:gd name="connsiteX12" fmla="*/ 7763052 w 8140424"/>
                    <a:gd name="connsiteY12" fmla="*/ 2967398 h 8540883"/>
                    <a:gd name="connsiteX13" fmla="*/ 7995281 w 8140424"/>
                    <a:gd name="connsiteY13" fmla="*/ 4331741 h 8540883"/>
                    <a:gd name="connsiteX14" fmla="*/ 8140424 w 8140424"/>
                    <a:gd name="connsiteY14" fmla="*/ 5536426 h 8540883"/>
                    <a:gd name="connsiteX15" fmla="*/ 5339165 w 8140424"/>
                    <a:gd name="connsiteY15" fmla="*/ 8540883 h 8540883"/>
                    <a:gd name="connsiteX16" fmla="*/ 5063396 w 8140424"/>
                    <a:gd name="connsiteY16" fmla="*/ 8453797 h 8540883"/>
                    <a:gd name="connsiteX17" fmla="*/ 534938 w 8140424"/>
                    <a:gd name="connsiteY17" fmla="*/ 4041454 h 8540883"/>
                    <a:gd name="connsiteX0" fmla="*/ 534938 w 8140424"/>
                    <a:gd name="connsiteY0" fmla="*/ 4047870 h 8547299"/>
                    <a:gd name="connsiteX1" fmla="*/ 1144537 w 8140424"/>
                    <a:gd name="connsiteY1" fmla="*/ 3365701 h 8547299"/>
                    <a:gd name="connsiteX2" fmla="*/ 2973335 w 8140424"/>
                    <a:gd name="connsiteY2" fmla="*/ 5194501 h 8547299"/>
                    <a:gd name="connsiteX3" fmla="*/ 114023 w 8140424"/>
                    <a:gd name="connsiteY3" fmla="*/ 2219071 h 8547299"/>
                    <a:gd name="connsiteX4" fmla="*/ 1013908 w 8140424"/>
                    <a:gd name="connsiteY4" fmla="*/ 1507872 h 8547299"/>
                    <a:gd name="connsiteX5" fmla="*/ 3437794 w 8140424"/>
                    <a:gd name="connsiteY5" fmla="*/ 3946272 h 8547299"/>
                    <a:gd name="connsiteX6" fmla="*/ 723623 w 8140424"/>
                    <a:gd name="connsiteY6" fmla="*/ 1188558 h 8547299"/>
                    <a:gd name="connsiteX7" fmla="*/ 1725109 w 8140424"/>
                    <a:gd name="connsiteY7" fmla="*/ 491873 h 8547299"/>
                    <a:gd name="connsiteX8" fmla="*/ 4090938 w 8140424"/>
                    <a:gd name="connsiteY8" fmla="*/ 2973816 h 8547299"/>
                    <a:gd name="connsiteX9" fmla="*/ 2102480 w 8140424"/>
                    <a:gd name="connsiteY9" fmla="*/ 840216 h 8547299"/>
                    <a:gd name="connsiteX10" fmla="*/ 3176537 w 8140424"/>
                    <a:gd name="connsiteY10" fmla="*/ 274159 h 8547299"/>
                    <a:gd name="connsiteX11" fmla="*/ 6543851 w 8140424"/>
                    <a:gd name="connsiteY11" fmla="*/ 3728557 h 8547299"/>
                    <a:gd name="connsiteX12" fmla="*/ 7763052 w 8140424"/>
                    <a:gd name="connsiteY12" fmla="*/ 2973814 h 8547299"/>
                    <a:gd name="connsiteX13" fmla="*/ 7995281 w 8140424"/>
                    <a:gd name="connsiteY13" fmla="*/ 4338157 h 8547299"/>
                    <a:gd name="connsiteX14" fmla="*/ 8140424 w 8140424"/>
                    <a:gd name="connsiteY14" fmla="*/ 5542842 h 8547299"/>
                    <a:gd name="connsiteX15" fmla="*/ 5339165 w 8140424"/>
                    <a:gd name="connsiteY15" fmla="*/ 8547299 h 8547299"/>
                    <a:gd name="connsiteX16" fmla="*/ 5063396 w 8140424"/>
                    <a:gd name="connsiteY16" fmla="*/ 8460213 h 8547299"/>
                    <a:gd name="connsiteX17" fmla="*/ 534938 w 8140424"/>
                    <a:gd name="connsiteY17" fmla="*/ 4047870 h 8547299"/>
                    <a:gd name="connsiteX0" fmla="*/ 534938 w 8140424"/>
                    <a:gd name="connsiteY0" fmla="*/ 4023705 h 8523134"/>
                    <a:gd name="connsiteX1" fmla="*/ 1144537 w 8140424"/>
                    <a:gd name="connsiteY1" fmla="*/ 3341536 h 8523134"/>
                    <a:gd name="connsiteX2" fmla="*/ 2973335 w 8140424"/>
                    <a:gd name="connsiteY2" fmla="*/ 5170336 h 8523134"/>
                    <a:gd name="connsiteX3" fmla="*/ 114023 w 8140424"/>
                    <a:gd name="connsiteY3" fmla="*/ 2194906 h 8523134"/>
                    <a:gd name="connsiteX4" fmla="*/ 1013908 w 8140424"/>
                    <a:gd name="connsiteY4" fmla="*/ 1483707 h 8523134"/>
                    <a:gd name="connsiteX5" fmla="*/ 3437794 w 8140424"/>
                    <a:gd name="connsiteY5" fmla="*/ 3922107 h 8523134"/>
                    <a:gd name="connsiteX6" fmla="*/ 723623 w 8140424"/>
                    <a:gd name="connsiteY6" fmla="*/ 1164393 h 8523134"/>
                    <a:gd name="connsiteX7" fmla="*/ 1725109 w 8140424"/>
                    <a:gd name="connsiteY7" fmla="*/ 467708 h 8523134"/>
                    <a:gd name="connsiteX8" fmla="*/ 4090938 w 8140424"/>
                    <a:gd name="connsiteY8" fmla="*/ 2949651 h 8523134"/>
                    <a:gd name="connsiteX9" fmla="*/ 2102480 w 8140424"/>
                    <a:gd name="connsiteY9" fmla="*/ 816051 h 8523134"/>
                    <a:gd name="connsiteX10" fmla="*/ 3176537 w 8140424"/>
                    <a:gd name="connsiteY10" fmla="*/ 249994 h 8523134"/>
                    <a:gd name="connsiteX11" fmla="*/ 6543851 w 8140424"/>
                    <a:gd name="connsiteY11" fmla="*/ 3704392 h 8523134"/>
                    <a:gd name="connsiteX12" fmla="*/ 7763052 w 8140424"/>
                    <a:gd name="connsiteY12" fmla="*/ 2949649 h 8523134"/>
                    <a:gd name="connsiteX13" fmla="*/ 7995281 w 8140424"/>
                    <a:gd name="connsiteY13" fmla="*/ 4313992 h 8523134"/>
                    <a:gd name="connsiteX14" fmla="*/ 8140424 w 8140424"/>
                    <a:gd name="connsiteY14" fmla="*/ 5518677 h 8523134"/>
                    <a:gd name="connsiteX15" fmla="*/ 5339165 w 8140424"/>
                    <a:gd name="connsiteY15" fmla="*/ 8523134 h 8523134"/>
                    <a:gd name="connsiteX16" fmla="*/ 5063396 w 8140424"/>
                    <a:gd name="connsiteY16" fmla="*/ 8436048 h 8523134"/>
                    <a:gd name="connsiteX17" fmla="*/ 534938 w 8140424"/>
                    <a:gd name="connsiteY17" fmla="*/ 4023705 h 852313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7763052 w 8140424"/>
                    <a:gd name="connsiteY12" fmla="*/ 2968999 h 8542484"/>
                    <a:gd name="connsiteX13" fmla="*/ 7995281 w 8140424"/>
                    <a:gd name="connsiteY13" fmla="*/ 4333342 h 8542484"/>
                    <a:gd name="connsiteX14" fmla="*/ 8140424 w 8140424"/>
                    <a:gd name="connsiteY14" fmla="*/ 5538027 h 8542484"/>
                    <a:gd name="connsiteX15" fmla="*/ 5339165 w 8140424"/>
                    <a:gd name="connsiteY15" fmla="*/ 8542484 h 8542484"/>
                    <a:gd name="connsiteX16" fmla="*/ 5063396 w 8140424"/>
                    <a:gd name="connsiteY16" fmla="*/ 8455398 h 8542484"/>
                    <a:gd name="connsiteX17" fmla="*/ 534938 w 8140424"/>
                    <a:gd name="connsiteY17"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7037337 w 8140424"/>
                    <a:gd name="connsiteY12" fmla="*/ 3389915 h 8542484"/>
                    <a:gd name="connsiteX13" fmla="*/ 7763052 w 8140424"/>
                    <a:gd name="connsiteY13" fmla="*/ 2968999 h 8542484"/>
                    <a:gd name="connsiteX14" fmla="*/ 7995281 w 8140424"/>
                    <a:gd name="connsiteY14" fmla="*/ 4333342 h 8542484"/>
                    <a:gd name="connsiteX15" fmla="*/ 8140424 w 8140424"/>
                    <a:gd name="connsiteY15" fmla="*/ 5538027 h 8542484"/>
                    <a:gd name="connsiteX16" fmla="*/ 5339165 w 8140424"/>
                    <a:gd name="connsiteY16" fmla="*/ 8542484 h 8542484"/>
                    <a:gd name="connsiteX17" fmla="*/ 5063396 w 8140424"/>
                    <a:gd name="connsiteY17" fmla="*/ 8455398 h 8542484"/>
                    <a:gd name="connsiteX18" fmla="*/ 534938 w 8140424"/>
                    <a:gd name="connsiteY18"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51966 w 8140424"/>
                    <a:gd name="connsiteY12" fmla="*/ 2243287 h 8542484"/>
                    <a:gd name="connsiteX13" fmla="*/ 7763052 w 8140424"/>
                    <a:gd name="connsiteY13" fmla="*/ 2968999 h 8542484"/>
                    <a:gd name="connsiteX14" fmla="*/ 7995281 w 8140424"/>
                    <a:gd name="connsiteY14" fmla="*/ 4333342 h 8542484"/>
                    <a:gd name="connsiteX15" fmla="*/ 8140424 w 8140424"/>
                    <a:gd name="connsiteY15" fmla="*/ 5538027 h 8542484"/>
                    <a:gd name="connsiteX16" fmla="*/ 5339165 w 8140424"/>
                    <a:gd name="connsiteY16" fmla="*/ 8542484 h 8542484"/>
                    <a:gd name="connsiteX17" fmla="*/ 5063396 w 8140424"/>
                    <a:gd name="connsiteY17" fmla="*/ 8455398 h 8542484"/>
                    <a:gd name="connsiteX18" fmla="*/ 534938 w 8140424"/>
                    <a:gd name="connsiteY18"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51966 w 8140424"/>
                    <a:gd name="connsiteY12" fmla="*/ 2243287 h 8542484"/>
                    <a:gd name="connsiteX13" fmla="*/ 7763052 w 8140424"/>
                    <a:gd name="connsiteY13" fmla="*/ 2968999 h 8542484"/>
                    <a:gd name="connsiteX14" fmla="*/ 7995281 w 8140424"/>
                    <a:gd name="connsiteY14" fmla="*/ 4333342 h 8542484"/>
                    <a:gd name="connsiteX15" fmla="*/ 8140424 w 8140424"/>
                    <a:gd name="connsiteY15" fmla="*/ 5538027 h 8542484"/>
                    <a:gd name="connsiteX16" fmla="*/ 5339165 w 8140424"/>
                    <a:gd name="connsiteY16" fmla="*/ 8542484 h 8542484"/>
                    <a:gd name="connsiteX17" fmla="*/ 5063396 w 8140424"/>
                    <a:gd name="connsiteY17" fmla="*/ 8455398 h 8542484"/>
                    <a:gd name="connsiteX18" fmla="*/ 534938 w 8140424"/>
                    <a:gd name="connsiteY18"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51966 w 8140424"/>
                    <a:gd name="connsiteY12" fmla="*/ 2243287 h 8542484"/>
                    <a:gd name="connsiteX13" fmla="*/ 7763052 w 8140424"/>
                    <a:gd name="connsiteY13" fmla="*/ 2968999 h 8542484"/>
                    <a:gd name="connsiteX14" fmla="*/ 7995281 w 8140424"/>
                    <a:gd name="connsiteY14" fmla="*/ 4333342 h 8542484"/>
                    <a:gd name="connsiteX15" fmla="*/ 8140424 w 8140424"/>
                    <a:gd name="connsiteY15" fmla="*/ 5538027 h 8542484"/>
                    <a:gd name="connsiteX16" fmla="*/ 5339165 w 8140424"/>
                    <a:gd name="connsiteY16" fmla="*/ 8542484 h 8542484"/>
                    <a:gd name="connsiteX17" fmla="*/ 5063396 w 8140424"/>
                    <a:gd name="connsiteY17" fmla="*/ 8455398 h 8542484"/>
                    <a:gd name="connsiteX18" fmla="*/ 534938 w 8140424"/>
                    <a:gd name="connsiteY18"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7763052 w 8140424"/>
                    <a:gd name="connsiteY13" fmla="*/ 2968999 h 8542484"/>
                    <a:gd name="connsiteX14" fmla="*/ 7995281 w 8140424"/>
                    <a:gd name="connsiteY14" fmla="*/ 4333342 h 8542484"/>
                    <a:gd name="connsiteX15" fmla="*/ 8140424 w 8140424"/>
                    <a:gd name="connsiteY15" fmla="*/ 5538027 h 8542484"/>
                    <a:gd name="connsiteX16" fmla="*/ 5339165 w 8140424"/>
                    <a:gd name="connsiteY16" fmla="*/ 8542484 h 8542484"/>
                    <a:gd name="connsiteX17" fmla="*/ 5063396 w 8140424"/>
                    <a:gd name="connsiteY17" fmla="*/ 8455398 h 8542484"/>
                    <a:gd name="connsiteX18" fmla="*/ 534938 w 8140424"/>
                    <a:gd name="connsiteY18"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7269566 w 8140424"/>
                    <a:gd name="connsiteY13" fmla="*/ 2780315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68921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47130 w 8140424"/>
                    <a:gd name="connsiteY0" fmla="*/ 4043055 h 8542484"/>
                    <a:gd name="connsiteX1" fmla="*/ 1168921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47130 w 8140424"/>
                    <a:gd name="connsiteY19" fmla="*/ 4043055 h 8542484"/>
                    <a:gd name="connsiteX0" fmla="*/ 547130 w 8140424"/>
                    <a:gd name="connsiteY0" fmla="*/ 4043055 h 8542484"/>
                    <a:gd name="connsiteX1" fmla="*/ 1168921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47130 w 8140424"/>
                    <a:gd name="connsiteY19" fmla="*/ 4043055 h 8542484"/>
                    <a:gd name="connsiteX0" fmla="*/ 541518 w 8134812"/>
                    <a:gd name="connsiteY0" fmla="*/ 4043055 h 8542484"/>
                    <a:gd name="connsiteX1" fmla="*/ 1163309 w 8134812"/>
                    <a:gd name="connsiteY1" fmla="*/ 3360886 h 8542484"/>
                    <a:gd name="connsiteX2" fmla="*/ 2967723 w 8134812"/>
                    <a:gd name="connsiteY2" fmla="*/ 5189686 h 8542484"/>
                    <a:gd name="connsiteX3" fmla="*/ 108411 w 8134812"/>
                    <a:gd name="connsiteY3" fmla="*/ 2214256 h 8542484"/>
                    <a:gd name="connsiteX4" fmla="*/ 1008296 w 8134812"/>
                    <a:gd name="connsiteY4" fmla="*/ 1503057 h 8542484"/>
                    <a:gd name="connsiteX5" fmla="*/ 3432182 w 8134812"/>
                    <a:gd name="connsiteY5" fmla="*/ 3941457 h 8542484"/>
                    <a:gd name="connsiteX6" fmla="*/ 718011 w 8134812"/>
                    <a:gd name="connsiteY6" fmla="*/ 1183743 h 8542484"/>
                    <a:gd name="connsiteX7" fmla="*/ 1719497 w 8134812"/>
                    <a:gd name="connsiteY7" fmla="*/ 487058 h 8542484"/>
                    <a:gd name="connsiteX8" fmla="*/ 4085326 w 8134812"/>
                    <a:gd name="connsiteY8" fmla="*/ 2969001 h 8542484"/>
                    <a:gd name="connsiteX9" fmla="*/ 2096868 w 8134812"/>
                    <a:gd name="connsiteY9" fmla="*/ 835401 h 8542484"/>
                    <a:gd name="connsiteX10" fmla="*/ 3170925 w 8134812"/>
                    <a:gd name="connsiteY10" fmla="*/ 269344 h 8542484"/>
                    <a:gd name="connsiteX11" fmla="*/ 6538239 w 8134812"/>
                    <a:gd name="connsiteY11" fmla="*/ 3723742 h 8542484"/>
                    <a:gd name="connsiteX12" fmla="*/ 6102811 w 8134812"/>
                    <a:gd name="connsiteY12" fmla="*/ 2243287 h 8542484"/>
                    <a:gd name="connsiteX13" fmla="*/ 6639839 w 8134812"/>
                    <a:gd name="connsiteY13" fmla="*/ 1024087 h 8542484"/>
                    <a:gd name="connsiteX14" fmla="*/ 7757440 w 8134812"/>
                    <a:gd name="connsiteY14" fmla="*/ 2968999 h 8542484"/>
                    <a:gd name="connsiteX15" fmla="*/ 7989669 w 8134812"/>
                    <a:gd name="connsiteY15" fmla="*/ 4333342 h 8542484"/>
                    <a:gd name="connsiteX16" fmla="*/ 8134812 w 8134812"/>
                    <a:gd name="connsiteY16" fmla="*/ 5538027 h 8542484"/>
                    <a:gd name="connsiteX17" fmla="*/ 5333553 w 8134812"/>
                    <a:gd name="connsiteY17" fmla="*/ 8542484 h 8542484"/>
                    <a:gd name="connsiteX18" fmla="*/ 5057784 w 8134812"/>
                    <a:gd name="connsiteY18" fmla="*/ 8455398 h 8542484"/>
                    <a:gd name="connsiteX19" fmla="*/ 541518 w 8134812"/>
                    <a:gd name="connsiteY19" fmla="*/ 4043055 h 8542484"/>
                    <a:gd name="connsiteX0" fmla="*/ 541518 w 8134812"/>
                    <a:gd name="connsiteY0" fmla="*/ 4043055 h 8542484"/>
                    <a:gd name="connsiteX1" fmla="*/ 1163309 w 8134812"/>
                    <a:gd name="connsiteY1" fmla="*/ 3360886 h 8542484"/>
                    <a:gd name="connsiteX2" fmla="*/ 2967723 w 8134812"/>
                    <a:gd name="connsiteY2" fmla="*/ 5189686 h 8542484"/>
                    <a:gd name="connsiteX3" fmla="*/ 108411 w 8134812"/>
                    <a:gd name="connsiteY3" fmla="*/ 2214256 h 8542484"/>
                    <a:gd name="connsiteX4" fmla="*/ 1008296 w 8134812"/>
                    <a:gd name="connsiteY4" fmla="*/ 1503057 h 8542484"/>
                    <a:gd name="connsiteX5" fmla="*/ 3432182 w 8134812"/>
                    <a:gd name="connsiteY5" fmla="*/ 3941457 h 8542484"/>
                    <a:gd name="connsiteX6" fmla="*/ 718011 w 8134812"/>
                    <a:gd name="connsiteY6" fmla="*/ 1183743 h 8542484"/>
                    <a:gd name="connsiteX7" fmla="*/ 1719497 w 8134812"/>
                    <a:gd name="connsiteY7" fmla="*/ 487058 h 8542484"/>
                    <a:gd name="connsiteX8" fmla="*/ 4085326 w 8134812"/>
                    <a:gd name="connsiteY8" fmla="*/ 2969001 h 8542484"/>
                    <a:gd name="connsiteX9" fmla="*/ 2096868 w 8134812"/>
                    <a:gd name="connsiteY9" fmla="*/ 835401 h 8542484"/>
                    <a:gd name="connsiteX10" fmla="*/ 3170925 w 8134812"/>
                    <a:gd name="connsiteY10" fmla="*/ 269344 h 8542484"/>
                    <a:gd name="connsiteX11" fmla="*/ 6538239 w 8134812"/>
                    <a:gd name="connsiteY11" fmla="*/ 3723742 h 8542484"/>
                    <a:gd name="connsiteX12" fmla="*/ 6090619 w 8134812"/>
                    <a:gd name="connsiteY12" fmla="*/ 2231095 h 8542484"/>
                    <a:gd name="connsiteX13" fmla="*/ 6639839 w 8134812"/>
                    <a:gd name="connsiteY13" fmla="*/ 1024087 h 8542484"/>
                    <a:gd name="connsiteX14" fmla="*/ 7757440 w 8134812"/>
                    <a:gd name="connsiteY14" fmla="*/ 2968999 h 8542484"/>
                    <a:gd name="connsiteX15" fmla="*/ 7989669 w 8134812"/>
                    <a:gd name="connsiteY15" fmla="*/ 4333342 h 8542484"/>
                    <a:gd name="connsiteX16" fmla="*/ 8134812 w 8134812"/>
                    <a:gd name="connsiteY16" fmla="*/ 5538027 h 8542484"/>
                    <a:gd name="connsiteX17" fmla="*/ 5333553 w 8134812"/>
                    <a:gd name="connsiteY17" fmla="*/ 8542484 h 8542484"/>
                    <a:gd name="connsiteX18" fmla="*/ 5057784 w 8134812"/>
                    <a:gd name="connsiteY18" fmla="*/ 8455398 h 8542484"/>
                    <a:gd name="connsiteX19" fmla="*/ 541518 w 8134812"/>
                    <a:gd name="connsiteY19" fmla="*/ 4043055 h 8542484"/>
                    <a:gd name="connsiteX0" fmla="*/ 541518 w 8134812"/>
                    <a:gd name="connsiteY0" fmla="*/ 4043055 h 8542484"/>
                    <a:gd name="connsiteX1" fmla="*/ 1163309 w 8134812"/>
                    <a:gd name="connsiteY1" fmla="*/ 3360886 h 8542484"/>
                    <a:gd name="connsiteX2" fmla="*/ 2967723 w 8134812"/>
                    <a:gd name="connsiteY2" fmla="*/ 5189686 h 8542484"/>
                    <a:gd name="connsiteX3" fmla="*/ 108411 w 8134812"/>
                    <a:gd name="connsiteY3" fmla="*/ 2214256 h 8542484"/>
                    <a:gd name="connsiteX4" fmla="*/ 1008296 w 8134812"/>
                    <a:gd name="connsiteY4" fmla="*/ 1503057 h 8542484"/>
                    <a:gd name="connsiteX5" fmla="*/ 3432182 w 8134812"/>
                    <a:gd name="connsiteY5" fmla="*/ 3941457 h 8542484"/>
                    <a:gd name="connsiteX6" fmla="*/ 718011 w 8134812"/>
                    <a:gd name="connsiteY6" fmla="*/ 1183743 h 8542484"/>
                    <a:gd name="connsiteX7" fmla="*/ 1719497 w 8134812"/>
                    <a:gd name="connsiteY7" fmla="*/ 487058 h 8542484"/>
                    <a:gd name="connsiteX8" fmla="*/ 4085326 w 8134812"/>
                    <a:gd name="connsiteY8" fmla="*/ 2969001 h 8542484"/>
                    <a:gd name="connsiteX9" fmla="*/ 2096868 w 8134812"/>
                    <a:gd name="connsiteY9" fmla="*/ 835401 h 8542484"/>
                    <a:gd name="connsiteX10" fmla="*/ 3170925 w 8134812"/>
                    <a:gd name="connsiteY10" fmla="*/ 269344 h 8542484"/>
                    <a:gd name="connsiteX11" fmla="*/ 6538239 w 8134812"/>
                    <a:gd name="connsiteY11" fmla="*/ 3723742 h 8542484"/>
                    <a:gd name="connsiteX12" fmla="*/ 6090619 w 8134812"/>
                    <a:gd name="connsiteY12" fmla="*/ 2231095 h 8542484"/>
                    <a:gd name="connsiteX13" fmla="*/ 6639839 w 8134812"/>
                    <a:gd name="connsiteY13" fmla="*/ 1024087 h 8542484"/>
                    <a:gd name="connsiteX14" fmla="*/ 7757440 w 8134812"/>
                    <a:gd name="connsiteY14" fmla="*/ 2968999 h 8542484"/>
                    <a:gd name="connsiteX15" fmla="*/ 7989669 w 8134812"/>
                    <a:gd name="connsiteY15" fmla="*/ 4333342 h 8542484"/>
                    <a:gd name="connsiteX16" fmla="*/ 8134812 w 8134812"/>
                    <a:gd name="connsiteY16" fmla="*/ 5538027 h 8542484"/>
                    <a:gd name="connsiteX17" fmla="*/ 5333553 w 8134812"/>
                    <a:gd name="connsiteY17" fmla="*/ 8542484 h 8542484"/>
                    <a:gd name="connsiteX18" fmla="*/ 5057784 w 8134812"/>
                    <a:gd name="connsiteY18" fmla="*/ 8455398 h 8542484"/>
                    <a:gd name="connsiteX19" fmla="*/ 541518 w 8134812"/>
                    <a:gd name="connsiteY19" fmla="*/ 4043055 h 8542484"/>
                    <a:gd name="connsiteX0" fmla="*/ 541518 w 8134812"/>
                    <a:gd name="connsiteY0" fmla="*/ 4043055 h 8542484"/>
                    <a:gd name="connsiteX1" fmla="*/ 1163309 w 8134812"/>
                    <a:gd name="connsiteY1" fmla="*/ 3360886 h 8542484"/>
                    <a:gd name="connsiteX2" fmla="*/ 2967723 w 8134812"/>
                    <a:gd name="connsiteY2" fmla="*/ 5189686 h 8542484"/>
                    <a:gd name="connsiteX3" fmla="*/ 108411 w 8134812"/>
                    <a:gd name="connsiteY3" fmla="*/ 2214256 h 8542484"/>
                    <a:gd name="connsiteX4" fmla="*/ 1008296 w 8134812"/>
                    <a:gd name="connsiteY4" fmla="*/ 1503057 h 8542484"/>
                    <a:gd name="connsiteX5" fmla="*/ 3432182 w 8134812"/>
                    <a:gd name="connsiteY5" fmla="*/ 3941457 h 8542484"/>
                    <a:gd name="connsiteX6" fmla="*/ 718011 w 8134812"/>
                    <a:gd name="connsiteY6" fmla="*/ 1183743 h 8542484"/>
                    <a:gd name="connsiteX7" fmla="*/ 1719497 w 8134812"/>
                    <a:gd name="connsiteY7" fmla="*/ 487058 h 8542484"/>
                    <a:gd name="connsiteX8" fmla="*/ 4085326 w 8134812"/>
                    <a:gd name="connsiteY8" fmla="*/ 2969001 h 8542484"/>
                    <a:gd name="connsiteX9" fmla="*/ 2096868 w 8134812"/>
                    <a:gd name="connsiteY9" fmla="*/ 835401 h 8542484"/>
                    <a:gd name="connsiteX10" fmla="*/ 3170925 w 8134812"/>
                    <a:gd name="connsiteY10" fmla="*/ 269344 h 8542484"/>
                    <a:gd name="connsiteX11" fmla="*/ 6538239 w 8134812"/>
                    <a:gd name="connsiteY11" fmla="*/ 3723742 h 8542484"/>
                    <a:gd name="connsiteX12" fmla="*/ 6090619 w 8134812"/>
                    <a:gd name="connsiteY12" fmla="*/ 2231095 h 8542484"/>
                    <a:gd name="connsiteX13" fmla="*/ 6639839 w 8134812"/>
                    <a:gd name="connsiteY13" fmla="*/ 1024087 h 8542484"/>
                    <a:gd name="connsiteX14" fmla="*/ 7757440 w 8134812"/>
                    <a:gd name="connsiteY14" fmla="*/ 2968999 h 8542484"/>
                    <a:gd name="connsiteX15" fmla="*/ 7989669 w 8134812"/>
                    <a:gd name="connsiteY15" fmla="*/ 4333342 h 8542484"/>
                    <a:gd name="connsiteX16" fmla="*/ 8134812 w 8134812"/>
                    <a:gd name="connsiteY16" fmla="*/ 5538027 h 8542484"/>
                    <a:gd name="connsiteX17" fmla="*/ 5333553 w 8134812"/>
                    <a:gd name="connsiteY17" fmla="*/ 8542484 h 8542484"/>
                    <a:gd name="connsiteX18" fmla="*/ 5057784 w 8134812"/>
                    <a:gd name="connsiteY18" fmla="*/ 8455398 h 8542484"/>
                    <a:gd name="connsiteX19" fmla="*/ 541518 w 8134812"/>
                    <a:gd name="connsiteY19" fmla="*/ 4043055 h 8542484"/>
                    <a:gd name="connsiteX0" fmla="*/ 541518 w 8134812"/>
                    <a:gd name="connsiteY0" fmla="*/ 4043055 h 8542484"/>
                    <a:gd name="connsiteX1" fmla="*/ 1163309 w 8134812"/>
                    <a:gd name="connsiteY1" fmla="*/ 3360886 h 8542484"/>
                    <a:gd name="connsiteX2" fmla="*/ 2967723 w 8134812"/>
                    <a:gd name="connsiteY2" fmla="*/ 5189686 h 8542484"/>
                    <a:gd name="connsiteX3" fmla="*/ 108411 w 8134812"/>
                    <a:gd name="connsiteY3" fmla="*/ 2214256 h 8542484"/>
                    <a:gd name="connsiteX4" fmla="*/ 1008296 w 8134812"/>
                    <a:gd name="connsiteY4" fmla="*/ 1503057 h 8542484"/>
                    <a:gd name="connsiteX5" fmla="*/ 3432182 w 8134812"/>
                    <a:gd name="connsiteY5" fmla="*/ 3941457 h 8542484"/>
                    <a:gd name="connsiteX6" fmla="*/ 718011 w 8134812"/>
                    <a:gd name="connsiteY6" fmla="*/ 1183743 h 8542484"/>
                    <a:gd name="connsiteX7" fmla="*/ 1719497 w 8134812"/>
                    <a:gd name="connsiteY7" fmla="*/ 487058 h 8542484"/>
                    <a:gd name="connsiteX8" fmla="*/ 4085326 w 8134812"/>
                    <a:gd name="connsiteY8" fmla="*/ 2969001 h 8542484"/>
                    <a:gd name="connsiteX9" fmla="*/ 2096868 w 8134812"/>
                    <a:gd name="connsiteY9" fmla="*/ 835401 h 8542484"/>
                    <a:gd name="connsiteX10" fmla="*/ 3170925 w 8134812"/>
                    <a:gd name="connsiteY10" fmla="*/ 269344 h 8542484"/>
                    <a:gd name="connsiteX11" fmla="*/ 6538239 w 8134812"/>
                    <a:gd name="connsiteY11" fmla="*/ 3723742 h 8542484"/>
                    <a:gd name="connsiteX12" fmla="*/ 6090619 w 8134812"/>
                    <a:gd name="connsiteY12" fmla="*/ 2231095 h 8542484"/>
                    <a:gd name="connsiteX13" fmla="*/ 6639839 w 8134812"/>
                    <a:gd name="connsiteY13" fmla="*/ 1024087 h 8542484"/>
                    <a:gd name="connsiteX14" fmla="*/ 7757440 w 8134812"/>
                    <a:gd name="connsiteY14" fmla="*/ 2968999 h 8542484"/>
                    <a:gd name="connsiteX15" fmla="*/ 7989669 w 8134812"/>
                    <a:gd name="connsiteY15" fmla="*/ 4333342 h 8542484"/>
                    <a:gd name="connsiteX16" fmla="*/ 8134812 w 8134812"/>
                    <a:gd name="connsiteY16" fmla="*/ 5538027 h 8542484"/>
                    <a:gd name="connsiteX17" fmla="*/ 5333553 w 8134812"/>
                    <a:gd name="connsiteY17" fmla="*/ 8542484 h 8542484"/>
                    <a:gd name="connsiteX18" fmla="*/ 5057784 w 8134812"/>
                    <a:gd name="connsiteY18" fmla="*/ 8455398 h 8542484"/>
                    <a:gd name="connsiteX19" fmla="*/ 541518 w 8134812"/>
                    <a:gd name="connsiteY19" fmla="*/ 4043055 h 8542484"/>
                    <a:gd name="connsiteX0" fmla="*/ 541518 w 8134812"/>
                    <a:gd name="connsiteY0" fmla="*/ 4036746 h 8536175"/>
                    <a:gd name="connsiteX1" fmla="*/ 1163309 w 8134812"/>
                    <a:gd name="connsiteY1" fmla="*/ 3354577 h 8536175"/>
                    <a:gd name="connsiteX2" fmla="*/ 2967723 w 8134812"/>
                    <a:gd name="connsiteY2" fmla="*/ 5183377 h 8536175"/>
                    <a:gd name="connsiteX3" fmla="*/ 108411 w 8134812"/>
                    <a:gd name="connsiteY3" fmla="*/ 2207947 h 8536175"/>
                    <a:gd name="connsiteX4" fmla="*/ 1008296 w 8134812"/>
                    <a:gd name="connsiteY4" fmla="*/ 1496748 h 8536175"/>
                    <a:gd name="connsiteX5" fmla="*/ 3432182 w 8134812"/>
                    <a:gd name="connsiteY5" fmla="*/ 3935148 h 8536175"/>
                    <a:gd name="connsiteX6" fmla="*/ 718011 w 8134812"/>
                    <a:gd name="connsiteY6" fmla="*/ 1177434 h 8536175"/>
                    <a:gd name="connsiteX7" fmla="*/ 1719497 w 8134812"/>
                    <a:gd name="connsiteY7" fmla="*/ 480749 h 8536175"/>
                    <a:gd name="connsiteX8" fmla="*/ 4085326 w 8134812"/>
                    <a:gd name="connsiteY8" fmla="*/ 2962692 h 8536175"/>
                    <a:gd name="connsiteX9" fmla="*/ 2133444 w 8134812"/>
                    <a:gd name="connsiteY9" fmla="*/ 853476 h 8536175"/>
                    <a:gd name="connsiteX10" fmla="*/ 3170925 w 8134812"/>
                    <a:gd name="connsiteY10" fmla="*/ 263035 h 8536175"/>
                    <a:gd name="connsiteX11" fmla="*/ 6538239 w 8134812"/>
                    <a:gd name="connsiteY11" fmla="*/ 3717433 h 8536175"/>
                    <a:gd name="connsiteX12" fmla="*/ 6090619 w 8134812"/>
                    <a:gd name="connsiteY12" fmla="*/ 2224786 h 8536175"/>
                    <a:gd name="connsiteX13" fmla="*/ 6639839 w 8134812"/>
                    <a:gd name="connsiteY13" fmla="*/ 1017778 h 8536175"/>
                    <a:gd name="connsiteX14" fmla="*/ 7757440 w 8134812"/>
                    <a:gd name="connsiteY14" fmla="*/ 2962690 h 8536175"/>
                    <a:gd name="connsiteX15" fmla="*/ 7989669 w 8134812"/>
                    <a:gd name="connsiteY15" fmla="*/ 4327033 h 8536175"/>
                    <a:gd name="connsiteX16" fmla="*/ 8134812 w 8134812"/>
                    <a:gd name="connsiteY16" fmla="*/ 5531718 h 8536175"/>
                    <a:gd name="connsiteX17" fmla="*/ 5333553 w 8134812"/>
                    <a:gd name="connsiteY17" fmla="*/ 8536175 h 8536175"/>
                    <a:gd name="connsiteX18" fmla="*/ 5057784 w 8134812"/>
                    <a:gd name="connsiteY18" fmla="*/ 8449089 h 8536175"/>
                    <a:gd name="connsiteX19" fmla="*/ 541518 w 8134812"/>
                    <a:gd name="connsiteY19" fmla="*/ 4036746 h 8536175"/>
                    <a:gd name="connsiteX0" fmla="*/ 541518 w 8134812"/>
                    <a:gd name="connsiteY0" fmla="*/ 4036746 h 8536175"/>
                    <a:gd name="connsiteX1" fmla="*/ 1163309 w 8134812"/>
                    <a:gd name="connsiteY1" fmla="*/ 3354577 h 8536175"/>
                    <a:gd name="connsiteX2" fmla="*/ 2967723 w 8134812"/>
                    <a:gd name="connsiteY2" fmla="*/ 5183377 h 8536175"/>
                    <a:gd name="connsiteX3" fmla="*/ 108411 w 8134812"/>
                    <a:gd name="connsiteY3" fmla="*/ 2207947 h 8536175"/>
                    <a:gd name="connsiteX4" fmla="*/ 1008296 w 8134812"/>
                    <a:gd name="connsiteY4" fmla="*/ 1496748 h 8536175"/>
                    <a:gd name="connsiteX5" fmla="*/ 3432182 w 8134812"/>
                    <a:gd name="connsiteY5" fmla="*/ 3935148 h 8536175"/>
                    <a:gd name="connsiteX6" fmla="*/ 718011 w 8134812"/>
                    <a:gd name="connsiteY6" fmla="*/ 1177434 h 8536175"/>
                    <a:gd name="connsiteX7" fmla="*/ 1719497 w 8134812"/>
                    <a:gd name="connsiteY7" fmla="*/ 480749 h 8536175"/>
                    <a:gd name="connsiteX8" fmla="*/ 4085326 w 8134812"/>
                    <a:gd name="connsiteY8" fmla="*/ 2962692 h 8536175"/>
                    <a:gd name="connsiteX9" fmla="*/ 2133444 w 8134812"/>
                    <a:gd name="connsiteY9" fmla="*/ 853476 h 8536175"/>
                    <a:gd name="connsiteX10" fmla="*/ 3170925 w 8134812"/>
                    <a:gd name="connsiteY10" fmla="*/ 263035 h 8536175"/>
                    <a:gd name="connsiteX11" fmla="*/ 6538239 w 8134812"/>
                    <a:gd name="connsiteY11" fmla="*/ 3717433 h 8536175"/>
                    <a:gd name="connsiteX12" fmla="*/ 6090619 w 8134812"/>
                    <a:gd name="connsiteY12" fmla="*/ 2224786 h 8536175"/>
                    <a:gd name="connsiteX13" fmla="*/ 6639839 w 8134812"/>
                    <a:gd name="connsiteY13" fmla="*/ 1017778 h 8536175"/>
                    <a:gd name="connsiteX14" fmla="*/ 7757440 w 8134812"/>
                    <a:gd name="connsiteY14" fmla="*/ 2962690 h 8536175"/>
                    <a:gd name="connsiteX15" fmla="*/ 7989669 w 8134812"/>
                    <a:gd name="connsiteY15" fmla="*/ 4327033 h 8536175"/>
                    <a:gd name="connsiteX16" fmla="*/ 8134812 w 8134812"/>
                    <a:gd name="connsiteY16" fmla="*/ 5531718 h 8536175"/>
                    <a:gd name="connsiteX17" fmla="*/ 5333553 w 8134812"/>
                    <a:gd name="connsiteY17" fmla="*/ 8536175 h 8536175"/>
                    <a:gd name="connsiteX18" fmla="*/ 5057784 w 8134812"/>
                    <a:gd name="connsiteY18" fmla="*/ 8449089 h 8536175"/>
                    <a:gd name="connsiteX19" fmla="*/ 541518 w 8134812"/>
                    <a:gd name="connsiteY19" fmla="*/ 4036746 h 8536175"/>
                    <a:gd name="connsiteX0" fmla="*/ 541518 w 8134812"/>
                    <a:gd name="connsiteY0" fmla="*/ 4036746 h 8536175"/>
                    <a:gd name="connsiteX1" fmla="*/ 1163309 w 8134812"/>
                    <a:gd name="connsiteY1" fmla="*/ 3354577 h 8536175"/>
                    <a:gd name="connsiteX2" fmla="*/ 2967723 w 8134812"/>
                    <a:gd name="connsiteY2" fmla="*/ 5183377 h 8536175"/>
                    <a:gd name="connsiteX3" fmla="*/ 108411 w 8134812"/>
                    <a:gd name="connsiteY3" fmla="*/ 2207947 h 8536175"/>
                    <a:gd name="connsiteX4" fmla="*/ 1008296 w 8134812"/>
                    <a:gd name="connsiteY4" fmla="*/ 1496748 h 8536175"/>
                    <a:gd name="connsiteX5" fmla="*/ 3432182 w 8134812"/>
                    <a:gd name="connsiteY5" fmla="*/ 3935148 h 8536175"/>
                    <a:gd name="connsiteX6" fmla="*/ 718011 w 8134812"/>
                    <a:gd name="connsiteY6" fmla="*/ 1177434 h 8536175"/>
                    <a:gd name="connsiteX7" fmla="*/ 1719497 w 8134812"/>
                    <a:gd name="connsiteY7" fmla="*/ 480749 h 8536175"/>
                    <a:gd name="connsiteX8" fmla="*/ 4085326 w 8134812"/>
                    <a:gd name="connsiteY8" fmla="*/ 2962692 h 8536175"/>
                    <a:gd name="connsiteX9" fmla="*/ 2133444 w 8134812"/>
                    <a:gd name="connsiteY9" fmla="*/ 853476 h 8536175"/>
                    <a:gd name="connsiteX10" fmla="*/ 3170925 w 8134812"/>
                    <a:gd name="connsiteY10" fmla="*/ 263035 h 8536175"/>
                    <a:gd name="connsiteX11" fmla="*/ 6538239 w 8134812"/>
                    <a:gd name="connsiteY11" fmla="*/ 3717433 h 8536175"/>
                    <a:gd name="connsiteX12" fmla="*/ 6090619 w 8134812"/>
                    <a:gd name="connsiteY12" fmla="*/ 2224786 h 8536175"/>
                    <a:gd name="connsiteX13" fmla="*/ 6639839 w 8134812"/>
                    <a:gd name="connsiteY13" fmla="*/ 1017778 h 8536175"/>
                    <a:gd name="connsiteX14" fmla="*/ 7757440 w 8134812"/>
                    <a:gd name="connsiteY14" fmla="*/ 2962690 h 8536175"/>
                    <a:gd name="connsiteX15" fmla="*/ 7989669 w 8134812"/>
                    <a:gd name="connsiteY15" fmla="*/ 4327033 h 8536175"/>
                    <a:gd name="connsiteX16" fmla="*/ 8134812 w 8134812"/>
                    <a:gd name="connsiteY16" fmla="*/ 5531718 h 8536175"/>
                    <a:gd name="connsiteX17" fmla="*/ 5333553 w 8134812"/>
                    <a:gd name="connsiteY17" fmla="*/ 8536175 h 8536175"/>
                    <a:gd name="connsiteX18" fmla="*/ 5057784 w 8134812"/>
                    <a:gd name="connsiteY18" fmla="*/ 8449089 h 8536175"/>
                    <a:gd name="connsiteX19" fmla="*/ 541518 w 8134812"/>
                    <a:gd name="connsiteY19" fmla="*/ 4036746 h 8536175"/>
                    <a:gd name="connsiteX0" fmla="*/ 541518 w 8134812"/>
                    <a:gd name="connsiteY0" fmla="*/ 4053000 h 8552429"/>
                    <a:gd name="connsiteX1" fmla="*/ 1163309 w 8134812"/>
                    <a:gd name="connsiteY1" fmla="*/ 3370831 h 8552429"/>
                    <a:gd name="connsiteX2" fmla="*/ 2967723 w 8134812"/>
                    <a:gd name="connsiteY2" fmla="*/ 5199631 h 8552429"/>
                    <a:gd name="connsiteX3" fmla="*/ 108411 w 8134812"/>
                    <a:gd name="connsiteY3" fmla="*/ 2224201 h 8552429"/>
                    <a:gd name="connsiteX4" fmla="*/ 1008296 w 8134812"/>
                    <a:gd name="connsiteY4" fmla="*/ 1513002 h 8552429"/>
                    <a:gd name="connsiteX5" fmla="*/ 3432182 w 8134812"/>
                    <a:gd name="connsiteY5" fmla="*/ 3951402 h 8552429"/>
                    <a:gd name="connsiteX6" fmla="*/ 718011 w 8134812"/>
                    <a:gd name="connsiteY6" fmla="*/ 1193688 h 8552429"/>
                    <a:gd name="connsiteX7" fmla="*/ 1719497 w 8134812"/>
                    <a:gd name="connsiteY7" fmla="*/ 497003 h 8552429"/>
                    <a:gd name="connsiteX8" fmla="*/ 4085326 w 8134812"/>
                    <a:gd name="connsiteY8" fmla="*/ 2978946 h 8552429"/>
                    <a:gd name="connsiteX9" fmla="*/ 2133444 w 8134812"/>
                    <a:gd name="connsiteY9" fmla="*/ 869730 h 8552429"/>
                    <a:gd name="connsiteX10" fmla="*/ 3170925 w 8134812"/>
                    <a:gd name="connsiteY10" fmla="*/ 279289 h 8552429"/>
                    <a:gd name="connsiteX11" fmla="*/ 6538239 w 8134812"/>
                    <a:gd name="connsiteY11" fmla="*/ 3733687 h 8552429"/>
                    <a:gd name="connsiteX12" fmla="*/ 6090619 w 8134812"/>
                    <a:gd name="connsiteY12" fmla="*/ 2241040 h 8552429"/>
                    <a:gd name="connsiteX13" fmla="*/ 6639839 w 8134812"/>
                    <a:gd name="connsiteY13" fmla="*/ 1034032 h 8552429"/>
                    <a:gd name="connsiteX14" fmla="*/ 7757440 w 8134812"/>
                    <a:gd name="connsiteY14" fmla="*/ 2978944 h 8552429"/>
                    <a:gd name="connsiteX15" fmla="*/ 7989669 w 8134812"/>
                    <a:gd name="connsiteY15" fmla="*/ 4343287 h 8552429"/>
                    <a:gd name="connsiteX16" fmla="*/ 8134812 w 8134812"/>
                    <a:gd name="connsiteY16" fmla="*/ 5547972 h 8552429"/>
                    <a:gd name="connsiteX17" fmla="*/ 5333553 w 8134812"/>
                    <a:gd name="connsiteY17" fmla="*/ 8552429 h 8552429"/>
                    <a:gd name="connsiteX18" fmla="*/ 5057784 w 8134812"/>
                    <a:gd name="connsiteY18" fmla="*/ 8465343 h 8552429"/>
                    <a:gd name="connsiteX19" fmla="*/ 541518 w 8134812"/>
                    <a:gd name="connsiteY19" fmla="*/ 4053000 h 8552429"/>
                    <a:gd name="connsiteX0" fmla="*/ 541518 w 8134812"/>
                    <a:gd name="connsiteY0" fmla="*/ 4050353 h 8549782"/>
                    <a:gd name="connsiteX1" fmla="*/ 1163309 w 8134812"/>
                    <a:gd name="connsiteY1" fmla="*/ 3368184 h 8549782"/>
                    <a:gd name="connsiteX2" fmla="*/ 2967723 w 8134812"/>
                    <a:gd name="connsiteY2" fmla="*/ 5196984 h 8549782"/>
                    <a:gd name="connsiteX3" fmla="*/ 108411 w 8134812"/>
                    <a:gd name="connsiteY3" fmla="*/ 2221554 h 8549782"/>
                    <a:gd name="connsiteX4" fmla="*/ 1008296 w 8134812"/>
                    <a:gd name="connsiteY4" fmla="*/ 1510355 h 8549782"/>
                    <a:gd name="connsiteX5" fmla="*/ 3432182 w 8134812"/>
                    <a:gd name="connsiteY5" fmla="*/ 3948755 h 8549782"/>
                    <a:gd name="connsiteX6" fmla="*/ 718011 w 8134812"/>
                    <a:gd name="connsiteY6" fmla="*/ 1191041 h 8549782"/>
                    <a:gd name="connsiteX7" fmla="*/ 1719497 w 8134812"/>
                    <a:gd name="connsiteY7" fmla="*/ 494356 h 8549782"/>
                    <a:gd name="connsiteX8" fmla="*/ 4085326 w 8134812"/>
                    <a:gd name="connsiteY8" fmla="*/ 2976299 h 8549782"/>
                    <a:gd name="connsiteX9" fmla="*/ 2133444 w 8134812"/>
                    <a:gd name="connsiteY9" fmla="*/ 867083 h 8549782"/>
                    <a:gd name="connsiteX10" fmla="*/ 3170925 w 8134812"/>
                    <a:gd name="connsiteY10" fmla="*/ 276642 h 8549782"/>
                    <a:gd name="connsiteX11" fmla="*/ 6538239 w 8134812"/>
                    <a:gd name="connsiteY11" fmla="*/ 3731040 h 8549782"/>
                    <a:gd name="connsiteX12" fmla="*/ 6090619 w 8134812"/>
                    <a:gd name="connsiteY12" fmla="*/ 2238393 h 8549782"/>
                    <a:gd name="connsiteX13" fmla="*/ 6639839 w 8134812"/>
                    <a:gd name="connsiteY13" fmla="*/ 1031385 h 8549782"/>
                    <a:gd name="connsiteX14" fmla="*/ 7757440 w 8134812"/>
                    <a:gd name="connsiteY14" fmla="*/ 2976297 h 8549782"/>
                    <a:gd name="connsiteX15" fmla="*/ 7989669 w 8134812"/>
                    <a:gd name="connsiteY15" fmla="*/ 4340640 h 8549782"/>
                    <a:gd name="connsiteX16" fmla="*/ 8134812 w 8134812"/>
                    <a:gd name="connsiteY16" fmla="*/ 5545325 h 8549782"/>
                    <a:gd name="connsiteX17" fmla="*/ 5333553 w 8134812"/>
                    <a:gd name="connsiteY17" fmla="*/ 8549782 h 8549782"/>
                    <a:gd name="connsiteX18" fmla="*/ 5057784 w 8134812"/>
                    <a:gd name="connsiteY18" fmla="*/ 8462696 h 8549782"/>
                    <a:gd name="connsiteX19" fmla="*/ 541518 w 8134812"/>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9315726"/>
                    <a:gd name="connsiteX1" fmla="*/ 1163309 w 8389877"/>
                    <a:gd name="connsiteY1" fmla="*/ 3368184 h 9315726"/>
                    <a:gd name="connsiteX2" fmla="*/ 2967723 w 8389877"/>
                    <a:gd name="connsiteY2" fmla="*/ 5196984 h 9315726"/>
                    <a:gd name="connsiteX3" fmla="*/ 108411 w 8389877"/>
                    <a:gd name="connsiteY3" fmla="*/ 2221554 h 9315726"/>
                    <a:gd name="connsiteX4" fmla="*/ 1008296 w 8389877"/>
                    <a:gd name="connsiteY4" fmla="*/ 1510355 h 9315726"/>
                    <a:gd name="connsiteX5" fmla="*/ 3432182 w 8389877"/>
                    <a:gd name="connsiteY5" fmla="*/ 3948755 h 9315726"/>
                    <a:gd name="connsiteX6" fmla="*/ 718011 w 8389877"/>
                    <a:gd name="connsiteY6" fmla="*/ 1191041 h 9315726"/>
                    <a:gd name="connsiteX7" fmla="*/ 1719497 w 8389877"/>
                    <a:gd name="connsiteY7" fmla="*/ 494356 h 9315726"/>
                    <a:gd name="connsiteX8" fmla="*/ 4085326 w 8389877"/>
                    <a:gd name="connsiteY8" fmla="*/ 2976299 h 9315726"/>
                    <a:gd name="connsiteX9" fmla="*/ 2133444 w 8389877"/>
                    <a:gd name="connsiteY9" fmla="*/ 867083 h 9315726"/>
                    <a:gd name="connsiteX10" fmla="*/ 3170925 w 8389877"/>
                    <a:gd name="connsiteY10" fmla="*/ 276642 h 9315726"/>
                    <a:gd name="connsiteX11" fmla="*/ 6538239 w 8389877"/>
                    <a:gd name="connsiteY11" fmla="*/ 3731040 h 9315726"/>
                    <a:gd name="connsiteX12" fmla="*/ 6090619 w 8389877"/>
                    <a:gd name="connsiteY12" fmla="*/ 2238393 h 9315726"/>
                    <a:gd name="connsiteX13" fmla="*/ 6639839 w 8389877"/>
                    <a:gd name="connsiteY13" fmla="*/ 1031385 h 9315726"/>
                    <a:gd name="connsiteX14" fmla="*/ 7757440 w 8389877"/>
                    <a:gd name="connsiteY14" fmla="*/ 2976297 h 9315726"/>
                    <a:gd name="connsiteX15" fmla="*/ 7989669 w 8389877"/>
                    <a:gd name="connsiteY15" fmla="*/ 4340640 h 9315726"/>
                    <a:gd name="connsiteX16" fmla="*/ 8389877 w 8389877"/>
                    <a:gd name="connsiteY16" fmla="*/ 5777404 h 9315726"/>
                    <a:gd name="connsiteX17" fmla="*/ 6336452 w 8389877"/>
                    <a:gd name="connsiteY17" fmla="*/ 9315727 h 9315726"/>
                    <a:gd name="connsiteX18" fmla="*/ 5057784 w 8389877"/>
                    <a:gd name="connsiteY18" fmla="*/ 8462696 h 9315726"/>
                    <a:gd name="connsiteX19" fmla="*/ 541518 w 8389877"/>
                    <a:gd name="connsiteY19" fmla="*/ 4050353 h 9315726"/>
                    <a:gd name="connsiteX0" fmla="*/ 541518 w 8389877"/>
                    <a:gd name="connsiteY0" fmla="*/ 4050353 h 9224165"/>
                    <a:gd name="connsiteX1" fmla="*/ 1163309 w 8389877"/>
                    <a:gd name="connsiteY1" fmla="*/ 3368184 h 9224165"/>
                    <a:gd name="connsiteX2" fmla="*/ 2967723 w 8389877"/>
                    <a:gd name="connsiteY2" fmla="*/ 5196984 h 9224165"/>
                    <a:gd name="connsiteX3" fmla="*/ 108411 w 8389877"/>
                    <a:gd name="connsiteY3" fmla="*/ 2221554 h 9224165"/>
                    <a:gd name="connsiteX4" fmla="*/ 1008296 w 8389877"/>
                    <a:gd name="connsiteY4" fmla="*/ 1510355 h 9224165"/>
                    <a:gd name="connsiteX5" fmla="*/ 3432182 w 8389877"/>
                    <a:gd name="connsiteY5" fmla="*/ 3948755 h 9224165"/>
                    <a:gd name="connsiteX6" fmla="*/ 718011 w 8389877"/>
                    <a:gd name="connsiteY6" fmla="*/ 1191041 h 9224165"/>
                    <a:gd name="connsiteX7" fmla="*/ 1719497 w 8389877"/>
                    <a:gd name="connsiteY7" fmla="*/ 494356 h 9224165"/>
                    <a:gd name="connsiteX8" fmla="*/ 4085326 w 8389877"/>
                    <a:gd name="connsiteY8" fmla="*/ 2976299 h 9224165"/>
                    <a:gd name="connsiteX9" fmla="*/ 2133444 w 8389877"/>
                    <a:gd name="connsiteY9" fmla="*/ 867083 h 9224165"/>
                    <a:gd name="connsiteX10" fmla="*/ 3170925 w 8389877"/>
                    <a:gd name="connsiteY10" fmla="*/ 276642 h 9224165"/>
                    <a:gd name="connsiteX11" fmla="*/ 6538239 w 8389877"/>
                    <a:gd name="connsiteY11" fmla="*/ 3731040 h 9224165"/>
                    <a:gd name="connsiteX12" fmla="*/ 6090619 w 8389877"/>
                    <a:gd name="connsiteY12" fmla="*/ 2238393 h 9224165"/>
                    <a:gd name="connsiteX13" fmla="*/ 6639839 w 8389877"/>
                    <a:gd name="connsiteY13" fmla="*/ 1031385 h 9224165"/>
                    <a:gd name="connsiteX14" fmla="*/ 7757440 w 8389877"/>
                    <a:gd name="connsiteY14" fmla="*/ 2976297 h 9224165"/>
                    <a:gd name="connsiteX15" fmla="*/ 7989669 w 8389877"/>
                    <a:gd name="connsiteY15" fmla="*/ 4340640 h 9224165"/>
                    <a:gd name="connsiteX16" fmla="*/ 8389877 w 8389877"/>
                    <a:gd name="connsiteY16" fmla="*/ 5777404 h 9224165"/>
                    <a:gd name="connsiteX17" fmla="*/ 6266896 w 8389877"/>
                    <a:gd name="connsiteY17" fmla="*/ 9224162 h 9224165"/>
                    <a:gd name="connsiteX18" fmla="*/ 5057784 w 8389877"/>
                    <a:gd name="connsiteY18" fmla="*/ 8462696 h 9224165"/>
                    <a:gd name="connsiteX19" fmla="*/ 541518 w 8389877"/>
                    <a:gd name="connsiteY19" fmla="*/ 4050353 h 9224165"/>
                    <a:gd name="connsiteX0" fmla="*/ 541518 w 8389877"/>
                    <a:gd name="connsiteY0" fmla="*/ 4050353 h 9224165"/>
                    <a:gd name="connsiteX1" fmla="*/ 1163309 w 8389877"/>
                    <a:gd name="connsiteY1" fmla="*/ 3368184 h 9224165"/>
                    <a:gd name="connsiteX2" fmla="*/ 2967723 w 8389877"/>
                    <a:gd name="connsiteY2" fmla="*/ 5196984 h 9224165"/>
                    <a:gd name="connsiteX3" fmla="*/ 108411 w 8389877"/>
                    <a:gd name="connsiteY3" fmla="*/ 2221554 h 9224165"/>
                    <a:gd name="connsiteX4" fmla="*/ 1008296 w 8389877"/>
                    <a:gd name="connsiteY4" fmla="*/ 1510355 h 9224165"/>
                    <a:gd name="connsiteX5" fmla="*/ 3432182 w 8389877"/>
                    <a:gd name="connsiteY5" fmla="*/ 3948755 h 9224165"/>
                    <a:gd name="connsiteX6" fmla="*/ 718011 w 8389877"/>
                    <a:gd name="connsiteY6" fmla="*/ 1191041 h 9224165"/>
                    <a:gd name="connsiteX7" fmla="*/ 1719497 w 8389877"/>
                    <a:gd name="connsiteY7" fmla="*/ 494356 h 9224165"/>
                    <a:gd name="connsiteX8" fmla="*/ 4085326 w 8389877"/>
                    <a:gd name="connsiteY8" fmla="*/ 2976299 h 9224165"/>
                    <a:gd name="connsiteX9" fmla="*/ 2133444 w 8389877"/>
                    <a:gd name="connsiteY9" fmla="*/ 867083 h 9224165"/>
                    <a:gd name="connsiteX10" fmla="*/ 3170925 w 8389877"/>
                    <a:gd name="connsiteY10" fmla="*/ 276642 h 9224165"/>
                    <a:gd name="connsiteX11" fmla="*/ 6538239 w 8389877"/>
                    <a:gd name="connsiteY11" fmla="*/ 3731040 h 9224165"/>
                    <a:gd name="connsiteX12" fmla="*/ 6090619 w 8389877"/>
                    <a:gd name="connsiteY12" fmla="*/ 2238393 h 9224165"/>
                    <a:gd name="connsiteX13" fmla="*/ 6639839 w 8389877"/>
                    <a:gd name="connsiteY13" fmla="*/ 1031385 h 9224165"/>
                    <a:gd name="connsiteX14" fmla="*/ 7757440 w 8389877"/>
                    <a:gd name="connsiteY14" fmla="*/ 2976297 h 9224165"/>
                    <a:gd name="connsiteX15" fmla="*/ 7989669 w 8389877"/>
                    <a:gd name="connsiteY15" fmla="*/ 4340640 h 9224165"/>
                    <a:gd name="connsiteX16" fmla="*/ 8389877 w 8389877"/>
                    <a:gd name="connsiteY16" fmla="*/ 5777404 h 9224165"/>
                    <a:gd name="connsiteX17" fmla="*/ 6266896 w 8389877"/>
                    <a:gd name="connsiteY17" fmla="*/ 9224162 h 9224165"/>
                    <a:gd name="connsiteX18" fmla="*/ 5057784 w 8389877"/>
                    <a:gd name="connsiteY18" fmla="*/ 8462696 h 9224165"/>
                    <a:gd name="connsiteX19" fmla="*/ 541518 w 8389877"/>
                    <a:gd name="connsiteY19" fmla="*/ 4050353 h 9224165"/>
                    <a:gd name="connsiteX0" fmla="*/ 541518 w 8389877"/>
                    <a:gd name="connsiteY0" fmla="*/ 4050353 h 9224165"/>
                    <a:gd name="connsiteX1" fmla="*/ 1163309 w 8389877"/>
                    <a:gd name="connsiteY1" fmla="*/ 3368184 h 9224165"/>
                    <a:gd name="connsiteX2" fmla="*/ 2967723 w 8389877"/>
                    <a:gd name="connsiteY2" fmla="*/ 5196984 h 9224165"/>
                    <a:gd name="connsiteX3" fmla="*/ 108411 w 8389877"/>
                    <a:gd name="connsiteY3" fmla="*/ 2221554 h 9224165"/>
                    <a:gd name="connsiteX4" fmla="*/ 1008296 w 8389877"/>
                    <a:gd name="connsiteY4" fmla="*/ 1510355 h 9224165"/>
                    <a:gd name="connsiteX5" fmla="*/ 3432182 w 8389877"/>
                    <a:gd name="connsiteY5" fmla="*/ 3948755 h 9224165"/>
                    <a:gd name="connsiteX6" fmla="*/ 718011 w 8389877"/>
                    <a:gd name="connsiteY6" fmla="*/ 1191041 h 9224165"/>
                    <a:gd name="connsiteX7" fmla="*/ 1719497 w 8389877"/>
                    <a:gd name="connsiteY7" fmla="*/ 494356 h 9224165"/>
                    <a:gd name="connsiteX8" fmla="*/ 4085326 w 8389877"/>
                    <a:gd name="connsiteY8" fmla="*/ 2976299 h 9224165"/>
                    <a:gd name="connsiteX9" fmla="*/ 2133444 w 8389877"/>
                    <a:gd name="connsiteY9" fmla="*/ 867083 h 9224165"/>
                    <a:gd name="connsiteX10" fmla="*/ 3170925 w 8389877"/>
                    <a:gd name="connsiteY10" fmla="*/ 276642 h 9224165"/>
                    <a:gd name="connsiteX11" fmla="*/ 6538239 w 8389877"/>
                    <a:gd name="connsiteY11" fmla="*/ 3731040 h 9224165"/>
                    <a:gd name="connsiteX12" fmla="*/ 6090619 w 8389877"/>
                    <a:gd name="connsiteY12" fmla="*/ 2238393 h 9224165"/>
                    <a:gd name="connsiteX13" fmla="*/ 6639839 w 8389877"/>
                    <a:gd name="connsiteY13" fmla="*/ 1031385 h 9224165"/>
                    <a:gd name="connsiteX14" fmla="*/ 7757440 w 8389877"/>
                    <a:gd name="connsiteY14" fmla="*/ 2976297 h 9224165"/>
                    <a:gd name="connsiteX15" fmla="*/ 7989669 w 8389877"/>
                    <a:gd name="connsiteY15" fmla="*/ 4340640 h 9224165"/>
                    <a:gd name="connsiteX16" fmla="*/ 8389877 w 8389877"/>
                    <a:gd name="connsiteY16" fmla="*/ 5777404 h 9224165"/>
                    <a:gd name="connsiteX17" fmla="*/ 6266896 w 8389877"/>
                    <a:gd name="connsiteY17" fmla="*/ 9224162 h 9224165"/>
                    <a:gd name="connsiteX18" fmla="*/ 5057784 w 8389877"/>
                    <a:gd name="connsiteY18" fmla="*/ 8462696 h 9224165"/>
                    <a:gd name="connsiteX19" fmla="*/ 541518 w 8389877"/>
                    <a:gd name="connsiteY19" fmla="*/ 4050353 h 9224165"/>
                    <a:gd name="connsiteX0" fmla="*/ 541518 w 8359910"/>
                    <a:gd name="connsiteY0" fmla="*/ 4050353 h 9224165"/>
                    <a:gd name="connsiteX1" fmla="*/ 1163309 w 8359910"/>
                    <a:gd name="connsiteY1" fmla="*/ 3368184 h 9224165"/>
                    <a:gd name="connsiteX2" fmla="*/ 2967723 w 8359910"/>
                    <a:gd name="connsiteY2" fmla="*/ 5196984 h 9224165"/>
                    <a:gd name="connsiteX3" fmla="*/ 108411 w 8359910"/>
                    <a:gd name="connsiteY3" fmla="*/ 2221554 h 9224165"/>
                    <a:gd name="connsiteX4" fmla="*/ 1008296 w 8359910"/>
                    <a:gd name="connsiteY4" fmla="*/ 1510355 h 9224165"/>
                    <a:gd name="connsiteX5" fmla="*/ 3432182 w 8359910"/>
                    <a:gd name="connsiteY5" fmla="*/ 3948755 h 9224165"/>
                    <a:gd name="connsiteX6" fmla="*/ 718011 w 8359910"/>
                    <a:gd name="connsiteY6" fmla="*/ 1191041 h 9224165"/>
                    <a:gd name="connsiteX7" fmla="*/ 1719497 w 8359910"/>
                    <a:gd name="connsiteY7" fmla="*/ 494356 h 9224165"/>
                    <a:gd name="connsiteX8" fmla="*/ 4085326 w 8359910"/>
                    <a:gd name="connsiteY8" fmla="*/ 2976299 h 9224165"/>
                    <a:gd name="connsiteX9" fmla="*/ 2133444 w 8359910"/>
                    <a:gd name="connsiteY9" fmla="*/ 867083 h 9224165"/>
                    <a:gd name="connsiteX10" fmla="*/ 3170925 w 8359910"/>
                    <a:gd name="connsiteY10" fmla="*/ 276642 h 9224165"/>
                    <a:gd name="connsiteX11" fmla="*/ 6538239 w 8359910"/>
                    <a:gd name="connsiteY11" fmla="*/ 3731040 h 9224165"/>
                    <a:gd name="connsiteX12" fmla="*/ 6090619 w 8359910"/>
                    <a:gd name="connsiteY12" fmla="*/ 2238393 h 9224165"/>
                    <a:gd name="connsiteX13" fmla="*/ 6639839 w 8359910"/>
                    <a:gd name="connsiteY13" fmla="*/ 1031385 h 9224165"/>
                    <a:gd name="connsiteX14" fmla="*/ 7757440 w 8359910"/>
                    <a:gd name="connsiteY14" fmla="*/ 2976297 h 9224165"/>
                    <a:gd name="connsiteX15" fmla="*/ 7989669 w 8359910"/>
                    <a:gd name="connsiteY15" fmla="*/ 4340640 h 9224165"/>
                    <a:gd name="connsiteX16" fmla="*/ 8359907 w 8359910"/>
                    <a:gd name="connsiteY16" fmla="*/ 5645609 h 9224165"/>
                    <a:gd name="connsiteX17" fmla="*/ 6266896 w 8359910"/>
                    <a:gd name="connsiteY17" fmla="*/ 9224162 h 9224165"/>
                    <a:gd name="connsiteX18" fmla="*/ 5057784 w 8359910"/>
                    <a:gd name="connsiteY18" fmla="*/ 8462696 h 9224165"/>
                    <a:gd name="connsiteX19" fmla="*/ 541518 w 8359910"/>
                    <a:gd name="connsiteY19" fmla="*/ 4050353 h 9224165"/>
                    <a:gd name="connsiteX0" fmla="*/ 541518 w 8636226"/>
                    <a:gd name="connsiteY0" fmla="*/ 4050353 h 9224165"/>
                    <a:gd name="connsiteX1" fmla="*/ 1163309 w 8636226"/>
                    <a:gd name="connsiteY1" fmla="*/ 3368184 h 9224165"/>
                    <a:gd name="connsiteX2" fmla="*/ 2967723 w 8636226"/>
                    <a:gd name="connsiteY2" fmla="*/ 5196984 h 9224165"/>
                    <a:gd name="connsiteX3" fmla="*/ 108411 w 8636226"/>
                    <a:gd name="connsiteY3" fmla="*/ 2221554 h 9224165"/>
                    <a:gd name="connsiteX4" fmla="*/ 1008296 w 8636226"/>
                    <a:gd name="connsiteY4" fmla="*/ 1510355 h 9224165"/>
                    <a:gd name="connsiteX5" fmla="*/ 3432182 w 8636226"/>
                    <a:gd name="connsiteY5" fmla="*/ 3948755 h 9224165"/>
                    <a:gd name="connsiteX6" fmla="*/ 718011 w 8636226"/>
                    <a:gd name="connsiteY6" fmla="*/ 1191041 h 9224165"/>
                    <a:gd name="connsiteX7" fmla="*/ 1719497 w 8636226"/>
                    <a:gd name="connsiteY7" fmla="*/ 494356 h 9224165"/>
                    <a:gd name="connsiteX8" fmla="*/ 4085326 w 8636226"/>
                    <a:gd name="connsiteY8" fmla="*/ 2976299 h 9224165"/>
                    <a:gd name="connsiteX9" fmla="*/ 2133444 w 8636226"/>
                    <a:gd name="connsiteY9" fmla="*/ 867083 h 9224165"/>
                    <a:gd name="connsiteX10" fmla="*/ 3170925 w 8636226"/>
                    <a:gd name="connsiteY10" fmla="*/ 276642 h 9224165"/>
                    <a:gd name="connsiteX11" fmla="*/ 6538239 w 8636226"/>
                    <a:gd name="connsiteY11" fmla="*/ 3731040 h 9224165"/>
                    <a:gd name="connsiteX12" fmla="*/ 6090619 w 8636226"/>
                    <a:gd name="connsiteY12" fmla="*/ 2238393 h 9224165"/>
                    <a:gd name="connsiteX13" fmla="*/ 6639839 w 8636226"/>
                    <a:gd name="connsiteY13" fmla="*/ 1031385 h 9224165"/>
                    <a:gd name="connsiteX14" fmla="*/ 7757440 w 8636226"/>
                    <a:gd name="connsiteY14" fmla="*/ 2976297 h 9224165"/>
                    <a:gd name="connsiteX15" fmla="*/ 7989669 w 8636226"/>
                    <a:gd name="connsiteY15" fmla="*/ 4340640 h 9224165"/>
                    <a:gd name="connsiteX16" fmla="*/ 8636220 w 8636226"/>
                    <a:gd name="connsiteY16" fmla="*/ 6034120 h 9224165"/>
                    <a:gd name="connsiteX17" fmla="*/ 6266896 w 8636226"/>
                    <a:gd name="connsiteY17" fmla="*/ 9224162 h 9224165"/>
                    <a:gd name="connsiteX18" fmla="*/ 5057784 w 8636226"/>
                    <a:gd name="connsiteY18" fmla="*/ 8462696 h 9224165"/>
                    <a:gd name="connsiteX19" fmla="*/ 541518 w 8636226"/>
                    <a:gd name="connsiteY19" fmla="*/ 4050353 h 9224165"/>
                    <a:gd name="connsiteX0" fmla="*/ 541518 w 8752649"/>
                    <a:gd name="connsiteY0" fmla="*/ 4050353 h 9224165"/>
                    <a:gd name="connsiteX1" fmla="*/ 1163309 w 8752649"/>
                    <a:gd name="connsiteY1" fmla="*/ 3368184 h 9224165"/>
                    <a:gd name="connsiteX2" fmla="*/ 2967723 w 8752649"/>
                    <a:gd name="connsiteY2" fmla="*/ 5196984 h 9224165"/>
                    <a:gd name="connsiteX3" fmla="*/ 108411 w 8752649"/>
                    <a:gd name="connsiteY3" fmla="*/ 2221554 h 9224165"/>
                    <a:gd name="connsiteX4" fmla="*/ 1008296 w 8752649"/>
                    <a:gd name="connsiteY4" fmla="*/ 1510355 h 9224165"/>
                    <a:gd name="connsiteX5" fmla="*/ 3432182 w 8752649"/>
                    <a:gd name="connsiteY5" fmla="*/ 3948755 h 9224165"/>
                    <a:gd name="connsiteX6" fmla="*/ 718011 w 8752649"/>
                    <a:gd name="connsiteY6" fmla="*/ 1191041 h 9224165"/>
                    <a:gd name="connsiteX7" fmla="*/ 1719497 w 8752649"/>
                    <a:gd name="connsiteY7" fmla="*/ 494356 h 9224165"/>
                    <a:gd name="connsiteX8" fmla="*/ 4085326 w 8752649"/>
                    <a:gd name="connsiteY8" fmla="*/ 2976299 h 9224165"/>
                    <a:gd name="connsiteX9" fmla="*/ 2133444 w 8752649"/>
                    <a:gd name="connsiteY9" fmla="*/ 867083 h 9224165"/>
                    <a:gd name="connsiteX10" fmla="*/ 3170925 w 8752649"/>
                    <a:gd name="connsiteY10" fmla="*/ 276642 h 9224165"/>
                    <a:gd name="connsiteX11" fmla="*/ 6538239 w 8752649"/>
                    <a:gd name="connsiteY11" fmla="*/ 3731040 h 9224165"/>
                    <a:gd name="connsiteX12" fmla="*/ 6090619 w 8752649"/>
                    <a:gd name="connsiteY12" fmla="*/ 2238393 h 9224165"/>
                    <a:gd name="connsiteX13" fmla="*/ 6639839 w 8752649"/>
                    <a:gd name="connsiteY13" fmla="*/ 1031385 h 9224165"/>
                    <a:gd name="connsiteX14" fmla="*/ 7757440 w 8752649"/>
                    <a:gd name="connsiteY14" fmla="*/ 2976297 h 9224165"/>
                    <a:gd name="connsiteX15" fmla="*/ 7989669 w 8752649"/>
                    <a:gd name="connsiteY15" fmla="*/ 4340640 h 9224165"/>
                    <a:gd name="connsiteX16" fmla="*/ 8752654 w 8752649"/>
                    <a:gd name="connsiteY16" fmla="*/ 6193162 h 9224165"/>
                    <a:gd name="connsiteX17" fmla="*/ 6266896 w 8752649"/>
                    <a:gd name="connsiteY17" fmla="*/ 9224162 h 9224165"/>
                    <a:gd name="connsiteX18" fmla="*/ 5057784 w 8752649"/>
                    <a:gd name="connsiteY18" fmla="*/ 8462696 h 9224165"/>
                    <a:gd name="connsiteX19" fmla="*/ 541518 w 8752649"/>
                    <a:gd name="connsiteY19" fmla="*/ 4050353 h 9224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752649" h="9224165">
                      <a:moveTo>
                        <a:pt x="541518" y="4050353"/>
                      </a:moveTo>
                      <a:cubicBezTo>
                        <a:pt x="125441" y="3629439"/>
                        <a:pt x="694015" y="2947268"/>
                        <a:pt x="1163309" y="3368184"/>
                      </a:cubicBezTo>
                      <a:lnTo>
                        <a:pt x="2967723" y="5196984"/>
                      </a:lnTo>
                      <a:lnTo>
                        <a:pt x="108411" y="2221554"/>
                      </a:lnTo>
                      <a:cubicBezTo>
                        <a:pt x="-288312" y="1549060"/>
                        <a:pt x="493523" y="1038543"/>
                        <a:pt x="1008296" y="1510355"/>
                      </a:cubicBezTo>
                      <a:lnTo>
                        <a:pt x="3432182" y="3948755"/>
                      </a:lnTo>
                      <a:lnTo>
                        <a:pt x="718011" y="1191041"/>
                      </a:lnTo>
                      <a:cubicBezTo>
                        <a:pt x="330963" y="465328"/>
                        <a:pt x="1235688" y="29898"/>
                        <a:pt x="1719497" y="494356"/>
                      </a:cubicBezTo>
                      <a:lnTo>
                        <a:pt x="4085326" y="2976299"/>
                      </a:lnTo>
                      <a:lnTo>
                        <a:pt x="2133444" y="867083"/>
                      </a:lnTo>
                      <a:cubicBezTo>
                        <a:pt x="1689694" y="110019"/>
                        <a:pt x="2618995" y="-311477"/>
                        <a:pt x="3170925" y="276642"/>
                      </a:cubicBezTo>
                      <a:lnTo>
                        <a:pt x="6538239" y="3731040"/>
                      </a:lnTo>
                      <a:cubicBezTo>
                        <a:pt x="6567268" y="3498812"/>
                        <a:pt x="6433736" y="2847992"/>
                        <a:pt x="6090619" y="2238393"/>
                      </a:cubicBezTo>
                      <a:cubicBezTo>
                        <a:pt x="5902707" y="1832574"/>
                        <a:pt x="6141515" y="1249099"/>
                        <a:pt x="6639839" y="1031385"/>
                      </a:cubicBezTo>
                      <a:cubicBezTo>
                        <a:pt x="7026887" y="1679688"/>
                        <a:pt x="7384906" y="2327993"/>
                        <a:pt x="7757440" y="2976297"/>
                      </a:cubicBezTo>
                      <a:lnTo>
                        <a:pt x="7989669" y="4340640"/>
                      </a:lnTo>
                      <a:cubicBezTo>
                        <a:pt x="8085131" y="4794167"/>
                        <a:pt x="8594837" y="6050116"/>
                        <a:pt x="8752654" y="6193162"/>
                      </a:cubicBezTo>
                      <a:cubicBezTo>
                        <a:pt x="7977375" y="7437758"/>
                        <a:pt x="7007393" y="7933774"/>
                        <a:pt x="6266896" y="9224162"/>
                      </a:cubicBezTo>
                      <a:cubicBezTo>
                        <a:pt x="6129010" y="9197551"/>
                        <a:pt x="5181156" y="8530430"/>
                        <a:pt x="5057784" y="8462696"/>
                      </a:cubicBezTo>
                      <a:cubicBezTo>
                        <a:pt x="4397384" y="8046620"/>
                        <a:pt x="768618" y="4236716"/>
                        <a:pt x="541518" y="4050353"/>
                      </a:cubicBezTo>
                      <a:close/>
                    </a:path>
                  </a:pathLst>
                </a:custGeom>
                <a:solidFill>
                  <a:srgbClr val="F4B18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sp>
              <p:nvSpPr>
                <p:cNvPr id="159" name="Rectangle 2"/>
                <p:cNvSpPr/>
                <p:nvPr/>
              </p:nvSpPr>
              <p:spPr>
                <a:xfrm rot="9189635" flipH="1" flipV="1">
                  <a:off x="2379893" y="2659937"/>
                  <a:ext cx="255314" cy="232762"/>
                </a:xfrm>
                <a:custGeom>
                  <a:avLst/>
                  <a:gdLst>
                    <a:gd name="connsiteX0" fmla="*/ 0 w 4659086"/>
                    <a:gd name="connsiteY0" fmla="*/ 0 h 2017485"/>
                    <a:gd name="connsiteX1" fmla="*/ 4659086 w 4659086"/>
                    <a:gd name="connsiteY1" fmla="*/ 0 h 2017485"/>
                    <a:gd name="connsiteX2" fmla="*/ 4659086 w 4659086"/>
                    <a:gd name="connsiteY2" fmla="*/ 2017485 h 2017485"/>
                    <a:gd name="connsiteX3" fmla="*/ 0 w 4659086"/>
                    <a:gd name="connsiteY3" fmla="*/ 2017485 h 2017485"/>
                    <a:gd name="connsiteX4" fmla="*/ 0 w 4659086"/>
                    <a:gd name="connsiteY4" fmla="*/ 0 h 2017485"/>
                    <a:gd name="connsiteX0" fmla="*/ 0 w 4804229"/>
                    <a:gd name="connsiteY0" fmla="*/ 0 h 2017485"/>
                    <a:gd name="connsiteX1" fmla="*/ 4659086 w 4804229"/>
                    <a:gd name="connsiteY1" fmla="*/ 0 h 2017485"/>
                    <a:gd name="connsiteX2" fmla="*/ 4804229 w 4804229"/>
                    <a:gd name="connsiteY2" fmla="*/ 1204685 h 2017485"/>
                    <a:gd name="connsiteX3" fmla="*/ 0 w 4804229"/>
                    <a:gd name="connsiteY3" fmla="*/ 2017485 h 2017485"/>
                    <a:gd name="connsiteX4" fmla="*/ 0 w 4804229"/>
                    <a:gd name="connsiteY4" fmla="*/ 0 h 2017485"/>
                    <a:gd name="connsiteX0" fmla="*/ 0 w 4804229"/>
                    <a:gd name="connsiteY0" fmla="*/ 0 h 4223656"/>
                    <a:gd name="connsiteX1" fmla="*/ 4659086 w 4804229"/>
                    <a:gd name="connsiteY1" fmla="*/ 0 h 4223656"/>
                    <a:gd name="connsiteX2" fmla="*/ 4804229 w 4804229"/>
                    <a:gd name="connsiteY2" fmla="*/ 1204685 h 4223656"/>
                    <a:gd name="connsiteX3" fmla="*/ 2002971 w 4804229"/>
                    <a:gd name="connsiteY3" fmla="*/ 4223656 h 4223656"/>
                    <a:gd name="connsiteX4" fmla="*/ 0 w 4804229"/>
                    <a:gd name="connsiteY4" fmla="*/ 0 h 4223656"/>
                    <a:gd name="connsiteX0" fmla="*/ 0 w 7634515"/>
                    <a:gd name="connsiteY0" fmla="*/ 0 h 4499428"/>
                    <a:gd name="connsiteX1" fmla="*/ 7489372 w 7634515"/>
                    <a:gd name="connsiteY1" fmla="*/ 275772 h 4499428"/>
                    <a:gd name="connsiteX2" fmla="*/ 7634515 w 7634515"/>
                    <a:gd name="connsiteY2" fmla="*/ 1480457 h 4499428"/>
                    <a:gd name="connsiteX3" fmla="*/ 4833257 w 7634515"/>
                    <a:gd name="connsiteY3" fmla="*/ 4499428 h 4499428"/>
                    <a:gd name="connsiteX4" fmla="*/ 0 w 7634515"/>
                    <a:gd name="connsiteY4" fmla="*/ 0 h 4499428"/>
                    <a:gd name="connsiteX0" fmla="*/ 0 w 7634515"/>
                    <a:gd name="connsiteY0" fmla="*/ 0 h 4499428"/>
                    <a:gd name="connsiteX1" fmla="*/ 7489372 w 7634515"/>
                    <a:gd name="connsiteY1" fmla="*/ 275772 h 4499428"/>
                    <a:gd name="connsiteX2" fmla="*/ 7634515 w 7634515"/>
                    <a:gd name="connsiteY2" fmla="*/ 1480457 h 4499428"/>
                    <a:gd name="connsiteX3" fmla="*/ 4833257 w 7634515"/>
                    <a:gd name="connsiteY3" fmla="*/ 4499428 h 4499428"/>
                    <a:gd name="connsiteX4" fmla="*/ 0 w 7634515"/>
                    <a:gd name="connsiteY4" fmla="*/ 0 h 4499428"/>
                    <a:gd name="connsiteX0" fmla="*/ 39552 w 7674067"/>
                    <a:gd name="connsiteY0" fmla="*/ 0 h 4895853"/>
                    <a:gd name="connsiteX1" fmla="*/ 7528924 w 7674067"/>
                    <a:gd name="connsiteY1" fmla="*/ 275772 h 4895853"/>
                    <a:gd name="connsiteX2" fmla="*/ 7674067 w 7674067"/>
                    <a:gd name="connsiteY2" fmla="*/ 1480457 h 4895853"/>
                    <a:gd name="connsiteX3" fmla="*/ 4872809 w 7674067"/>
                    <a:gd name="connsiteY3" fmla="*/ 4499428 h 4895853"/>
                    <a:gd name="connsiteX4" fmla="*/ 4582524 w 7674067"/>
                    <a:gd name="connsiteY4" fmla="*/ 4368799 h 4895853"/>
                    <a:gd name="connsiteX5" fmla="*/ 39552 w 7674067"/>
                    <a:gd name="connsiteY5" fmla="*/ 0 h 4895853"/>
                    <a:gd name="connsiteX0" fmla="*/ 38817 w 7673332"/>
                    <a:gd name="connsiteY0" fmla="*/ 0 h 4715686"/>
                    <a:gd name="connsiteX1" fmla="*/ 7528189 w 7673332"/>
                    <a:gd name="connsiteY1" fmla="*/ 275772 h 4715686"/>
                    <a:gd name="connsiteX2" fmla="*/ 7673332 w 7673332"/>
                    <a:gd name="connsiteY2" fmla="*/ 1480457 h 4715686"/>
                    <a:gd name="connsiteX3" fmla="*/ 4872074 w 7673332"/>
                    <a:gd name="connsiteY3" fmla="*/ 4499428 h 4715686"/>
                    <a:gd name="connsiteX4" fmla="*/ 4668875 w 7673332"/>
                    <a:gd name="connsiteY4" fmla="*/ 3860799 h 4715686"/>
                    <a:gd name="connsiteX5" fmla="*/ 38817 w 7673332"/>
                    <a:gd name="connsiteY5" fmla="*/ 0 h 4715686"/>
                    <a:gd name="connsiteX0" fmla="*/ 38817 w 7673332"/>
                    <a:gd name="connsiteY0" fmla="*/ 0 h 4614939"/>
                    <a:gd name="connsiteX1" fmla="*/ 7528189 w 7673332"/>
                    <a:gd name="connsiteY1" fmla="*/ 275772 h 4614939"/>
                    <a:gd name="connsiteX2" fmla="*/ 7673332 w 7673332"/>
                    <a:gd name="connsiteY2" fmla="*/ 1480457 h 4614939"/>
                    <a:gd name="connsiteX3" fmla="*/ 4872074 w 7673332"/>
                    <a:gd name="connsiteY3" fmla="*/ 4499428 h 4614939"/>
                    <a:gd name="connsiteX4" fmla="*/ 4668875 w 7673332"/>
                    <a:gd name="connsiteY4" fmla="*/ 3860799 h 4614939"/>
                    <a:gd name="connsiteX5" fmla="*/ 38817 w 7673332"/>
                    <a:gd name="connsiteY5" fmla="*/ 0 h 4614939"/>
                    <a:gd name="connsiteX0" fmla="*/ 38817 w 7673332"/>
                    <a:gd name="connsiteY0" fmla="*/ 0 h 4499428"/>
                    <a:gd name="connsiteX1" fmla="*/ 7528189 w 7673332"/>
                    <a:gd name="connsiteY1" fmla="*/ 275772 h 4499428"/>
                    <a:gd name="connsiteX2" fmla="*/ 7673332 w 7673332"/>
                    <a:gd name="connsiteY2" fmla="*/ 1480457 h 4499428"/>
                    <a:gd name="connsiteX3" fmla="*/ 4872074 w 7673332"/>
                    <a:gd name="connsiteY3" fmla="*/ 4499428 h 4499428"/>
                    <a:gd name="connsiteX4" fmla="*/ 4668875 w 7673332"/>
                    <a:gd name="connsiteY4" fmla="*/ 3860799 h 4499428"/>
                    <a:gd name="connsiteX5" fmla="*/ 38817 w 7673332"/>
                    <a:gd name="connsiteY5" fmla="*/ 0 h 4499428"/>
                    <a:gd name="connsiteX0" fmla="*/ 39428 w 7673943"/>
                    <a:gd name="connsiteY0" fmla="*/ 0 h 4499428"/>
                    <a:gd name="connsiteX1" fmla="*/ 7528800 w 7673943"/>
                    <a:gd name="connsiteY1" fmla="*/ 275772 h 4499428"/>
                    <a:gd name="connsiteX2" fmla="*/ 7673943 w 7673943"/>
                    <a:gd name="connsiteY2" fmla="*/ 1480457 h 4499428"/>
                    <a:gd name="connsiteX3" fmla="*/ 4872685 w 7673943"/>
                    <a:gd name="connsiteY3" fmla="*/ 4499428 h 4499428"/>
                    <a:gd name="connsiteX4" fmla="*/ 4596915 w 7673943"/>
                    <a:gd name="connsiteY4" fmla="*/ 4397828 h 4499428"/>
                    <a:gd name="connsiteX5" fmla="*/ 39428 w 7673943"/>
                    <a:gd name="connsiteY5" fmla="*/ 0 h 4499428"/>
                    <a:gd name="connsiteX0" fmla="*/ 39428 w 7673943"/>
                    <a:gd name="connsiteY0" fmla="*/ 0 h 4499428"/>
                    <a:gd name="connsiteX1" fmla="*/ 7528800 w 7673943"/>
                    <a:gd name="connsiteY1" fmla="*/ 275772 h 4499428"/>
                    <a:gd name="connsiteX2" fmla="*/ 7673943 w 7673943"/>
                    <a:gd name="connsiteY2" fmla="*/ 1480457 h 4499428"/>
                    <a:gd name="connsiteX3" fmla="*/ 4872685 w 7673943"/>
                    <a:gd name="connsiteY3" fmla="*/ 4499428 h 4499428"/>
                    <a:gd name="connsiteX4" fmla="*/ 4596915 w 7673943"/>
                    <a:gd name="connsiteY4" fmla="*/ 4397828 h 4499428"/>
                    <a:gd name="connsiteX5" fmla="*/ 39428 w 7673943"/>
                    <a:gd name="connsiteY5" fmla="*/ 0 h 4499428"/>
                    <a:gd name="connsiteX0" fmla="*/ 39428 w 7673943"/>
                    <a:gd name="connsiteY0" fmla="*/ 0 h 4499428"/>
                    <a:gd name="connsiteX1" fmla="*/ 7528800 w 7673943"/>
                    <a:gd name="connsiteY1" fmla="*/ 275772 h 4499428"/>
                    <a:gd name="connsiteX2" fmla="*/ 7673943 w 7673943"/>
                    <a:gd name="connsiteY2" fmla="*/ 1480457 h 4499428"/>
                    <a:gd name="connsiteX3" fmla="*/ 4872685 w 7673943"/>
                    <a:gd name="connsiteY3" fmla="*/ 4499428 h 4499428"/>
                    <a:gd name="connsiteX4" fmla="*/ 4596915 w 7673943"/>
                    <a:gd name="connsiteY4" fmla="*/ 4397828 h 4499428"/>
                    <a:gd name="connsiteX5" fmla="*/ 39428 w 7673943"/>
                    <a:gd name="connsiteY5" fmla="*/ 0 h 4499428"/>
                    <a:gd name="connsiteX0" fmla="*/ 39428 w 7673943"/>
                    <a:gd name="connsiteY0" fmla="*/ 0 h 4499428"/>
                    <a:gd name="connsiteX1" fmla="*/ 7528800 w 7673943"/>
                    <a:gd name="connsiteY1" fmla="*/ 275772 h 4499428"/>
                    <a:gd name="connsiteX2" fmla="*/ 7673943 w 7673943"/>
                    <a:gd name="connsiteY2" fmla="*/ 1480457 h 4499428"/>
                    <a:gd name="connsiteX3" fmla="*/ 4872685 w 7673943"/>
                    <a:gd name="connsiteY3" fmla="*/ 4499428 h 4499428"/>
                    <a:gd name="connsiteX4" fmla="*/ 4596915 w 7673943"/>
                    <a:gd name="connsiteY4" fmla="*/ 4397828 h 4499428"/>
                    <a:gd name="connsiteX5" fmla="*/ 39428 w 7673943"/>
                    <a:gd name="connsiteY5" fmla="*/ 0 h 4499428"/>
                    <a:gd name="connsiteX0" fmla="*/ 38245 w 7672760"/>
                    <a:gd name="connsiteY0" fmla="*/ 0 h 4499428"/>
                    <a:gd name="connsiteX1" fmla="*/ 7527617 w 7672760"/>
                    <a:gd name="connsiteY1" fmla="*/ 275772 h 4499428"/>
                    <a:gd name="connsiteX2" fmla="*/ 7672760 w 7672760"/>
                    <a:gd name="connsiteY2" fmla="*/ 1480457 h 4499428"/>
                    <a:gd name="connsiteX3" fmla="*/ 4871502 w 7672760"/>
                    <a:gd name="connsiteY3" fmla="*/ 4499428 h 4499428"/>
                    <a:gd name="connsiteX4" fmla="*/ 4595732 w 7672760"/>
                    <a:gd name="connsiteY4" fmla="*/ 4397828 h 4499428"/>
                    <a:gd name="connsiteX5" fmla="*/ 38245 w 7672760"/>
                    <a:gd name="connsiteY5" fmla="*/ 0 h 4499428"/>
                    <a:gd name="connsiteX0" fmla="*/ 0 w 7634515"/>
                    <a:gd name="connsiteY0" fmla="*/ 0 h 4499428"/>
                    <a:gd name="connsiteX1" fmla="*/ 7489372 w 7634515"/>
                    <a:gd name="connsiteY1" fmla="*/ 275772 h 4499428"/>
                    <a:gd name="connsiteX2" fmla="*/ 7634515 w 7634515"/>
                    <a:gd name="connsiteY2" fmla="*/ 1480457 h 4499428"/>
                    <a:gd name="connsiteX3" fmla="*/ 4833257 w 7634515"/>
                    <a:gd name="connsiteY3" fmla="*/ 4499428 h 4499428"/>
                    <a:gd name="connsiteX4" fmla="*/ 4557487 w 7634515"/>
                    <a:gd name="connsiteY4" fmla="*/ 4397828 h 4499428"/>
                    <a:gd name="connsiteX5" fmla="*/ 0 w 7634515"/>
                    <a:gd name="connsiteY5" fmla="*/ 0 h 4499428"/>
                    <a:gd name="connsiteX0" fmla="*/ 0 w 7634515"/>
                    <a:gd name="connsiteY0" fmla="*/ 0 h 4455885"/>
                    <a:gd name="connsiteX1" fmla="*/ 7489372 w 7634515"/>
                    <a:gd name="connsiteY1" fmla="*/ 275772 h 4455885"/>
                    <a:gd name="connsiteX2" fmla="*/ 7634515 w 7634515"/>
                    <a:gd name="connsiteY2" fmla="*/ 1480457 h 4455885"/>
                    <a:gd name="connsiteX3" fmla="*/ 4862285 w 7634515"/>
                    <a:gd name="connsiteY3" fmla="*/ 4455885 h 4455885"/>
                    <a:gd name="connsiteX4" fmla="*/ 4557487 w 7634515"/>
                    <a:gd name="connsiteY4" fmla="*/ 4397828 h 4455885"/>
                    <a:gd name="connsiteX5" fmla="*/ 0 w 7634515"/>
                    <a:gd name="connsiteY5" fmla="*/ 0 h 4455885"/>
                    <a:gd name="connsiteX0" fmla="*/ 0 w 7634515"/>
                    <a:gd name="connsiteY0" fmla="*/ 0 h 4484914"/>
                    <a:gd name="connsiteX1" fmla="*/ 7489372 w 7634515"/>
                    <a:gd name="connsiteY1" fmla="*/ 275772 h 4484914"/>
                    <a:gd name="connsiteX2" fmla="*/ 7634515 w 7634515"/>
                    <a:gd name="connsiteY2" fmla="*/ 1480457 h 4484914"/>
                    <a:gd name="connsiteX3" fmla="*/ 4833256 w 7634515"/>
                    <a:gd name="connsiteY3" fmla="*/ 4484914 h 4484914"/>
                    <a:gd name="connsiteX4" fmla="*/ 4557487 w 7634515"/>
                    <a:gd name="connsiteY4" fmla="*/ 4397828 h 4484914"/>
                    <a:gd name="connsiteX5" fmla="*/ 0 w 7634515"/>
                    <a:gd name="connsiteY5" fmla="*/ 0 h 4484914"/>
                    <a:gd name="connsiteX0" fmla="*/ 0 w 7634515"/>
                    <a:gd name="connsiteY0" fmla="*/ 0 h 4484914"/>
                    <a:gd name="connsiteX1" fmla="*/ 7489372 w 7634515"/>
                    <a:gd name="connsiteY1" fmla="*/ 275772 h 4484914"/>
                    <a:gd name="connsiteX2" fmla="*/ 7634515 w 7634515"/>
                    <a:gd name="connsiteY2" fmla="*/ 1480457 h 4484914"/>
                    <a:gd name="connsiteX3" fmla="*/ 4833256 w 7634515"/>
                    <a:gd name="connsiteY3" fmla="*/ 4484914 h 4484914"/>
                    <a:gd name="connsiteX4" fmla="*/ 4557487 w 7634515"/>
                    <a:gd name="connsiteY4" fmla="*/ 4397828 h 4484914"/>
                    <a:gd name="connsiteX5" fmla="*/ 0 w 7634515"/>
                    <a:gd name="connsiteY5" fmla="*/ 0 h 4484914"/>
                    <a:gd name="connsiteX0" fmla="*/ 0 w 7634515"/>
                    <a:gd name="connsiteY0" fmla="*/ 0 h 4484914"/>
                    <a:gd name="connsiteX1" fmla="*/ 5573485 w 7634515"/>
                    <a:gd name="connsiteY1" fmla="*/ 203200 h 4484914"/>
                    <a:gd name="connsiteX2" fmla="*/ 7489372 w 7634515"/>
                    <a:gd name="connsiteY2" fmla="*/ 275772 h 4484914"/>
                    <a:gd name="connsiteX3" fmla="*/ 7634515 w 7634515"/>
                    <a:gd name="connsiteY3" fmla="*/ 1480457 h 4484914"/>
                    <a:gd name="connsiteX4" fmla="*/ 4833256 w 7634515"/>
                    <a:gd name="connsiteY4" fmla="*/ 4484914 h 4484914"/>
                    <a:gd name="connsiteX5" fmla="*/ 4557487 w 7634515"/>
                    <a:gd name="connsiteY5" fmla="*/ 4397828 h 4484914"/>
                    <a:gd name="connsiteX6" fmla="*/ 0 w 7634515"/>
                    <a:gd name="connsiteY6" fmla="*/ 0 h 4484914"/>
                    <a:gd name="connsiteX0" fmla="*/ 0 w 7634515"/>
                    <a:gd name="connsiteY0" fmla="*/ 798285 h 5283199"/>
                    <a:gd name="connsiteX1" fmla="*/ 7082971 w 7634515"/>
                    <a:gd name="connsiteY1" fmla="*/ 0 h 5283199"/>
                    <a:gd name="connsiteX2" fmla="*/ 7489372 w 7634515"/>
                    <a:gd name="connsiteY2" fmla="*/ 1074057 h 5283199"/>
                    <a:gd name="connsiteX3" fmla="*/ 7634515 w 7634515"/>
                    <a:gd name="connsiteY3" fmla="*/ 2278742 h 5283199"/>
                    <a:gd name="connsiteX4" fmla="*/ 4833256 w 7634515"/>
                    <a:gd name="connsiteY4" fmla="*/ 5283199 h 5283199"/>
                    <a:gd name="connsiteX5" fmla="*/ 4557487 w 7634515"/>
                    <a:gd name="connsiteY5" fmla="*/ 5196113 h 5283199"/>
                    <a:gd name="connsiteX6" fmla="*/ 0 w 7634515"/>
                    <a:gd name="connsiteY6" fmla="*/ 798285 h 5283199"/>
                    <a:gd name="connsiteX0" fmla="*/ 0 w 7634515"/>
                    <a:gd name="connsiteY0" fmla="*/ 1088571 h 5573485"/>
                    <a:gd name="connsiteX1" fmla="*/ 7257143 w 7634515"/>
                    <a:gd name="connsiteY1" fmla="*/ 0 h 5573485"/>
                    <a:gd name="connsiteX2" fmla="*/ 7489372 w 7634515"/>
                    <a:gd name="connsiteY2" fmla="*/ 1364343 h 5573485"/>
                    <a:gd name="connsiteX3" fmla="*/ 7634515 w 7634515"/>
                    <a:gd name="connsiteY3" fmla="*/ 2569028 h 5573485"/>
                    <a:gd name="connsiteX4" fmla="*/ 4833256 w 7634515"/>
                    <a:gd name="connsiteY4" fmla="*/ 5573485 h 5573485"/>
                    <a:gd name="connsiteX5" fmla="*/ 4557487 w 7634515"/>
                    <a:gd name="connsiteY5" fmla="*/ 5486399 h 5573485"/>
                    <a:gd name="connsiteX6" fmla="*/ 0 w 7634515"/>
                    <a:gd name="connsiteY6" fmla="*/ 1088571 h 5573485"/>
                    <a:gd name="connsiteX0" fmla="*/ 0 w 7634515"/>
                    <a:gd name="connsiteY0" fmla="*/ 1088571 h 5573485"/>
                    <a:gd name="connsiteX1" fmla="*/ 5660571 w 7634515"/>
                    <a:gd name="connsiteY1" fmla="*/ 217715 h 5573485"/>
                    <a:gd name="connsiteX2" fmla="*/ 7257143 w 7634515"/>
                    <a:gd name="connsiteY2" fmla="*/ 0 h 5573485"/>
                    <a:gd name="connsiteX3" fmla="*/ 7489372 w 7634515"/>
                    <a:gd name="connsiteY3" fmla="*/ 1364343 h 5573485"/>
                    <a:gd name="connsiteX4" fmla="*/ 7634515 w 7634515"/>
                    <a:gd name="connsiteY4" fmla="*/ 2569028 h 5573485"/>
                    <a:gd name="connsiteX5" fmla="*/ 4833256 w 7634515"/>
                    <a:gd name="connsiteY5" fmla="*/ 5573485 h 5573485"/>
                    <a:gd name="connsiteX6" fmla="*/ 4557487 w 7634515"/>
                    <a:gd name="connsiteY6" fmla="*/ 5486399 h 5573485"/>
                    <a:gd name="connsiteX7" fmla="*/ 0 w 7634515"/>
                    <a:gd name="connsiteY7" fmla="*/ 1088571 h 5573485"/>
                    <a:gd name="connsiteX0" fmla="*/ 0 w 7634515"/>
                    <a:gd name="connsiteY0" fmla="*/ 1088571 h 5573485"/>
                    <a:gd name="connsiteX1" fmla="*/ 6110514 w 7634515"/>
                    <a:gd name="connsiteY1" fmla="*/ 740229 h 5573485"/>
                    <a:gd name="connsiteX2" fmla="*/ 7257143 w 7634515"/>
                    <a:gd name="connsiteY2" fmla="*/ 0 h 5573485"/>
                    <a:gd name="connsiteX3" fmla="*/ 7489372 w 7634515"/>
                    <a:gd name="connsiteY3" fmla="*/ 1364343 h 5573485"/>
                    <a:gd name="connsiteX4" fmla="*/ 7634515 w 7634515"/>
                    <a:gd name="connsiteY4" fmla="*/ 2569028 h 5573485"/>
                    <a:gd name="connsiteX5" fmla="*/ 4833256 w 7634515"/>
                    <a:gd name="connsiteY5" fmla="*/ 5573485 h 5573485"/>
                    <a:gd name="connsiteX6" fmla="*/ 4557487 w 7634515"/>
                    <a:gd name="connsiteY6" fmla="*/ 5486399 h 5573485"/>
                    <a:gd name="connsiteX7" fmla="*/ 0 w 7634515"/>
                    <a:gd name="connsiteY7" fmla="*/ 1088571 h 5573485"/>
                    <a:gd name="connsiteX0" fmla="*/ 0 w 7634515"/>
                    <a:gd name="connsiteY0" fmla="*/ 1088571 h 5573485"/>
                    <a:gd name="connsiteX1" fmla="*/ 6037942 w 7634515"/>
                    <a:gd name="connsiteY1" fmla="*/ 754743 h 5573485"/>
                    <a:gd name="connsiteX2" fmla="*/ 7257143 w 7634515"/>
                    <a:gd name="connsiteY2" fmla="*/ 0 h 5573485"/>
                    <a:gd name="connsiteX3" fmla="*/ 7489372 w 7634515"/>
                    <a:gd name="connsiteY3" fmla="*/ 1364343 h 5573485"/>
                    <a:gd name="connsiteX4" fmla="*/ 7634515 w 7634515"/>
                    <a:gd name="connsiteY4" fmla="*/ 2569028 h 5573485"/>
                    <a:gd name="connsiteX5" fmla="*/ 4833256 w 7634515"/>
                    <a:gd name="connsiteY5" fmla="*/ 5573485 h 5573485"/>
                    <a:gd name="connsiteX6" fmla="*/ 4557487 w 7634515"/>
                    <a:gd name="connsiteY6" fmla="*/ 5486399 h 5573485"/>
                    <a:gd name="connsiteX7" fmla="*/ 0 w 7634515"/>
                    <a:gd name="connsiteY7" fmla="*/ 1088571 h 5573485"/>
                    <a:gd name="connsiteX0" fmla="*/ 0 w 7634515"/>
                    <a:gd name="connsiteY0" fmla="*/ 1088571 h 5573485"/>
                    <a:gd name="connsiteX1" fmla="*/ 3164114 w 7634515"/>
                    <a:gd name="connsiteY1" fmla="*/ 914401 h 5573485"/>
                    <a:gd name="connsiteX2" fmla="*/ 6037942 w 7634515"/>
                    <a:gd name="connsiteY2" fmla="*/ 754743 h 5573485"/>
                    <a:gd name="connsiteX3" fmla="*/ 7257143 w 7634515"/>
                    <a:gd name="connsiteY3" fmla="*/ 0 h 5573485"/>
                    <a:gd name="connsiteX4" fmla="*/ 7489372 w 7634515"/>
                    <a:gd name="connsiteY4" fmla="*/ 1364343 h 5573485"/>
                    <a:gd name="connsiteX5" fmla="*/ 7634515 w 7634515"/>
                    <a:gd name="connsiteY5" fmla="*/ 2569028 h 5573485"/>
                    <a:gd name="connsiteX6" fmla="*/ 4833256 w 7634515"/>
                    <a:gd name="connsiteY6" fmla="*/ 5573485 h 5573485"/>
                    <a:gd name="connsiteX7" fmla="*/ 4557487 w 7634515"/>
                    <a:gd name="connsiteY7" fmla="*/ 5486399 h 5573485"/>
                    <a:gd name="connsiteX8" fmla="*/ 0 w 7634515"/>
                    <a:gd name="connsiteY8" fmla="*/ 1088571 h 5573485"/>
                    <a:gd name="connsiteX0" fmla="*/ 0 w 7634515"/>
                    <a:gd name="connsiteY0" fmla="*/ 1088571 h 5573485"/>
                    <a:gd name="connsiteX1" fmla="*/ 711199 w 7634515"/>
                    <a:gd name="connsiteY1" fmla="*/ 435430 h 5573485"/>
                    <a:gd name="connsiteX2" fmla="*/ 6037942 w 7634515"/>
                    <a:gd name="connsiteY2" fmla="*/ 754743 h 5573485"/>
                    <a:gd name="connsiteX3" fmla="*/ 7257143 w 7634515"/>
                    <a:gd name="connsiteY3" fmla="*/ 0 h 5573485"/>
                    <a:gd name="connsiteX4" fmla="*/ 7489372 w 7634515"/>
                    <a:gd name="connsiteY4" fmla="*/ 1364343 h 5573485"/>
                    <a:gd name="connsiteX5" fmla="*/ 7634515 w 7634515"/>
                    <a:gd name="connsiteY5" fmla="*/ 2569028 h 5573485"/>
                    <a:gd name="connsiteX6" fmla="*/ 4833256 w 7634515"/>
                    <a:gd name="connsiteY6" fmla="*/ 5573485 h 5573485"/>
                    <a:gd name="connsiteX7" fmla="*/ 4557487 w 7634515"/>
                    <a:gd name="connsiteY7" fmla="*/ 5486399 h 5573485"/>
                    <a:gd name="connsiteX8" fmla="*/ 0 w 7634515"/>
                    <a:gd name="connsiteY8" fmla="*/ 1088571 h 5573485"/>
                    <a:gd name="connsiteX0" fmla="*/ 0 w 7634515"/>
                    <a:gd name="connsiteY0" fmla="*/ 1088571 h 5573485"/>
                    <a:gd name="connsiteX1" fmla="*/ 711199 w 7634515"/>
                    <a:gd name="connsiteY1" fmla="*/ 435430 h 5573485"/>
                    <a:gd name="connsiteX2" fmla="*/ 6037942 w 7634515"/>
                    <a:gd name="connsiteY2" fmla="*/ 754743 h 5573485"/>
                    <a:gd name="connsiteX3" fmla="*/ 7257143 w 7634515"/>
                    <a:gd name="connsiteY3" fmla="*/ 0 h 5573485"/>
                    <a:gd name="connsiteX4" fmla="*/ 7489372 w 7634515"/>
                    <a:gd name="connsiteY4" fmla="*/ 1364343 h 5573485"/>
                    <a:gd name="connsiteX5" fmla="*/ 7634515 w 7634515"/>
                    <a:gd name="connsiteY5" fmla="*/ 2569028 h 5573485"/>
                    <a:gd name="connsiteX6" fmla="*/ 4833256 w 7634515"/>
                    <a:gd name="connsiteY6" fmla="*/ 5573485 h 5573485"/>
                    <a:gd name="connsiteX7" fmla="*/ 4557487 w 7634515"/>
                    <a:gd name="connsiteY7" fmla="*/ 5486399 h 5573485"/>
                    <a:gd name="connsiteX8" fmla="*/ 0 w 7634515"/>
                    <a:gd name="connsiteY8" fmla="*/ 1088571 h 5573485"/>
                    <a:gd name="connsiteX0" fmla="*/ 0 w 7605486"/>
                    <a:gd name="connsiteY0" fmla="*/ 1074056 h 5573485"/>
                    <a:gd name="connsiteX1" fmla="*/ 682170 w 7605486"/>
                    <a:gd name="connsiteY1" fmla="*/ 435430 h 5573485"/>
                    <a:gd name="connsiteX2" fmla="*/ 6008913 w 7605486"/>
                    <a:gd name="connsiteY2" fmla="*/ 754743 h 5573485"/>
                    <a:gd name="connsiteX3" fmla="*/ 7228114 w 7605486"/>
                    <a:gd name="connsiteY3" fmla="*/ 0 h 5573485"/>
                    <a:gd name="connsiteX4" fmla="*/ 7460343 w 7605486"/>
                    <a:gd name="connsiteY4" fmla="*/ 1364343 h 5573485"/>
                    <a:gd name="connsiteX5" fmla="*/ 7605486 w 7605486"/>
                    <a:gd name="connsiteY5" fmla="*/ 2569028 h 5573485"/>
                    <a:gd name="connsiteX6" fmla="*/ 4804227 w 7605486"/>
                    <a:gd name="connsiteY6" fmla="*/ 5573485 h 5573485"/>
                    <a:gd name="connsiteX7" fmla="*/ 4528458 w 7605486"/>
                    <a:gd name="connsiteY7" fmla="*/ 5486399 h 5573485"/>
                    <a:gd name="connsiteX8" fmla="*/ 0 w 7605486"/>
                    <a:gd name="connsiteY8" fmla="*/ 1074056 h 5573485"/>
                    <a:gd name="connsiteX0" fmla="*/ 145217 w 7750703"/>
                    <a:gd name="connsiteY0" fmla="*/ 1074056 h 5573485"/>
                    <a:gd name="connsiteX1" fmla="*/ 827387 w 7750703"/>
                    <a:gd name="connsiteY1" fmla="*/ 435430 h 5573485"/>
                    <a:gd name="connsiteX2" fmla="*/ 6154130 w 7750703"/>
                    <a:gd name="connsiteY2" fmla="*/ 754743 h 5573485"/>
                    <a:gd name="connsiteX3" fmla="*/ 7373331 w 7750703"/>
                    <a:gd name="connsiteY3" fmla="*/ 0 h 5573485"/>
                    <a:gd name="connsiteX4" fmla="*/ 7605560 w 7750703"/>
                    <a:gd name="connsiteY4" fmla="*/ 1364343 h 5573485"/>
                    <a:gd name="connsiteX5" fmla="*/ 7750703 w 7750703"/>
                    <a:gd name="connsiteY5" fmla="*/ 2569028 h 5573485"/>
                    <a:gd name="connsiteX6" fmla="*/ 4949444 w 7750703"/>
                    <a:gd name="connsiteY6" fmla="*/ 5573485 h 5573485"/>
                    <a:gd name="connsiteX7" fmla="*/ 4673675 w 7750703"/>
                    <a:gd name="connsiteY7" fmla="*/ 5486399 h 5573485"/>
                    <a:gd name="connsiteX8" fmla="*/ 145217 w 7750703"/>
                    <a:gd name="connsiteY8" fmla="*/ 1074056 h 5573485"/>
                    <a:gd name="connsiteX0" fmla="*/ 143276 w 7748762"/>
                    <a:gd name="connsiteY0" fmla="*/ 1074056 h 5573485"/>
                    <a:gd name="connsiteX1" fmla="*/ 825446 w 7748762"/>
                    <a:gd name="connsiteY1" fmla="*/ 435430 h 5573485"/>
                    <a:gd name="connsiteX2" fmla="*/ 6152189 w 7748762"/>
                    <a:gd name="connsiteY2" fmla="*/ 754743 h 5573485"/>
                    <a:gd name="connsiteX3" fmla="*/ 7371390 w 7748762"/>
                    <a:gd name="connsiteY3" fmla="*/ 0 h 5573485"/>
                    <a:gd name="connsiteX4" fmla="*/ 7603619 w 7748762"/>
                    <a:gd name="connsiteY4" fmla="*/ 1364343 h 5573485"/>
                    <a:gd name="connsiteX5" fmla="*/ 7748762 w 7748762"/>
                    <a:gd name="connsiteY5" fmla="*/ 2569028 h 5573485"/>
                    <a:gd name="connsiteX6" fmla="*/ 4947503 w 7748762"/>
                    <a:gd name="connsiteY6" fmla="*/ 5573485 h 5573485"/>
                    <a:gd name="connsiteX7" fmla="*/ 4671734 w 7748762"/>
                    <a:gd name="connsiteY7" fmla="*/ 5486399 h 5573485"/>
                    <a:gd name="connsiteX8" fmla="*/ 143276 w 7748762"/>
                    <a:gd name="connsiteY8" fmla="*/ 1074056 h 5573485"/>
                    <a:gd name="connsiteX0" fmla="*/ 143276 w 7748762"/>
                    <a:gd name="connsiteY0" fmla="*/ 1074056 h 5573485"/>
                    <a:gd name="connsiteX1" fmla="*/ 825446 w 7748762"/>
                    <a:gd name="connsiteY1" fmla="*/ 435430 h 5573485"/>
                    <a:gd name="connsiteX2" fmla="*/ 3365445 w 7748762"/>
                    <a:gd name="connsiteY2" fmla="*/ 566058 h 5573485"/>
                    <a:gd name="connsiteX3" fmla="*/ 6152189 w 7748762"/>
                    <a:gd name="connsiteY3" fmla="*/ 754743 h 5573485"/>
                    <a:gd name="connsiteX4" fmla="*/ 7371390 w 7748762"/>
                    <a:gd name="connsiteY4" fmla="*/ 0 h 5573485"/>
                    <a:gd name="connsiteX5" fmla="*/ 7603619 w 7748762"/>
                    <a:gd name="connsiteY5" fmla="*/ 1364343 h 5573485"/>
                    <a:gd name="connsiteX6" fmla="*/ 7748762 w 7748762"/>
                    <a:gd name="connsiteY6" fmla="*/ 2569028 h 5573485"/>
                    <a:gd name="connsiteX7" fmla="*/ 4947503 w 7748762"/>
                    <a:gd name="connsiteY7" fmla="*/ 5573485 h 5573485"/>
                    <a:gd name="connsiteX8" fmla="*/ 4671734 w 7748762"/>
                    <a:gd name="connsiteY8" fmla="*/ 5486399 h 5573485"/>
                    <a:gd name="connsiteX9" fmla="*/ 143276 w 7748762"/>
                    <a:gd name="connsiteY9" fmla="*/ 1074056 h 5573485"/>
                    <a:gd name="connsiteX0" fmla="*/ 143276 w 7748762"/>
                    <a:gd name="connsiteY0" fmla="*/ 1074056 h 5573485"/>
                    <a:gd name="connsiteX1" fmla="*/ 825446 w 7748762"/>
                    <a:gd name="connsiteY1" fmla="*/ 435430 h 5573485"/>
                    <a:gd name="connsiteX2" fmla="*/ 2494588 w 7748762"/>
                    <a:gd name="connsiteY2" fmla="*/ 2249715 h 5573485"/>
                    <a:gd name="connsiteX3" fmla="*/ 6152189 w 7748762"/>
                    <a:gd name="connsiteY3" fmla="*/ 754743 h 5573485"/>
                    <a:gd name="connsiteX4" fmla="*/ 7371390 w 7748762"/>
                    <a:gd name="connsiteY4" fmla="*/ 0 h 5573485"/>
                    <a:gd name="connsiteX5" fmla="*/ 7603619 w 7748762"/>
                    <a:gd name="connsiteY5" fmla="*/ 1364343 h 5573485"/>
                    <a:gd name="connsiteX6" fmla="*/ 7748762 w 7748762"/>
                    <a:gd name="connsiteY6" fmla="*/ 2569028 h 5573485"/>
                    <a:gd name="connsiteX7" fmla="*/ 4947503 w 7748762"/>
                    <a:gd name="connsiteY7" fmla="*/ 5573485 h 5573485"/>
                    <a:gd name="connsiteX8" fmla="*/ 4671734 w 7748762"/>
                    <a:gd name="connsiteY8" fmla="*/ 5486399 h 5573485"/>
                    <a:gd name="connsiteX9" fmla="*/ 143276 w 7748762"/>
                    <a:gd name="connsiteY9" fmla="*/ 1074056 h 5573485"/>
                    <a:gd name="connsiteX0" fmla="*/ 225462 w 7830948"/>
                    <a:gd name="connsiteY0" fmla="*/ 1074056 h 5573485"/>
                    <a:gd name="connsiteX1" fmla="*/ 530261 w 7830948"/>
                    <a:gd name="connsiteY1" fmla="*/ 595087 h 5573485"/>
                    <a:gd name="connsiteX2" fmla="*/ 2576774 w 7830948"/>
                    <a:gd name="connsiteY2" fmla="*/ 2249715 h 5573485"/>
                    <a:gd name="connsiteX3" fmla="*/ 6234375 w 7830948"/>
                    <a:gd name="connsiteY3" fmla="*/ 754743 h 5573485"/>
                    <a:gd name="connsiteX4" fmla="*/ 7453576 w 7830948"/>
                    <a:gd name="connsiteY4" fmla="*/ 0 h 5573485"/>
                    <a:gd name="connsiteX5" fmla="*/ 7685805 w 7830948"/>
                    <a:gd name="connsiteY5" fmla="*/ 1364343 h 5573485"/>
                    <a:gd name="connsiteX6" fmla="*/ 7830948 w 7830948"/>
                    <a:gd name="connsiteY6" fmla="*/ 2569028 h 5573485"/>
                    <a:gd name="connsiteX7" fmla="*/ 5029689 w 7830948"/>
                    <a:gd name="connsiteY7" fmla="*/ 5573485 h 5573485"/>
                    <a:gd name="connsiteX8" fmla="*/ 4753920 w 7830948"/>
                    <a:gd name="connsiteY8" fmla="*/ 5486399 h 5573485"/>
                    <a:gd name="connsiteX9" fmla="*/ 225462 w 7830948"/>
                    <a:gd name="connsiteY9" fmla="*/ 1074056 h 5573485"/>
                    <a:gd name="connsiteX0" fmla="*/ 154662 w 7760148"/>
                    <a:gd name="connsiteY0" fmla="*/ 1074056 h 5573485"/>
                    <a:gd name="connsiteX1" fmla="*/ 764261 w 7760148"/>
                    <a:gd name="connsiteY1" fmla="*/ 391887 h 5573485"/>
                    <a:gd name="connsiteX2" fmla="*/ 2505974 w 7760148"/>
                    <a:gd name="connsiteY2" fmla="*/ 2249715 h 5573485"/>
                    <a:gd name="connsiteX3" fmla="*/ 6163575 w 7760148"/>
                    <a:gd name="connsiteY3" fmla="*/ 754743 h 5573485"/>
                    <a:gd name="connsiteX4" fmla="*/ 7382776 w 7760148"/>
                    <a:gd name="connsiteY4" fmla="*/ 0 h 5573485"/>
                    <a:gd name="connsiteX5" fmla="*/ 7615005 w 7760148"/>
                    <a:gd name="connsiteY5" fmla="*/ 1364343 h 5573485"/>
                    <a:gd name="connsiteX6" fmla="*/ 7760148 w 7760148"/>
                    <a:gd name="connsiteY6" fmla="*/ 2569028 h 5573485"/>
                    <a:gd name="connsiteX7" fmla="*/ 4958889 w 7760148"/>
                    <a:gd name="connsiteY7" fmla="*/ 5573485 h 5573485"/>
                    <a:gd name="connsiteX8" fmla="*/ 4683120 w 7760148"/>
                    <a:gd name="connsiteY8" fmla="*/ 5486399 h 5573485"/>
                    <a:gd name="connsiteX9" fmla="*/ 154662 w 7760148"/>
                    <a:gd name="connsiteY9" fmla="*/ 1074056 h 5573485"/>
                    <a:gd name="connsiteX0" fmla="*/ 146294 w 7751780"/>
                    <a:gd name="connsiteY0" fmla="*/ 1074056 h 5573485"/>
                    <a:gd name="connsiteX1" fmla="*/ 755893 w 7751780"/>
                    <a:gd name="connsiteY1" fmla="*/ 391887 h 5573485"/>
                    <a:gd name="connsiteX2" fmla="*/ 2497606 w 7751780"/>
                    <a:gd name="connsiteY2" fmla="*/ 2249715 h 5573485"/>
                    <a:gd name="connsiteX3" fmla="*/ 6155207 w 7751780"/>
                    <a:gd name="connsiteY3" fmla="*/ 754743 h 5573485"/>
                    <a:gd name="connsiteX4" fmla="*/ 7374408 w 7751780"/>
                    <a:gd name="connsiteY4" fmla="*/ 0 h 5573485"/>
                    <a:gd name="connsiteX5" fmla="*/ 7606637 w 7751780"/>
                    <a:gd name="connsiteY5" fmla="*/ 1364343 h 5573485"/>
                    <a:gd name="connsiteX6" fmla="*/ 7751780 w 7751780"/>
                    <a:gd name="connsiteY6" fmla="*/ 2569028 h 5573485"/>
                    <a:gd name="connsiteX7" fmla="*/ 4950521 w 7751780"/>
                    <a:gd name="connsiteY7" fmla="*/ 5573485 h 5573485"/>
                    <a:gd name="connsiteX8" fmla="*/ 4674752 w 7751780"/>
                    <a:gd name="connsiteY8" fmla="*/ 5486399 h 5573485"/>
                    <a:gd name="connsiteX9" fmla="*/ 146294 w 7751780"/>
                    <a:gd name="connsiteY9" fmla="*/ 1074056 h 5573485"/>
                    <a:gd name="connsiteX0" fmla="*/ 146294 w 7751780"/>
                    <a:gd name="connsiteY0" fmla="*/ 1074056 h 5573485"/>
                    <a:gd name="connsiteX1" fmla="*/ 755893 w 7751780"/>
                    <a:gd name="connsiteY1" fmla="*/ 391887 h 5573485"/>
                    <a:gd name="connsiteX2" fmla="*/ 2584691 w 7751780"/>
                    <a:gd name="connsiteY2" fmla="*/ 2220687 h 5573485"/>
                    <a:gd name="connsiteX3" fmla="*/ 6155207 w 7751780"/>
                    <a:gd name="connsiteY3" fmla="*/ 754743 h 5573485"/>
                    <a:gd name="connsiteX4" fmla="*/ 7374408 w 7751780"/>
                    <a:gd name="connsiteY4" fmla="*/ 0 h 5573485"/>
                    <a:gd name="connsiteX5" fmla="*/ 7606637 w 7751780"/>
                    <a:gd name="connsiteY5" fmla="*/ 1364343 h 5573485"/>
                    <a:gd name="connsiteX6" fmla="*/ 7751780 w 7751780"/>
                    <a:gd name="connsiteY6" fmla="*/ 2569028 h 5573485"/>
                    <a:gd name="connsiteX7" fmla="*/ 4950521 w 7751780"/>
                    <a:gd name="connsiteY7" fmla="*/ 5573485 h 5573485"/>
                    <a:gd name="connsiteX8" fmla="*/ 4674752 w 7751780"/>
                    <a:gd name="connsiteY8" fmla="*/ 5486399 h 5573485"/>
                    <a:gd name="connsiteX9" fmla="*/ 146294 w 7751780"/>
                    <a:gd name="connsiteY9" fmla="*/ 1074056 h 5573485"/>
                    <a:gd name="connsiteX0" fmla="*/ 146294 w 7751780"/>
                    <a:gd name="connsiteY0" fmla="*/ 1074056 h 5573485"/>
                    <a:gd name="connsiteX1" fmla="*/ 755893 w 7751780"/>
                    <a:gd name="connsiteY1" fmla="*/ 391887 h 5573485"/>
                    <a:gd name="connsiteX2" fmla="*/ 2584691 w 7751780"/>
                    <a:gd name="connsiteY2" fmla="*/ 2220687 h 5573485"/>
                    <a:gd name="connsiteX3" fmla="*/ 4094178 w 7751780"/>
                    <a:gd name="connsiteY3" fmla="*/ 1611086 h 5573485"/>
                    <a:gd name="connsiteX4" fmla="*/ 6155207 w 7751780"/>
                    <a:gd name="connsiteY4" fmla="*/ 754743 h 5573485"/>
                    <a:gd name="connsiteX5" fmla="*/ 7374408 w 7751780"/>
                    <a:gd name="connsiteY5" fmla="*/ 0 h 5573485"/>
                    <a:gd name="connsiteX6" fmla="*/ 7606637 w 7751780"/>
                    <a:gd name="connsiteY6" fmla="*/ 1364343 h 5573485"/>
                    <a:gd name="connsiteX7" fmla="*/ 7751780 w 7751780"/>
                    <a:gd name="connsiteY7" fmla="*/ 2569028 h 5573485"/>
                    <a:gd name="connsiteX8" fmla="*/ 4950521 w 7751780"/>
                    <a:gd name="connsiteY8" fmla="*/ 5573485 h 5573485"/>
                    <a:gd name="connsiteX9" fmla="*/ 4674752 w 7751780"/>
                    <a:gd name="connsiteY9" fmla="*/ 5486399 h 5573485"/>
                    <a:gd name="connsiteX10" fmla="*/ 146294 w 7751780"/>
                    <a:gd name="connsiteY10" fmla="*/ 1074056 h 5573485"/>
                    <a:gd name="connsiteX0" fmla="*/ 362859 w 7968345"/>
                    <a:gd name="connsiteY0" fmla="*/ 1944913 h 6444342"/>
                    <a:gd name="connsiteX1" fmla="*/ 972458 w 7968345"/>
                    <a:gd name="connsiteY1" fmla="*/ 1262744 h 6444342"/>
                    <a:gd name="connsiteX2" fmla="*/ 2801256 w 7968345"/>
                    <a:gd name="connsiteY2" fmla="*/ 3091544 h 6444342"/>
                    <a:gd name="connsiteX3" fmla="*/ 0 w 7968345"/>
                    <a:gd name="connsiteY3" fmla="*/ 0 h 6444342"/>
                    <a:gd name="connsiteX4" fmla="*/ 6371772 w 7968345"/>
                    <a:gd name="connsiteY4" fmla="*/ 1625600 h 6444342"/>
                    <a:gd name="connsiteX5" fmla="*/ 7590973 w 7968345"/>
                    <a:gd name="connsiteY5" fmla="*/ 870857 h 6444342"/>
                    <a:gd name="connsiteX6" fmla="*/ 7823202 w 7968345"/>
                    <a:gd name="connsiteY6" fmla="*/ 2235200 h 6444342"/>
                    <a:gd name="connsiteX7" fmla="*/ 7968345 w 7968345"/>
                    <a:gd name="connsiteY7" fmla="*/ 3439885 h 6444342"/>
                    <a:gd name="connsiteX8" fmla="*/ 5167086 w 7968345"/>
                    <a:gd name="connsiteY8" fmla="*/ 6444342 h 6444342"/>
                    <a:gd name="connsiteX9" fmla="*/ 4891317 w 7968345"/>
                    <a:gd name="connsiteY9" fmla="*/ 6357256 h 6444342"/>
                    <a:gd name="connsiteX10" fmla="*/ 362859 w 7968345"/>
                    <a:gd name="connsiteY10" fmla="*/ 1944913 h 6444342"/>
                    <a:gd name="connsiteX0" fmla="*/ 449944 w 8055430"/>
                    <a:gd name="connsiteY0" fmla="*/ 1857827 h 6357256"/>
                    <a:gd name="connsiteX1" fmla="*/ 1059543 w 8055430"/>
                    <a:gd name="connsiteY1" fmla="*/ 1175658 h 6357256"/>
                    <a:gd name="connsiteX2" fmla="*/ 2888341 w 8055430"/>
                    <a:gd name="connsiteY2" fmla="*/ 3004458 h 6357256"/>
                    <a:gd name="connsiteX3" fmla="*/ 0 w 8055430"/>
                    <a:gd name="connsiteY3" fmla="*/ 0 h 6357256"/>
                    <a:gd name="connsiteX4" fmla="*/ 6458857 w 8055430"/>
                    <a:gd name="connsiteY4" fmla="*/ 1538514 h 6357256"/>
                    <a:gd name="connsiteX5" fmla="*/ 7678058 w 8055430"/>
                    <a:gd name="connsiteY5" fmla="*/ 783771 h 6357256"/>
                    <a:gd name="connsiteX6" fmla="*/ 7910287 w 8055430"/>
                    <a:gd name="connsiteY6" fmla="*/ 2148114 h 6357256"/>
                    <a:gd name="connsiteX7" fmla="*/ 8055430 w 8055430"/>
                    <a:gd name="connsiteY7" fmla="*/ 3352799 h 6357256"/>
                    <a:gd name="connsiteX8" fmla="*/ 5254171 w 8055430"/>
                    <a:gd name="connsiteY8" fmla="*/ 6357256 h 6357256"/>
                    <a:gd name="connsiteX9" fmla="*/ 4978402 w 8055430"/>
                    <a:gd name="connsiteY9" fmla="*/ 6270170 h 6357256"/>
                    <a:gd name="connsiteX10" fmla="*/ 449944 w 8055430"/>
                    <a:gd name="connsiteY10" fmla="*/ 1857827 h 6357256"/>
                    <a:gd name="connsiteX0" fmla="*/ 406401 w 8011887"/>
                    <a:gd name="connsiteY0" fmla="*/ 1828799 h 6328228"/>
                    <a:gd name="connsiteX1" fmla="*/ 1016000 w 8011887"/>
                    <a:gd name="connsiteY1" fmla="*/ 1146630 h 6328228"/>
                    <a:gd name="connsiteX2" fmla="*/ 2844798 w 8011887"/>
                    <a:gd name="connsiteY2" fmla="*/ 2975430 h 6328228"/>
                    <a:gd name="connsiteX3" fmla="*/ 0 w 8011887"/>
                    <a:gd name="connsiteY3" fmla="*/ 0 h 6328228"/>
                    <a:gd name="connsiteX4" fmla="*/ 6415314 w 8011887"/>
                    <a:gd name="connsiteY4" fmla="*/ 1509486 h 6328228"/>
                    <a:gd name="connsiteX5" fmla="*/ 7634515 w 8011887"/>
                    <a:gd name="connsiteY5" fmla="*/ 754743 h 6328228"/>
                    <a:gd name="connsiteX6" fmla="*/ 7866744 w 8011887"/>
                    <a:gd name="connsiteY6" fmla="*/ 2119086 h 6328228"/>
                    <a:gd name="connsiteX7" fmla="*/ 8011887 w 8011887"/>
                    <a:gd name="connsiteY7" fmla="*/ 3323771 h 6328228"/>
                    <a:gd name="connsiteX8" fmla="*/ 5210628 w 8011887"/>
                    <a:gd name="connsiteY8" fmla="*/ 6328228 h 6328228"/>
                    <a:gd name="connsiteX9" fmla="*/ 4934859 w 8011887"/>
                    <a:gd name="connsiteY9" fmla="*/ 6241142 h 6328228"/>
                    <a:gd name="connsiteX10" fmla="*/ 406401 w 8011887"/>
                    <a:gd name="connsiteY10" fmla="*/ 1828799 h 6328228"/>
                    <a:gd name="connsiteX0" fmla="*/ 420915 w 8026401"/>
                    <a:gd name="connsiteY0" fmla="*/ 1828799 h 6328228"/>
                    <a:gd name="connsiteX1" fmla="*/ 1030514 w 8026401"/>
                    <a:gd name="connsiteY1" fmla="*/ 1146630 h 6328228"/>
                    <a:gd name="connsiteX2" fmla="*/ 2859312 w 8026401"/>
                    <a:gd name="connsiteY2" fmla="*/ 2975430 h 6328228"/>
                    <a:gd name="connsiteX3" fmla="*/ 0 w 8026401"/>
                    <a:gd name="connsiteY3" fmla="*/ 0 h 6328228"/>
                    <a:gd name="connsiteX4" fmla="*/ 6429828 w 8026401"/>
                    <a:gd name="connsiteY4" fmla="*/ 1509486 h 6328228"/>
                    <a:gd name="connsiteX5" fmla="*/ 7649029 w 8026401"/>
                    <a:gd name="connsiteY5" fmla="*/ 754743 h 6328228"/>
                    <a:gd name="connsiteX6" fmla="*/ 7881258 w 8026401"/>
                    <a:gd name="connsiteY6" fmla="*/ 2119086 h 6328228"/>
                    <a:gd name="connsiteX7" fmla="*/ 8026401 w 8026401"/>
                    <a:gd name="connsiteY7" fmla="*/ 3323771 h 6328228"/>
                    <a:gd name="connsiteX8" fmla="*/ 5225142 w 8026401"/>
                    <a:gd name="connsiteY8" fmla="*/ 6328228 h 6328228"/>
                    <a:gd name="connsiteX9" fmla="*/ 4949373 w 8026401"/>
                    <a:gd name="connsiteY9" fmla="*/ 6241142 h 6328228"/>
                    <a:gd name="connsiteX10" fmla="*/ 420915 w 8026401"/>
                    <a:gd name="connsiteY10" fmla="*/ 1828799 h 6328228"/>
                    <a:gd name="connsiteX0" fmla="*/ 420915 w 8026401"/>
                    <a:gd name="connsiteY0" fmla="*/ 1828799 h 6328228"/>
                    <a:gd name="connsiteX1" fmla="*/ 1030514 w 8026401"/>
                    <a:gd name="connsiteY1" fmla="*/ 1146630 h 6328228"/>
                    <a:gd name="connsiteX2" fmla="*/ 2859312 w 8026401"/>
                    <a:gd name="connsiteY2" fmla="*/ 2975430 h 6328228"/>
                    <a:gd name="connsiteX3" fmla="*/ 0 w 8026401"/>
                    <a:gd name="connsiteY3" fmla="*/ 0 h 6328228"/>
                    <a:gd name="connsiteX4" fmla="*/ 1698171 w 8026401"/>
                    <a:gd name="connsiteY4" fmla="*/ 377372 h 6328228"/>
                    <a:gd name="connsiteX5" fmla="*/ 6429828 w 8026401"/>
                    <a:gd name="connsiteY5" fmla="*/ 1509486 h 6328228"/>
                    <a:gd name="connsiteX6" fmla="*/ 7649029 w 8026401"/>
                    <a:gd name="connsiteY6" fmla="*/ 754743 h 6328228"/>
                    <a:gd name="connsiteX7" fmla="*/ 7881258 w 8026401"/>
                    <a:gd name="connsiteY7" fmla="*/ 2119086 h 6328228"/>
                    <a:gd name="connsiteX8" fmla="*/ 8026401 w 8026401"/>
                    <a:gd name="connsiteY8" fmla="*/ 3323771 h 6328228"/>
                    <a:gd name="connsiteX9" fmla="*/ 5225142 w 8026401"/>
                    <a:gd name="connsiteY9" fmla="*/ 6328228 h 6328228"/>
                    <a:gd name="connsiteX10" fmla="*/ 4949373 w 8026401"/>
                    <a:gd name="connsiteY10" fmla="*/ 6241142 h 6328228"/>
                    <a:gd name="connsiteX11" fmla="*/ 420915 w 8026401"/>
                    <a:gd name="connsiteY11" fmla="*/ 1828799 h 6328228"/>
                    <a:gd name="connsiteX0" fmla="*/ 420915 w 8026401"/>
                    <a:gd name="connsiteY0" fmla="*/ 2539998 h 7039427"/>
                    <a:gd name="connsiteX1" fmla="*/ 1030514 w 8026401"/>
                    <a:gd name="connsiteY1" fmla="*/ 1857829 h 7039427"/>
                    <a:gd name="connsiteX2" fmla="*/ 2859312 w 8026401"/>
                    <a:gd name="connsiteY2" fmla="*/ 3686629 h 7039427"/>
                    <a:gd name="connsiteX3" fmla="*/ 0 w 8026401"/>
                    <a:gd name="connsiteY3" fmla="*/ 711199 h 7039427"/>
                    <a:gd name="connsiteX4" fmla="*/ 899885 w 8026401"/>
                    <a:gd name="connsiteY4" fmla="*/ 0 h 7039427"/>
                    <a:gd name="connsiteX5" fmla="*/ 6429828 w 8026401"/>
                    <a:gd name="connsiteY5" fmla="*/ 2220685 h 7039427"/>
                    <a:gd name="connsiteX6" fmla="*/ 7649029 w 8026401"/>
                    <a:gd name="connsiteY6" fmla="*/ 1465942 h 7039427"/>
                    <a:gd name="connsiteX7" fmla="*/ 7881258 w 8026401"/>
                    <a:gd name="connsiteY7" fmla="*/ 2830285 h 7039427"/>
                    <a:gd name="connsiteX8" fmla="*/ 8026401 w 8026401"/>
                    <a:gd name="connsiteY8" fmla="*/ 4034970 h 7039427"/>
                    <a:gd name="connsiteX9" fmla="*/ 5225142 w 8026401"/>
                    <a:gd name="connsiteY9" fmla="*/ 7039427 h 7039427"/>
                    <a:gd name="connsiteX10" fmla="*/ 4949373 w 8026401"/>
                    <a:gd name="connsiteY10" fmla="*/ 6952341 h 7039427"/>
                    <a:gd name="connsiteX11" fmla="*/ 420915 w 8026401"/>
                    <a:gd name="connsiteY11" fmla="*/ 2539998 h 7039427"/>
                    <a:gd name="connsiteX0" fmla="*/ 420915 w 8026401"/>
                    <a:gd name="connsiteY0" fmla="*/ 2665438 h 7164867"/>
                    <a:gd name="connsiteX1" fmla="*/ 1030514 w 8026401"/>
                    <a:gd name="connsiteY1" fmla="*/ 1983269 h 7164867"/>
                    <a:gd name="connsiteX2" fmla="*/ 2859312 w 8026401"/>
                    <a:gd name="connsiteY2" fmla="*/ 3812069 h 7164867"/>
                    <a:gd name="connsiteX3" fmla="*/ 0 w 8026401"/>
                    <a:gd name="connsiteY3" fmla="*/ 836639 h 7164867"/>
                    <a:gd name="connsiteX4" fmla="*/ 899885 w 8026401"/>
                    <a:gd name="connsiteY4" fmla="*/ 125440 h 7164867"/>
                    <a:gd name="connsiteX5" fmla="*/ 6429828 w 8026401"/>
                    <a:gd name="connsiteY5" fmla="*/ 2346125 h 7164867"/>
                    <a:gd name="connsiteX6" fmla="*/ 7649029 w 8026401"/>
                    <a:gd name="connsiteY6" fmla="*/ 1591382 h 7164867"/>
                    <a:gd name="connsiteX7" fmla="*/ 7881258 w 8026401"/>
                    <a:gd name="connsiteY7" fmla="*/ 2955725 h 7164867"/>
                    <a:gd name="connsiteX8" fmla="*/ 8026401 w 8026401"/>
                    <a:gd name="connsiteY8" fmla="*/ 4160410 h 7164867"/>
                    <a:gd name="connsiteX9" fmla="*/ 5225142 w 8026401"/>
                    <a:gd name="connsiteY9" fmla="*/ 7164867 h 7164867"/>
                    <a:gd name="connsiteX10" fmla="*/ 4949373 w 8026401"/>
                    <a:gd name="connsiteY10" fmla="*/ 7077781 h 7164867"/>
                    <a:gd name="connsiteX11" fmla="*/ 420915 w 8026401"/>
                    <a:gd name="connsiteY11" fmla="*/ 2665438 h 7164867"/>
                    <a:gd name="connsiteX0" fmla="*/ 534938 w 8140424"/>
                    <a:gd name="connsiteY0" fmla="*/ 2718214 h 7217643"/>
                    <a:gd name="connsiteX1" fmla="*/ 1144537 w 8140424"/>
                    <a:gd name="connsiteY1" fmla="*/ 2036045 h 7217643"/>
                    <a:gd name="connsiteX2" fmla="*/ 2973335 w 8140424"/>
                    <a:gd name="connsiteY2" fmla="*/ 3864845 h 7217643"/>
                    <a:gd name="connsiteX3" fmla="*/ 114023 w 8140424"/>
                    <a:gd name="connsiteY3" fmla="*/ 889415 h 7217643"/>
                    <a:gd name="connsiteX4" fmla="*/ 1013908 w 8140424"/>
                    <a:gd name="connsiteY4" fmla="*/ 178216 h 7217643"/>
                    <a:gd name="connsiteX5" fmla="*/ 6543851 w 8140424"/>
                    <a:gd name="connsiteY5" fmla="*/ 2398901 h 7217643"/>
                    <a:gd name="connsiteX6" fmla="*/ 7763052 w 8140424"/>
                    <a:gd name="connsiteY6" fmla="*/ 1644158 h 7217643"/>
                    <a:gd name="connsiteX7" fmla="*/ 7995281 w 8140424"/>
                    <a:gd name="connsiteY7" fmla="*/ 3008501 h 7217643"/>
                    <a:gd name="connsiteX8" fmla="*/ 8140424 w 8140424"/>
                    <a:gd name="connsiteY8" fmla="*/ 4213186 h 7217643"/>
                    <a:gd name="connsiteX9" fmla="*/ 5339165 w 8140424"/>
                    <a:gd name="connsiteY9" fmla="*/ 7217643 h 7217643"/>
                    <a:gd name="connsiteX10" fmla="*/ 5063396 w 8140424"/>
                    <a:gd name="connsiteY10" fmla="*/ 7130557 h 7217643"/>
                    <a:gd name="connsiteX11" fmla="*/ 534938 w 8140424"/>
                    <a:gd name="connsiteY11" fmla="*/ 2718214 h 7217643"/>
                    <a:gd name="connsiteX0" fmla="*/ 534938 w 8140424"/>
                    <a:gd name="connsiteY0" fmla="*/ 2718214 h 7217643"/>
                    <a:gd name="connsiteX1" fmla="*/ 1144537 w 8140424"/>
                    <a:gd name="connsiteY1" fmla="*/ 2036045 h 7217643"/>
                    <a:gd name="connsiteX2" fmla="*/ 2973335 w 8140424"/>
                    <a:gd name="connsiteY2" fmla="*/ 3864845 h 7217643"/>
                    <a:gd name="connsiteX3" fmla="*/ 114023 w 8140424"/>
                    <a:gd name="connsiteY3" fmla="*/ 889415 h 7217643"/>
                    <a:gd name="connsiteX4" fmla="*/ 1013908 w 8140424"/>
                    <a:gd name="connsiteY4" fmla="*/ 178216 h 7217643"/>
                    <a:gd name="connsiteX5" fmla="*/ 3510366 w 8140424"/>
                    <a:gd name="connsiteY5" fmla="*/ 1194217 h 7217643"/>
                    <a:gd name="connsiteX6" fmla="*/ 6543851 w 8140424"/>
                    <a:gd name="connsiteY6" fmla="*/ 2398901 h 7217643"/>
                    <a:gd name="connsiteX7" fmla="*/ 7763052 w 8140424"/>
                    <a:gd name="connsiteY7" fmla="*/ 1644158 h 7217643"/>
                    <a:gd name="connsiteX8" fmla="*/ 7995281 w 8140424"/>
                    <a:gd name="connsiteY8" fmla="*/ 3008501 h 7217643"/>
                    <a:gd name="connsiteX9" fmla="*/ 8140424 w 8140424"/>
                    <a:gd name="connsiteY9" fmla="*/ 4213186 h 7217643"/>
                    <a:gd name="connsiteX10" fmla="*/ 5339165 w 8140424"/>
                    <a:gd name="connsiteY10" fmla="*/ 7217643 h 7217643"/>
                    <a:gd name="connsiteX11" fmla="*/ 5063396 w 8140424"/>
                    <a:gd name="connsiteY11" fmla="*/ 7130557 h 7217643"/>
                    <a:gd name="connsiteX12" fmla="*/ 534938 w 8140424"/>
                    <a:gd name="connsiteY12" fmla="*/ 2718214 h 7217643"/>
                    <a:gd name="connsiteX0" fmla="*/ 534938 w 8140424"/>
                    <a:gd name="connsiteY0" fmla="*/ 2718214 h 7217643"/>
                    <a:gd name="connsiteX1" fmla="*/ 1144537 w 8140424"/>
                    <a:gd name="connsiteY1" fmla="*/ 2036045 h 7217643"/>
                    <a:gd name="connsiteX2" fmla="*/ 2973335 w 8140424"/>
                    <a:gd name="connsiteY2" fmla="*/ 3864845 h 7217643"/>
                    <a:gd name="connsiteX3" fmla="*/ 114023 w 8140424"/>
                    <a:gd name="connsiteY3" fmla="*/ 889415 h 7217643"/>
                    <a:gd name="connsiteX4" fmla="*/ 1013908 w 8140424"/>
                    <a:gd name="connsiteY4" fmla="*/ 178216 h 7217643"/>
                    <a:gd name="connsiteX5" fmla="*/ 3379737 w 8140424"/>
                    <a:gd name="connsiteY5" fmla="*/ 2631131 h 7217643"/>
                    <a:gd name="connsiteX6" fmla="*/ 6543851 w 8140424"/>
                    <a:gd name="connsiteY6" fmla="*/ 2398901 h 7217643"/>
                    <a:gd name="connsiteX7" fmla="*/ 7763052 w 8140424"/>
                    <a:gd name="connsiteY7" fmla="*/ 1644158 h 7217643"/>
                    <a:gd name="connsiteX8" fmla="*/ 7995281 w 8140424"/>
                    <a:gd name="connsiteY8" fmla="*/ 3008501 h 7217643"/>
                    <a:gd name="connsiteX9" fmla="*/ 8140424 w 8140424"/>
                    <a:gd name="connsiteY9" fmla="*/ 4213186 h 7217643"/>
                    <a:gd name="connsiteX10" fmla="*/ 5339165 w 8140424"/>
                    <a:gd name="connsiteY10" fmla="*/ 7217643 h 7217643"/>
                    <a:gd name="connsiteX11" fmla="*/ 5063396 w 8140424"/>
                    <a:gd name="connsiteY11" fmla="*/ 7130557 h 7217643"/>
                    <a:gd name="connsiteX12" fmla="*/ 534938 w 8140424"/>
                    <a:gd name="connsiteY12" fmla="*/ 2718214 h 7217643"/>
                    <a:gd name="connsiteX0" fmla="*/ 534938 w 8140424"/>
                    <a:gd name="connsiteY0" fmla="*/ 2718214 h 7217643"/>
                    <a:gd name="connsiteX1" fmla="*/ 1144537 w 8140424"/>
                    <a:gd name="connsiteY1" fmla="*/ 2036045 h 7217643"/>
                    <a:gd name="connsiteX2" fmla="*/ 2973335 w 8140424"/>
                    <a:gd name="connsiteY2" fmla="*/ 3864845 h 7217643"/>
                    <a:gd name="connsiteX3" fmla="*/ 114023 w 8140424"/>
                    <a:gd name="connsiteY3" fmla="*/ 889415 h 7217643"/>
                    <a:gd name="connsiteX4" fmla="*/ 1013908 w 8140424"/>
                    <a:gd name="connsiteY4" fmla="*/ 178216 h 7217643"/>
                    <a:gd name="connsiteX5" fmla="*/ 3437794 w 8140424"/>
                    <a:gd name="connsiteY5" fmla="*/ 2616616 h 7217643"/>
                    <a:gd name="connsiteX6" fmla="*/ 6543851 w 8140424"/>
                    <a:gd name="connsiteY6" fmla="*/ 2398901 h 7217643"/>
                    <a:gd name="connsiteX7" fmla="*/ 7763052 w 8140424"/>
                    <a:gd name="connsiteY7" fmla="*/ 1644158 h 7217643"/>
                    <a:gd name="connsiteX8" fmla="*/ 7995281 w 8140424"/>
                    <a:gd name="connsiteY8" fmla="*/ 3008501 h 7217643"/>
                    <a:gd name="connsiteX9" fmla="*/ 8140424 w 8140424"/>
                    <a:gd name="connsiteY9" fmla="*/ 4213186 h 7217643"/>
                    <a:gd name="connsiteX10" fmla="*/ 5339165 w 8140424"/>
                    <a:gd name="connsiteY10" fmla="*/ 7217643 h 7217643"/>
                    <a:gd name="connsiteX11" fmla="*/ 5063396 w 8140424"/>
                    <a:gd name="connsiteY11" fmla="*/ 7130557 h 7217643"/>
                    <a:gd name="connsiteX12" fmla="*/ 534938 w 8140424"/>
                    <a:gd name="connsiteY12" fmla="*/ 2718214 h 7217643"/>
                    <a:gd name="connsiteX0" fmla="*/ 534938 w 8140424"/>
                    <a:gd name="connsiteY0" fmla="*/ 2718214 h 7217643"/>
                    <a:gd name="connsiteX1" fmla="*/ 1144537 w 8140424"/>
                    <a:gd name="connsiteY1" fmla="*/ 2036045 h 7217643"/>
                    <a:gd name="connsiteX2" fmla="*/ 2973335 w 8140424"/>
                    <a:gd name="connsiteY2" fmla="*/ 3864845 h 7217643"/>
                    <a:gd name="connsiteX3" fmla="*/ 114023 w 8140424"/>
                    <a:gd name="connsiteY3" fmla="*/ 889415 h 7217643"/>
                    <a:gd name="connsiteX4" fmla="*/ 1013908 w 8140424"/>
                    <a:gd name="connsiteY4" fmla="*/ 178216 h 7217643"/>
                    <a:gd name="connsiteX5" fmla="*/ 3437794 w 8140424"/>
                    <a:gd name="connsiteY5" fmla="*/ 2616616 h 7217643"/>
                    <a:gd name="connsiteX6" fmla="*/ 4932766 w 8140424"/>
                    <a:gd name="connsiteY6" fmla="*/ 2471474 h 7217643"/>
                    <a:gd name="connsiteX7" fmla="*/ 6543851 w 8140424"/>
                    <a:gd name="connsiteY7" fmla="*/ 2398901 h 7217643"/>
                    <a:gd name="connsiteX8" fmla="*/ 7763052 w 8140424"/>
                    <a:gd name="connsiteY8" fmla="*/ 1644158 h 7217643"/>
                    <a:gd name="connsiteX9" fmla="*/ 7995281 w 8140424"/>
                    <a:gd name="connsiteY9" fmla="*/ 3008501 h 7217643"/>
                    <a:gd name="connsiteX10" fmla="*/ 8140424 w 8140424"/>
                    <a:gd name="connsiteY10" fmla="*/ 4213186 h 7217643"/>
                    <a:gd name="connsiteX11" fmla="*/ 5339165 w 8140424"/>
                    <a:gd name="connsiteY11" fmla="*/ 7217643 h 7217643"/>
                    <a:gd name="connsiteX12" fmla="*/ 5063396 w 8140424"/>
                    <a:gd name="connsiteY12" fmla="*/ 7130557 h 7217643"/>
                    <a:gd name="connsiteX13" fmla="*/ 534938 w 8140424"/>
                    <a:gd name="connsiteY13" fmla="*/ 2718214 h 7217643"/>
                    <a:gd name="connsiteX0" fmla="*/ 534938 w 8140424"/>
                    <a:gd name="connsiteY0" fmla="*/ 2859312 h 7358741"/>
                    <a:gd name="connsiteX1" fmla="*/ 1144537 w 8140424"/>
                    <a:gd name="connsiteY1" fmla="*/ 2177143 h 7358741"/>
                    <a:gd name="connsiteX2" fmla="*/ 2973335 w 8140424"/>
                    <a:gd name="connsiteY2" fmla="*/ 4005943 h 7358741"/>
                    <a:gd name="connsiteX3" fmla="*/ 114023 w 8140424"/>
                    <a:gd name="connsiteY3" fmla="*/ 1030513 h 7358741"/>
                    <a:gd name="connsiteX4" fmla="*/ 1013908 w 8140424"/>
                    <a:gd name="connsiteY4" fmla="*/ 319314 h 7358741"/>
                    <a:gd name="connsiteX5" fmla="*/ 3437794 w 8140424"/>
                    <a:gd name="connsiteY5" fmla="*/ 2757714 h 7358741"/>
                    <a:gd name="connsiteX6" fmla="*/ 723623 w 8140424"/>
                    <a:gd name="connsiteY6" fmla="*/ 0 h 7358741"/>
                    <a:gd name="connsiteX7" fmla="*/ 6543851 w 8140424"/>
                    <a:gd name="connsiteY7" fmla="*/ 2539999 h 7358741"/>
                    <a:gd name="connsiteX8" fmla="*/ 7763052 w 8140424"/>
                    <a:gd name="connsiteY8" fmla="*/ 1785256 h 7358741"/>
                    <a:gd name="connsiteX9" fmla="*/ 7995281 w 8140424"/>
                    <a:gd name="connsiteY9" fmla="*/ 3149599 h 7358741"/>
                    <a:gd name="connsiteX10" fmla="*/ 8140424 w 8140424"/>
                    <a:gd name="connsiteY10" fmla="*/ 4354284 h 7358741"/>
                    <a:gd name="connsiteX11" fmla="*/ 5339165 w 8140424"/>
                    <a:gd name="connsiteY11" fmla="*/ 7358741 h 7358741"/>
                    <a:gd name="connsiteX12" fmla="*/ 5063396 w 8140424"/>
                    <a:gd name="connsiteY12" fmla="*/ 7271655 h 7358741"/>
                    <a:gd name="connsiteX13" fmla="*/ 534938 w 8140424"/>
                    <a:gd name="connsiteY13" fmla="*/ 2859312 h 7358741"/>
                    <a:gd name="connsiteX0" fmla="*/ 534938 w 8140424"/>
                    <a:gd name="connsiteY0" fmla="*/ 2859312 h 7358741"/>
                    <a:gd name="connsiteX1" fmla="*/ 1144537 w 8140424"/>
                    <a:gd name="connsiteY1" fmla="*/ 2177143 h 7358741"/>
                    <a:gd name="connsiteX2" fmla="*/ 2973335 w 8140424"/>
                    <a:gd name="connsiteY2" fmla="*/ 4005943 h 7358741"/>
                    <a:gd name="connsiteX3" fmla="*/ 114023 w 8140424"/>
                    <a:gd name="connsiteY3" fmla="*/ 1030513 h 7358741"/>
                    <a:gd name="connsiteX4" fmla="*/ 1013908 w 8140424"/>
                    <a:gd name="connsiteY4" fmla="*/ 319314 h 7358741"/>
                    <a:gd name="connsiteX5" fmla="*/ 3437794 w 8140424"/>
                    <a:gd name="connsiteY5" fmla="*/ 2757714 h 7358741"/>
                    <a:gd name="connsiteX6" fmla="*/ 723623 w 8140424"/>
                    <a:gd name="connsiteY6" fmla="*/ 0 h 7358741"/>
                    <a:gd name="connsiteX7" fmla="*/ 3713566 w 8140424"/>
                    <a:gd name="connsiteY7" fmla="*/ 1291772 h 7358741"/>
                    <a:gd name="connsiteX8" fmla="*/ 6543851 w 8140424"/>
                    <a:gd name="connsiteY8" fmla="*/ 2539999 h 7358741"/>
                    <a:gd name="connsiteX9" fmla="*/ 7763052 w 8140424"/>
                    <a:gd name="connsiteY9" fmla="*/ 1785256 h 7358741"/>
                    <a:gd name="connsiteX10" fmla="*/ 7995281 w 8140424"/>
                    <a:gd name="connsiteY10" fmla="*/ 3149599 h 7358741"/>
                    <a:gd name="connsiteX11" fmla="*/ 8140424 w 8140424"/>
                    <a:gd name="connsiteY11" fmla="*/ 4354284 h 7358741"/>
                    <a:gd name="connsiteX12" fmla="*/ 5339165 w 8140424"/>
                    <a:gd name="connsiteY12" fmla="*/ 7358741 h 7358741"/>
                    <a:gd name="connsiteX13" fmla="*/ 5063396 w 8140424"/>
                    <a:gd name="connsiteY13" fmla="*/ 7271655 h 7358741"/>
                    <a:gd name="connsiteX14" fmla="*/ 534938 w 8140424"/>
                    <a:gd name="connsiteY14" fmla="*/ 2859312 h 7358741"/>
                    <a:gd name="connsiteX0" fmla="*/ 534938 w 8140424"/>
                    <a:gd name="connsiteY0" fmla="*/ 3555997 h 8055426"/>
                    <a:gd name="connsiteX1" fmla="*/ 1144537 w 8140424"/>
                    <a:gd name="connsiteY1" fmla="*/ 2873828 h 8055426"/>
                    <a:gd name="connsiteX2" fmla="*/ 2973335 w 8140424"/>
                    <a:gd name="connsiteY2" fmla="*/ 4702628 h 8055426"/>
                    <a:gd name="connsiteX3" fmla="*/ 114023 w 8140424"/>
                    <a:gd name="connsiteY3" fmla="*/ 1727198 h 8055426"/>
                    <a:gd name="connsiteX4" fmla="*/ 1013908 w 8140424"/>
                    <a:gd name="connsiteY4" fmla="*/ 1015999 h 8055426"/>
                    <a:gd name="connsiteX5" fmla="*/ 3437794 w 8140424"/>
                    <a:gd name="connsiteY5" fmla="*/ 3454399 h 8055426"/>
                    <a:gd name="connsiteX6" fmla="*/ 723623 w 8140424"/>
                    <a:gd name="connsiteY6" fmla="*/ 696685 h 8055426"/>
                    <a:gd name="connsiteX7" fmla="*/ 1696080 w 8140424"/>
                    <a:gd name="connsiteY7" fmla="*/ 0 h 8055426"/>
                    <a:gd name="connsiteX8" fmla="*/ 6543851 w 8140424"/>
                    <a:gd name="connsiteY8" fmla="*/ 3236684 h 8055426"/>
                    <a:gd name="connsiteX9" fmla="*/ 7763052 w 8140424"/>
                    <a:gd name="connsiteY9" fmla="*/ 2481941 h 8055426"/>
                    <a:gd name="connsiteX10" fmla="*/ 7995281 w 8140424"/>
                    <a:gd name="connsiteY10" fmla="*/ 3846284 h 8055426"/>
                    <a:gd name="connsiteX11" fmla="*/ 8140424 w 8140424"/>
                    <a:gd name="connsiteY11" fmla="*/ 5050969 h 8055426"/>
                    <a:gd name="connsiteX12" fmla="*/ 5339165 w 8140424"/>
                    <a:gd name="connsiteY12" fmla="*/ 8055426 h 8055426"/>
                    <a:gd name="connsiteX13" fmla="*/ 5063396 w 8140424"/>
                    <a:gd name="connsiteY13" fmla="*/ 7968340 h 8055426"/>
                    <a:gd name="connsiteX14" fmla="*/ 534938 w 8140424"/>
                    <a:gd name="connsiteY14" fmla="*/ 3555997 h 8055426"/>
                    <a:gd name="connsiteX0" fmla="*/ 534938 w 8140424"/>
                    <a:gd name="connsiteY0" fmla="*/ 3662537 h 8161966"/>
                    <a:gd name="connsiteX1" fmla="*/ 1144537 w 8140424"/>
                    <a:gd name="connsiteY1" fmla="*/ 2980368 h 8161966"/>
                    <a:gd name="connsiteX2" fmla="*/ 2973335 w 8140424"/>
                    <a:gd name="connsiteY2" fmla="*/ 4809168 h 8161966"/>
                    <a:gd name="connsiteX3" fmla="*/ 114023 w 8140424"/>
                    <a:gd name="connsiteY3" fmla="*/ 1833738 h 8161966"/>
                    <a:gd name="connsiteX4" fmla="*/ 1013908 w 8140424"/>
                    <a:gd name="connsiteY4" fmla="*/ 1122539 h 8161966"/>
                    <a:gd name="connsiteX5" fmla="*/ 3437794 w 8140424"/>
                    <a:gd name="connsiteY5" fmla="*/ 3560939 h 8161966"/>
                    <a:gd name="connsiteX6" fmla="*/ 723623 w 8140424"/>
                    <a:gd name="connsiteY6" fmla="*/ 803225 h 8161966"/>
                    <a:gd name="connsiteX7" fmla="*/ 1696080 w 8140424"/>
                    <a:gd name="connsiteY7" fmla="*/ 106540 h 8161966"/>
                    <a:gd name="connsiteX8" fmla="*/ 6543851 w 8140424"/>
                    <a:gd name="connsiteY8" fmla="*/ 3343224 h 8161966"/>
                    <a:gd name="connsiteX9" fmla="*/ 7763052 w 8140424"/>
                    <a:gd name="connsiteY9" fmla="*/ 2588481 h 8161966"/>
                    <a:gd name="connsiteX10" fmla="*/ 7995281 w 8140424"/>
                    <a:gd name="connsiteY10" fmla="*/ 3952824 h 8161966"/>
                    <a:gd name="connsiteX11" fmla="*/ 8140424 w 8140424"/>
                    <a:gd name="connsiteY11" fmla="*/ 5157509 h 8161966"/>
                    <a:gd name="connsiteX12" fmla="*/ 5339165 w 8140424"/>
                    <a:gd name="connsiteY12" fmla="*/ 8161966 h 8161966"/>
                    <a:gd name="connsiteX13" fmla="*/ 5063396 w 8140424"/>
                    <a:gd name="connsiteY13" fmla="*/ 8074880 h 8161966"/>
                    <a:gd name="connsiteX14" fmla="*/ 534938 w 8140424"/>
                    <a:gd name="connsiteY14" fmla="*/ 3662537 h 8161966"/>
                    <a:gd name="connsiteX0" fmla="*/ 534938 w 8140424"/>
                    <a:gd name="connsiteY0" fmla="*/ 3662537 h 8161966"/>
                    <a:gd name="connsiteX1" fmla="*/ 1144537 w 8140424"/>
                    <a:gd name="connsiteY1" fmla="*/ 2980368 h 8161966"/>
                    <a:gd name="connsiteX2" fmla="*/ 2973335 w 8140424"/>
                    <a:gd name="connsiteY2" fmla="*/ 4809168 h 8161966"/>
                    <a:gd name="connsiteX3" fmla="*/ 114023 w 8140424"/>
                    <a:gd name="connsiteY3" fmla="*/ 1833738 h 8161966"/>
                    <a:gd name="connsiteX4" fmla="*/ 1013908 w 8140424"/>
                    <a:gd name="connsiteY4" fmla="*/ 1122539 h 8161966"/>
                    <a:gd name="connsiteX5" fmla="*/ 3437794 w 8140424"/>
                    <a:gd name="connsiteY5" fmla="*/ 3560939 h 8161966"/>
                    <a:gd name="connsiteX6" fmla="*/ 723623 w 8140424"/>
                    <a:gd name="connsiteY6" fmla="*/ 803225 h 8161966"/>
                    <a:gd name="connsiteX7" fmla="*/ 1725109 w 8140424"/>
                    <a:gd name="connsiteY7" fmla="*/ 106540 h 8161966"/>
                    <a:gd name="connsiteX8" fmla="*/ 6543851 w 8140424"/>
                    <a:gd name="connsiteY8" fmla="*/ 3343224 h 8161966"/>
                    <a:gd name="connsiteX9" fmla="*/ 7763052 w 8140424"/>
                    <a:gd name="connsiteY9" fmla="*/ 2588481 h 8161966"/>
                    <a:gd name="connsiteX10" fmla="*/ 7995281 w 8140424"/>
                    <a:gd name="connsiteY10" fmla="*/ 3952824 h 8161966"/>
                    <a:gd name="connsiteX11" fmla="*/ 8140424 w 8140424"/>
                    <a:gd name="connsiteY11" fmla="*/ 5157509 h 8161966"/>
                    <a:gd name="connsiteX12" fmla="*/ 5339165 w 8140424"/>
                    <a:gd name="connsiteY12" fmla="*/ 8161966 h 8161966"/>
                    <a:gd name="connsiteX13" fmla="*/ 5063396 w 8140424"/>
                    <a:gd name="connsiteY13" fmla="*/ 8074880 h 8161966"/>
                    <a:gd name="connsiteX14" fmla="*/ 534938 w 8140424"/>
                    <a:gd name="connsiteY14" fmla="*/ 3662537 h 8161966"/>
                    <a:gd name="connsiteX0" fmla="*/ 534938 w 8140424"/>
                    <a:gd name="connsiteY0" fmla="*/ 3722591 h 8222020"/>
                    <a:gd name="connsiteX1" fmla="*/ 1144537 w 8140424"/>
                    <a:gd name="connsiteY1" fmla="*/ 3040422 h 8222020"/>
                    <a:gd name="connsiteX2" fmla="*/ 2973335 w 8140424"/>
                    <a:gd name="connsiteY2" fmla="*/ 4869222 h 8222020"/>
                    <a:gd name="connsiteX3" fmla="*/ 114023 w 8140424"/>
                    <a:gd name="connsiteY3" fmla="*/ 1893792 h 8222020"/>
                    <a:gd name="connsiteX4" fmla="*/ 1013908 w 8140424"/>
                    <a:gd name="connsiteY4" fmla="*/ 1182593 h 8222020"/>
                    <a:gd name="connsiteX5" fmla="*/ 3437794 w 8140424"/>
                    <a:gd name="connsiteY5" fmla="*/ 3620993 h 8222020"/>
                    <a:gd name="connsiteX6" fmla="*/ 723623 w 8140424"/>
                    <a:gd name="connsiteY6" fmla="*/ 863279 h 8222020"/>
                    <a:gd name="connsiteX7" fmla="*/ 1725109 w 8140424"/>
                    <a:gd name="connsiteY7" fmla="*/ 166594 h 8222020"/>
                    <a:gd name="connsiteX8" fmla="*/ 6543851 w 8140424"/>
                    <a:gd name="connsiteY8" fmla="*/ 3403278 h 8222020"/>
                    <a:gd name="connsiteX9" fmla="*/ 7763052 w 8140424"/>
                    <a:gd name="connsiteY9" fmla="*/ 2648535 h 8222020"/>
                    <a:gd name="connsiteX10" fmla="*/ 7995281 w 8140424"/>
                    <a:gd name="connsiteY10" fmla="*/ 4012878 h 8222020"/>
                    <a:gd name="connsiteX11" fmla="*/ 8140424 w 8140424"/>
                    <a:gd name="connsiteY11" fmla="*/ 5217563 h 8222020"/>
                    <a:gd name="connsiteX12" fmla="*/ 5339165 w 8140424"/>
                    <a:gd name="connsiteY12" fmla="*/ 8222020 h 8222020"/>
                    <a:gd name="connsiteX13" fmla="*/ 5063396 w 8140424"/>
                    <a:gd name="connsiteY13" fmla="*/ 8134934 h 8222020"/>
                    <a:gd name="connsiteX14" fmla="*/ 534938 w 8140424"/>
                    <a:gd name="connsiteY14" fmla="*/ 3722591 h 822202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6543851 w 8140424"/>
                    <a:gd name="connsiteY8" fmla="*/ 3428628 h 8247370"/>
                    <a:gd name="connsiteX9" fmla="*/ 7763052 w 8140424"/>
                    <a:gd name="connsiteY9" fmla="*/ 2673885 h 8247370"/>
                    <a:gd name="connsiteX10" fmla="*/ 7995281 w 8140424"/>
                    <a:gd name="connsiteY10" fmla="*/ 4038228 h 8247370"/>
                    <a:gd name="connsiteX11" fmla="*/ 8140424 w 8140424"/>
                    <a:gd name="connsiteY11" fmla="*/ 5242913 h 8247370"/>
                    <a:gd name="connsiteX12" fmla="*/ 5339165 w 8140424"/>
                    <a:gd name="connsiteY12" fmla="*/ 8247370 h 8247370"/>
                    <a:gd name="connsiteX13" fmla="*/ 5063396 w 8140424"/>
                    <a:gd name="connsiteY13" fmla="*/ 8160284 h 8247370"/>
                    <a:gd name="connsiteX14" fmla="*/ 534938 w 8140424"/>
                    <a:gd name="connsiteY14" fmla="*/ 3747941 h 824737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3931280 w 8140424"/>
                    <a:gd name="connsiteY8" fmla="*/ 1672401 h 8247370"/>
                    <a:gd name="connsiteX9" fmla="*/ 6543851 w 8140424"/>
                    <a:gd name="connsiteY9" fmla="*/ 3428628 h 8247370"/>
                    <a:gd name="connsiteX10" fmla="*/ 7763052 w 8140424"/>
                    <a:gd name="connsiteY10" fmla="*/ 2673885 h 8247370"/>
                    <a:gd name="connsiteX11" fmla="*/ 7995281 w 8140424"/>
                    <a:gd name="connsiteY11" fmla="*/ 4038228 h 8247370"/>
                    <a:gd name="connsiteX12" fmla="*/ 8140424 w 8140424"/>
                    <a:gd name="connsiteY12" fmla="*/ 5242913 h 8247370"/>
                    <a:gd name="connsiteX13" fmla="*/ 5339165 w 8140424"/>
                    <a:gd name="connsiteY13" fmla="*/ 8247370 h 8247370"/>
                    <a:gd name="connsiteX14" fmla="*/ 5063396 w 8140424"/>
                    <a:gd name="connsiteY14" fmla="*/ 8160284 h 8247370"/>
                    <a:gd name="connsiteX15" fmla="*/ 534938 w 8140424"/>
                    <a:gd name="connsiteY15" fmla="*/ 3747941 h 824737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4090938 w 8140424"/>
                    <a:gd name="connsiteY8" fmla="*/ 2673887 h 8247370"/>
                    <a:gd name="connsiteX9" fmla="*/ 6543851 w 8140424"/>
                    <a:gd name="connsiteY9" fmla="*/ 3428628 h 8247370"/>
                    <a:gd name="connsiteX10" fmla="*/ 7763052 w 8140424"/>
                    <a:gd name="connsiteY10" fmla="*/ 2673885 h 8247370"/>
                    <a:gd name="connsiteX11" fmla="*/ 7995281 w 8140424"/>
                    <a:gd name="connsiteY11" fmla="*/ 4038228 h 8247370"/>
                    <a:gd name="connsiteX12" fmla="*/ 8140424 w 8140424"/>
                    <a:gd name="connsiteY12" fmla="*/ 5242913 h 8247370"/>
                    <a:gd name="connsiteX13" fmla="*/ 5339165 w 8140424"/>
                    <a:gd name="connsiteY13" fmla="*/ 8247370 h 8247370"/>
                    <a:gd name="connsiteX14" fmla="*/ 5063396 w 8140424"/>
                    <a:gd name="connsiteY14" fmla="*/ 8160284 h 8247370"/>
                    <a:gd name="connsiteX15" fmla="*/ 534938 w 8140424"/>
                    <a:gd name="connsiteY15" fmla="*/ 3747941 h 824737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4090938 w 8140424"/>
                    <a:gd name="connsiteY8" fmla="*/ 2673887 h 8247370"/>
                    <a:gd name="connsiteX9" fmla="*/ 5847166 w 8140424"/>
                    <a:gd name="connsiteY9" fmla="*/ 3196401 h 8247370"/>
                    <a:gd name="connsiteX10" fmla="*/ 6543851 w 8140424"/>
                    <a:gd name="connsiteY10" fmla="*/ 3428628 h 8247370"/>
                    <a:gd name="connsiteX11" fmla="*/ 7763052 w 8140424"/>
                    <a:gd name="connsiteY11" fmla="*/ 2673885 h 8247370"/>
                    <a:gd name="connsiteX12" fmla="*/ 7995281 w 8140424"/>
                    <a:gd name="connsiteY12" fmla="*/ 4038228 h 8247370"/>
                    <a:gd name="connsiteX13" fmla="*/ 8140424 w 8140424"/>
                    <a:gd name="connsiteY13" fmla="*/ 5242913 h 8247370"/>
                    <a:gd name="connsiteX14" fmla="*/ 5339165 w 8140424"/>
                    <a:gd name="connsiteY14" fmla="*/ 8247370 h 8247370"/>
                    <a:gd name="connsiteX15" fmla="*/ 5063396 w 8140424"/>
                    <a:gd name="connsiteY15" fmla="*/ 8160284 h 8247370"/>
                    <a:gd name="connsiteX16" fmla="*/ 534938 w 8140424"/>
                    <a:gd name="connsiteY16" fmla="*/ 3747941 h 824737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4090938 w 8140424"/>
                    <a:gd name="connsiteY8" fmla="*/ 2673887 h 8247370"/>
                    <a:gd name="connsiteX9" fmla="*/ 2058937 w 8140424"/>
                    <a:gd name="connsiteY9" fmla="*/ 540287 h 8247370"/>
                    <a:gd name="connsiteX10" fmla="*/ 6543851 w 8140424"/>
                    <a:gd name="connsiteY10" fmla="*/ 3428628 h 8247370"/>
                    <a:gd name="connsiteX11" fmla="*/ 7763052 w 8140424"/>
                    <a:gd name="connsiteY11" fmla="*/ 2673885 h 8247370"/>
                    <a:gd name="connsiteX12" fmla="*/ 7995281 w 8140424"/>
                    <a:gd name="connsiteY12" fmla="*/ 4038228 h 8247370"/>
                    <a:gd name="connsiteX13" fmla="*/ 8140424 w 8140424"/>
                    <a:gd name="connsiteY13" fmla="*/ 5242913 h 8247370"/>
                    <a:gd name="connsiteX14" fmla="*/ 5339165 w 8140424"/>
                    <a:gd name="connsiteY14" fmla="*/ 8247370 h 8247370"/>
                    <a:gd name="connsiteX15" fmla="*/ 5063396 w 8140424"/>
                    <a:gd name="connsiteY15" fmla="*/ 8160284 h 8247370"/>
                    <a:gd name="connsiteX16" fmla="*/ 534938 w 8140424"/>
                    <a:gd name="connsiteY16" fmla="*/ 3747941 h 824737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4090938 w 8140424"/>
                    <a:gd name="connsiteY8" fmla="*/ 2673887 h 8247370"/>
                    <a:gd name="connsiteX9" fmla="*/ 2102480 w 8140424"/>
                    <a:gd name="connsiteY9" fmla="*/ 540287 h 8247370"/>
                    <a:gd name="connsiteX10" fmla="*/ 6543851 w 8140424"/>
                    <a:gd name="connsiteY10" fmla="*/ 3428628 h 8247370"/>
                    <a:gd name="connsiteX11" fmla="*/ 7763052 w 8140424"/>
                    <a:gd name="connsiteY11" fmla="*/ 2673885 h 8247370"/>
                    <a:gd name="connsiteX12" fmla="*/ 7995281 w 8140424"/>
                    <a:gd name="connsiteY12" fmla="*/ 4038228 h 8247370"/>
                    <a:gd name="connsiteX13" fmla="*/ 8140424 w 8140424"/>
                    <a:gd name="connsiteY13" fmla="*/ 5242913 h 8247370"/>
                    <a:gd name="connsiteX14" fmla="*/ 5339165 w 8140424"/>
                    <a:gd name="connsiteY14" fmla="*/ 8247370 h 8247370"/>
                    <a:gd name="connsiteX15" fmla="*/ 5063396 w 8140424"/>
                    <a:gd name="connsiteY15" fmla="*/ 8160284 h 8247370"/>
                    <a:gd name="connsiteX16" fmla="*/ 534938 w 8140424"/>
                    <a:gd name="connsiteY16" fmla="*/ 3747941 h 824737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4090938 w 8140424"/>
                    <a:gd name="connsiteY8" fmla="*/ 2673887 h 8247370"/>
                    <a:gd name="connsiteX9" fmla="*/ 2102480 w 8140424"/>
                    <a:gd name="connsiteY9" fmla="*/ 540287 h 8247370"/>
                    <a:gd name="connsiteX10" fmla="*/ 3887737 w 8140424"/>
                    <a:gd name="connsiteY10" fmla="*/ 1730458 h 8247370"/>
                    <a:gd name="connsiteX11" fmla="*/ 6543851 w 8140424"/>
                    <a:gd name="connsiteY11" fmla="*/ 3428628 h 8247370"/>
                    <a:gd name="connsiteX12" fmla="*/ 7763052 w 8140424"/>
                    <a:gd name="connsiteY12" fmla="*/ 2673885 h 8247370"/>
                    <a:gd name="connsiteX13" fmla="*/ 7995281 w 8140424"/>
                    <a:gd name="connsiteY13" fmla="*/ 4038228 h 8247370"/>
                    <a:gd name="connsiteX14" fmla="*/ 8140424 w 8140424"/>
                    <a:gd name="connsiteY14" fmla="*/ 5242913 h 8247370"/>
                    <a:gd name="connsiteX15" fmla="*/ 5339165 w 8140424"/>
                    <a:gd name="connsiteY15" fmla="*/ 8247370 h 8247370"/>
                    <a:gd name="connsiteX16" fmla="*/ 5063396 w 8140424"/>
                    <a:gd name="connsiteY16" fmla="*/ 8160284 h 8247370"/>
                    <a:gd name="connsiteX17" fmla="*/ 534938 w 8140424"/>
                    <a:gd name="connsiteY17" fmla="*/ 3747941 h 8247370"/>
                    <a:gd name="connsiteX0" fmla="*/ 534938 w 8140424"/>
                    <a:gd name="connsiteY0" fmla="*/ 3773711 h 8273140"/>
                    <a:gd name="connsiteX1" fmla="*/ 1144537 w 8140424"/>
                    <a:gd name="connsiteY1" fmla="*/ 3091542 h 8273140"/>
                    <a:gd name="connsiteX2" fmla="*/ 2973335 w 8140424"/>
                    <a:gd name="connsiteY2" fmla="*/ 4920342 h 8273140"/>
                    <a:gd name="connsiteX3" fmla="*/ 114023 w 8140424"/>
                    <a:gd name="connsiteY3" fmla="*/ 1944912 h 8273140"/>
                    <a:gd name="connsiteX4" fmla="*/ 1013908 w 8140424"/>
                    <a:gd name="connsiteY4" fmla="*/ 1233713 h 8273140"/>
                    <a:gd name="connsiteX5" fmla="*/ 3437794 w 8140424"/>
                    <a:gd name="connsiteY5" fmla="*/ 3672113 h 8273140"/>
                    <a:gd name="connsiteX6" fmla="*/ 723623 w 8140424"/>
                    <a:gd name="connsiteY6" fmla="*/ 914399 h 8273140"/>
                    <a:gd name="connsiteX7" fmla="*/ 1725109 w 8140424"/>
                    <a:gd name="connsiteY7" fmla="*/ 217714 h 8273140"/>
                    <a:gd name="connsiteX8" fmla="*/ 4090938 w 8140424"/>
                    <a:gd name="connsiteY8" fmla="*/ 2699657 h 8273140"/>
                    <a:gd name="connsiteX9" fmla="*/ 2102480 w 8140424"/>
                    <a:gd name="connsiteY9" fmla="*/ 566057 h 8273140"/>
                    <a:gd name="connsiteX10" fmla="*/ 3176537 w 8140424"/>
                    <a:gd name="connsiteY10" fmla="*/ 0 h 8273140"/>
                    <a:gd name="connsiteX11" fmla="*/ 6543851 w 8140424"/>
                    <a:gd name="connsiteY11" fmla="*/ 3454398 h 8273140"/>
                    <a:gd name="connsiteX12" fmla="*/ 7763052 w 8140424"/>
                    <a:gd name="connsiteY12" fmla="*/ 2699655 h 8273140"/>
                    <a:gd name="connsiteX13" fmla="*/ 7995281 w 8140424"/>
                    <a:gd name="connsiteY13" fmla="*/ 4063998 h 8273140"/>
                    <a:gd name="connsiteX14" fmla="*/ 8140424 w 8140424"/>
                    <a:gd name="connsiteY14" fmla="*/ 5268683 h 8273140"/>
                    <a:gd name="connsiteX15" fmla="*/ 5339165 w 8140424"/>
                    <a:gd name="connsiteY15" fmla="*/ 8273140 h 8273140"/>
                    <a:gd name="connsiteX16" fmla="*/ 5063396 w 8140424"/>
                    <a:gd name="connsiteY16" fmla="*/ 8186054 h 8273140"/>
                    <a:gd name="connsiteX17" fmla="*/ 534938 w 8140424"/>
                    <a:gd name="connsiteY17" fmla="*/ 3773711 h 8273140"/>
                    <a:gd name="connsiteX0" fmla="*/ 534938 w 8140424"/>
                    <a:gd name="connsiteY0" fmla="*/ 3773711 h 8273140"/>
                    <a:gd name="connsiteX1" fmla="*/ 1144537 w 8140424"/>
                    <a:gd name="connsiteY1" fmla="*/ 3091542 h 8273140"/>
                    <a:gd name="connsiteX2" fmla="*/ 2973335 w 8140424"/>
                    <a:gd name="connsiteY2" fmla="*/ 4920342 h 8273140"/>
                    <a:gd name="connsiteX3" fmla="*/ 114023 w 8140424"/>
                    <a:gd name="connsiteY3" fmla="*/ 1944912 h 8273140"/>
                    <a:gd name="connsiteX4" fmla="*/ 1013908 w 8140424"/>
                    <a:gd name="connsiteY4" fmla="*/ 1233713 h 8273140"/>
                    <a:gd name="connsiteX5" fmla="*/ 3437794 w 8140424"/>
                    <a:gd name="connsiteY5" fmla="*/ 3672113 h 8273140"/>
                    <a:gd name="connsiteX6" fmla="*/ 723623 w 8140424"/>
                    <a:gd name="connsiteY6" fmla="*/ 914399 h 8273140"/>
                    <a:gd name="connsiteX7" fmla="*/ 1725109 w 8140424"/>
                    <a:gd name="connsiteY7" fmla="*/ 217714 h 8273140"/>
                    <a:gd name="connsiteX8" fmla="*/ 4090938 w 8140424"/>
                    <a:gd name="connsiteY8" fmla="*/ 2699657 h 8273140"/>
                    <a:gd name="connsiteX9" fmla="*/ 2175052 w 8140424"/>
                    <a:gd name="connsiteY9" fmla="*/ 566057 h 8273140"/>
                    <a:gd name="connsiteX10" fmla="*/ 3176537 w 8140424"/>
                    <a:gd name="connsiteY10" fmla="*/ 0 h 8273140"/>
                    <a:gd name="connsiteX11" fmla="*/ 6543851 w 8140424"/>
                    <a:gd name="connsiteY11" fmla="*/ 3454398 h 8273140"/>
                    <a:gd name="connsiteX12" fmla="*/ 7763052 w 8140424"/>
                    <a:gd name="connsiteY12" fmla="*/ 2699655 h 8273140"/>
                    <a:gd name="connsiteX13" fmla="*/ 7995281 w 8140424"/>
                    <a:gd name="connsiteY13" fmla="*/ 4063998 h 8273140"/>
                    <a:gd name="connsiteX14" fmla="*/ 8140424 w 8140424"/>
                    <a:gd name="connsiteY14" fmla="*/ 5268683 h 8273140"/>
                    <a:gd name="connsiteX15" fmla="*/ 5339165 w 8140424"/>
                    <a:gd name="connsiteY15" fmla="*/ 8273140 h 8273140"/>
                    <a:gd name="connsiteX16" fmla="*/ 5063396 w 8140424"/>
                    <a:gd name="connsiteY16" fmla="*/ 8186054 h 8273140"/>
                    <a:gd name="connsiteX17" fmla="*/ 534938 w 8140424"/>
                    <a:gd name="connsiteY17" fmla="*/ 3773711 h 8273140"/>
                    <a:gd name="connsiteX0" fmla="*/ 534938 w 8140424"/>
                    <a:gd name="connsiteY0" fmla="*/ 3773711 h 8273140"/>
                    <a:gd name="connsiteX1" fmla="*/ 1144537 w 8140424"/>
                    <a:gd name="connsiteY1" fmla="*/ 3091542 h 8273140"/>
                    <a:gd name="connsiteX2" fmla="*/ 2973335 w 8140424"/>
                    <a:gd name="connsiteY2" fmla="*/ 4920342 h 8273140"/>
                    <a:gd name="connsiteX3" fmla="*/ 114023 w 8140424"/>
                    <a:gd name="connsiteY3" fmla="*/ 1944912 h 8273140"/>
                    <a:gd name="connsiteX4" fmla="*/ 1013908 w 8140424"/>
                    <a:gd name="connsiteY4" fmla="*/ 1233713 h 8273140"/>
                    <a:gd name="connsiteX5" fmla="*/ 3437794 w 8140424"/>
                    <a:gd name="connsiteY5" fmla="*/ 3672113 h 8273140"/>
                    <a:gd name="connsiteX6" fmla="*/ 723623 w 8140424"/>
                    <a:gd name="connsiteY6" fmla="*/ 914399 h 8273140"/>
                    <a:gd name="connsiteX7" fmla="*/ 1725109 w 8140424"/>
                    <a:gd name="connsiteY7" fmla="*/ 217714 h 8273140"/>
                    <a:gd name="connsiteX8" fmla="*/ 4090938 w 8140424"/>
                    <a:gd name="connsiteY8" fmla="*/ 2699657 h 8273140"/>
                    <a:gd name="connsiteX9" fmla="*/ 2102480 w 8140424"/>
                    <a:gd name="connsiteY9" fmla="*/ 566057 h 8273140"/>
                    <a:gd name="connsiteX10" fmla="*/ 3176537 w 8140424"/>
                    <a:gd name="connsiteY10" fmla="*/ 0 h 8273140"/>
                    <a:gd name="connsiteX11" fmla="*/ 6543851 w 8140424"/>
                    <a:gd name="connsiteY11" fmla="*/ 3454398 h 8273140"/>
                    <a:gd name="connsiteX12" fmla="*/ 7763052 w 8140424"/>
                    <a:gd name="connsiteY12" fmla="*/ 2699655 h 8273140"/>
                    <a:gd name="connsiteX13" fmla="*/ 7995281 w 8140424"/>
                    <a:gd name="connsiteY13" fmla="*/ 4063998 h 8273140"/>
                    <a:gd name="connsiteX14" fmla="*/ 8140424 w 8140424"/>
                    <a:gd name="connsiteY14" fmla="*/ 5268683 h 8273140"/>
                    <a:gd name="connsiteX15" fmla="*/ 5339165 w 8140424"/>
                    <a:gd name="connsiteY15" fmla="*/ 8273140 h 8273140"/>
                    <a:gd name="connsiteX16" fmla="*/ 5063396 w 8140424"/>
                    <a:gd name="connsiteY16" fmla="*/ 8186054 h 8273140"/>
                    <a:gd name="connsiteX17" fmla="*/ 534938 w 8140424"/>
                    <a:gd name="connsiteY17" fmla="*/ 3773711 h 8273140"/>
                    <a:gd name="connsiteX0" fmla="*/ 534938 w 8140424"/>
                    <a:gd name="connsiteY0" fmla="*/ 3773711 h 8273140"/>
                    <a:gd name="connsiteX1" fmla="*/ 1144537 w 8140424"/>
                    <a:gd name="connsiteY1" fmla="*/ 3091542 h 8273140"/>
                    <a:gd name="connsiteX2" fmla="*/ 2973335 w 8140424"/>
                    <a:gd name="connsiteY2" fmla="*/ 4920342 h 8273140"/>
                    <a:gd name="connsiteX3" fmla="*/ 114023 w 8140424"/>
                    <a:gd name="connsiteY3" fmla="*/ 1944912 h 8273140"/>
                    <a:gd name="connsiteX4" fmla="*/ 1013908 w 8140424"/>
                    <a:gd name="connsiteY4" fmla="*/ 1233713 h 8273140"/>
                    <a:gd name="connsiteX5" fmla="*/ 3437794 w 8140424"/>
                    <a:gd name="connsiteY5" fmla="*/ 3672113 h 8273140"/>
                    <a:gd name="connsiteX6" fmla="*/ 723623 w 8140424"/>
                    <a:gd name="connsiteY6" fmla="*/ 914399 h 8273140"/>
                    <a:gd name="connsiteX7" fmla="*/ 1725109 w 8140424"/>
                    <a:gd name="connsiteY7" fmla="*/ 217714 h 8273140"/>
                    <a:gd name="connsiteX8" fmla="*/ 4090938 w 8140424"/>
                    <a:gd name="connsiteY8" fmla="*/ 2699657 h 8273140"/>
                    <a:gd name="connsiteX9" fmla="*/ 2102480 w 8140424"/>
                    <a:gd name="connsiteY9" fmla="*/ 566057 h 8273140"/>
                    <a:gd name="connsiteX10" fmla="*/ 3176537 w 8140424"/>
                    <a:gd name="connsiteY10" fmla="*/ 0 h 8273140"/>
                    <a:gd name="connsiteX11" fmla="*/ 6543851 w 8140424"/>
                    <a:gd name="connsiteY11" fmla="*/ 3454398 h 8273140"/>
                    <a:gd name="connsiteX12" fmla="*/ 7763052 w 8140424"/>
                    <a:gd name="connsiteY12" fmla="*/ 2699655 h 8273140"/>
                    <a:gd name="connsiteX13" fmla="*/ 7995281 w 8140424"/>
                    <a:gd name="connsiteY13" fmla="*/ 4063998 h 8273140"/>
                    <a:gd name="connsiteX14" fmla="*/ 8140424 w 8140424"/>
                    <a:gd name="connsiteY14" fmla="*/ 5268683 h 8273140"/>
                    <a:gd name="connsiteX15" fmla="*/ 5339165 w 8140424"/>
                    <a:gd name="connsiteY15" fmla="*/ 8273140 h 8273140"/>
                    <a:gd name="connsiteX16" fmla="*/ 5063396 w 8140424"/>
                    <a:gd name="connsiteY16" fmla="*/ 8186054 h 8273140"/>
                    <a:gd name="connsiteX17" fmla="*/ 534938 w 8140424"/>
                    <a:gd name="connsiteY17" fmla="*/ 3773711 h 8273140"/>
                    <a:gd name="connsiteX0" fmla="*/ 534938 w 8140424"/>
                    <a:gd name="connsiteY0" fmla="*/ 4045114 h 8544543"/>
                    <a:gd name="connsiteX1" fmla="*/ 1144537 w 8140424"/>
                    <a:gd name="connsiteY1" fmla="*/ 3362945 h 8544543"/>
                    <a:gd name="connsiteX2" fmla="*/ 2973335 w 8140424"/>
                    <a:gd name="connsiteY2" fmla="*/ 5191745 h 8544543"/>
                    <a:gd name="connsiteX3" fmla="*/ 114023 w 8140424"/>
                    <a:gd name="connsiteY3" fmla="*/ 2216315 h 8544543"/>
                    <a:gd name="connsiteX4" fmla="*/ 1013908 w 8140424"/>
                    <a:gd name="connsiteY4" fmla="*/ 1505116 h 8544543"/>
                    <a:gd name="connsiteX5" fmla="*/ 3437794 w 8140424"/>
                    <a:gd name="connsiteY5" fmla="*/ 3943516 h 8544543"/>
                    <a:gd name="connsiteX6" fmla="*/ 723623 w 8140424"/>
                    <a:gd name="connsiteY6" fmla="*/ 1185802 h 8544543"/>
                    <a:gd name="connsiteX7" fmla="*/ 1725109 w 8140424"/>
                    <a:gd name="connsiteY7" fmla="*/ 489117 h 8544543"/>
                    <a:gd name="connsiteX8" fmla="*/ 4090938 w 8140424"/>
                    <a:gd name="connsiteY8" fmla="*/ 2971060 h 8544543"/>
                    <a:gd name="connsiteX9" fmla="*/ 2102480 w 8140424"/>
                    <a:gd name="connsiteY9" fmla="*/ 837460 h 8544543"/>
                    <a:gd name="connsiteX10" fmla="*/ 3176537 w 8140424"/>
                    <a:gd name="connsiteY10" fmla="*/ 271403 h 8544543"/>
                    <a:gd name="connsiteX11" fmla="*/ 6543851 w 8140424"/>
                    <a:gd name="connsiteY11" fmla="*/ 3725801 h 8544543"/>
                    <a:gd name="connsiteX12" fmla="*/ 7763052 w 8140424"/>
                    <a:gd name="connsiteY12" fmla="*/ 2971058 h 8544543"/>
                    <a:gd name="connsiteX13" fmla="*/ 7995281 w 8140424"/>
                    <a:gd name="connsiteY13" fmla="*/ 4335401 h 8544543"/>
                    <a:gd name="connsiteX14" fmla="*/ 8140424 w 8140424"/>
                    <a:gd name="connsiteY14" fmla="*/ 5540086 h 8544543"/>
                    <a:gd name="connsiteX15" fmla="*/ 5339165 w 8140424"/>
                    <a:gd name="connsiteY15" fmla="*/ 8544543 h 8544543"/>
                    <a:gd name="connsiteX16" fmla="*/ 5063396 w 8140424"/>
                    <a:gd name="connsiteY16" fmla="*/ 8457457 h 8544543"/>
                    <a:gd name="connsiteX17" fmla="*/ 534938 w 8140424"/>
                    <a:gd name="connsiteY17" fmla="*/ 4045114 h 8544543"/>
                    <a:gd name="connsiteX0" fmla="*/ 534938 w 8140424"/>
                    <a:gd name="connsiteY0" fmla="*/ 4041454 h 8540883"/>
                    <a:gd name="connsiteX1" fmla="*/ 1144537 w 8140424"/>
                    <a:gd name="connsiteY1" fmla="*/ 3359285 h 8540883"/>
                    <a:gd name="connsiteX2" fmla="*/ 2973335 w 8140424"/>
                    <a:gd name="connsiteY2" fmla="*/ 5188085 h 8540883"/>
                    <a:gd name="connsiteX3" fmla="*/ 114023 w 8140424"/>
                    <a:gd name="connsiteY3" fmla="*/ 2212655 h 8540883"/>
                    <a:gd name="connsiteX4" fmla="*/ 1013908 w 8140424"/>
                    <a:gd name="connsiteY4" fmla="*/ 1501456 h 8540883"/>
                    <a:gd name="connsiteX5" fmla="*/ 3437794 w 8140424"/>
                    <a:gd name="connsiteY5" fmla="*/ 3939856 h 8540883"/>
                    <a:gd name="connsiteX6" fmla="*/ 723623 w 8140424"/>
                    <a:gd name="connsiteY6" fmla="*/ 1182142 h 8540883"/>
                    <a:gd name="connsiteX7" fmla="*/ 1725109 w 8140424"/>
                    <a:gd name="connsiteY7" fmla="*/ 485457 h 8540883"/>
                    <a:gd name="connsiteX8" fmla="*/ 4090938 w 8140424"/>
                    <a:gd name="connsiteY8" fmla="*/ 2967400 h 8540883"/>
                    <a:gd name="connsiteX9" fmla="*/ 2102480 w 8140424"/>
                    <a:gd name="connsiteY9" fmla="*/ 833800 h 8540883"/>
                    <a:gd name="connsiteX10" fmla="*/ 3176537 w 8140424"/>
                    <a:gd name="connsiteY10" fmla="*/ 267743 h 8540883"/>
                    <a:gd name="connsiteX11" fmla="*/ 6543851 w 8140424"/>
                    <a:gd name="connsiteY11" fmla="*/ 3722141 h 8540883"/>
                    <a:gd name="connsiteX12" fmla="*/ 7763052 w 8140424"/>
                    <a:gd name="connsiteY12" fmla="*/ 2967398 h 8540883"/>
                    <a:gd name="connsiteX13" fmla="*/ 7995281 w 8140424"/>
                    <a:gd name="connsiteY13" fmla="*/ 4331741 h 8540883"/>
                    <a:gd name="connsiteX14" fmla="*/ 8140424 w 8140424"/>
                    <a:gd name="connsiteY14" fmla="*/ 5536426 h 8540883"/>
                    <a:gd name="connsiteX15" fmla="*/ 5339165 w 8140424"/>
                    <a:gd name="connsiteY15" fmla="*/ 8540883 h 8540883"/>
                    <a:gd name="connsiteX16" fmla="*/ 5063396 w 8140424"/>
                    <a:gd name="connsiteY16" fmla="*/ 8453797 h 8540883"/>
                    <a:gd name="connsiteX17" fmla="*/ 534938 w 8140424"/>
                    <a:gd name="connsiteY17" fmla="*/ 4041454 h 8540883"/>
                    <a:gd name="connsiteX0" fmla="*/ 534938 w 8140424"/>
                    <a:gd name="connsiteY0" fmla="*/ 4047870 h 8547299"/>
                    <a:gd name="connsiteX1" fmla="*/ 1144537 w 8140424"/>
                    <a:gd name="connsiteY1" fmla="*/ 3365701 h 8547299"/>
                    <a:gd name="connsiteX2" fmla="*/ 2973335 w 8140424"/>
                    <a:gd name="connsiteY2" fmla="*/ 5194501 h 8547299"/>
                    <a:gd name="connsiteX3" fmla="*/ 114023 w 8140424"/>
                    <a:gd name="connsiteY3" fmla="*/ 2219071 h 8547299"/>
                    <a:gd name="connsiteX4" fmla="*/ 1013908 w 8140424"/>
                    <a:gd name="connsiteY4" fmla="*/ 1507872 h 8547299"/>
                    <a:gd name="connsiteX5" fmla="*/ 3437794 w 8140424"/>
                    <a:gd name="connsiteY5" fmla="*/ 3946272 h 8547299"/>
                    <a:gd name="connsiteX6" fmla="*/ 723623 w 8140424"/>
                    <a:gd name="connsiteY6" fmla="*/ 1188558 h 8547299"/>
                    <a:gd name="connsiteX7" fmla="*/ 1725109 w 8140424"/>
                    <a:gd name="connsiteY7" fmla="*/ 491873 h 8547299"/>
                    <a:gd name="connsiteX8" fmla="*/ 4090938 w 8140424"/>
                    <a:gd name="connsiteY8" fmla="*/ 2973816 h 8547299"/>
                    <a:gd name="connsiteX9" fmla="*/ 2102480 w 8140424"/>
                    <a:gd name="connsiteY9" fmla="*/ 840216 h 8547299"/>
                    <a:gd name="connsiteX10" fmla="*/ 3176537 w 8140424"/>
                    <a:gd name="connsiteY10" fmla="*/ 274159 h 8547299"/>
                    <a:gd name="connsiteX11" fmla="*/ 6543851 w 8140424"/>
                    <a:gd name="connsiteY11" fmla="*/ 3728557 h 8547299"/>
                    <a:gd name="connsiteX12" fmla="*/ 7763052 w 8140424"/>
                    <a:gd name="connsiteY12" fmla="*/ 2973814 h 8547299"/>
                    <a:gd name="connsiteX13" fmla="*/ 7995281 w 8140424"/>
                    <a:gd name="connsiteY13" fmla="*/ 4338157 h 8547299"/>
                    <a:gd name="connsiteX14" fmla="*/ 8140424 w 8140424"/>
                    <a:gd name="connsiteY14" fmla="*/ 5542842 h 8547299"/>
                    <a:gd name="connsiteX15" fmla="*/ 5339165 w 8140424"/>
                    <a:gd name="connsiteY15" fmla="*/ 8547299 h 8547299"/>
                    <a:gd name="connsiteX16" fmla="*/ 5063396 w 8140424"/>
                    <a:gd name="connsiteY16" fmla="*/ 8460213 h 8547299"/>
                    <a:gd name="connsiteX17" fmla="*/ 534938 w 8140424"/>
                    <a:gd name="connsiteY17" fmla="*/ 4047870 h 8547299"/>
                    <a:gd name="connsiteX0" fmla="*/ 534938 w 8140424"/>
                    <a:gd name="connsiteY0" fmla="*/ 4023705 h 8523134"/>
                    <a:gd name="connsiteX1" fmla="*/ 1144537 w 8140424"/>
                    <a:gd name="connsiteY1" fmla="*/ 3341536 h 8523134"/>
                    <a:gd name="connsiteX2" fmla="*/ 2973335 w 8140424"/>
                    <a:gd name="connsiteY2" fmla="*/ 5170336 h 8523134"/>
                    <a:gd name="connsiteX3" fmla="*/ 114023 w 8140424"/>
                    <a:gd name="connsiteY3" fmla="*/ 2194906 h 8523134"/>
                    <a:gd name="connsiteX4" fmla="*/ 1013908 w 8140424"/>
                    <a:gd name="connsiteY4" fmla="*/ 1483707 h 8523134"/>
                    <a:gd name="connsiteX5" fmla="*/ 3437794 w 8140424"/>
                    <a:gd name="connsiteY5" fmla="*/ 3922107 h 8523134"/>
                    <a:gd name="connsiteX6" fmla="*/ 723623 w 8140424"/>
                    <a:gd name="connsiteY6" fmla="*/ 1164393 h 8523134"/>
                    <a:gd name="connsiteX7" fmla="*/ 1725109 w 8140424"/>
                    <a:gd name="connsiteY7" fmla="*/ 467708 h 8523134"/>
                    <a:gd name="connsiteX8" fmla="*/ 4090938 w 8140424"/>
                    <a:gd name="connsiteY8" fmla="*/ 2949651 h 8523134"/>
                    <a:gd name="connsiteX9" fmla="*/ 2102480 w 8140424"/>
                    <a:gd name="connsiteY9" fmla="*/ 816051 h 8523134"/>
                    <a:gd name="connsiteX10" fmla="*/ 3176537 w 8140424"/>
                    <a:gd name="connsiteY10" fmla="*/ 249994 h 8523134"/>
                    <a:gd name="connsiteX11" fmla="*/ 6543851 w 8140424"/>
                    <a:gd name="connsiteY11" fmla="*/ 3704392 h 8523134"/>
                    <a:gd name="connsiteX12" fmla="*/ 7763052 w 8140424"/>
                    <a:gd name="connsiteY12" fmla="*/ 2949649 h 8523134"/>
                    <a:gd name="connsiteX13" fmla="*/ 7995281 w 8140424"/>
                    <a:gd name="connsiteY13" fmla="*/ 4313992 h 8523134"/>
                    <a:gd name="connsiteX14" fmla="*/ 8140424 w 8140424"/>
                    <a:gd name="connsiteY14" fmla="*/ 5518677 h 8523134"/>
                    <a:gd name="connsiteX15" fmla="*/ 5339165 w 8140424"/>
                    <a:gd name="connsiteY15" fmla="*/ 8523134 h 8523134"/>
                    <a:gd name="connsiteX16" fmla="*/ 5063396 w 8140424"/>
                    <a:gd name="connsiteY16" fmla="*/ 8436048 h 8523134"/>
                    <a:gd name="connsiteX17" fmla="*/ 534938 w 8140424"/>
                    <a:gd name="connsiteY17" fmla="*/ 4023705 h 852313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7763052 w 8140424"/>
                    <a:gd name="connsiteY12" fmla="*/ 2968999 h 8542484"/>
                    <a:gd name="connsiteX13" fmla="*/ 7995281 w 8140424"/>
                    <a:gd name="connsiteY13" fmla="*/ 4333342 h 8542484"/>
                    <a:gd name="connsiteX14" fmla="*/ 8140424 w 8140424"/>
                    <a:gd name="connsiteY14" fmla="*/ 5538027 h 8542484"/>
                    <a:gd name="connsiteX15" fmla="*/ 5339165 w 8140424"/>
                    <a:gd name="connsiteY15" fmla="*/ 8542484 h 8542484"/>
                    <a:gd name="connsiteX16" fmla="*/ 5063396 w 8140424"/>
                    <a:gd name="connsiteY16" fmla="*/ 8455398 h 8542484"/>
                    <a:gd name="connsiteX17" fmla="*/ 534938 w 8140424"/>
                    <a:gd name="connsiteY17"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7037337 w 8140424"/>
                    <a:gd name="connsiteY12" fmla="*/ 3389915 h 8542484"/>
                    <a:gd name="connsiteX13" fmla="*/ 7763052 w 8140424"/>
                    <a:gd name="connsiteY13" fmla="*/ 2968999 h 8542484"/>
                    <a:gd name="connsiteX14" fmla="*/ 7995281 w 8140424"/>
                    <a:gd name="connsiteY14" fmla="*/ 4333342 h 8542484"/>
                    <a:gd name="connsiteX15" fmla="*/ 8140424 w 8140424"/>
                    <a:gd name="connsiteY15" fmla="*/ 5538027 h 8542484"/>
                    <a:gd name="connsiteX16" fmla="*/ 5339165 w 8140424"/>
                    <a:gd name="connsiteY16" fmla="*/ 8542484 h 8542484"/>
                    <a:gd name="connsiteX17" fmla="*/ 5063396 w 8140424"/>
                    <a:gd name="connsiteY17" fmla="*/ 8455398 h 8542484"/>
                    <a:gd name="connsiteX18" fmla="*/ 534938 w 8140424"/>
                    <a:gd name="connsiteY18"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51966 w 8140424"/>
                    <a:gd name="connsiteY12" fmla="*/ 2243287 h 8542484"/>
                    <a:gd name="connsiteX13" fmla="*/ 7763052 w 8140424"/>
                    <a:gd name="connsiteY13" fmla="*/ 2968999 h 8542484"/>
                    <a:gd name="connsiteX14" fmla="*/ 7995281 w 8140424"/>
                    <a:gd name="connsiteY14" fmla="*/ 4333342 h 8542484"/>
                    <a:gd name="connsiteX15" fmla="*/ 8140424 w 8140424"/>
                    <a:gd name="connsiteY15" fmla="*/ 5538027 h 8542484"/>
                    <a:gd name="connsiteX16" fmla="*/ 5339165 w 8140424"/>
                    <a:gd name="connsiteY16" fmla="*/ 8542484 h 8542484"/>
                    <a:gd name="connsiteX17" fmla="*/ 5063396 w 8140424"/>
                    <a:gd name="connsiteY17" fmla="*/ 8455398 h 8542484"/>
                    <a:gd name="connsiteX18" fmla="*/ 534938 w 8140424"/>
                    <a:gd name="connsiteY18"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51966 w 8140424"/>
                    <a:gd name="connsiteY12" fmla="*/ 2243287 h 8542484"/>
                    <a:gd name="connsiteX13" fmla="*/ 7763052 w 8140424"/>
                    <a:gd name="connsiteY13" fmla="*/ 2968999 h 8542484"/>
                    <a:gd name="connsiteX14" fmla="*/ 7995281 w 8140424"/>
                    <a:gd name="connsiteY14" fmla="*/ 4333342 h 8542484"/>
                    <a:gd name="connsiteX15" fmla="*/ 8140424 w 8140424"/>
                    <a:gd name="connsiteY15" fmla="*/ 5538027 h 8542484"/>
                    <a:gd name="connsiteX16" fmla="*/ 5339165 w 8140424"/>
                    <a:gd name="connsiteY16" fmla="*/ 8542484 h 8542484"/>
                    <a:gd name="connsiteX17" fmla="*/ 5063396 w 8140424"/>
                    <a:gd name="connsiteY17" fmla="*/ 8455398 h 8542484"/>
                    <a:gd name="connsiteX18" fmla="*/ 534938 w 8140424"/>
                    <a:gd name="connsiteY18"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51966 w 8140424"/>
                    <a:gd name="connsiteY12" fmla="*/ 2243287 h 8542484"/>
                    <a:gd name="connsiteX13" fmla="*/ 7763052 w 8140424"/>
                    <a:gd name="connsiteY13" fmla="*/ 2968999 h 8542484"/>
                    <a:gd name="connsiteX14" fmla="*/ 7995281 w 8140424"/>
                    <a:gd name="connsiteY14" fmla="*/ 4333342 h 8542484"/>
                    <a:gd name="connsiteX15" fmla="*/ 8140424 w 8140424"/>
                    <a:gd name="connsiteY15" fmla="*/ 5538027 h 8542484"/>
                    <a:gd name="connsiteX16" fmla="*/ 5339165 w 8140424"/>
                    <a:gd name="connsiteY16" fmla="*/ 8542484 h 8542484"/>
                    <a:gd name="connsiteX17" fmla="*/ 5063396 w 8140424"/>
                    <a:gd name="connsiteY17" fmla="*/ 8455398 h 8542484"/>
                    <a:gd name="connsiteX18" fmla="*/ 534938 w 8140424"/>
                    <a:gd name="connsiteY18"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7763052 w 8140424"/>
                    <a:gd name="connsiteY13" fmla="*/ 2968999 h 8542484"/>
                    <a:gd name="connsiteX14" fmla="*/ 7995281 w 8140424"/>
                    <a:gd name="connsiteY14" fmla="*/ 4333342 h 8542484"/>
                    <a:gd name="connsiteX15" fmla="*/ 8140424 w 8140424"/>
                    <a:gd name="connsiteY15" fmla="*/ 5538027 h 8542484"/>
                    <a:gd name="connsiteX16" fmla="*/ 5339165 w 8140424"/>
                    <a:gd name="connsiteY16" fmla="*/ 8542484 h 8542484"/>
                    <a:gd name="connsiteX17" fmla="*/ 5063396 w 8140424"/>
                    <a:gd name="connsiteY17" fmla="*/ 8455398 h 8542484"/>
                    <a:gd name="connsiteX18" fmla="*/ 534938 w 8140424"/>
                    <a:gd name="connsiteY18"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7269566 w 8140424"/>
                    <a:gd name="connsiteY13" fmla="*/ 2780315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68921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47130 w 8140424"/>
                    <a:gd name="connsiteY0" fmla="*/ 4043055 h 8542484"/>
                    <a:gd name="connsiteX1" fmla="*/ 1168921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47130 w 8140424"/>
                    <a:gd name="connsiteY19" fmla="*/ 4043055 h 8542484"/>
                    <a:gd name="connsiteX0" fmla="*/ 547130 w 8140424"/>
                    <a:gd name="connsiteY0" fmla="*/ 4043055 h 8542484"/>
                    <a:gd name="connsiteX1" fmla="*/ 1168921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47130 w 8140424"/>
                    <a:gd name="connsiteY19" fmla="*/ 4043055 h 8542484"/>
                    <a:gd name="connsiteX0" fmla="*/ 541518 w 8134812"/>
                    <a:gd name="connsiteY0" fmla="*/ 4043055 h 8542484"/>
                    <a:gd name="connsiteX1" fmla="*/ 1163309 w 8134812"/>
                    <a:gd name="connsiteY1" fmla="*/ 3360886 h 8542484"/>
                    <a:gd name="connsiteX2" fmla="*/ 2967723 w 8134812"/>
                    <a:gd name="connsiteY2" fmla="*/ 5189686 h 8542484"/>
                    <a:gd name="connsiteX3" fmla="*/ 108411 w 8134812"/>
                    <a:gd name="connsiteY3" fmla="*/ 2214256 h 8542484"/>
                    <a:gd name="connsiteX4" fmla="*/ 1008296 w 8134812"/>
                    <a:gd name="connsiteY4" fmla="*/ 1503057 h 8542484"/>
                    <a:gd name="connsiteX5" fmla="*/ 3432182 w 8134812"/>
                    <a:gd name="connsiteY5" fmla="*/ 3941457 h 8542484"/>
                    <a:gd name="connsiteX6" fmla="*/ 718011 w 8134812"/>
                    <a:gd name="connsiteY6" fmla="*/ 1183743 h 8542484"/>
                    <a:gd name="connsiteX7" fmla="*/ 1719497 w 8134812"/>
                    <a:gd name="connsiteY7" fmla="*/ 487058 h 8542484"/>
                    <a:gd name="connsiteX8" fmla="*/ 4085326 w 8134812"/>
                    <a:gd name="connsiteY8" fmla="*/ 2969001 h 8542484"/>
                    <a:gd name="connsiteX9" fmla="*/ 2096868 w 8134812"/>
                    <a:gd name="connsiteY9" fmla="*/ 835401 h 8542484"/>
                    <a:gd name="connsiteX10" fmla="*/ 3170925 w 8134812"/>
                    <a:gd name="connsiteY10" fmla="*/ 269344 h 8542484"/>
                    <a:gd name="connsiteX11" fmla="*/ 6538239 w 8134812"/>
                    <a:gd name="connsiteY11" fmla="*/ 3723742 h 8542484"/>
                    <a:gd name="connsiteX12" fmla="*/ 6102811 w 8134812"/>
                    <a:gd name="connsiteY12" fmla="*/ 2243287 h 8542484"/>
                    <a:gd name="connsiteX13" fmla="*/ 6639839 w 8134812"/>
                    <a:gd name="connsiteY13" fmla="*/ 1024087 h 8542484"/>
                    <a:gd name="connsiteX14" fmla="*/ 7757440 w 8134812"/>
                    <a:gd name="connsiteY14" fmla="*/ 2968999 h 8542484"/>
                    <a:gd name="connsiteX15" fmla="*/ 7989669 w 8134812"/>
                    <a:gd name="connsiteY15" fmla="*/ 4333342 h 8542484"/>
                    <a:gd name="connsiteX16" fmla="*/ 8134812 w 8134812"/>
                    <a:gd name="connsiteY16" fmla="*/ 5538027 h 8542484"/>
                    <a:gd name="connsiteX17" fmla="*/ 5333553 w 8134812"/>
                    <a:gd name="connsiteY17" fmla="*/ 8542484 h 8542484"/>
                    <a:gd name="connsiteX18" fmla="*/ 5057784 w 8134812"/>
                    <a:gd name="connsiteY18" fmla="*/ 8455398 h 8542484"/>
                    <a:gd name="connsiteX19" fmla="*/ 541518 w 8134812"/>
                    <a:gd name="connsiteY19" fmla="*/ 4043055 h 8542484"/>
                    <a:gd name="connsiteX0" fmla="*/ 541518 w 8134812"/>
                    <a:gd name="connsiteY0" fmla="*/ 4043055 h 8542484"/>
                    <a:gd name="connsiteX1" fmla="*/ 1163309 w 8134812"/>
                    <a:gd name="connsiteY1" fmla="*/ 3360886 h 8542484"/>
                    <a:gd name="connsiteX2" fmla="*/ 2967723 w 8134812"/>
                    <a:gd name="connsiteY2" fmla="*/ 5189686 h 8542484"/>
                    <a:gd name="connsiteX3" fmla="*/ 108411 w 8134812"/>
                    <a:gd name="connsiteY3" fmla="*/ 2214256 h 8542484"/>
                    <a:gd name="connsiteX4" fmla="*/ 1008296 w 8134812"/>
                    <a:gd name="connsiteY4" fmla="*/ 1503057 h 8542484"/>
                    <a:gd name="connsiteX5" fmla="*/ 3432182 w 8134812"/>
                    <a:gd name="connsiteY5" fmla="*/ 3941457 h 8542484"/>
                    <a:gd name="connsiteX6" fmla="*/ 718011 w 8134812"/>
                    <a:gd name="connsiteY6" fmla="*/ 1183743 h 8542484"/>
                    <a:gd name="connsiteX7" fmla="*/ 1719497 w 8134812"/>
                    <a:gd name="connsiteY7" fmla="*/ 487058 h 8542484"/>
                    <a:gd name="connsiteX8" fmla="*/ 4085326 w 8134812"/>
                    <a:gd name="connsiteY8" fmla="*/ 2969001 h 8542484"/>
                    <a:gd name="connsiteX9" fmla="*/ 2096868 w 8134812"/>
                    <a:gd name="connsiteY9" fmla="*/ 835401 h 8542484"/>
                    <a:gd name="connsiteX10" fmla="*/ 3170925 w 8134812"/>
                    <a:gd name="connsiteY10" fmla="*/ 269344 h 8542484"/>
                    <a:gd name="connsiteX11" fmla="*/ 6538239 w 8134812"/>
                    <a:gd name="connsiteY11" fmla="*/ 3723742 h 8542484"/>
                    <a:gd name="connsiteX12" fmla="*/ 6090619 w 8134812"/>
                    <a:gd name="connsiteY12" fmla="*/ 2231095 h 8542484"/>
                    <a:gd name="connsiteX13" fmla="*/ 6639839 w 8134812"/>
                    <a:gd name="connsiteY13" fmla="*/ 1024087 h 8542484"/>
                    <a:gd name="connsiteX14" fmla="*/ 7757440 w 8134812"/>
                    <a:gd name="connsiteY14" fmla="*/ 2968999 h 8542484"/>
                    <a:gd name="connsiteX15" fmla="*/ 7989669 w 8134812"/>
                    <a:gd name="connsiteY15" fmla="*/ 4333342 h 8542484"/>
                    <a:gd name="connsiteX16" fmla="*/ 8134812 w 8134812"/>
                    <a:gd name="connsiteY16" fmla="*/ 5538027 h 8542484"/>
                    <a:gd name="connsiteX17" fmla="*/ 5333553 w 8134812"/>
                    <a:gd name="connsiteY17" fmla="*/ 8542484 h 8542484"/>
                    <a:gd name="connsiteX18" fmla="*/ 5057784 w 8134812"/>
                    <a:gd name="connsiteY18" fmla="*/ 8455398 h 8542484"/>
                    <a:gd name="connsiteX19" fmla="*/ 541518 w 8134812"/>
                    <a:gd name="connsiteY19" fmla="*/ 4043055 h 8542484"/>
                    <a:gd name="connsiteX0" fmla="*/ 541518 w 8134812"/>
                    <a:gd name="connsiteY0" fmla="*/ 4043055 h 8542484"/>
                    <a:gd name="connsiteX1" fmla="*/ 1163309 w 8134812"/>
                    <a:gd name="connsiteY1" fmla="*/ 3360886 h 8542484"/>
                    <a:gd name="connsiteX2" fmla="*/ 2967723 w 8134812"/>
                    <a:gd name="connsiteY2" fmla="*/ 5189686 h 8542484"/>
                    <a:gd name="connsiteX3" fmla="*/ 108411 w 8134812"/>
                    <a:gd name="connsiteY3" fmla="*/ 2214256 h 8542484"/>
                    <a:gd name="connsiteX4" fmla="*/ 1008296 w 8134812"/>
                    <a:gd name="connsiteY4" fmla="*/ 1503057 h 8542484"/>
                    <a:gd name="connsiteX5" fmla="*/ 3432182 w 8134812"/>
                    <a:gd name="connsiteY5" fmla="*/ 3941457 h 8542484"/>
                    <a:gd name="connsiteX6" fmla="*/ 718011 w 8134812"/>
                    <a:gd name="connsiteY6" fmla="*/ 1183743 h 8542484"/>
                    <a:gd name="connsiteX7" fmla="*/ 1719497 w 8134812"/>
                    <a:gd name="connsiteY7" fmla="*/ 487058 h 8542484"/>
                    <a:gd name="connsiteX8" fmla="*/ 4085326 w 8134812"/>
                    <a:gd name="connsiteY8" fmla="*/ 2969001 h 8542484"/>
                    <a:gd name="connsiteX9" fmla="*/ 2096868 w 8134812"/>
                    <a:gd name="connsiteY9" fmla="*/ 835401 h 8542484"/>
                    <a:gd name="connsiteX10" fmla="*/ 3170925 w 8134812"/>
                    <a:gd name="connsiteY10" fmla="*/ 269344 h 8542484"/>
                    <a:gd name="connsiteX11" fmla="*/ 6538239 w 8134812"/>
                    <a:gd name="connsiteY11" fmla="*/ 3723742 h 8542484"/>
                    <a:gd name="connsiteX12" fmla="*/ 6090619 w 8134812"/>
                    <a:gd name="connsiteY12" fmla="*/ 2231095 h 8542484"/>
                    <a:gd name="connsiteX13" fmla="*/ 6639839 w 8134812"/>
                    <a:gd name="connsiteY13" fmla="*/ 1024087 h 8542484"/>
                    <a:gd name="connsiteX14" fmla="*/ 7757440 w 8134812"/>
                    <a:gd name="connsiteY14" fmla="*/ 2968999 h 8542484"/>
                    <a:gd name="connsiteX15" fmla="*/ 7989669 w 8134812"/>
                    <a:gd name="connsiteY15" fmla="*/ 4333342 h 8542484"/>
                    <a:gd name="connsiteX16" fmla="*/ 8134812 w 8134812"/>
                    <a:gd name="connsiteY16" fmla="*/ 5538027 h 8542484"/>
                    <a:gd name="connsiteX17" fmla="*/ 5333553 w 8134812"/>
                    <a:gd name="connsiteY17" fmla="*/ 8542484 h 8542484"/>
                    <a:gd name="connsiteX18" fmla="*/ 5057784 w 8134812"/>
                    <a:gd name="connsiteY18" fmla="*/ 8455398 h 8542484"/>
                    <a:gd name="connsiteX19" fmla="*/ 541518 w 8134812"/>
                    <a:gd name="connsiteY19" fmla="*/ 4043055 h 8542484"/>
                    <a:gd name="connsiteX0" fmla="*/ 541518 w 8134812"/>
                    <a:gd name="connsiteY0" fmla="*/ 4043055 h 8542484"/>
                    <a:gd name="connsiteX1" fmla="*/ 1163309 w 8134812"/>
                    <a:gd name="connsiteY1" fmla="*/ 3360886 h 8542484"/>
                    <a:gd name="connsiteX2" fmla="*/ 2967723 w 8134812"/>
                    <a:gd name="connsiteY2" fmla="*/ 5189686 h 8542484"/>
                    <a:gd name="connsiteX3" fmla="*/ 108411 w 8134812"/>
                    <a:gd name="connsiteY3" fmla="*/ 2214256 h 8542484"/>
                    <a:gd name="connsiteX4" fmla="*/ 1008296 w 8134812"/>
                    <a:gd name="connsiteY4" fmla="*/ 1503057 h 8542484"/>
                    <a:gd name="connsiteX5" fmla="*/ 3432182 w 8134812"/>
                    <a:gd name="connsiteY5" fmla="*/ 3941457 h 8542484"/>
                    <a:gd name="connsiteX6" fmla="*/ 718011 w 8134812"/>
                    <a:gd name="connsiteY6" fmla="*/ 1183743 h 8542484"/>
                    <a:gd name="connsiteX7" fmla="*/ 1719497 w 8134812"/>
                    <a:gd name="connsiteY7" fmla="*/ 487058 h 8542484"/>
                    <a:gd name="connsiteX8" fmla="*/ 4085326 w 8134812"/>
                    <a:gd name="connsiteY8" fmla="*/ 2969001 h 8542484"/>
                    <a:gd name="connsiteX9" fmla="*/ 2096868 w 8134812"/>
                    <a:gd name="connsiteY9" fmla="*/ 835401 h 8542484"/>
                    <a:gd name="connsiteX10" fmla="*/ 3170925 w 8134812"/>
                    <a:gd name="connsiteY10" fmla="*/ 269344 h 8542484"/>
                    <a:gd name="connsiteX11" fmla="*/ 6538239 w 8134812"/>
                    <a:gd name="connsiteY11" fmla="*/ 3723742 h 8542484"/>
                    <a:gd name="connsiteX12" fmla="*/ 6090619 w 8134812"/>
                    <a:gd name="connsiteY12" fmla="*/ 2231095 h 8542484"/>
                    <a:gd name="connsiteX13" fmla="*/ 6639839 w 8134812"/>
                    <a:gd name="connsiteY13" fmla="*/ 1024087 h 8542484"/>
                    <a:gd name="connsiteX14" fmla="*/ 7757440 w 8134812"/>
                    <a:gd name="connsiteY14" fmla="*/ 2968999 h 8542484"/>
                    <a:gd name="connsiteX15" fmla="*/ 7989669 w 8134812"/>
                    <a:gd name="connsiteY15" fmla="*/ 4333342 h 8542484"/>
                    <a:gd name="connsiteX16" fmla="*/ 8134812 w 8134812"/>
                    <a:gd name="connsiteY16" fmla="*/ 5538027 h 8542484"/>
                    <a:gd name="connsiteX17" fmla="*/ 5333553 w 8134812"/>
                    <a:gd name="connsiteY17" fmla="*/ 8542484 h 8542484"/>
                    <a:gd name="connsiteX18" fmla="*/ 5057784 w 8134812"/>
                    <a:gd name="connsiteY18" fmla="*/ 8455398 h 8542484"/>
                    <a:gd name="connsiteX19" fmla="*/ 541518 w 8134812"/>
                    <a:gd name="connsiteY19" fmla="*/ 4043055 h 8542484"/>
                    <a:gd name="connsiteX0" fmla="*/ 541518 w 8134812"/>
                    <a:gd name="connsiteY0" fmla="*/ 4043055 h 8542484"/>
                    <a:gd name="connsiteX1" fmla="*/ 1163309 w 8134812"/>
                    <a:gd name="connsiteY1" fmla="*/ 3360886 h 8542484"/>
                    <a:gd name="connsiteX2" fmla="*/ 2967723 w 8134812"/>
                    <a:gd name="connsiteY2" fmla="*/ 5189686 h 8542484"/>
                    <a:gd name="connsiteX3" fmla="*/ 108411 w 8134812"/>
                    <a:gd name="connsiteY3" fmla="*/ 2214256 h 8542484"/>
                    <a:gd name="connsiteX4" fmla="*/ 1008296 w 8134812"/>
                    <a:gd name="connsiteY4" fmla="*/ 1503057 h 8542484"/>
                    <a:gd name="connsiteX5" fmla="*/ 3432182 w 8134812"/>
                    <a:gd name="connsiteY5" fmla="*/ 3941457 h 8542484"/>
                    <a:gd name="connsiteX6" fmla="*/ 718011 w 8134812"/>
                    <a:gd name="connsiteY6" fmla="*/ 1183743 h 8542484"/>
                    <a:gd name="connsiteX7" fmla="*/ 1719497 w 8134812"/>
                    <a:gd name="connsiteY7" fmla="*/ 487058 h 8542484"/>
                    <a:gd name="connsiteX8" fmla="*/ 4085326 w 8134812"/>
                    <a:gd name="connsiteY8" fmla="*/ 2969001 h 8542484"/>
                    <a:gd name="connsiteX9" fmla="*/ 2096868 w 8134812"/>
                    <a:gd name="connsiteY9" fmla="*/ 835401 h 8542484"/>
                    <a:gd name="connsiteX10" fmla="*/ 3170925 w 8134812"/>
                    <a:gd name="connsiteY10" fmla="*/ 269344 h 8542484"/>
                    <a:gd name="connsiteX11" fmla="*/ 6538239 w 8134812"/>
                    <a:gd name="connsiteY11" fmla="*/ 3723742 h 8542484"/>
                    <a:gd name="connsiteX12" fmla="*/ 6090619 w 8134812"/>
                    <a:gd name="connsiteY12" fmla="*/ 2231095 h 8542484"/>
                    <a:gd name="connsiteX13" fmla="*/ 6639839 w 8134812"/>
                    <a:gd name="connsiteY13" fmla="*/ 1024087 h 8542484"/>
                    <a:gd name="connsiteX14" fmla="*/ 7757440 w 8134812"/>
                    <a:gd name="connsiteY14" fmla="*/ 2968999 h 8542484"/>
                    <a:gd name="connsiteX15" fmla="*/ 7989669 w 8134812"/>
                    <a:gd name="connsiteY15" fmla="*/ 4333342 h 8542484"/>
                    <a:gd name="connsiteX16" fmla="*/ 8134812 w 8134812"/>
                    <a:gd name="connsiteY16" fmla="*/ 5538027 h 8542484"/>
                    <a:gd name="connsiteX17" fmla="*/ 5333553 w 8134812"/>
                    <a:gd name="connsiteY17" fmla="*/ 8542484 h 8542484"/>
                    <a:gd name="connsiteX18" fmla="*/ 5057784 w 8134812"/>
                    <a:gd name="connsiteY18" fmla="*/ 8455398 h 8542484"/>
                    <a:gd name="connsiteX19" fmla="*/ 541518 w 8134812"/>
                    <a:gd name="connsiteY19" fmla="*/ 4043055 h 8542484"/>
                    <a:gd name="connsiteX0" fmla="*/ 541518 w 8134812"/>
                    <a:gd name="connsiteY0" fmla="*/ 4036746 h 8536175"/>
                    <a:gd name="connsiteX1" fmla="*/ 1163309 w 8134812"/>
                    <a:gd name="connsiteY1" fmla="*/ 3354577 h 8536175"/>
                    <a:gd name="connsiteX2" fmla="*/ 2967723 w 8134812"/>
                    <a:gd name="connsiteY2" fmla="*/ 5183377 h 8536175"/>
                    <a:gd name="connsiteX3" fmla="*/ 108411 w 8134812"/>
                    <a:gd name="connsiteY3" fmla="*/ 2207947 h 8536175"/>
                    <a:gd name="connsiteX4" fmla="*/ 1008296 w 8134812"/>
                    <a:gd name="connsiteY4" fmla="*/ 1496748 h 8536175"/>
                    <a:gd name="connsiteX5" fmla="*/ 3432182 w 8134812"/>
                    <a:gd name="connsiteY5" fmla="*/ 3935148 h 8536175"/>
                    <a:gd name="connsiteX6" fmla="*/ 718011 w 8134812"/>
                    <a:gd name="connsiteY6" fmla="*/ 1177434 h 8536175"/>
                    <a:gd name="connsiteX7" fmla="*/ 1719497 w 8134812"/>
                    <a:gd name="connsiteY7" fmla="*/ 480749 h 8536175"/>
                    <a:gd name="connsiteX8" fmla="*/ 4085326 w 8134812"/>
                    <a:gd name="connsiteY8" fmla="*/ 2962692 h 8536175"/>
                    <a:gd name="connsiteX9" fmla="*/ 2133444 w 8134812"/>
                    <a:gd name="connsiteY9" fmla="*/ 853476 h 8536175"/>
                    <a:gd name="connsiteX10" fmla="*/ 3170925 w 8134812"/>
                    <a:gd name="connsiteY10" fmla="*/ 263035 h 8536175"/>
                    <a:gd name="connsiteX11" fmla="*/ 6538239 w 8134812"/>
                    <a:gd name="connsiteY11" fmla="*/ 3717433 h 8536175"/>
                    <a:gd name="connsiteX12" fmla="*/ 6090619 w 8134812"/>
                    <a:gd name="connsiteY12" fmla="*/ 2224786 h 8536175"/>
                    <a:gd name="connsiteX13" fmla="*/ 6639839 w 8134812"/>
                    <a:gd name="connsiteY13" fmla="*/ 1017778 h 8536175"/>
                    <a:gd name="connsiteX14" fmla="*/ 7757440 w 8134812"/>
                    <a:gd name="connsiteY14" fmla="*/ 2962690 h 8536175"/>
                    <a:gd name="connsiteX15" fmla="*/ 7989669 w 8134812"/>
                    <a:gd name="connsiteY15" fmla="*/ 4327033 h 8536175"/>
                    <a:gd name="connsiteX16" fmla="*/ 8134812 w 8134812"/>
                    <a:gd name="connsiteY16" fmla="*/ 5531718 h 8536175"/>
                    <a:gd name="connsiteX17" fmla="*/ 5333553 w 8134812"/>
                    <a:gd name="connsiteY17" fmla="*/ 8536175 h 8536175"/>
                    <a:gd name="connsiteX18" fmla="*/ 5057784 w 8134812"/>
                    <a:gd name="connsiteY18" fmla="*/ 8449089 h 8536175"/>
                    <a:gd name="connsiteX19" fmla="*/ 541518 w 8134812"/>
                    <a:gd name="connsiteY19" fmla="*/ 4036746 h 8536175"/>
                    <a:gd name="connsiteX0" fmla="*/ 541518 w 8134812"/>
                    <a:gd name="connsiteY0" fmla="*/ 4036746 h 8536175"/>
                    <a:gd name="connsiteX1" fmla="*/ 1163309 w 8134812"/>
                    <a:gd name="connsiteY1" fmla="*/ 3354577 h 8536175"/>
                    <a:gd name="connsiteX2" fmla="*/ 2967723 w 8134812"/>
                    <a:gd name="connsiteY2" fmla="*/ 5183377 h 8536175"/>
                    <a:gd name="connsiteX3" fmla="*/ 108411 w 8134812"/>
                    <a:gd name="connsiteY3" fmla="*/ 2207947 h 8536175"/>
                    <a:gd name="connsiteX4" fmla="*/ 1008296 w 8134812"/>
                    <a:gd name="connsiteY4" fmla="*/ 1496748 h 8536175"/>
                    <a:gd name="connsiteX5" fmla="*/ 3432182 w 8134812"/>
                    <a:gd name="connsiteY5" fmla="*/ 3935148 h 8536175"/>
                    <a:gd name="connsiteX6" fmla="*/ 718011 w 8134812"/>
                    <a:gd name="connsiteY6" fmla="*/ 1177434 h 8536175"/>
                    <a:gd name="connsiteX7" fmla="*/ 1719497 w 8134812"/>
                    <a:gd name="connsiteY7" fmla="*/ 480749 h 8536175"/>
                    <a:gd name="connsiteX8" fmla="*/ 4085326 w 8134812"/>
                    <a:gd name="connsiteY8" fmla="*/ 2962692 h 8536175"/>
                    <a:gd name="connsiteX9" fmla="*/ 2133444 w 8134812"/>
                    <a:gd name="connsiteY9" fmla="*/ 853476 h 8536175"/>
                    <a:gd name="connsiteX10" fmla="*/ 3170925 w 8134812"/>
                    <a:gd name="connsiteY10" fmla="*/ 263035 h 8536175"/>
                    <a:gd name="connsiteX11" fmla="*/ 6538239 w 8134812"/>
                    <a:gd name="connsiteY11" fmla="*/ 3717433 h 8536175"/>
                    <a:gd name="connsiteX12" fmla="*/ 6090619 w 8134812"/>
                    <a:gd name="connsiteY12" fmla="*/ 2224786 h 8536175"/>
                    <a:gd name="connsiteX13" fmla="*/ 6639839 w 8134812"/>
                    <a:gd name="connsiteY13" fmla="*/ 1017778 h 8536175"/>
                    <a:gd name="connsiteX14" fmla="*/ 7757440 w 8134812"/>
                    <a:gd name="connsiteY14" fmla="*/ 2962690 h 8536175"/>
                    <a:gd name="connsiteX15" fmla="*/ 7989669 w 8134812"/>
                    <a:gd name="connsiteY15" fmla="*/ 4327033 h 8536175"/>
                    <a:gd name="connsiteX16" fmla="*/ 8134812 w 8134812"/>
                    <a:gd name="connsiteY16" fmla="*/ 5531718 h 8536175"/>
                    <a:gd name="connsiteX17" fmla="*/ 5333553 w 8134812"/>
                    <a:gd name="connsiteY17" fmla="*/ 8536175 h 8536175"/>
                    <a:gd name="connsiteX18" fmla="*/ 5057784 w 8134812"/>
                    <a:gd name="connsiteY18" fmla="*/ 8449089 h 8536175"/>
                    <a:gd name="connsiteX19" fmla="*/ 541518 w 8134812"/>
                    <a:gd name="connsiteY19" fmla="*/ 4036746 h 8536175"/>
                    <a:gd name="connsiteX0" fmla="*/ 541518 w 8134812"/>
                    <a:gd name="connsiteY0" fmla="*/ 4036746 h 8536175"/>
                    <a:gd name="connsiteX1" fmla="*/ 1163309 w 8134812"/>
                    <a:gd name="connsiteY1" fmla="*/ 3354577 h 8536175"/>
                    <a:gd name="connsiteX2" fmla="*/ 2967723 w 8134812"/>
                    <a:gd name="connsiteY2" fmla="*/ 5183377 h 8536175"/>
                    <a:gd name="connsiteX3" fmla="*/ 108411 w 8134812"/>
                    <a:gd name="connsiteY3" fmla="*/ 2207947 h 8536175"/>
                    <a:gd name="connsiteX4" fmla="*/ 1008296 w 8134812"/>
                    <a:gd name="connsiteY4" fmla="*/ 1496748 h 8536175"/>
                    <a:gd name="connsiteX5" fmla="*/ 3432182 w 8134812"/>
                    <a:gd name="connsiteY5" fmla="*/ 3935148 h 8536175"/>
                    <a:gd name="connsiteX6" fmla="*/ 718011 w 8134812"/>
                    <a:gd name="connsiteY6" fmla="*/ 1177434 h 8536175"/>
                    <a:gd name="connsiteX7" fmla="*/ 1719497 w 8134812"/>
                    <a:gd name="connsiteY7" fmla="*/ 480749 h 8536175"/>
                    <a:gd name="connsiteX8" fmla="*/ 4085326 w 8134812"/>
                    <a:gd name="connsiteY8" fmla="*/ 2962692 h 8536175"/>
                    <a:gd name="connsiteX9" fmla="*/ 2133444 w 8134812"/>
                    <a:gd name="connsiteY9" fmla="*/ 853476 h 8536175"/>
                    <a:gd name="connsiteX10" fmla="*/ 3170925 w 8134812"/>
                    <a:gd name="connsiteY10" fmla="*/ 263035 h 8536175"/>
                    <a:gd name="connsiteX11" fmla="*/ 6538239 w 8134812"/>
                    <a:gd name="connsiteY11" fmla="*/ 3717433 h 8536175"/>
                    <a:gd name="connsiteX12" fmla="*/ 6090619 w 8134812"/>
                    <a:gd name="connsiteY12" fmla="*/ 2224786 h 8536175"/>
                    <a:gd name="connsiteX13" fmla="*/ 6639839 w 8134812"/>
                    <a:gd name="connsiteY13" fmla="*/ 1017778 h 8536175"/>
                    <a:gd name="connsiteX14" fmla="*/ 7757440 w 8134812"/>
                    <a:gd name="connsiteY14" fmla="*/ 2962690 h 8536175"/>
                    <a:gd name="connsiteX15" fmla="*/ 7989669 w 8134812"/>
                    <a:gd name="connsiteY15" fmla="*/ 4327033 h 8536175"/>
                    <a:gd name="connsiteX16" fmla="*/ 8134812 w 8134812"/>
                    <a:gd name="connsiteY16" fmla="*/ 5531718 h 8536175"/>
                    <a:gd name="connsiteX17" fmla="*/ 5333553 w 8134812"/>
                    <a:gd name="connsiteY17" fmla="*/ 8536175 h 8536175"/>
                    <a:gd name="connsiteX18" fmla="*/ 5057784 w 8134812"/>
                    <a:gd name="connsiteY18" fmla="*/ 8449089 h 8536175"/>
                    <a:gd name="connsiteX19" fmla="*/ 541518 w 8134812"/>
                    <a:gd name="connsiteY19" fmla="*/ 4036746 h 8536175"/>
                    <a:gd name="connsiteX0" fmla="*/ 541518 w 8134812"/>
                    <a:gd name="connsiteY0" fmla="*/ 4053000 h 8552429"/>
                    <a:gd name="connsiteX1" fmla="*/ 1163309 w 8134812"/>
                    <a:gd name="connsiteY1" fmla="*/ 3370831 h 8552429"/>
                    <a:gd name="connsiteX2" fmla="*/ 2967723 w 8134812"/>
                    <a:gd name="connsiteY2" fmla="*/ 5199631 h 8552429"/>
                    <a:gd name="connsiteX3" fmla="*/ 108411 w 8134812"/>
                    <a:gd name="connsiteY3" fmla="*/ 2224201 h 8552429"/>
                    <a:gd name="connsiteX4" fmla="*/ 1008296 w 8134812"/>
                    <a:gd name="connsiteY4" fmla="*/ 1513002 h 8552429"/>
                    <a:gd name="connsiteX5" fmla="*/ 3432182 w 8134812"/>
                    <a:gd name="connsiteY5" fmla="*/ 3951402 h 8552429"/>
                    <a:gd name="connsiteX6" fmla="*/ 718011 w 8134812"/>
                    <a:gd name="connsiteY6" fmla="*/ 1193688 h 8552429"/>
                    <a:gd name="connsiteX7" fmla="*/ 1719497 w 8134812"/>
                    <a:gd name="connsiteY7" fmla="*/ 497003 h 8552429"/>
                    <a:gd name="connsiteX8" fmla="*/ 4085326 w 8134812"/>
                    <a:gd name="connsiteY8" fmla="*/ 2978946 h 8552429"/>
                    <a:gd name="connsiteX9" fmla="*/ 2133444 w 8134812"/>
                    <a:gd name="connsiteY9" fmla="*/ 869730 h 8552429"/>
                    <a:gd name="connsiteX10" fmla="*/ 3170925 w 8134812"/>
                    <a:gd name="connsiteY10" fmla="*/ 279289 h 8552429"/>
                    <a:gd name="connsiteX11" fmla="*/ 6538239 w 8134812"/>
                    <a:gd name="connsiteY11" fmla="*/ 3733687 h 8552429"/>
                    <a:gd name="connsiteX12" fmla="*/ 6090619 w 8134812"/>
                    <a:gd name="connsiteY12" fmla="*/ 2241040 h 8552429"/>
                    <a:gd name="connsiteX13" fmla="*/ 6639839 w 8134812"/>
                    <a:gd name="connsiteY13" fmla="*/ 1034032 h 8552429"/>
                    <a:gd name="connsiteX14" fmla="*/ 7757440 w 8134812"/>
                    <a:gd name="connsiteY14" fmla="*/ 2978944 h 8552429"/>
                    <a:gd name="connsiteX15" fmla="*/ 7989669 w 8134812"/>
                    <a:gd name="connsiteY15" fmla="*/ 4343287 h 8552429"/>
                    <a:gd name="connsiteX16" fmla="*/ 8134812 w 8134812"/>
                    <a:gd name="connsiteY16" fmla="*/ 5547972 h 8552429"/>
                    <a:gd name="connsiteX17" fmla="*/ 5333553 w 8134812"/>
                    <a:gd name="connsiteY17" fmla="*/ 8552429 h 8552429"/>
                    <a:gd name="connsiteX18" fmla="*/ 5057784 w 8134812"/>
                    <a:gd name="connsiteY18" fmla="*/ 8465343 h 8552429"/>
                    <a:gd name="connsiteX19" fmla="*/ 541518 w 8134812"/>
                    <a:gd name="connsiteY19" fmla="*/ 4053000 h 8552429"/>
                    <a:gd name="connsiteX0" fmla="*/ 541518 w 8134812"/>
                    <a:gd name="connsiteY0" fmla="*/ 4050353 h 8549782"/>
                    <a:gd name="connsiteX1" fmla="*/ 1163309 w 8134812"/>
                    <a:gd name="connsiteY1" fmla="*/ 3368184 h 8549782"/>
                    <a:gd name="connsiteX2" fmla="*/ 2967723 w 8134812"/>
                    <a:gd name="connsiteY2" fmla="*/ 5196984 h 8549782"/>
                    <a:gd name="connsiteX3" fmla="*/ 108411 w 8134812"/>
                    <a:gd name="connsiteY3" fmla="*/ 2221554 h 8549782"/>
                    <a:gd name="connsiteX4" fmla="*/ 1008296 w 8134812"/>
                    <a:gd name="connsiteY4" fmla="*/ 1510355 h 8549782"/>
                    <a:gd name="connsiteX5" fmla="*/ 3432182 w 8134812"/>
                    <a:gd name="connsiteY5" fmla="*/ 3948755 h 8549782"/>
                    <a:gd name="connsiteX6" fmla="*/ 718011 w 8134812"/>
                    <a:gd name="connsiteY6" fmla="*/ 1191041 h 8549782"/>
                    <a:gd name="connsiteX7" fmla="*/ 1719497 w 8134812"/>
                    <a:gd name="connsiteY7" fmla="*/ 494356 h 8549782"/>
                    <a:gd name="connsiteX8" fmla="*/ 4085326 w 8134812"/>
                    <a:gd name="connsiteY8" fmla="*/ 2976299 h 8549782"/>
                    <a:gd name="connsiteX9" fmla="*/ 2133444 w 8134812"/>
                    <a:gd name="connsiteY9" fmla="*/ 867083 h 8549782"/>
                    <a:gd name="connsiteX10" fmla="*/ 3170925 w 8134812"/>
                    <a:gd name="connsiteY10" fmla="*/ 276642 h 8549782"/>
                    <a:gd name="connsiteX11" fmla="*/ 6538239 w 8134812"/>
                    <a:gd name="connsiteY11" fmla="*/ 3731040 h 8549782"/>
                    <a:gd name="connsiteX12" fmla="*/ 6090619 w 8134812"/>
                    <a:gd name="connsiteY12" fmla="*/ 2238393 h 8549782"/>
                    <a:gd name="connsiteX13" fmla="*/ 6639839 w 8134812"/>
                    <a:gd name="connsiteY13" fmla="*/ 1031385 h 8549782"/>
                    <a:gd name="connsiteX14" fmla="*/ 7757440 w 8134812"/>
                    <a:gd name="connsiteY14" fmla="*/ 2976297 h 8549782"/>
                    <a:gd name="connsiteX15" fmla="*/ 7989669 w 8134812"/>
                    <a:gd name="connsiteY15" fmla="*/ 4340640 h 8549782"/>
                    <a:gd name="connsiteX16" fmla="*/ 8134812 w 8134812"/>
                    <a:gd name="connsiteY16" fmla="*/ 5545325 h 8549782"/>
                    <a:gd name="connsiteX17" fmla="*/ 5333553 w 8134812"/>
                    <a:gd name="connsiteY17" fmla="*/ 8549782 h 8549782"/>
                    <a:gd name="connsiteX18" fmla="*/ 5057784 w 8134812"/>
                    <a:gd name="connsiteY18" fmla="*/ 8462696 h 8549782"/>
                    <a:gd name="connsiteX19" fmla="*/ 541518 w 8134812"/>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9315726"/>
                    <a:gd name="connsiteX1" fmla="*/ 1163309 w 8389877"/>
                    <a:gd name="connsiteY1" fmla="*/ 3368184 h 9315726"/>
                    <a:gd name="connsiteX2" fmla="*/ 2967723 w 8389877"/>
                    <a:gd name="connsiteY2" fmla="*/ 5196984 h 9315726"/>
                    <a:gd name="connsiteX3" fmla="*/ 108411 w 8389877"/>
                    <a:gd name="connsiteY3" fmla="*/ 2221554 h 9315726"/>
                    <a:gd name="connsiteX4" fmla="*/ 1008296 w 8389877"/>
                    <a:gd name="connsiteY4" fmla="*/ 1510355 h 9315726"/>
                    <a:gd name="connsiteX5" fmla="*/ 3432182 w 8389877"/>
                    <a:gd name="connsiteY5" fmla="*/ 3948755 h 9315726"/>
                    <a:gd name="connsiteX6" fmla="*/ 718011 w 8389877"/>
                    <a:gd name="connsiteY6" fmla="*/ 1191041 h 9315726"/>
                    <a:gd name="connsiteX7" fmla="*/ 1719497 w 8389877"/>
                    <a:gd name="connsiteY7" fmla="*/ 494356 h 9315726"/>
                    <a:gd name="connsiteX8" fmla="*/ 4085326 w 8389877"/>
                    <a:gd name="connsiteY8" fmla="*/ 2976299 h 9315726"/>
                    <a:gd name="connsiteX9" fmla="*/ 2133444 w 8389877"/>
                    <a:gd name="connsiteY9" fmla="*/ 867083 h 9315726"/>
                    <a:gd name="connsiteX10" fmla="*/ 3170925 w 8389877"/>
                    <a:gd name="connsiteY10" fmla="*/ 276642 h 9315726"/>
                    <a:gd name="connsiteX11" fmla="*/ 6538239 w 8389877"/>
                    <a:gd name="connsiteY11" fmla="*/ 3731040 h 9315726"/>
                    <a:gd name="connsiteX12" fmla="*/ 6090619 w 8389877"/>
                    <a:gd name="connsiteY12" fmla="*/ 2238393 h 9315726"/>
                    <a:gd name="connsiteX13" fmla="*/ 6639839 w 8389877"/>
                    <a:gd name="connsiteY13" fmla="*/ 1031385 h 9315726"/>
                    <a:gd name="connsiteX14" fmla="*/ 7757440 w 8389877"/>
                    <a:gd name="connsiteY14" fmla="*/ 2976297 h 9315726"/>
                    <a:gd name="connsiteX15" fmla="*/ 7989669 w 8389877"/>
                    <a:gd name="connsiteY15" fmla="*/ 4340640 h 9315726"/>
                    <a:gd name="connsiteX16" fmla="*/ 8389877 w 8389877"/>
                    <a:gd name="connsiteY16" fmla="*/ 5777404 h 9315726"/>
                    <a:gd name="connsiteX17" fmla="*/ 6336452 w 8389877"/>
                    <a:gd name="connsiteY17" fmla="*/ 9315727 h 9315726"/>
                    <a:gd name="connsiteX18" fmla="*/ 5057784 w 8389877"/>
                    <a:gd name="connsiteY18" fmla="*/ 8462696 h 9315726"/>
                    <a:gd name="connsiteX19" fmla="*/ 541518 w 8389877"/>
                    <a:gd name="connsiteY19" fmla="*/ 4050353 h 9315726"/>
                    <a:gd name="connsiteX0" fmla="*/ 541518 w 8389877"/>
                    <a:gd name="connsiteY0" fmla="*/ 4050353 h 9224165"/>
                    <a:gd name="connsiteX1" fmla="*/ 1163309 w 8389877"/>
                    <a:gd name="connsiteY1" fmla="*/ 3368184 h 9224165"/>
                    <a:gd name="connsiteX2" fmla="*/ 2967723 w 8389877"/>
                    <a:gd name="connsiteY2" fmla="*/ 5196984 h 9224165"/>
                    <a:gd name="connsiteX3" fmla="*/ 108411 w 8389877"/>
                    <a:gd name="connsiteY3" fmla="*/ 2221554 h 9224165"/>
                    <a:gd name="connsiteX4" fmla="*/ 1008296 w 8389877"/>
                    <a:gd name="connsiteY4" fmla="*/ 1510355 h 9224165"/>
                    <a:gd name="connsiteX5" fmla="*/ 3432182 w 8389877"/>
                    <a:gd name="connsiteY5" fmla="*/ 3948755 h 9224165"/>
                    <a:gd name="connsiteX6" fmla="*/ 718011 w 8389877"/>
                    <a:gd name="connsiteY6" fmla="*/ 1191041 h 9224165"/>
                    <a:gd name="connsiteX7" fmla="*/ 1719497 w 8389877"/>
                    <a:gd name="connsiteY7" fmla="*/ 494356 h 9224165"/>
                    <a:gd name="connsiteX8" fmla="*/ 4085326 w 8389877"/>
                    <a:gd name="connsiteY8" fmla="*/ 2976299 h 9224165"/>
                    <a:gd name="connsiteX9" fmla="*/ 2133444 w 8389877"/>
                    <a:gd name="connsiteY9" fmla="*/ 867083 h 9224165"/>
                    <a:gd name="connsiteX10" fmla="*/ 3170925 w 8389877"/>
                    <a:gd name="connsiteY10" fmla="*/ 276642 h 9224165"/>
                    <a:gd name="connsiteX11" fmla="*/ 6538239 w 8389877"/>
                    <a:gd name="connsiteY11" fmla="*/ 3731040 h 9224165"/>
                    <a:gd name="connsiteX12" fmla="*/ 6090619 w 8389877"/>
                    <a:gd name="connsiteY12" fmla="*/ 2238393 h 9224165"/>
                    <a:gd name="connsiteX13" fmla="*/ 6639839 w 8389877"/>
                    <a:gd name="connsiteY13" fmla="*/ 1031385 h 9224165"/>
                    <a:gd name="connsiteX14" fmla="*/ 7757440 w 8389877"/>
                    <a:gd name="connsiteY14" fmla="*/ 2976297 h 9224165"/>
                    <a:gd name="connsiteX15" fmla="*/ 7989669 w 8389877"/>
                    <a:gd name="connsiteY15" fmla="*/ 4340640 h 9224165"/>
                    <a:gd name="connsiteX16" fmla="*/ 8389877 w 8389877"/>
                    <a:gd name="connsiteY16" fmla="*/ 5777404 h 9224165"/>
                    <a:gd name="connsiteX17" fmla="*/ 6266896 w 8389877"/>
                    <a:gd name="connsiteY17" fmla="*/ 9224162 h 9224165"/>
                    <a:gd name="connsiteX18" fmla="*/ 5057784 w 8389877"/>
                    <a:gd name="connsiteY18" fmla="*/ 8462696 h 9224165"/>
                    <a:gd name="connsiteX19" fmla="*/ 541518 w 8389877"/>
                    <a:gd name="connsiteY19" fmla="*/ 4050353 h 9224165"/>
                    <a:gd name="connsiteX0" fmla="*/ 541518 w 8389877"/>
                    <a:gd name="connsiteY0" fmla="*/ 4050353 h 9224165"/>
                    <a:gd name="connsiteX1" fmla="*/ 1163309 w 8389877"/>
                    <a:gd name="connsiteY1" fmla="*/ 3368184 h 9224165"/>
                    <a:gd name="connsiteX2" fmla="*/ 2967723 w 8389877"/>
                    <a:gd name="connsiteY2" fmla="*/ 5196984 h 9224165"/>
                    <a:gd name="connsiteX3" fmla="*/ 108411 w 8389877"/>
                    <a:gd name="connsiteY3" fmla="*/ 2221554 h 9224165"/>
                    <a:gd name="connsiteX4" fmla="*/ 1008296 w 8389877"/>
                    <a:gd name="connsiteY4" fmla="*/ 1510355 h 9224165"/>
                    <a:gd name="connsiteX5" fmla="*/ 3432182 w 8389877"/>
                    <a:gd name="connsiteY5" fmla="*/ 3948755 h 9224165"/>
                    <a:gd name="connsiteX6" fmla="*/ 718011 w 8389877"/>
                    <a:gd name="connsiteY6" fmla="*/ 1191041 h 9224165"/>
                    <a:gd name="connsiteX7" fmla="*/ 1719497 w 8389877"/>
                    <a:gd name="connsiteY7" fmla="*/ 494356 h 9224165"/>
                    <a:gd name="connsiteX8" fmla="*/ 4085326 w 8389877"/>
                    <a:gd name="connsiteY8" fmla="*/ 2976299 h 9224165"/>
                    <a:gd name="connsiteX9" fmla="*/ 2133444 w 8389877"/>
                    <a:gd name="connsiteY9" fmla="*/ 867083 h 9224165"/>
                    <a:gd name="connsiteX10" fmla="*/ 3170925 w 8389877"/>
                    <a:gd name="connsiteY10" fmla="*/ 276642 h 9224165"/>
                    <a:gd name="connsiteX11" fmla="*/ 6538239 w 8389877"/>
                    <a:gd name="connsiteY11" fmla="*/ 3731040 h 9224165"/>
                    <a:gd name="connsiteX12" fmla="*/ 6090619 w 8389877"/>
                    <a:gd name="connsiteY12" fmla="*/ 2238393 h 9224165"/>
                    <a:gd name="connsiteX13" fmla="*/ 6639839 w 8389877"/>
                    <a:gd name="connsiteY13" fmla="*/ 1031385 h 9224165"/>
                    <a:gd name="connsiteX14" fmla="*/ 7757440 w 8389877"/>
                    <a:gd name="connsiteY14" fmla="*/ 2976297 h 9224165"/>
                    <a:gd name="connsiteX15" fmla="*/ 7989669 w 8389877"/>
                    <a:gd name="connsiteY15" fmla="*/ 4340640 h 9224165"/>
                    <a:gd name="connsiteX16" fmla="*/ 8389877 w 8389877"/>
                    <a:gd name="connsiteY16" fmla="*/ 5777404 h 9224165"/>
                    <a:gd name="connsiteX17" fmla="*/ 6266896 w 8389877"/>
                    <a:gd name="connsiteY17" fmla="*/ 9224162 h 9224165"/>
                    <a:gd name="connsiteX18" fmla="*/ 5057784 w 8389877"/>
                    <a:gd name="connsiteY18" fmla="*/ 8462696 h 9224165"/>
                    <a:gd name="connsiteX19" fmla="*/ 541518 w 8389877"/>
                    <a:gd name="connsiteY19" fmla="*/ 4050353 h 9224165"/>
                    <a:gd name="connsiteX0" fmla="*/ 541518 w 8389877"/>
                    <a:gd name="connsiteY0" fmla="*/ 4050353 h 9224165"/>
                    <a:gd name="connsiteX1" fmla="*/ 1163309 w 8389877"/>
                    <a:gd name="connsiteY1" fmla="*/ 3368184 h 9224165"/>
                    <a:gd name="connsiteX2" fmla="*/ 2967723 w 8389877"/>
                    <a:gd name="connsiteY2" fmla="*/ 5196984 h 9224165"/>
                    <a:gd name="connsiteX3" fmla="*/ 108411 w 8389877"/>
                    <a:gd name="connsiteY3" fmla="*/ 2221554 h 9224165"/>
                    <a:gd name="connsiteX4" fmla="*/ 1008296 w 8389877"/>
                    <a:gd name="connsiteY4" fmla="*/ 1510355 h 9224165"/>
                    <a:gd name="connsiteX5" fmla="*/ 3432182 w 8389877"/>
                    <a:gd name="connsiteY5" fmla="*/ 3948755 h 9224165"/>
                    <a:gd name="connsiteX6" fmla="*/ 718011 w 8389877"/>
                    <a:gd name="connsiteY6" fmla="*/ 1191041 h 9224165"/>
                    <a:gd name="connsiteX7" fmla="*/ 1719497 w 8389877"/>
                    <a:gd name="connsiteY7" fmla="*/ 494356 h 9224165"/>
                    <a:gd name="connsiteX8" fmla="*/ 4085326 w 8389877"/>
                    <a:gd name="connsiteY8" fmla="*/ 2976299 h 9224165"/>
                    <a:gd name="connsiteX9" fmla="*/ 2133444 w 8389877"/>
                    <a:gd name="connsiteY9" fmla="*/ 867083 h 9224165"/>
                    <a:gd name="connsiteX10" fmla="*/ 3170925 w 8389877"/>
                    <a:gd name="connsiteY10" fmla="*/ 276642 h 9224165"/>
                    <a:gd name="connsiteX11" fmla="*/ 6538239 w 8389877"/>
                    <a:gd name="connsiteY11" fmla="*/ 3731040 h 9224165"/>
                    <a:gd name="connsiteX12" fmla="*/ 6090619 w 8389877"/>
                    <a:gd name="connsiteY12" fmla="*/ 2238393 h 9224165"/>
                    <a:gd name="connsiteX13" fmla="*/ 6639839 w 8389877"/>
                    <a:gd name="connsiteY13" fmla="*/ 1031385 h 9224165"/>
                    <a:gd name="connsiteX14" fmla="*/ 7757440 w 8389877"/>
                    <a:gd name="connsiteY14" fmla="*/ 2976297 h 9224165"/>
                    <a:gd name="connsiteX15" fmla="*/ 7989669 w 8389877"/>
                    <a:gd name="connsiteY15" fmla="*/ 4340640 h 9224165"/>
                    <a:gd name="connsiteX16" fmla="*/ 8389877 w 8389877"/>
                    <a:gd name="connsiteY16" fmla="*/ 5777404 h 9224165"/>
                    <a:gd name="connsiteX17" fmla="*/ 6266896 w 8389877"/>
                    <a:gd name="connsiteY17" fmla="*/ 9224162 h 9224165"/>
                    <a:gd name="connsiteX18" fmla="*/ 5057784 w 8389877"/>
                    <a:gd name="connsiteY18" fmla="*/ 8462696 h 9224165"/>
                    <a:gd name="connsiteX19" fmla="*/ 541518 w 8389877"/>
                    <a:gd name="connsiteY19" fmla="*/ 4050353 h 9224165"/>
                    <a:gd name="connsiteX0" fmla="*/ 541518 w 8359910"/>
                    <a:gd name="connsiteY0" fmla="*/ 4050353 h 9224165"/>
                    <a:gd name="connsiteX1" fmla="*/ 1163309 w 8359910"/>
                    <a:gd name="connsiteY1" fmla="*/ 3368184 h 9224165"/>
                    <a:gd name="connsiteX2" fmla="*/ 2967723 w 8359910"/>
                    <a:gd name="connsiteY2" fmla="*/ 5196984 h 9224165"/>
                    <a:gd name="connsiteX3" fmla="*/ 108411 w 8359910"/>
                    <a:gd name="connsiteY3" fmla="*/ 2221554 h 9224165"/>
                    <a:gd name="connsiteX4" fmla="*/ 1008296 w 8359910"/>
                    <a:gd name="connsiteY4" fmla="*/ 1510355 h 9224165"/>
                    <a:gd name="connsiteX5" fmla="*/ 3432182 w 8359910"/>
                    <a:gd name="connsiteY5" fmla="*/ 3948755 h 9224165"/>
                    <a:gd name="connsiteX6" fmla="*/ 718011 w 8359910"/>
                    <a:gd name="connsiteY6" fmla="*/ 1191041 h 9224165"/>
                    <a:gd name="connsiteX7" fmla="*/ 1719497 w 8359910"/>
                    <a:gd name="connsiteY7" fmla="*/ 494356 h 9224165"/>
                    <a:gd name="connsiteX8" fmla="*/ 4085326 w 8359910"/>
                    <a:gd name="connsiteY8" fmla="*/ 2976299 h 9224165"/>
                    <a:gd name="connsiteX9" fmla="*/ 2133444 w 8359910"/>
                    <a:gd name="connsiteY9" fmla="*/ 867083 h 9224165"/>
                    <a:gd name="connsiteX10" fmla="*/ 3170925 w 8359910"/>
                    <a:gd name="connsiteY10" fmla="*/ 276642 h 9224165"/>
                    <a:gd name="connsiteX11" fmla="*/ 6538239 w 8359910"/>
                    <a:gd name="connsiteY11" fmla="*/ 3731040 h 9224165"/>
                    <a:gd name="connsiteX12" fmla="*/ 6090619 w 8359910"/>
                    <a:gd name="connsiteY12" fmla="*/ 2238393 h 9224165"/>
                    <a:gd name="connsiteX13" fmla="*/ 6639839 w 8359910"/>
                    <a:gd name="connsiteY13" fmla="*/ 1031385 h 9224165"/>
                    <a:gd name="connsiteX14" fmla="*/ 7757440 w 8359910"/>
                    <a:gd name="connsiteY14" fmla="*/ 2976297 h 9224165"/>
                    <a:gd name="connsiteX15" fmla="*/ 7989669 w 8359910"/>
                    <a:gd name="connsiteY15" fmla="*/ 4340640 h 9224165"/>
                    <a:gd name="connsiteX16" fmla="*/ 8359907 w 8359910"/>
                    <a:gd name="connsiteY16" fmla="*/ 5645609 h 9224165"/>
                    <a:gd name="connsiteX17" fmla="*/ 6266896 w 8359910"/>
                    <a:gd name="connsiteY17" fmla="*/ 9224162 h 9224165"/>
                    <a:gd name="connsiteX18" fmla="*/ 5057784 w 8359910"/>
                    <a:gd name="connsiteY18" fmla="*/ 8462696 h 9224165"/>
                    <a:gd name="connsiteX19" fmla="*/ 541518 w 8359910"/>
                    <a:gd name="connsiteY19" fmla="*/ 4050353 h 9224165"/>
                    <a:gd name="connsiteX0" fmla="*/ 541518 w 8636226"/>
                    <a:gd name="connsiteY0" fmla="*/ 4050353 h 9224165"/>
                    <a:gd name="connsiteX1" fmla="*/ 1163309 w 8636226"/>
                    <a:gd name="connsiteY1" fmla="*/ 3368184 h 9224165"/>
                    <a:gd name="connsiteX2" fmla="*/ 2967723 w 8636226"/>
                    <a:gd name="connsiteY2" fmla="*/ 5196984 h 9224165"/>
                    <a:gd name="connsiteX3" fmla="*/ 108411 w 8636226"/>
                    <a:gd name="connsiteY3" fmla="*/ 2221554 h 9224165"/>
                    <a:gd name="connsiteX4" fmla="*/ 1008296 w 8636226"/>
                    <a:gd name="connsiteY4" fmla="*/ 1510355 h 9224165"/>
                    <a:gd name="connsiteX5" fmla="*/ 3432182 w 8636226"/>
                    <a:gd name="connsiteY5" fmla="*/ 3948755 h 9224165"/>
                    <a:gd name="connsiteX6" fmla="*/ 718011 w 8636226"/>
                    <a:gd name="connsiteY6" fmla="*/ 1191041 h 9224165"/>
                    <a:gd name="connsiteX7" fmla="*/ 1719497 w 8636226"/>
                    <a:gd name="connsiteY7" fmla="*/ 494356 h 9224165"/>
                    <a:gd name="connsiteX8" fmla="*/ 4085326 w 8636226"/>
                    <a:gd name="connsiteY8" fmla="*/ 2976299 h 9224165"/>
                    <a:gd name="connsiteX9" fmla="*/ 2133444 w 8636226"/>
                    <a:gd name="connsiteY9" fmla="*/ 867083 h 9224165"/>
                    <a:gd name="connsiteX10" fmla="*/ 3170925 w 8636226"/>
                    <a:gd name="connsiteY10" fmla="*/ 276642 h 9224165"/>
                    <a:gd name="connsiteX11" fmla="*/ 6538239 w 8636226"/>
                    <a:gd name="connsiteY11" fmla="*/ 3731040 h 9224165"/>
                    <a:gd name="connsiteX12" fmla="*/ 6090619 w 8636226"/>
                    <a:gd name="connsiteY12" fmla="*/ 2238393 h 9224165"/>
                    <a:gd name="connsiteX13" fmla="*/ 6639839 w 8636226"/>
                    <a:gd name="connsiteY13" fmla="*/ 1031385 h 9224165"/>
                    <a:gd name="connsiteX14" fmla="*/ 7757440 w 8636226"/>
                    <a:gd name="connsiteY14" fmla="*/ 2976297 h 9224165"/>
                    <a:gd name="connsiteX15" fmla="*/ 7989669 w 8636226"/>
                    <a:gd name="connsiteY15" fmla="*/ 4340640 h 9224165"/>
                    <a:gd name="connsiteX16" fmla="*/ 8636220 w 8636226"/>
                    <a:gd name="connsiteY16" fmla="*/ 6034120 h 9224165"/>
                    <a:gd name="connsiteX17" fmla="*/ 6266896 w 8636226"/>
                    <a:gd name="connsiteY17" fmla="*/ 9224162 h 9224165"/>
                    <a:gd name="connsiteX18" fmla="*/ 5057784 w 8636226"/>
                    <a:gd name="connsiteY18" fmla="*/ 8462696 h 9224165"/>
                    <a:gd name="connsiteX19" fmla="*/ 541518 w 8636226"/>
                    <a:gd name="connsiteY19" fmla="*/ 4050353 h 9224165"/>
                    <a:gd name="connsiteX0" fmla="*/ 541518 w 8752649"/>
                    <a:gd name="connsiteY0" fmla="*/ 4050353 h 9224165"/>
                    <a:gd name="connsiteX1" fmla="*/ 1163309 w 8752649"/>
                    <a:gd name="connsiteY1" fmla="*/ 3368184 h 9224165"/>
                    <a:gd name="connsiteX2" fmla="*/ 2967723 w 8752649"/>
                    <a:gd name="connsiteY2" fmla="*/ 5196984 h 9224165"/>
                    <a:gd name="connsiteX3" fmla="*/ 108411 w 8752649"/>
                    <a:gd name="connsiteY3" fmla="*/ 2221554 h 9224165"/>
                    <a:gd name="connsiteX4" fmla="*/ 1008296 w 8752649"/>
                    <a:gd name="connsiteY4" fmla="*/ 1510355 h 9224165"/>
                    <a:gd name="connsiteX5" fmla="*/ 3432182 w 8752649"/>
                    <a:gd name="connsiteY5" fmla="*/ 3948755 h 9224165"/>
                    <a:gd name="connsiteX6" fmla="*/ 718011 w 8752649"/>
                    <a:gd name="connsiteY6" fmla="*/ 1191041 h 9224165"/>
                    <a:gd name="connsiteX7" fmla="*/ 1719497 w 8752649"/>
                    <a:gd name="connsiteY7" fmla="*/ 494356 h 9224165"/>
                    <a:gd name="connsiteX8" fmla="*/ 4085326 w 8752649"/>
                    <a:gd name="connsiteY8" fmla="*/ 2976299 h 9224165"/>
                    <a:gd name="connsiteX9" fmla="*/ 2133444 w 8752649"/>
                    <a:gd name="connsiteY9" fmla="*/ 867083 h 9224165"/>
                    <a:gd name="connsiteX10" fmla="*/ 3170925 w 8752649"/>
                    <a:gd name="connsiteY10" fmla="*/ 276642 h 9224165"/>
                    <a:gd name="connsiteX11" fmla="*/ 6538239 w 8752649"/>
                    <a:gd name="connsiteY11" fmla="*/ 3731040 h 9224165"/>
                    <a:gd name="connsiteX12" fmla="*/ 6090619 w 8752649"/>
                    <a:gd name="connsiteY12" fmla="*/ 2238393 h 9224165"/>
                    <a:gd name="connsiteX13" fmla="*/ 6639839 w 8752649"/>
                    <a:gd name="connsiteY13" fmla="*/ 1031385 h 9224165"/>
                    <a:gd name="connsiteX14" fmla="*/ 7757440 w 8752649"/>
                    <a:gd name="connsiteY14" fmla="*/ 2976297 h 9224165"/>
                    <a:gd name="connsiteX15" fmla="*/ 7989669 w 8752649"/>
                    <a:gd name="connsiteY15" fmla="*/ 4340640 h 9224165"/>
                    <a:gd name="connsiteX16" fmla="*/ 8752654 w 8752649"/>
                    <a:gd name="connsiteY16" fmla="*/ 6193162 h 9224165"/>
                    <a:gd name="connsiteX17" fmla="*/ 6266896 w 8752649"/>
                    <a:gd name="connsiteY17" fmla="*/ 9224162 h 9224165"/>
                    <a:gd name="connsiteX18" fmla="*/ 5057784 w 8752649"/>
                    <a:gd name="connsiteY18" fmla="*/ 8462696 h 9224165"/>
                    <a:gd name="connsiteX19" fmla="*/ 541518 w 8752649"/>
                    <a:gd name="connsiteY19" fmla="*/ 4050353 h 9224165"/>
                    <a:gd name="connsiteX0" fmla="*/ 541518 w 8752649"/>
                    <a:gd name="connsiteY0" fmla="*/ 4050353 h 9224165"/>
                    <a:gd name="connsiteX1" fmla="*/ 1163309 w 8752649"/>
                    <a:gd name="connsiteY1" fmla="*/ 3368184 h 9224165"/>
                    <a:gd name="connsiteX2" fmla="*/ 2967723 w 8752649"/>
                    <a:gd name="connsiteY2" fmla="*/ 5196984 h 9224165"/>
                    <a:gd name="connsiteX3" fmla="*/ 108411 w 8752649"/>
                    <a:gd name="connsiteY3" fmla="*/ 2221554 h 9224165"/>
                    <a:gd name="connsiteX4" fmla="*/ 1008296 w 8752649"/>
                    <a:gd name="connsiteY4" fmla="*/ 1510355 h 9224165"/>
                    <a:gd name="connsiteX5" fmla="*/ 3432182 w 8752649"/>
                    <a:gd name="connsiteY5" fmla="*/ 3948755 h 9224165"/>
                    <a:gd name="connsiteX6" fmla="*/ 718011 w 8752649"/>
                    <a:gd name="connsiteY6" fmla="*/ 1191041 h 9224165"/>
                    <a:gd name="connsiteX7" fmla="*/ 1719497 w 8752649"/>
                    <a:gd name="connsiteY7" fmla="*/ 494356 h 9224165"/>
                    <a:gd name="connsiteX8" fmla="*/ 4085326 w 8752649"/>
                    <a:gd name="connsiteY8" fmla="*/ 2976299 h 9224165"/>
                    <a:gd name="connsiteX9" fmla="*/ 2133444 w 8752649"/>
                    <a:gd name="connsiteY9" fmla="*/ 867083 h 9224165"/>
                    <a:gd name="connsiteX10" fmla="*/ 3170925 w 8752649"/>
                    <a:gd name="connsiteY10" fmla="*/ 276642 h 9224165"/>
                    <a:gd name="connsiteX11" fmla="*/ 6538239 w 8752649"/>
                    <a:gd name="connsiteY11" fmla="*/ 3731040 h 9224165"/>
                    <a:gd name="connsiteX12" fmla="*/ 6090619 w 8752649"/>
                    <a:gd name="connsiteY12" fmla="*/ 2238393 h 9224165"/>
                    <a:gd name="connsiteX13" fmla="*/ 6639839 w 8752649"/>
                    <a:gd name="connsiteY13" fmla="*/ 1031385 h 9224165"/>
                    <a:gd name="connsiteX14" fmla="*/ 7757440 w 8752649"/>
                    <a:gd name="connsiteY14" fmla="*/ 2976297 h 9224165"/>
                    <a:gd name="connsiteX15" fmla="*/ 7989669 w 8752649"/>
                    <a:gd name="connsiteY15" fmla="*/ 4340640 h 9224165"/>
                    <a:gd name="connsiteX16" fmla="*/ 8752654 w 8752649"/>
                    <a:gd name="connsiteY16" fmla="*/ 6193162 h 9224165"/>
                    <a:gd name="connsiteX17" fmla="*/ 6266896 w 8752649"/>
                    <a:gd name="connsiteY17" fmla="*/ 9224162 h 9224165"/>
                    <a:gd name="connsiteX18" fmla="*/ 5057784 w 8752649"/>
                    <a:gd name="connsiteY18" fmla="*/ 8462696 h 9224165"/>
                    <a:gd name="connsiteX19" fmla="*/ 541518 w 8752649"/>
                    <a:gd name="connsiteY19" fmla="*/ 4050353 h 9224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752649" h="9224165">
                      <a:moveTo>
                        <a:pt x="541518" y="4050353"/>
                      </a:moveTo>
                      <a:cubicBezTo>
                        <a:pt x="125441" y="3629439"/>
                        <a:pt x="694015" y="2947268"/>
                        <a:pt x="1163309" y="3368184"/>
                      </a:cubicBezTo>
                      <a:lnTo>
                        <a:pt x="2967723" y="5196984"/>
                      </a:lnTo>
                      <a:lnTo>
                        <a:pt x="108411" y="2221554"/>
                      </a:lnTo>
                      <a:cubicBezTo>
                        <a:pt x="-288312" y="1549060"/>
                        <a:pt x="493523" y="1038543"/>
                        <a:pt x="1008296" y="1510355"/>
                      </a:cubicBezTo>
                      <a:lnTo>
                        <a:pt x="3432182" y="3948755"/>
                      </a:lnTo>
                      <a:lnTo>
                        <a:pt x="718011" y="1191041"/>
                      </a:lnTo>
                      <a:cubicBezTo>
                        <a:pt x="330963" y="465328"/>
                        <a:pt x="1235688" y="29898"/>
                        <a:pt x="1719497" y="494356"/>
                      </a:cubicBezTo>
                      <a:lnTo>
                        <a:pt x="4085326" y="2976299"/>
                      </a:lnTo>
                      <a:lnTo>
                        <a:pt x="2133444" y="867083"/>
                      </a:lnTo>
                      <a:cubicBezTo>
                        <a:pt x="1689694" y="110019"/>
                        <a:pt x="2618995" y="-311477"/>
                        <a:pt x="3170925" y="276642"/>
                      </a:cubicBezTo>
                      <a:lnTo>
                        <a:pt x="6538239" y="3731040"/>
                      </a:lnTo>
                      <a:cubicBezTo>
                        <a:pt x="6567268" y="3498812"/>
                        <a:pt x="6433736" y="2847992"/>
                        <a:pt x="6090619" y="2238393"/>
                      </a:cubicBezTo>
                      <a:cubicBezTo>
                        <a:pt x="5902707" y="1832574"/>
                        <a:pt x="6141515" y="1249099"/>
                        <a:pt x="6639839" y="1031385"/>
                      </a:cubicBezTo>
                      <a:cubicBezTo>
                        <a:pt x="7026887" y="1679688"/>
                        <a:pt x="7384906" y="2327993"/>
                        <a:pt x="7757440" y="2976297"/>
                      </a:cubicBezTo>
                      <a:lnTo>
                        <a:pt x="7989669" y="4340640"/>
                      </a:lnTo>
                      <a:cubicBezTo>
                        <a:pt x="8085131" y="4794167"/>
                        <a:pt x="8594837" y="6050116"/>
                        <a:pt x="8752654" y="6193162"/>
                      </a:cubicBezTo>
                      <a:cubicBezTo>
                        <a:pt x="7977375" y="7437758"/>
                        <a:pt x="7170303" y="8195142"/>
                        <a:pt x="6266896" y="9224162"/>
                      </a:cubicBezTo>
                      <a:cubicBezTo>
                        <a:pt x="6129010" y="9197551"/>
                        <a:pt x="5181156" y="8530430"/>
                        <a:pt x="5057784" y="8462696"/>
                      </a:cubicBezTo>
                      <a:cubicBezTo>
                        <a:pt x="4397384" y="8046620"/>
                        <a:pt x="768618" y="4236716"/>
                        <a:pt x="541518" y="4050353"/>
                      </a:cubicBezTo>
                      <a:close/>
                    </a:path>
                  </a:pathLst>
                </a:custGeom>
                <a:solidFill>
                  <a:srgbClr val="F4B18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sp>
              <p:nvSpPr>
                <p:cNvPr id="160" name="Rectangle 159"/>
                <p:cNvSpPr/>
                <p:nvPr/>
              </p:nvSpPr>
              <p:spPr>
                <a:xfrm rot="5540364">
                  <a:off x="2825522" y="1979912"/>
                  <a:ext cx="150701" cy="28072"/>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sp>
              <p:nvSpPr>
                <p:cNvPr id="161" name="Rectangle 160"/>
                <p:cNvSpPr/>
                <p:nvPr/>
              </p:nvSpPr>
              <p:spPr>
                <a:xfrm rot="6383905" flipH="1">
                  <a:off x="2564337" y="2795939"/>
                  <a:ext cx="150701" cy="28072"/>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sp>
              <p:nvSpPr>
                <p:cNvPr id="162" name="Rectangle 12"/>
                <p:cNvSpPr/>
                <p:nvPr/>
              </p:nvSpPr>
              <p:spPr>
                <a:xfrm rot="6615602">
                  <a:off x="2694216" y="1984311"/>
                  <a:ext cx="1141446" cy="1072707"/>
                </a:xfrm>
                <a:custGeom>
                  <a:avLst/>
                  <a:gdLst>
                    <a:gd name="connsiteX0" fmla="*/ 0 w 2869809"/>
                    <a:gd name="connsiteY0" fmla="*/ 0 h 2791482"/>
                    <a:gd name="connsiteX1" fmla="*/ 2869809 w 2869809"/>
                    <a:gd name="connsiteY1" fmla="*/ 0 h 2791482"/>
                    <a:gd name="connsiteX2" fmla="*/ 2869809 w 2869809"/>
                    <a:gd name="connsiteY2" fmla="*/ 2791482 h 2791482"/>
                    <a:gd name="connsiteX3" fmla="*/ 0 w 2869809"/>
                    <a:gd name="connsiteY3" fmla="*/ 2791482 h 2791482"/>
                    <a:gd name="connsiteX4" fmla="*/ 0 w 2869809"/>
                    <a:gd name="connsiteY4" fmla="*/ 0 h 2791482"/>
                    <a:gd name="connsiteX0" fmla="*/ 14068 w 2869809"/>
                    <a:gd name="connsiteY0" fmla="*/ 386861 h 2791482"/>
                    <a:gd name="connsiteX1" fmla="*/ 2869809 w 2869809"/>
                    <a:gd name="connsiteY1" fmla="*/ 0 h 2791482"/>
                    <a:gd name="connsiteX2" fmla="*/ 2869809 w 2869809"/>
                    <a:gd name="connsiteY2" fmla="*/ 2791482 h 2791482"/>
                    <a:gd name="connsiteX3" fmla="*/ 0 w 2869809"/>
                    <a:gd name="connsiteY3" fmla="*/ 2791482 h 2791482"/>
                    <a:gd name="connsiteX4" fmla="*/ 14068 w 2869809"/>
                    <a:gd name="connsiteY4" fmla="*/ 386861 h 2791482"/>
                    <a:gd name="connsiteX0" fmla="*/ 14068 w 2869809"/>
                    <a:gd name="connsiteY0" fmla="*/ 316522 h 2721143"/>
                    <a:gd name="connsiteX1" fmla="*/ 2461846 w 2869809"/>
                    <a:gd name="connsiteY1" fmla="*/ 0 h 2721143"/>
                    <a:gd name="connsiteX2" fmla="*/ 2869809 w 2869809"/>
                    <a:gd name="connsiteY2" fmla="*/ 2721143 h 2721143"/>
                    <a:gd name="connsiteX3" fmla="*/ 0 w 2869809"/>
                    <a:gd name="connsiteY3" fmla="*/ 2721143 h 2721143"/>
                    <a:gd name="connsiteX4" fmla="*/ 14068 w 2869809"/>
                    <a:gd name="connsiteY4" fmla="*/ 316522 h 2721143"/>
                    <a:gd name="connsiteX0" fmla="*/ 35169 w 2869809"/>
                    <a:gd name="connsiteY0" fmla="*/ 337623 h 2721143"/>
                    <a:gd name="connsiteX1" fmla="*/ 2461846 w 2869809"/>
                    <a:gd name="connsiteY1" fmla="*/ 0 h 2721143"/>
                    <a:gd name="connsiteX2" fmla="*/ 2869809 w 2869809"/>
                    <a:gd name="connsiteY2" fmla="*/ 2721143 h 2721143"/>
                    <a:gd name="connsiteX3" fmla="*/ 0 w 2869809"/>
                    <a:gd name="connsiteY3" fmla="*/ 2721143 h 2721143"/>
                    <a:gd name="connsiteX4" fmla="*/ 35169 w 2869809"/>
                    <a:gd name="connsiteY4" fmla="*/ 337623 h 2721143"/>
                    <a:gd name="connsiteX0" fmla="*/ 21101 w 2869809"/>
                    <a:gd name="connsiteY0" fmla="*/ 302454 h 2721143"/>
                    <a:gd name="connsiteX1" fmla="*/ 2461846 w 2869809"/>
                    <a:gd name="connsiteY1" fmla="*/ 0 h 2721143"/>
                    <a:gd name="connsiteX2" fmla="*/ 2869809 w 2869809"/>
                    <a:gd name="connsiteY2" fmla="*/ 2721143 h 2721143"/>
                    <a:gd name="connsiteX3" fmla="*/ 0 w 2869809"/>
                    <a:gd name="connsiteY3" fmla="*/ 2721143 h 2721143"/>
                    <a:gd name="connsiteX4" fmla="*/ 21101 w 2869809"/>
                    <a:gd name="connsiteY4" fmla="*/ 302454 h 2721143"/>
                    <a:gd name="connsiteX0" fmla="*/ 21101 w 2869809"/>
                    <a:gd name="connsiteY0" fmla="*/ 326022 h 2744711"/>
                    <a:gd name="connsiteX1" fmla="*/ 2461846 w 2869809"/>
                    <a:gd name="connsiteY1" fmla="*/ 23568 h 2744711"/>
                    <a:gd name="connsiteX2" fmla="*/ 2869809 w 2869809"/>
                    <a:gd name="connsiteY2" fmla="*/ 2744711 h 2744711"/>
                    <a:gd name="connsiteX3" fmla="*/ 0 w 2869809"/>
                    <a:gd name="connsiteY3" fmla="*/ 2744711 h 2744711"/>
                    <a:gd name="connsiteX4" fmla="*/ 21101 w 2869809"/>
                    <a:gd name="connsiteY4" fmla="*/ 326022 h 2744711"/>
                    <a:gd name="connsiteX0" fmla="*/ 21101 w 2869809"/>
                    <a:gd name="connsiteY0" fmla="*/ 515823 h 2934512"/>
                    <a:gd name="connsiteX1" fmla="*/ 2461846 w 2869809"/>
                    <a:gd name="connsiteY1" fmla="*/ 213369 h 2934512"/>
                    <a:gd name="connsiteX2" fmla="*/ 2869809 w 2869809"/>
                    <a:gd name="connsiteY2" fmla="*/ 2934512 h 2934512"/>
                    <a:gd name="connsiteX3" fmla="*/ 0 w 2869809"/>
                    <a:gd name="connsiteY3" fmla="*/ 2934512 h 2934512"/>
                    <a:gd name="connsiteX4" fmla="*/ 21101 w 2869809"/>
                    <a:gd name="connsiteY4" fmla="*/ 515823 h 2934512"/>
                    <a:gd name="connsiteX0" fmla="*/ 21101 w 2869809"/>
                    <a:gd name="connsiteY0" fmla="*/ 515823 h 2934512"/>
                    <a:gd name="connsiteX1" fmla="*/ 2461846 w 2869809"/>
                    <a:gd name="connsiteY1" fmla="*/ 213369 h 2934512"/>
                    <a:gd name="connsiteX2" fmla="*/ 2609557 w 2869809"/>
                    <a:gd name="connsiteY2" fmla="*/ 1284952 h 2934512"/>
                    <a:gd name="connsiteX3" fmla="*/ 2869809 w 2869809"/>
                    <a:gd name="connsiteY3" fmla="*/ 2934512 h 2934512"/>
                    <a:gd name="connsiteX4" fmla="*/ 0 w 2869809"/>
                    <a:gd name="connsiteY4" fmla="*/ 2934512 h 2934512"/>
                    <a:gd name="connsiteX5" fmla="*/ 21101 w 2869809"/>
                    <a:gd name="connsiteY5" fmla="*/ 515823 h 2934512"/>
                    <a:gd name="connsiteX0" fmla="*/ 21101 w 2869809"/>
                    <a:gd name="connsiteY0" fmla="*/ 515823 h 2934512"/>
                    <a:gd name="connsiteX1" fmla="*/ 2461846 w 2869809"/>
                    <a:gd name="connsiteY1" fmla="*/ 213369 h 2934512"/>
                    <a:gd name="connsiteX2" fmla="*/ 2644726 w 2869809"/>
                    <a:gd name="connsiteY2" fmla="*/ 813684 h 2934512"/>
                    <a:gd name="connsiteX3" fmla="*/ 2869809 w 2869809"/>
                    <a:gd name="connsiteY3" fmla="*/ 2934512 h 2934512"/>
                    <a:gd name="connsiteX4" fmla="*/ 0 w 2869809"/>
                    <a:gd name="connsiteY4" fmla="*/ 2934512 h 2934512"/>
                    <a:gd name="connsiteX5" fmla="*/ 21101 w 2869809"/>
                    <a:gd name="connsiteY5" fmla="*/ 515823 h 2934512"/>
                    <a:gd name="connsiteX0" fmla="*/ 21101 w 2869809"/>
                    <a:gd name="connsiteY0" fmla="*/ 515823 h 2934512"/>
                    <a:gd name="connsiteX1" fmla="*/ 2461846 w 2869809"/>
                    <a:gd name="connsiteY1" fmla="*/ 213369 h 2934512"/>
                    <a:gd name="connsiteX2" fmla="*/ 2644726 w 2869809"/>
                    <a:gd name="connsiteY2" fmla="*/ 813684 h 2934512"/>
                    <a:gd name="connsiteX3" fmla="*/ 2869809 w 2869809"/>
                    <a:gd name="connsiteY3" fmla="*/ 2934512 h 2934512"/>
                    <a:gd name="connsiteX4" fmla="*/ 0 w 2869809"/>
                    <a:gd name="connsiteY4" fmla="*/ 2934512 h 2934512"/>
                    <a:gd name="connsiteX5" fmla="*/ 21101 w 2869809"/>
                    <a:gd name="connsiteY5" fmla="*/ 515823 h 2934512"/>
                    <a:gd name="connsiteX0" fmla="*/ 21101 w 2869809"/>
                    <a:gd name="connsiteY0" fmla="*/ 515823 h 2934512"/>
                    <a:gd name="connsiteX1" fmla="*/ 2461846 w 2869809"/>
                    <a:gd name="connsiteY1" fmla="*/ 213369 h 2934512"/>
                    <a:gd name="connsiteX2" fmla="*/ 2644726 w 2869809"/>
                    <a:gd name="connsiteY2" fmla="*/ 813684 h 2934512"/>
                    <a:gd name="connsiteX3" fmla="*/ 2869809 w 2869809"/>
                    <a:gd name="connsiteY3" fmla="*/ 2934512 h 2934512"/>
                    <a:gd name="connsiteX4" fmla="*/ 0 w 2869809"/>
                    <a:gd name="connsiteY4" fmla="*/ 2934512 h 2934512"/>
                    <a:gd name="connsiteX5" fmla="*/ 21101 w 2869809"/>
                    <a:gd name="connsiteY5" fmla="*/ 515823 h 2934512"/>
                    <a:gd name="connsiteX0" fmla="*/ 21101 w 2869809"/>
                    <a:gd name="connsiteY0" fmla="*/ 511198 h 2929887"/>
                    <a:gd name="connsiteX1" fmla="*/ 2447779 w 2869809"/>
                    <a:gd name="connsiteY1" fmla="*/ 215777 h 2929887"/>
                    <a:gd name="connsiteX2" fmla="*/ 2644726 w 2869809"/>
                    <a:gd name="connsiteY2" fmla="*/ 809059 h 2929887"/>
                    <a:gd name="connsiteX3" fmla="*/ 2869809 w 2869809"/>
                    <a:gd name="connsiteY3" fmla="*/ 2929887 h 2929887"/>
                    <a:gd name="connsiteX4" fmla="*/ 0 w 2869809"/>
                    <a:gd name="connsiteY4" fmla="*/ 2929887 h 2929887"/>
                    <a:gd name="connsiteX5" fmla="*/ 21101 w 2869809"/>
                    <a:gd name="connsiteY5" fmla="*/ 511198 h 2929887"/>
                    <a:gd name="connsiteX0" fmla="*/ 21101 w 2869809"/>
                    <a:gd name="connsiteY0" fmla="*/ 511198 h 2929887"/>
                    <a:gd name="connsiteX1" fmla="*/ 2447779 w 2869809"/>
                    <a:gd name="connsiteY1" fmla="*/ 215777 h 2929887"/>
                    <a:gd name="connsiteX2" fmla="*/ 2644726 w 2869809"/>
                    <a:gd name="connsiteY2" fmla="*/ 809059 h 2929887"/>
                    <a:gd name="connsiteX3" fmla="*/ 2869809 w 2869809"/>
                    <a:gd name="connsiteY3" fmla="*/ 2929887 h 2929887"/>
                    <a:gd name="connsiteX4" fmla="*/ 0 w 2869809"/>
                    <a:gd name="connsiteY4" fmla="*/ 2929887 h 2929887"/>
                    <a:gd name="connsiteX5" fmla="*/ 21101 w 2869809"/>
                    <a:gd name="connsiteY5" fmla="*/ 511198 h 2929887"/>
                    <a:gd name="connsiteX0" fmla="*/ 21101 w 2869809"/>
                    <a:gd name="connsiteY0" fmla="*/ 511198 h 2929887"/>
                    <a:gd name="connsiteX1" fmla="*/ 2447779 w 2869809"/>
                    <a:gd name="connsiteY1" fmla="*/ 215777 h 2929887"/>
                    <a:gd name="connsiteX2" fmla="*/ 2644726 w 2869809"/>
                    <a:gd name="connsiteY2" fmla="*/ 809059 h 2929887"/>
                    <a:gd name="connsiteX3" fmla="*/ 2869809 w 2869809"/>
                    <a:gd name="connsiteY3" fmla="*/ 2929887 h 2929887"/>
                    <a:gd name="connsiteX4" fmla="*/ 0 w 2869809"/>
                    <a:gd name="connsiteY4" fmla="*/ 2929887 h 2929887"/>
                    <a:gd name="connsiteX5" fmla="*/ 21101 w 2869809"/>
                    <a:gd name="connsiteY5" fmla="*/ 511198 h 2929887"/>
                    <a:gd name="connsiteX0" fmla="*/ 21101 w 2869809"/>
                    <a:gd name="connsiteY0" fmla="*/ 511198 h 2929887"/>
                    <a:gd name="connsiteX1" fmla="*/ 2447779 w 2869809"/>
                    <a:gd name="connsiteY1" fmla="*/ 215777 h 2929887"/>
                    <a:gd name="connsiteX2" fmla="*/ 2644726 w 2869809"/>
                    <a:gd name="connsiteY2" fmla="*/ 809059 h 2929887"/>
                    <a:gd name="connsiteX3" fmla="*/ 2869809 w 2869809"/>
                    <a:gd name="connsiteY3" fmla="*/ 2929887 h 2929887"/>
                    <a:gd name="connsiteX4" fmla="*/ 0 w 2869809"/>
                    <a:gd name="connsiteY4" fmla="*/ 2929887 h 2929887"/>
                    <a:gd name="connsiteX5" fmla="*/ 21101 w 2869809"/>
                    <a:gd name="connsiteY5" fmla="*/ 511198 h 2929887"/>
                    <a:gd name="connsiteX0" fmla="*/ 21101 w 2757267"/>
                    <a:gd name="connsiteY0" fmla="*/ 511198 h 2929887"/>
                    <a:gd name="connsiteX1" fmla="*/ 2447779 w 2757267"/>
                    <a:gd name="connsiteY1" fmla="*/ 215777 h 2929887"/>
                    <a:gd name="connsiteX2" fmla="*/ 2644726 w 2757267"/>
                    <a:gd name="connsiteY2" fmla="*/ 809059 h 2929887"/>
                    <a:gd name="connsiteX3" fmla="*/ 2757267 w 2757267"/>
                    <a:gd name="connsiteY3" fmla="*/ 2479720 h 2929887"/>
                    <a:gd name="connsiteX4" fmla="*/ 0 w 2757267"/>
                    <a:gd name="connsiteY4" fmla="*/ 2929887 h 2929887"/>
                    <a:gd name="connsiteX5" fmla="*/ 21101 w 2757267"/>
                    <a:gd name="connsiteY5"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0 w 2757267"/>
                    <a:gd name="connsiteY4" fmla="*/ 2929887 h 2929887"/>
                    <a:gd name="connsiteX5" fmla="*/ 21101 w 2757267"/>
                    <a:gd name="connsiteY5"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0 w 2757267"/>
                    <a:gd name="connsiteY4" fmla="*/ 2929887 h 2929887"/>
                    <a:gd name="connsiteX5" fmla="*/ 21101 w 2757267"/>
                    <a:gd name="connsiteY5"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13991 w 2757267"/>
                    <a:gd name="connsiteY4" fmla="*/ 2547435 h 2929887"/>
                    <a:gd name="connsiteX5" fmla="*/ 0 w 2757267"/>
                    <a:gd name="connsiteY5" fmla="*/ 2929887 h 2929887"/>
                    <a:gd name="connsiteX6" fmla="*/ 21101 w 2757267"/>
                    <a:gd name="connsiteY6"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61125 w 2757267"/>
                    <a:gd name="connsiteY4" fmla="*/ 2516012 h 2929887"/>
                    <a:gd name="connsiteX5" fmla="*/ 0 w 2757267"/>
                    <a:gd name="connsiteY5" fmla="*/ 2929887 h 2929887"/>
                    <a:gd name="connsiteX6" fmla="*/ 21101 w 2757267"/>
                    <a:gd name="connsiteY6"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61125 w 2757267"/>
                    <a:gd name="connsiteY4" fmla="*/ 2516012 h 2929887"/>
                    <a:gd name="connsiteX5" fmla="*/ 1412160 w 2757267"/>
                    <a:gd name="connsiteY5" fmla="*/ 2679410 h 2929887"/>
                    <a:gd name="connsiteX6" fmla="*/ 0 w 2757267"/>
                    <a:gd name="connsiteY6" fmla="*/ 2929887 h 2929887"/>
                    <a:gd name="connsiteX7" fmla="*/ 21101 w 2757267"/>
                    <a:gd name="connsiteY7"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61125 w 2757267"/>
                    <a:gd name="connsiteY4" fmla="*/ 2516012 h 2929887"/>
                    <a:gd name="connsiteX5" fmla="*/ 2288853 w 2757267"/>
                    <a:gd name="connsiteY5" fmla="*/ 1837283 h 2929887"/>
                    <a:gd name="connsiteX6" fmla="*/ 0 w 2757267"/>
                    <a:gd name="connsiteY6" fmla="*/ 2929887 h 2929887"/>
                    <a:gd name="connsiteX7" fmla="*/ 21101 w 2757267"/>
                    <a:gd name="connsiteY7"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61125 w 2757267"/>
                    <a:gd name="connsiteY4" fmla="*/ 2516012 h 2929887"/>
                    <a:gd name="connsiteX5" fmla="*/ 2317134 w 2757267"/>
                    <a:gd name="connsiteY5" fmla="*/ 1058000 h 2929887"/>
                    <a:gd name="connsiteX6" fmla="*/ 0 w 2757267"/>
                    <a:gd name="connsiteY6" fmla="*/ 2929887 h 2929887"/>
                    <a:gd name="connsiteX7" fmla="*/ 21101 w 2757267"/>
                    <a:gd name="connsiteY7"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61125 w 2757267"/>
                    <a:gd name="connsiteY4" fmla="*/ 2516012 h 2929887"/>
                    <a:gd name="connsiteX5" fmla="*/ 2182017 w 2757267"/>
                    <a:gd name="connsiteY5" fmla="*/ 753200 h 2929887"/>
                    <a:gd name="connsiteX6" fmla="*/ 0 w 2757267"/>
                    <a:gd name="connsiteY6" fmla="*/ 2929887 h 2929887"/>
                    <a:gd name="connsiteX7" fmla="*/ 21101 w 2757267"/>
                    <a:gd name="connsiteY7"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2017 w 2757267"/>
                    <a:gd name="connsiteY5" fmla="*/ 753200 h 2929887"/>
                    <a:gd name="connsiteX6" fmla="*/ 0 w 2757267"/>
                    <a:gd name="connsiteY6" fmla="*/ 2929887 h 2929887"/>
                    <a:gd name="connsiteX7" fmla="*/ 21101 w 2757267"/>
                    <a:gd name="connsiteY7"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0 w 2757267"/>
                    <a:gd name="connsiteY6" fmla="*/ 2929887 h 2929887"/>
                    <a:gd name="connsiteX7" fmla="*/ 21101 w 2757267"/>
                    <a:gd name="connsiteY7"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358741 w 2757267"/>
                    <a:gd name="connsiteY6" fmla="*/ 1582759 h 2929887"/>
                    <a:gd name="connsiteX7" fmla="*/ 0 w 2757267"/>
                    <a:gd name="connsiteY7" fmla="*/ 2929887 h 2929887"/>
                    <a:gd name="connsiteX8" fmla="*/ 21101 w 2757267"/>
                    <a:gd name="connsiteY8"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99211 w 2757267"/>
                    <a:gd name="connsiteY6" fmla="*/ 904029 h 2929887"/>
                    <a:gd name="connsiteX7" fmla="*/ 0 w 2757267"/>
                    <a:gd name="connsiteY7" fmla="*/ 2929887 h 2929887"/>
                    <a:gd name="connsiteX8" fmla="*/ 21101 w 2757267"/>
                    <a:gd name="connsiteY8"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99211 w 2757267"/>
                    <a:gd name="connsiteY6" fmla="*/ 904029 h 2929887"/>
                    <a:gd name="connsiteX7" fmla="*/ 0 w 2757267"/>
                    <a:gd name="connsiteY7" fmla="*/ 2929887 h 2929887"/>
                    <a:gd name="connsiteX8" fmla="*/ 21101 w 2757267"/>
                    <a:gd name="connsiteY8"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99211 w 2757267"/>
                    <a:gd name="connsiteY6" fmla="*/ 904029 h 2929887"/>
                    <a:gd name="connsiteX7" fmla="*/ 0 w 2757267"/>
                    <a:gd name="connsiteY7" fmla="*/ 2929887 h 2929887"/>
                    <a:gd name="connsiteX8" fmla="*/ 21101 w 2757267"/>
                    <a:gd name="connsiteY8"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99211 w 2757267"/>
                    <a:gd name="connsiteY6" fmla="*/ 904029 h 2929887"/>
                    <a:gd name="connsiteX7" fmla="*/ 0 w 2757267"/>
                    <a:gd name="connsiteY7" fmla="*/ 2929887 h 2929887"/>
                    <a:gd name="connsiteX8" fmla="*/ 21101 w 2757267"/>
                    <a:gd name="connsiteY8"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0 w 2757267"/>
                    <a:gd name="connsiteY7" fmla="*/ 2929887 h 2929887"/>
                    <a:gd name="connsiteX8" fmla="*/ 21101 w 2757267"/>
                    <a:gd name="connsiteY8"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0 w 2757267"/>
                    <a:gd name="connsiteY7" fmla="*/ 2929887 h 2929887"/>
                    <a:gd name="connsiteX8" fmla="*/ 21101 w 2757267"/>
                    <a:gd name="connsiteY8"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859120 w 2757267"/>
                    <a:gd name="connsiteY7" fmla="*/ 1997538 h 2929887"/>
                    <a:gd name="connsiteX8" fmla="*/ 0 w 2757267"/>
                    <a:gd name="connsiteY8" fmla="*/ 2929887 h 2929887"/>
                    <a:gd name="connsiteX9" fmla="*/ 21101 w 2757267"/>
                    <a:gd name="connsiteY9"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774279 w 2757267"/>
                    <a:gd name="connsiteY7" fmla="*/ 1463352 h 2929887"/>
                    <a:gd name="connsiteX8" fmla="*/ 0 w 2757267"/>
                    <a:gd name="connsiteY8" fmla="*/ 2929887 h 2929887"/>
                    <a:gd name="connsiteX9" fmla="*/ 21101 w 2757267"/>
                    <a:gd name="connsiteY9"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789990 w 2757267"/>
                    <a:gd name="connsiteY7" fmla="*/ 963731 h 2929887"/>
                    <a:gd name="connsiteX8" fmla="*/ 0 w 2757267"/>
                    <a:gd name="connsiteY8" fmla="*/ 2929887 h 2929887"/>
                    <a:gd name="connsiteX9" fmla="*/ 21101 w 2757267"/>
                    <a:gd name="connsiteY9"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789990 w 2757267"/>
                    <a:gd name="connsiteY7" fmla="*/ 963731 h 2929887"/>
                    <a:gd name="connsiteX8" fmla="*/ 478906 w 2757267"/>
                    <a:gd name="connsiteY8" fmla="*/ 1733587 h 2929887"/>
                    <a:gd name="connsiteX9" fmla="*/ 0 w 2757267"/>
                    <a:gd name="connsiteY9" fmla="*/ 2929887 h 2929887"/>
                    <a:gd name="connsiteX10" fmla="*/ 21101 w 2757267"/>
                    <a:gd name="connsiteY10"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789990 w 2757267"/>
                    <a:gd name="connsiteY7" fmla="*/ 963731 h 2929887"/>
                    <a:gd name="connsiteX8" fmla="*/ 573174 w 2757267"/>
                    <a:gd name="connsiteY8" fmla="*/ 860036 h 2929887"/>
                    <a:gd name="connsiteX9" fmla="*/ 0 w 2757267"/>
                    <a:gd name="connsiteY9" fmla="*/ 2929887 h 2929887"/>
                    <a:gd name="connsiteX10" fmla="*/ 21101 w 2757267"/>
                    <a:gd name="connsiteY10"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789990 w 2757267"/>
                    <a:gd name="connsiteY7" fmla="*/ 963731 h 2929887"/>
                    <a:gd name="connsiteX8" fmla="*/ 573174 w 2757267"/>
                    <a:gd name="connsiteY8" fmla="*/ 860036 h 2929887"/>
                    <a:gd name="connsiteX9" fmla="*/ 0 w 2757267"/>
                    <a:gd name="connsiteY9" fmla="*/ 2929887 h 2929887"/>
                    <a:gd name="connsiteX10" fmla="*/ 21101 w 2757267"/>
                    <a:gd name="connsiteY10"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789990 w 2757267"/>
                    <a:gd name="connsiteY7" fmla="*/ 963731 h 2929887"/>
                    <a:gd name="connsiteX8" fmla="*/ 573174 w 2757267"/>
                    <a:gd name="connsiteY8" fmla="*/ 860036 h 2929887"/>
                    <a:gd name="connsiteX9" fmla="*/ 0 w 2757267"/>
                    <a:gd name="connsiteY9" fmla="*/ 2929887 h 2929887"/>
                    <a:gd name="connsiteX10" fmla="*/ 21101 w 2757267"/>
                    <a:gd name="connsiteY10"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789990 w 2757267"/>
                    <a:gd name="connsiteY7" fmla="*/ 963731 h 2929887"/>
                    <a:gd name="connsiteX8" fmla="*/ 573174 w 2757267"/>
                    <a:gd name="connsiteY8" fmla="*/ 860036 h 2929887"/>
                    <a:gd name="connsiteX9" fmla="*/ 507186 w 2757267"/>
                    <a:gd name="connsiteY9" fmla="*/ 1083138 h 2929887"/>
                    <a:gd name="connsiteX10" fmla="*/ 0 w 2757267"/>
                    <a:gd name="connsiteY10" fmla="*/ 2929887 h 2929887"/>
                    <a:gd name="connsiteX11" fmla="*/ 21101 w 2757267"/>
                    <a:gd name="connsiteY11"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789990 w 2757267"/>
                    <a:gd name="connsiteY7" fmla="*/ 963731 h 2929887"/>
                    <a:gd name="connsiteX8" fmla="*/ 573174 w 2757267"/>
                    <a:gd name="connsiteY8" fmla="*/ 860036 h 2929887"/>
                    <a:gd name="connsiteX9" fmla="*/ 469479 w 2757267"/>
                    <a:gd name="connsiteY9" fmla="*/ 1048573 h 2929887"/>
                    <a:gd name="connsiteX10" fmla="*/ 0 w 2757267"/>
                    <a:gd name="connsiteY10" fmla="*/ 2929887 h 2929887"/>
                    <a:gd name="connsiteX11" fmla="*/ 21101 w 2757267"/>
                    <a:gd name="connsiteY11"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789990 w 2757267"/>
                    <a:gd name="connsiteY7" fmla="*/ 963731 h 2929887"/>
                    <a:gd name="connsiteX8" fmla="*/ 573174 w 2757267"/>
                    <a:gd name="connsiteY8" fmla="*/ 860036 h 2929887"/>
                    <a:gd name="connsiteX9" fmla="*/ 469479 w 2757267"/>
                    <a:gd name="connsiteY9" fmla="*/ 1048573 h 2929887"/>
                    <a:gd name="connsiteX10" fmla="*/ 0 w 2757267"/>
                    <a:gd name="connsiteY10" fmla="*/ 2929887 h 2929887"/>
                    <a:gd name="connsiteX11" fmla="*/ 21101 w 2757267"/>
                    <a:gd name="connsiteY11"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789990 w 2757267"/>
                    <a:gd name="connsiteY7" fmla="*/ 963731 h 2929887"/>
                    <a:gd name="connsiteX8" fmla="*/ 588885 w 2757267"/>
                    <a:gd name="connsiteY8" fmla="*/ 882032 h 2929887"/>
                    <a:gd name="connsiteX9" fmla="*/ 469479 w 2757267"/>
                    <a:gd name="connsiteY9" fmla="*/ 1048573 h 2929887"/>
                    <a:gd name="connsiteX10" fmla="*/ 0 w 2757267"/>
                    <a:gd name="connsiteY10" fmla="*/ 2929887 h 2929887"/>
                    <a:gd name="connsiteX11" fmla="*/ 21101 w 2757267"/>
                    <a:gd name="connsiteY11"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789990 w 2757267"/>
                    <a:gd name="connsiteY7" fmla="*/ 963731 h 2929887"/>
                    <a:gd name="connsiteX8" fmla="*/ 604596 w 2757267"/>
                    <a:gd name="connsiteY8" fmla="*/ 891459 h 2929887"/>
                    <a:gd name="connsiteX9" fmla="*/ 469479 w 2757267"/>
                    <a:gd name="connsiteY9" fmla="*/ 1048573 h 2929887"/>
                    <a:gd name="connsiteX10" fmla="*/ 0 w 2757267"/>
                    <a:gd name="connsiteY10" fmla="*/ 2929887 h 2929887"/>
                    <a:gd name="connsiteX11" fmla="*/ 21101 w 2757267"/>
                    <a:gd name="connsiteY11"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789990 w 2757267"/>
                    <a:gd name="connsiteY7" fmla="*/ 963731 h 2929887"/>
                    <a:gd name="connsiteX8" fmla="*/ 604596 w 2757267"/>
                    <a:gd name="connsiteY8" fmla="*/ 891459 h 2929887"/>
                    <a:gd name="connsiteX9" fmla="*/ 469479 w 2757267"/>
                    <a:gd name="connsiteY9" fmla="*/ 1048573 h 2929887"/>
                    <a:gd name="connsiteX10" fmla="*/ 0 w 2757267"/>
                    <a:gd name="connsiteY10" fmla="*/ 2929887 h 2929887"/>
                    <a:gd name="connsiteX11" fmla="*/ 21101 w 2757267"/>
                    <a:gd name="connsiteY11"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789990 w 2757267"/>
                    <a:gd name="connsiteY7" fmla="*/ 963731 h 2929887"/>
                    <a:gd name="connsiteX8" fmla="*/ 604596 w 2757267"/>
                    <a:gd name="connsiteY8" fmla="*/ 891459 h 2929887"/>
                    <a:gd name="connsiteX9" fmla="*/ 469479 w 2757267"/>
                    <a:gd name="connsiteY9" fmla="*/ 1057999 h 2929887"/>
                    <a:gd name="connsiteX10" fmla="*/ 0 w 2757267"/>
                    <a:gd name="connsiteY10" fmla="*/ 2929887 h 2929887"/>
                    <a:gd name="connsiteX11" fmla="*/ 21101 w 2757267"/>
                    <a:gd name="connsiteY11"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789990 w 2757267"/>
                    <a:gd name="connsiteY7" fmla="*/ 963731 h 2929887"/>
                    <a:gd name="connsiteX8" fmla="*/ 604596 w 2757267"/>
                    <a:gd name="connsiteY8" fmla="*/ 891459 h 2929887"/>
                    <a:gd name="connsiteX9" fmla="*/ 469479 w 2757267"/>
                    <a:gd name="connsiteY9" fmla="*/ 1057999 h 2929887"/>
                    <a:gd name="connsiteX10" fmla="*/ 0 w 2757267"/>
                    <a:gd name="connsiteY10" fmla="*/ 2929887 h 2929887"/>
                    <a:gd name="connsiteX11" fmla="*/ 21101 w 2757267"/>
                    <a:gd name="connsiteY11"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789990 w 2757267"/>
                    <a:gd name="connsiteY7" fmla="*/ 963731 h 2929887"/>
                    <a:gd name="connsiteX8" fmla="*/ 604596 w 2757267"/>
                    <a:gd name="connsiteY8" fmla="*/ 891459 h 2929887"/>
                    <a:gd name="connsiteX9" fmla="*/ 469479 w 2757267"/>
                    <a:gd name="connsiteY9" fmla="*/ 1057999 h 2929887"/>
                    <a:gd name="connsiteX10" fmla="*/ 0 w 2757267"/>
                    <a:gd name="connsiteY10" fmla="*/ 2929887 h 2929887"/>
                    <a:gd name="connsiteX11" fmla="*/ 21101 w 2757267"/>
                    <a:gd name="connsiteY11"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789990 w 2757267"/>
                    <a:gd name="connsiteY7" fmla="*/ 963731 h 2929887"/>
                    <a:gd name="connsiteX8" fmla="*/ 604596 w 2757267"/>
                    <a:gd name="connsiteY8" fmla="*/ 891459 h 2929887"/>
                    <a:gd name="connsiteX9" fmla="*/ 478905 w 2757267"/>
                    <a:gd name="connsiteY9" fmla="*/ 1054857 h 2929887"/>
                    <a:gd name="connsiteX10" fmla="*/ 0 w 2757267"/>
                    <a:gd name="connsiteY10" fmla="*/ 2929887 h 2929887"/>
                    <a:gd name="connsiteX11" fmla="*/ 21101 w 2757267"/>
                    <a:gd name="connsiteY11"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789990 w 2757267"/>
                    <a:gd name="connsiteY7" fmla="*/ 963731 h 2929887"/>
                    <a:gd name="connsiteX8" fmla="*/ 604596 w 2757267"/>
                    <a:gd name="connsiteY8" fmla="*/ 891459 h 2929887"/>
                    <a:gd name="connsiteX9" fmla="*/ 478905 w 2757267"/>
                    <a:gd name="connsiteY9" fmla="*/ 1054857 h 2929887"/>
                    <a:gd name="connsiteX10" fmla="*/ 0 w 2757267"/>
                    <a:gd name="connsiteY10" fmla="*/ 2929887 h 2929887"/>
                    <a:gd name="connsiteX11" fmla="*/ 21101 w 2757267"/>
                    <a:gd name="connsiteY11"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789990 w 2757267"/>
                    <a:gd name="connsiteY7" fmla="*/ 963731 h 2929887"/>
                    <a:gd name="connsiteX8" fmla="*/ 604596 w 2757267"/>
                    <a:gd name="connsiteY8" fmla="*/ 891459 h 2929887"/>
                    <a:gd name="connsiteX9" fmla="*/ 478905 w 2757267"/>
                    <a:gd name="connsiteY9" fmla="*/ 1054857 h 2929887"/>
                    <a:gd name="connsiteX10" fmla="*/ 0 w 2757267"/>
                    <a:gd name="connsiteY10" fmla="*/ 2929887 h 2929887"/>
                    <a:gd name="connsiteX11" fmla="*/ 21101 w 2757267"/>
                    <a:gd name="connsiteY11"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789990 w 2757267"/>
                    <a:gd name="connsiteY7" fmla="*/ 963731 h 2929887"/>
                    <a:gd name="connsiteX8" fmla="*/ 604596 w 2757267"/>
                    <a:gd name="connsiteY8" fmla="*/ 891459 h 2929887"/>
                    <a:gd name="connsiteX9" fmla="*/ 491474 w 2757267"/>
                    <a:gd name="connsiteY9" fmla="*/ 1058000 h 2929887"/>
                    <a:gd name="connsiteX10" fmla="*/ 0 w 2757267"/>
                    <a:gd name="connsiteY10" fmla="*/ 2929887 h 2929887"/>
                    <a:gd name="connsiteX11" fmla="*/ 21101 w 2757267"/>
                    <a:gd name="connsiteY11"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789990 w 2757267"/>
                    <a:gd name="connsiteY7" fmla="*/ 963731 h 2929887"/>
                    <a:gd name="connsiteX8" fmla="*/ 604596 w 2757267"/>
                    <a:gd name="connsiteY8" fmla="*/ 891459 h 2929887"/>
                    <a:gd name="connsiteX9" fmla="*/ 491474 w 2757267"/>
                    <a:gd name="connsiteY9" fmla="*/ 1058000 h 2929887"/>
                    <a:gd name="connsiteX10" fmla="*/ 126972 w 2757267"/>
                    <a:gd name="connsiteY10" fmla="*/ 2440598 h 2929887"/>
                    <a:gd name="connsiteX11" fmla="*/ 0 w 2757267"/>
                    <a:gd name="connsiteY11" fmla="*/ 2929887 h 2929887"/>
                    <a:gd name="connsiteX12" fmla="*/ 21101 w 2757267"/>
                    <a:gd name="connsiteY12"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789990 w 2757267"/>
                    <a:gd name="connsiteY7" fmla="*/ 963731 h 2929887"/>
                    <a:gd name="connsiteX8" fmla="*/ 604596 w 2757267"/>
                    <a:gd name="connsiteY8" fmla="*/ 891459 h 2929887"/>
                    <a:gd name="connsiteX9" fmla="*/ 491474 w 2757267"/>
                    <a:gd name="connsiteY9" fmla="*/ 1058000 h 2929887"/>
                    <a:gd name="connsiteX10" fmla="*/ 610881 w 2757267"/>
                    <a:gd name="connsiteY10" fmla="*/ 2494017 h 2929887"/>
                    <a:gd name="connsiteX11" fmla="*/ 0 w 2757267"/>
                    <a:gd name="connsiteY11" fmla="*/ 2929887 h 2929887"/>
                    <a:gd name="connsiteX12" fmla="*/ 21101 w 2757267"/>
                    <a:gd name="connsiteY12"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789990 w 2757267"/>
                    <a:gd name="connsiteY7" fmla="*/ 963731 h 2929887"/>
                    <a:gd name="connsiteX8" fmla="*/ 604596 w 2757267"/>
                    <a:gd name="connsiteY8" fmla="*/ 891459 h 2929887"/>
                    <a:gd name="connsiteX9" fmla="*/ 485190 w 2757267"/>
                    <a:gd name="connsiteY9" fmla="*/ 1058000 h 2929887"/>
                    <a:gd name="connsiteX10" fmla="*/ 610881 w 2757267"/>
                    <a:gd name="connsiteY10" fmla="*/ 2494017 h 2929887"/>
                    <a:gd name="connsiteX11" fmla="*/ 0 w 2757267"/>
                    <a:gd name="connsiteY11" fmla="*/ 2929887 h 2929887"/>
                    <a:gd name="connsiteX12" fmla="*/ 21101 w 2757267"/>
                    <a:gd name="connsiteY12"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789990 w 2757267"/>
                    <a:gd name="connsiteY7" fmla="*/ 963731 h 2929887"/>
                    <a:gd name="connsiteX8" fmla="*/ 604596 w 2757267"/>
                    <a:gd name="connsiteY8" fmla="*/ 891459 h 2929887"/>
                    <a:gd name="connsiteX9" fmla="*/ 485190 w 2757267"/>
                    <a:gd name="connsiteY9" fmla="*/ 1058000 h 2929887"/>
                    <a:gd name="connsiteX10" fmla="*/ 610881 w 2757267"/>
                    <a:gd name="connsiteY10" fmla="*/ 2494017 h 2929887"/>
                    <a:gd name="connsiteX11" fmla="*/ 0 w 2757267"/>
                    <a:gd name="connsiteY11" fmla="*/ 2929887 h 2929887"/>
                    <a:gd name="connsiteX12" fmla="*/ 21101 w 2757267"/>
                    <a:gd name="connsiteY12"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789990 w 2757267"/>
                    <a:gd name="connsiteY7" fmla="*/ 963731 h 2929887"/>
                    <a:gd name="connsiteX8" fmla="*/ 604596 w 2757267"/>
                    <a:gd name="connsiteY8" fmla="*/ 891459 h 2929887"/>
                    <a:gd name="connsiteX9" fmla="*/ 485190 w 2757267"/>
                    <a:gd name="connsiteY9" fmla="*/ 1058000 h 2929887"/>
                    <a:gd name="connsiteX10" fmla="*/ 610881 w 2757267"/>
                    <a:gd name="connsiteY10" fmla="*/ 2494017 h 2929887"/>
                    <a:gd name="connsiteX11" fmla="*/ 0 w 2757267"/>
                    <a:gd name="connsiteY11" fmla="*/ 2929887 h 2929887"/>
                    <a:gd name="connsiteX12" fmla="*/ 21101 w 2757267"/>
                    <a:gd name="connsiteY12"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789990 w 2757267"/>
                    <a:gd name="connsiteY7" fmla="*/ 963731 h 2929887"/>
                    <a:gd name="connsiteX8" fmla="*/ 604596 w 2757267"/>
                    <a:gd name="connsiteY8" fmla="*/ 891459 h 2929887"/>
                    <a:gd name="connsiteX9" fmla="*/ 485190 w 2757267"/>
                    <a:gd name="connsiteY9" fmla="*/ 1058000 h 2929887"/>
                    <a:gd name="connsiteX10" fmla="*/ 614023 w 2757267"/>
                    <a:gd name="connsiteY10" fmla="*/ 2525440 h 2929887"/>
                    <a:gd name="connsiteX11" fmla="*/ 0 w 2757267"/>
                    <a:gd name="connsiteY11" fmla="*/ 2929887 h 2929887"/>
                    <a:gd name="connsiteX12" fmla="*/ 21101 w 2757267"/>
                    <a:gd name="connsiteY12"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789990 w 2757267"/>
                    <a:gd name="connsiteY7" fmla="*/ 963731 h 2929887"/>
                    <a:gd name="connsiteX8" fmla="*/ 604596 w 2757267"/>
                    <a:gd name="connsiteY8" fmla="*/ 891459 h 2929887"/>
                    <a:gd name="connsiteX9" fmla="*/ 485190 w 2757267"/>
                    <a:gd name="connsiteY9" fmla="*/ 1058000 h 2929887"/>
                    <a:gd name="connsiteX10" fmla="*/ 614023 w 2757267"/>
                    <a:gd name="connsiteY10" fmla="*/ 2525440 h 2929887"/>
                    <a:gd name="connsiteX11" fmla="*/ 0 w 2757267"/>
                    <a:gd name="connsiteY11" fmla="*/ 2929887 h 2929887"/>
                    <a:gd name="connsiteX12" fmla="*/ 21101 w 2757267"/>
                    <a:gd name="connsiteY12" fmla="*/ 511198 h 2929887"/>
                    <a:gd name="connsiteX0" fmla="*/ 79 w 2736245"/>
                    <a:gd name="connsiteY0" fmla="*/ 511198 h 2653367"/>
                    <a:gd name="connsiteX1" fmla="*/ 2426757 w 2736245"/>
                    <a:gd name="connsiteY1" fmla="*/ 215777 h 2653367"/>
                    <a:gd name="connsiteX2" fmla="*/ 2637772 w 2736245"/>
                    <a:gd name="connsiteY2" fmla="*/ 816093 h 2653367"/>
                    <a:gd name="connsiteX3" fmla="*/ 2736245 w 2736245"/>
                    <a:gd name="connsiteY3" fmla="*/ 2479720 h 2653367"/>
                    <a:gd name="connsiteX4" fmla="*/ 2314965 w 2736245"/>
                    <a:gd name="connsiteY4" fmla="*/ 2512869 h 2653367"/>
                    <a:gd name="connsiteX5" fmla="*/ 2167279 w 2736245"/>
                    <a:gd name="connsiteY5" fmla="*/ 768911 h 2653367"/>
                    <a:gd name="connsiteX6" fmla="*/ 1859336 w 2736245"/>
                    <a:gd name="connsiteY6" fmla="*/ 910313 h 2653367"/>
                    <a:gd name="connsiteX7" fmla="*/ 768968 w 2736245"/>
                    <a:gd name="connsiteY7" fmla="*/ 963731 h 2653367"/>
                    <a:gd name="connsiteX8" fmla="*/ 583574 w 2736245"/>
                    <a:gd name="connsiteY8" fmla="*/ 891459 h 2653367"/>
                    <a:gd name="connsiteX9" fmla="*/ 464168 w 2736245"/>
                    <a:gd name="connsiteY9" fmla="*/ 1058000 h 2653367"/>
                    <a:gd name="connsiteX10" fmla="*/ 593001 w 2736245"/>
                    <a:gd name="connsiteY10" fmla="*/ 2525440 h 2653367"/>
                    <a:gd name="connsiteX11" fmla="*/ 198937 w 2736245"/>
                    <a:gd name="connsiteY11" fmla="*/ 2653367 h 2653367"/>
                    <a:gd name="connsiteX12" fmla="*/ 79 w 2736245"/>
                    <a:gd name="connsiteY12" fmla="*/ 511198 h 2653367"/>
                    <a:gd name="connsiteX0" fmla="*/ 81 w 2729962"/>
                    <a:gd name="connsiteY0" fmla="*/ 515330 h 2651214"/>
                    <a:gd name="connsiteX1" fmla="*/ 2420474 w 2729962"/>
                    <a:gd name="connsiteY1" fmla="*/ 213624 h 2651214"/>
                    <a:gd name="connsiteX2" fmla="*/ 2631489 w 2729962"/>
                    <a:gd name="connsiteY2" fmla="*/ 813940 h 2651214"/>
                    <a:gd name="connsiteX3" fmla="*/ 2729962 w 2729962"/>
                    <a:gd name="connsiteY3" fmla="*/ 2477567 h 2651214"/>
                    <a:gd name="connsiteX4" fmla="*/ 2308682 w 2729962"/>
                    <a:gd name="connsiteY4" fmla="*/ 2510716 h 2651214"/>
                    <a:gd name="connsiteX5" fmla="*/ 2160996 w 2729962"/>
                    <a:gd name="connsiteY5" fmla="*/ 766758 h 2651214"/>
                    <a:gd name="connsiteX6" fmla="*/ 1853053 w 2729962"/>
                    <a:gd name="connsiteY6" fmla="*/ 908160 h 2651214"/>
                    <a:gd name="connsiteX7" fmla="*/ 762685 w 2729962"/>
                    <a:gd name="connsiteY7" fmla="*/ 961578 h 2651214"/>
                    <a:gd name="connsiteX8" fmla="*/ 577291 w 2729962"/>
                    <a:gd name="connsiteY8" fmla="*/ 889306 h 2651214"/>
                    <a:gd name="connsiteX9" fmla="*/ 457885 w 2729962"/>
                    <a:gd name="connsiteY9" fmla="*/ 1055847 h 2651214"/>
                    <a:gd name="connsiteX10" fmla="*/ 586718 w 2729962"/>
                    <a:gd name="connsiteY10" fmla="*/ 2523287 h 2651214"/>
                    <a:gd name="connsiteX11" fmla="*/ 192654 w 2729962"/>
                    <a:gd name="connsiteY11" fmla="*/ 2651214 h 2651214"/>
                    <a:gd name="connsiteX12" fmla="*/ 81 w 2729962"/>
                    <a:gd name="connsiteY12" fmla="*/ 515330 h 2651214"/>
                    <a:gd name="connsiteX0" fmla="*/ 81 w 2729962"/>
                    <a:gd name="connsiteY0" fmla="*/ 508397 h 2644281"/>
                    <a:gd name="connsiteX1" fmla="*/ 2420474 w 2729962"/>
                    <a:gd name="connsiteY1" fmla="*/ 206691 h 2644281"/>
                    <a:gd name="connsiteX2" fmla="*/ 2631489 w 2729962"/>
                    <a:gd name="connsiteY2" fmla="*/ 807007 h 2644281"/>
                    <a:gd name="connsiteX3" fmla="*/ 2729962 w 2729962"/>
                    <a:gd name="connsiteY3" fmla="*/ 2470634 h 2644281"/>
                    <a:gd name="connsiteX4" fmla="*/ 2308682 w 2729962"/>
                    <a:gd name="connsiteY4" fmla="*/ 2503783 h 2644281"/>
                    <a:gd name="connsiteX5" fmla="*/ 2160996 w 2729962"/>
                    <a:gd name="connsiteY5" fmla="*/ 759825 h 2644281"/>
                    <a:gd name="connsiteX6" fmla="*/ 1853053 w 2729962"/>
                    <a:gd name="connsiteY6" fmla="*/ 901227 h 2644281"/>
                    <a:gd name="connsiteX7" fmla="*/ 762685 w 2729962"/>
                    <a:gd name="connsiteY7" fmla="*/ 954645 h 2644281"/>
                    <a:gd name="connsiteX8" fmla="*/ 577291 w 2729962"/>
                    <a:gd name="connsiteY8" fmla="*/ 882373 h 2644281"/>
                    <a:gd name="connsiteX9" fmla="*/ 457885 w 2729962"/>
                    <a:gd name="connsiteY9" fmla="*/ 1048914 h 2644281"/>
                    <a:gd name="connsiteX10" fmla="*/ 586718 w 2729962"/>
                    <a:gd name="connsiteY10" fmla="*/ 2516354 h 2644281"/>
                    <a:gd name="connsiteX11" fmla="*/ 192654 w 2729962"/>
                    <a:gd name="connsiteY11" fmla="*/ 2644281 h 2644281"/>
                    <a:gd name="connsiteX12" fmla="*/ 81 w 2729962"/>
                    <a:gd name="connsiteY12" fmla="*/ 508397 h 2644281"/>
                    <a:gd name="connsiteX0" fmla="*/ 81 w 2729962"/>
                    <a:gd name="connsiteY0" fmla="*/ 518023 h 2653907"/>
                    <a:gd name="connsiteX1" fmla="*/ 2420474 w 2729962"/>
                    <a:gd name="connsiteY1" fmla="*/ 216317 h 2653907"/>
                    <a:gd name="connsiteX2" fmla="*/ 2631489 w 2729962"/>
                    <a:gd name="connsiteY2" fmla="*/ 816633 h 2653907"/>
                    <a:gd name="connsiteX3" fmla="*/ 2729962 w 2729962"/>
                    <a:gd name="connsiteY3" fmla="*/ 2480260 h 2653907"/>
                    <a:gd name="connsiteX4" fmla="*/ 2308682 w 2729962"/>
                    <a:gd name="connsiteY4" fmla="*/ 2513409 h 2653907"/>
                    <a:gd name="connsiteX5" fmla="*/ 2160996 w 2729962"/>
                    <a:gd name="connsiteY5" fmla="*/ 769451 h 2653907"/>
                    <a:gd name="connsiteX6" fmla="*/ 1853053 w 2729962"/>
                    <a:gd name="connsiteY6" fmla="*/ 910853 h 2653907"/>
                    <a:gd name="connsiteX7" fmla="*/ 762685 w 2729962"/>
                    <a:gd name="connsiteY7" fmla="*/ 964271 h 2653907"/>
                    <a:gd name="connsiteX8" fmla="*/ 577291 w 2729962"/>
                    <a:gd name="connsiteY8" fmla="*/ 891999 h 2653907"/>
                    <a:gd name="connsiteX9" fmla="*/ 457885 w 2729962"/>
                    <a:gd name="connsiteY9" fmla="*/ 1058540 h 2653907"/>
                    <a:gd name="connsiteX10" fmla="*/ 586718 w 2729962"/>
                    <a:gd name="connsiteY10" fmla="*/ 2525980 h 2653907"/>
                    <a:gd name="connsiteX11" fmla="*/ 192654 w 2729962"/>
                    <a:gd name="connsiteY11" fmla="*/ 2653907 h 2653907"/>
                    <a:gd name="connsiteX12" fmla="*/ 81 w 2729962"/>
                    <a:gd name="connsiteY12" fmla="*/ 518023 h 2653907"/>
                    <a:gd name="connsiteX0" fmla="*/ 81 w 2729962"/>
                    <a:gd name="connsiteY0" fmla="*/ 522153 h 2658037"/>
                    <a:gd name="connsiteX1" fmla="*/ 2420474 w 2729962"/>
                    <a:gd name="connsiteY1" fmla="*/ 220447 h 2658037"/>
                    <a:gd name="connsiteX2" fmla="*/ 2631489 w 2729962"/>
                    <a:gd name="connsiteY2" fmla="*/ 820763 h 2658037"/>
                    <a:gd name="connsiteX3" fmla="*/ 2729962 w 2729962"/>
                    <a:gd name="connsiteY3" fmla="*/ 2484390 h 2658037"/>
                    <a:gd name="connsiteX4" fmla="*/ 2308682 w 2729962"/>
                    <a:gd name="connsiteY4" fmla="*/ 2517539 h 2658037"/>
                    <a:gd name="connsiteX5" fmla="*/ 2160996 w 2729962"/>
                    <a:gd name="connsiteY5" fmla="*/ 773581 h 2658037"/>
                    <a:gd name="connsiteX6" fmla="*/ 1853053 w 2729962"/>
                    <a:gd name="connsiteY6" fmla="*/ 914983 h 2658037"/>
                    <a:gd name="connsiteX7" fmla="*/ 762685 w 2729962"/>
                    <a:gd name="connsiteY7" fmla="*/ 968401 h 2658037"/>
                    <a:gd name="connsiteX8" fmla="*/ 577291 w 2729962"/>
                    <a:gd name="connsiteY8" fmla="*/ 896129 h 2658037"/>
                    <a:gd name="connsiteX9" fmla="*/ 457885 w 2729962"/>
                    <a:gd name="connsiteY9" fmla="*/ 1062670 h 2658037"/>
                    <a:gd name="connsiteX10" fmla="*/ 586718 w 2729962"/>
                    <a:gd name="connsiteY10" fmla="*/ 2530110 h 2658037"/>
                    <a:gd name="connsiteX11" fmla="*/ 192654 w 2729962"/>
                    <a:gd name="connsiteY11" fmla="*/ 2658037 h 2658037"/>
                    <a:gd name="connsiteX12" fmla="*/ 81 w 2729962"/>
                    <a:gd name="connsiteY12" fmla="*/ 522153 h 2658037"/>
                    <a:gd name="connsiteX0" fmla="*/ 172207 w 2902088"/>
                    <a:gd name="connsiteY0" fmla="*/ 522153 h 2658037"/>
                    <a:gd name="connsiteX1" fmla="*/ 2592600 w 2902088"/>
                    <a:gd name="connsiteY1" fmla="*/ 220447 h 2658037"/>
                    <a:gd name="connsiteX2" fmla="*/ 2803615 w 2902088"/>
                    <a:gd name="connsiteY2" fmla="*/ 820763 h 2658037"/>
                    <a:gd name="connsiteX3" fmla="*/ 2902088 w 2902088"/>
                    <a:gd name="connsiteY3" fmla="*/ 2484390 h 2658037"/>
                    <a:gd name="connsiteX4" fmla="*/ 2480808 w 2902088"/>
                    <a:gd name="connsiteY4" fmla="*/ 2517539 h 2658037"/>
                    <a:gd name="connsiteX5" fmla="*/ 2333122 w 2902088"/>
                    <a:gd name="connsiteY5" fmla="*/ 773581 h 2658037"/>
                    <a:gd name="connsiteX6" fmla="*/ 2025179 w 2902088"/>
                    <a:gd name="connsiteY6" fmla="*/ 914983 h 2658037"/>
                    <a:gd name="connsiteX7" fmla="*/ 934811 w 2902088"/>
                    <a:gd name="connsiteY7" fmla="*/ 968401 h 2658037"/>
                    <a:gd name="connsiteX8" fmla="*/ 749417 w 2902088"/>
                    <a:gd name="connsiteY8" fmla="*/ 896129 h 2658037"/>
                    <a:gd name="connsiteX9" fmla="*/ 630011 w 2902088"/>
                    <a:gd name="connsiteY9" fmla="*/ 1062670 h 2658037"/>
                    <a:gd name="connsiteX10" fmla="*/ 758844 w 2902088"/>
                    <a:gd name="connsiteY10" fmla="*/ 2530110 h 2658037"/>
                    <a:gd name="connsiteX11" fmla="*/ 364780 w 2902088"/>
                    <a:gd name="connsiteY11" fmla="*/ 2658037 h 2658037"/>
                    <a:gd name="connsiteX12" fmla="*/ 215231 w 2902088"/>
                    <a:gd name="connsiteY12" fmla="*/ 1213498 h 2658037"/>
                    <a:gd name="connsiteX13" fmla="*/ 172207 w 2902088"/>
                    <a:gd name="connsiteY13" fmla="*/ 522153 h 2658037"/>
                    <a:gd name="connsiteX0" fmla="*/ 196812 w 2926693"/>
                    <a:gd name="connsiteY0" fmla="*/ 522153 h 2658037"/>
                    <a:gd name="connsiteX1" fmla="*/ 2617205 w 2926693"/>
                    <a:gd name="connsiteY1" fmla="*/ 220447 h 2658037"/>
                    <a:gd name="connsiteX2" fmla="*/ 2828220 w 2926693"/>
                    <a:gd name="connsiteY2" fmla="*/ 820763 h 2658037"/>
                    <a:gd name="connsiteX3" fmla="*/ 2926693 w 2926693"/>
                    <a:gd name="connsiteY3" fmla="*/ 2484390 h 2658037"/>
                    <a:gd name="connsiteX4" fmla="*/ 2505413 w 2926693"/>
                    <a:gd name="connsiteY4" fmla="*/ 2517539 h 2658037"/>
                    <a:gd name="connsiteX5" fmla="*/ 2357727 w 2926693"/>
                    <a:gd name="connsiteY5" fmla="*/ 773581 h 2658037"/>
                    <a:gd name="connsiteX6" fmla="*/ 2049784 w 2926693"/>
                    <a:gd name="connsiteY6" fmla="*/ 914983 h 2658037"/>
                    <a:gd name="connsiteX7" fmla="*/ 959416 w 2926693"/>
                    <a:gd name="connsiteY7" fmla="*/ 968401 h 2658037"/>
                    <a:gd name="connsiteX8" fmla="*/ 774022 w 2926693"/>
                    <a:gd name="connsiteY8" fmla="*/ 896129 h 2658037"/>
                    <a:gd name="connsiteX9" fmla="*/ 654616 w 2926693"/>
                    <a:gd name="connsiteY9" fmla="*/ 1062670 h 2658037"/>
                    <a:gd name="connsiteX10" fmla="*/ 783449 w 2926693"/>
                    <a:gd name="connsiteY10" fmla="*/ 2530110 h 2658037"/>
                    <a:gd name="connsiteX11" fmla="*/ 389385 w 2926693"/>
                    <a:gd name="connsiteY11" fmla="*/ 2658037 h 2658037"/>
                    <a:gd name="connsiteX12" fmla="*/ 151852 w 2926693"/>
                    <a:gd name="connsiteY12" fmla="*/ 1197787 h 2658037"/>
                    <a:gd name="connsiteX13" fmla="*/ 196812 w 2926693"/>
                    <a:gd name="connsiteY13" fmla="*/ 522153 h 2658037"/>
                    <a:gd name="connsiteX0" fmla="*/ 80585 w 2810466"/>
                    <a:gd name="connsiteY0" fmla="*/ 522153 h 2658037"/>
                    <a:gd name="connsiteX1" fmla="*/ 2500978 w 2810466"/>
                    <a:gd name="connsiteY1" fmla="*/ 220447 h 2658037"/>
                    <a:gd name="connsiteX2" fmla="*/ 2711993 w 2810466"/>
                    <a:gd name="connsiteY2" fmla="*/ 820763 h 2658037"/>
                    <a:gd name="connsiteX3" fmla="*/ 2810466 w 2810466"/>
                    <a:gd name="connsiteY3" fmla="*/ 2484390 h 2658037"/>
                    <a:gd name="connsiteX4" fmla="*/ 2389186 w 2810466"/>
                    <a:gd name="connsiteY4" fmla="*/ 2517539 h 2658037"/>
                    <a:gd name="connsiteX5" fmla="*/ 2241500 w 2810466"/>
                    <a:gd name="connsiteY5" fmla="*/ 773581 h 2658037"/>
                    <a:gd name="connsiteX6" fmla="*/ 1933557 w 2810466"/>
                    <a:gd name="connsiteY6" fmla="*/ 914983 h 2658037"/>
                    <a:gd name="connsiteX7" fmla="*/ 843189 w 2810466"/>
                    <a:gd name="connsiteY7" fmla="*/ 968401 h 2658037"/>
                    <a:gd name="connsiteX8" fmla="*/ 657795 w 2810466"/>
                    <a:gd name="connsiteY8" fmla="*/ 896129 h 2658037"/>
                    <a:gd name="connsiteX9" fmla="*/ 538389 w 2810466"/>
                    <a:gd name="connsiteY9" fmla="*/ 1062670 h 2658037"/>
                    <a:gd name="connsiteX10" fmla="*/ 667222 w 2810466"/>
                    <a:gd name="connsiteY10" fmla="*/ 2530110 h 2658037"/>
                    <a:gd name="connsiteX11" fmla="*/ 273158 w 2810466"/>
                    <a:gd name="connsiteY11" fmla="*/ 2658037 h 2658037"/>
                    <a:gd name="connsiteX12" fmla="*/ 35625 w 2810466"/>
                    <a:gd name="connsiteY12" fmla="*/ 1197787 h 2658037"/>
                    <a:gd name="connsiteX13" fmla="*/ 80585 w 2810466"/>
                    <a:gd name="connsiteY13" fmla="*/ 522153 h 2658037"/>
                    <a:gd name="connsiteX0" fmla="*/ 85498 w 2815379"/>
                    <a:gd name="connsiteY0" fmla="*/ 522153 h 2658037"/>
                    <a:gd name="connsiteX1" fmla="*/ 2505891 w 2815379"/>
                    <a:gd name="connsiteY1" fmla="*/ 220447 h 2658037"/>
                    <a:gd name="connsiteX2" fmla="*/ 2716906 w 2815379"/>
                    <a:gd name="connsiteY2" fmla="*/ 820763 h 2658037"/>
                    <a:gd name="connsiteX3" fmla="*/ 2815379 w 2815379"/>
                    <a:gd name="connsiteY3" fmla="*/ 2484390 h 2658037"/>
                    <a:gd name="connsiteX4" fmla="*/ 2394099 w 2815379"/>
                    <a:gd name="connsiteY4" fmla="*/ 2517539 h 2658037"/>
                    <a:gd name="connsiteX5" fmla="*/ 2246413 w 2815379"/>
                    <a:gd name="connsiteY5" fmla="*/ 773581 h 2658037"/>
                    <a:gd name="connsiteX6" fmla="*/ 1938470 w 2815379"/>
                    <a:gd name="connsiteY6" fmla="*/ 914983 h 2658037"/>
                    <a:gd name="connsiteX7" fmla="*/ 848102 w 2815379"/>
                    <a:gd name="connsiteY7" fmla="*/ 968401 h 2658037"/>
                    <a:gd name="connsiteX8" fmla="*/ 662708 w 2815379"/>
                    <a:gd name="connsiteY8" fmla="*/ 896129 h 2658037"/>
                    <a:gd name="connsiteX9" fmla="*/ 543302 w 2815379"/>
                    <a:gd name="connsiteY9" fmla="*/ 1062670 h 2658037"/>
                    <a:gd name="connsiteX10" fmla="*/ 672135 w 2815379"/>
                    <a:gd name="connsiteY10" fmla="*/ 2530110 h 2658037"/>
                    <a:gd name="connsiteX11" fmla="*/ 278071 w 2815379"/>
                    <a:gd name="connsiteY11" fmla="*/ 2658037 h 2658037"/>
                    <a:gd name="connsiteX12" fmla="*/ 31111 w 2815379"/>
                    <a:gd name="connsiteY12" fmla="*/ 1210356 h 2658037"/>
                    <a:gd name="connsiteX13" fmla="*/ 85498 w 2815379"/>
                    <a:gd name="connsiteY13" fmla="*/ 522153 h 2658037"/>
                    <a:gd name="connsiteX0" fmla="*/ 98332 w 2828213"/>
                    <a:gd name="connsiteY0" fmla="*/ 522153 h 2658037"/>
                    <a:gd name="connsiteX1" fmla="*/ 2518725 w 2828213"/>
                    <a:gd name="connsiteY1" fmla="*/ 220447 h 2658037"/>
                    <a:gd name="connsiteX2" fmla="*/ 2729740 w 2828213"/>
                    <a:gd name="connsiteY2" fmla="*/ 820763 h 2658037"/>
                    <a:gd name="connsiteX3" fmla="*/ 2828213 w 2828213"/>
                    <a:gd name="connsiteY3" fmla="*/ 2484390 h 2658037"/>
                    <a:gd name="connsiteX4" fmla="*/ 2406933 w 2828213"/>
                    <a:gd name="connsiteY4" fmla="*/ 2517539 h 2658037"/>
                    <a:gd name="connsiteX5" fmla="*/ 2259247 w 2828213"/>
                    <a:gd name="connsiteY5" fmla="*/ 773581 h 2658037"/>
                    <a:gd name="connsiteX6" fmla="*/ 1951304 w 2828213"/>
                    <a:gd name="connsiteY6" fmla="*/ 914983 h 2658037"/>
                    <a:gd name="connsiteX7" fmla="*/ 860936 w 2828213"/>
                    <a:gd name="connsiteY7" fmla="*/ 968401 h 2658037"/>
                    <a:gd name="connsiteX8" fmla="*/ 675542 w 2828213"/>
                    <a:gd name="connsiteY8" fmla="*/ 896129 h 2658037"/>
                    <a:gd name="connsiteX9" fmla="*/ 556136 w 2828213"/>
                    <a:gd name="connsiteY9" fmla="*/ 1062670 h 2658037"/>
                    <a:gd name="connsiteX10" fmla="*/ 684969 w 2828213"/>
                    <a:gd name="connsiteY10" fmla="*/ 2530110 h 2658037"/>
                    <a:gd name="connsiteX11" fmla="*/ 290905 w 2828213"/>
                    <a:gd name="connsiteY11" fmla="*/ 2658037 h 2658037"/>
                    <a:gd name="connsiteX12" fmla="*/ 43945 w 2828213"/>
                    <a:gd name="connsiteY12" fmla="*/ 1210356 h 2658037"/>
                    <a:gd name="connsiteX13" fmla="*/ 98332 w 2828213"/>
                    <a:gd name="connsiteY13" fmla="*/ 522153 h 2658037"/>
                    <a:gd name="connsiteX0" fmla="*/ 99338 w 2829219"/>
                    <a:gd name="connsiteY0" fmla="*/ 522153 h 2658037"/>
                    <a:gd name="connsiteX1" fmla="*/ 2519731 w 2829219"/>
                    <a:gd name="connsiteY1" fmla="*/ 220447 h 2658037"/>
                    <a:gd name="connsiteX2" fmla="*/ 2730746 w 2829219"/>
                    <a:gd name="connsiteY2" fmla="*/ 820763 h 2658037"/>
                    <a:gd name="connsiteX3" fmla="*/ 2829219 w 2829219"/>
                    <a:gd name="connsiteY3" fmla="*/ 2484390 h 2658037"/>
                    <a:gd name="connsiteX4" fmla="*/ 2407939 w 2829219"/>
                    <a:gd name="connsiteY4" fmla="*/ 2517539 h 2658037"/>
                    <a:gd name="connsiteX5" fmla="*/ 2260253 w 2829219"/>
                    <a:gd name="connsiteY5" fmla="*/ 773581 h 2658037"/>
                    <a:gd name="connsiteX6" fmla="*/ 1952310 w 2829219"/>
                    <a:gd name="connsiteY6" fmla="*/ 914983 h 2658037"/>
                    <a:gd name="connsiteX7" fmla="*/ 861942 w 2829219"/>
                    <a:gd name="connsiteY7" fmla="*/ 968401 h 2658037"/>
                    <a:gd name="connsiteX8" fmla="*/ 676548 w 2829219"/>
                    <a:gd name="connsiteY8" fmla="*/ 896129 h 2658037"/>
                    <a:gd name="connsiteX9" fmla="*/ 557142 w 2829219"/>
                    <a:gd name="connsiteY9" fmla="*/ 1062670 h 2658037"/>
                    <a:gd name="connsiteX10" fmla="*/ 685975 w 2829219"/>
                    <a:gd name="connsiteY10" fmla="*/ 2530110 h 2658037"/>
                    <a:gd name="connsiteX11" fmla="*/ 291911 w 2829219"/>
                    <a:gd name="connsiteY11" fmla="*/ 2658037 h 2658037"/>
                    <a:gd name="connsiteX12" fmla="*/ 44951 w 2829219"/>
                    <a:gd name="connsiteY12" fmla="*/ 1210356 h 2658037"/>
                    <a:gd name="connsiteX13" fmla="*/ 99338 w 2829219"/>
                    <a:gd name="connsiteY13" fmla="*/ 522153 h 2658037"/>
                    <a:gd name="connsiteX0" fmla="*/ 94163 w 2824044"/>
                    <a:gd name="connsiteY0" fmla="*/ 522153 h 2658037"/>
                    <a:gd name="connsiteX1" fmla="*/ 2514556 w 2824044"/>
                    <a:gd name="connsiteY1" fmla="*/ 220447 h 2658037"/>
                    <a:gd name="connsiteX2" fmla="*/ 2725571 w 2824044"/>
                    <a:gd name="connsiteY2" fmla="*/ 820763 h 2658037"/>
                    <a:gd name="connsiteX3" fmla="*/ 2824044 w 2824044"/>
                    <a:gd name="connsiteY3" fmla="*/ 2484390 h 2658037"/>
                    <a:gd name="connsiteX4" fmla="*/ 2402764 w 2824044"/>
                    <a:gd name="connsiteY4" fmla="*/ 2517539 h 2658037"/>
                    <a:gd name="connsiteX5" fmla="*/ 2255078 w 2824044"/>
                    <a:gd name="connsiteY5" fmla="*/ 773581 h 2658037"/>
                    <a:gd name="connsiteX6" fmla="*/ 1947135 w 2824044"/>
                    <a:gd name="connsiteY6" fmla="*/ 914983 h 2658037"/>
                    <a:gd name="connsiteX7" fmla="*/ 856767 w 2824044"/>
                    <a:gd name="connsiteY7" fmla="*/ 968401 h 2658037"/>
                    <a:gd name="connsiteX8" fmla="*/ 671373 w 2824044"/>
                    <a:gd name="connsiteY8" fmla="*/ 896129 h 2658037"/>
                    <a:gd name="connsiteX9" fmla="*/ 551967 w 2824044"/>
                    <a:gd name="connsiteY9" fmla="*/ 1062670 h 2658037"/>
                    <a:gd name="connsiteX10" fmla="*/ 680800 w 2824044"/>
                    <a:gd name="connsiteY10" fmla="*/ 2530110 h 2658037"/>
                    <a:gd name="connsiteX11" fmla="*/ 286736 w 2824044"/>
                    <a:gd name="connsiteY11" fmla="*/ 2658037 h 2658037"/>
                    <a:gd name="connsiteX12" fmla="*/ 39776 w 2824044"/>
                    <a:gd name="connsiteY12" fmla="*/ 1210356 h 2658037"/>
                    <a:gd name="connsiteX13" fmla="*/ 94163 w 2824044"/>
                    <a:gd name="connsiteY13" fmla="*/ 522153 h 2658037"/>
                    <a:gd name="connsiteX0" fmla="*/ 98484 w 2828365"/>
                    <a:gd name="connsiteY0" fmla="*/ 522153 h 2658037"/>
                    <a:gd name="connsiteX1" fmla="*/ 2518877 w 2828365"/>
                    <a:gd name="connsiteY1" fmla="*/ 220447 h 2658037"/>
                    <a:gd name="connsiteX2" fmla="*/ 2729892 w 2828365"/>
                    <a:gd name="connsiteY2" fmla="*/ 820763 h 2658037"/>
                    <a:gd name="connsiteX3" fmla="*/ 2828365 w 2828365"/>
                    <a:gd name="connsiteY3" fmla="*/ 2484390 h 2658037"/>
                    <a:gd name="connsiteX4" fmla="*/ 2407085 w 2828365"/>
                    <a:gd name="connsiteY4" fmla="*/ 2517539 h 2658037"/>
                    <a:gd name="connsiteX5" fmla="*/ 2259399 w 2828365"/>
                    <a:gd name="connsiteY5" fmla="*/ 773581 h 2658037"/>
                    <a:gd name="connsiteX6" fmla="*/ 1951456 w 2828365"/>
                    <a:gd name="connsiteY6" fmla="*/ 914983 h 2658037"/>
                    <a:gd name="connsiteX7" fmla="*/ 861088 w 2828365"/>
                    <a:gd name="connsiteY7" fmla="*/ 968401 h 2658037"/>
                    <a:gd name="connsiteX8" fmla="*/ 675694 w 2828365"/>
                    <a:gd name="connsiteY8" fmla="*/ 896129 h 2658037"/>
                    <a:gd name="connsiteX9" fmla="*/ 556288 w 2828365"/>
                    <a:gd name="connsiteY9" fmla="*/ 1062670 h 2658037"/>
                    <a:gd name="connsiteX10" fmla="*/ 685121 w 2828365"/>
                    <a:gd name="connsiteY10" fmla="*/ 2530110 h 2658037"/>
                    <a:gd name="connsiteX11" fmla="*/ 291057 w 2828365"/>
                    <a:gd name="connsiteY11" fmla="*/ 2658037 h 2658037"/>
                    <a:gd name="connsiteX12" fmla="*/ 44097 w 2828365"/>
                    <a:gd name="connsiteY12" fmla="*/ 1210356 h 2658037"/>
                    <a:gd name="connsiteX13" fmla="*/ 98484 w 2828365"/>
                    <a:gd name="connsiteY13" fmla="*/ 522153 h 2658037"/>
                    <a:gd name="connsiteX0" fmla="*/ 98484 w 2828365"/>
                    <a:gd name="connsiteY0" fmla="*/ 522153 h 2658037"/>
                    <a:gd name="connsiteX1" fmla="*/ 2518877 w 2828365"/>
                    <a:gd name="connsiteY1" fmla="*/ 220447 h 2658037"/>
                    <a:gd name="connsiteX2" fmla="*/ 2729892 w 2828365"/>
                    <a:gd name="connsiteY2" fmla="*/ 820763 h 2658037"/>
                    <a:gd name="connsiteX3" fmla="*/ 2828365 w 2828365"/>
                    <a:gd name="connsiteY3" fmla="*/ 2484390 h 2658037"/>
                    <a:gd name="connsiteX4" fmla="*/ 2407085 w 2828365"/>
                    <a:gd name="connsiteY4" fmla="*/ 2517539 h 2658037"/>
                    <a:gd name="connsiteX5" fmla="*/ 2259399 w 2828365"/>
                    <a:gd name="connsiteY5" fmla="*/ 773581 h 2658037"/>
                    <a:gd name="connsiteX6" fmla="*/ 1951456 w 2828365"/>
                    <a:gd name="connsiteY6" fmla="*/ 914983 h 2658037"/>
                    <a:gd name="connsiteX7" fmla="*/ 861088 w 2828365"/>
                    <a:gd name="connsiteY7" fmla="*/ 968401 h 2658037"/>
                    <a:gd name="connsiteX8" fmla="*/ 675694 w 2828365"/>
                    <a:gd name="connsiteY8" fmla="*/ 896129 h 2658037"/>
                    <a:gd name="connsiteX9" fmla="*/ 556288 w 2828365"/>
                    <a:gd name="connsiteY9" fmla="*/ 1062670 h 2658037"/>
                    <a:gd name="connsiteX10" fmla="*/ 685121 w 2828365"/>
                    <a:gd name="connsiteY10" fmla="*/ 2530110 h 2658037"/>
                    <a:gd name="connsiteX11" fmla="*/ 291057 w 2828365"/>
                    <a:gd name="connsiteY11" fmla="*/ 2658037 h 2658037"/>
                    <a:gd name="connsiteX12" fmla="*/ 44097 w 2828365"/>
                    <a:gd name="connsiteY12" fmla="*/ 1210356 h 2658037"/>
                    <a:gd name="connsiteX13" fmla="*/ 98484 w 2828365"/>
                    <a:gd name="connsiteY13" fmla="*/ 522153 h 2658037"/>
                    <a:gd name="connsiteX0" fmla="*/ 98484 w 2828365"/>
                    <a:gd name="connsiteY0" fmla="*/ 522153 h 2658037"/>
                    <a:gd name="connsiteX1" fmla="*/ 2518877 w 2828365"/>
                    <a:gd name="connsiteY1" fmla="*/ 220447 h 2658037"/>
                    <a:gd name="connsiteX2" fmla="*/ 2729892 w 2828365"/>
                    <a:gd name="connsiteY2" fmla="*/ 820763 h 2658037"/>
                    <a:gd name="connsiteX3" fmla="*/ 2828365 w 2828365"/>
                    <a:gd name="connsiteY3" fmla="*/ 2484390 h 2658037"/>
                    <a:gd name="connsiteX4" fmla="*/ 2407085 w 2828365"/>
                    <a:gd name="connsiteY4" fmla="*/ 2517539 h 2658037"/>
                    <a:gd name="connsiteX5" fmla="*/ 2259399 w 2828365"/>
                    <a:gd name="connsiteY5" fmla="*/ 773581 h 2658037"/>
                    <a:gd name="connsiteX6" fmla="*/ 1951456 w 2828365"/>
                    <a:gd name="connsiteY6" fmla="*/ 914983 h 2658037"/>
                    <a:gd name="connsiteX7" fmla="*/ 861088 w 2828365"/>
                    <a:gd name="connsiteY7" fmla="*/ 968401 h 2658037"/>
                    <a:gd name="connsiteX8" fmla="*/ 675694 w 2828365"/>
                    <a:gd name="connsiteY8" fmla="*/ 896129 h 2658037"/>
                    <a:gd name="connsiteX9" fmla="*/ 556288 w 2828365"/>
                    <a:gd name="connsiteY9" fmla="*/ 1062670 h 2658037"/>
                    <a:gd name="connsiteX10" fmla="*/ 685121 w 2828365"/>
                    <a:gd name="connsiteY10" fmla="*/ 2530110 h 2658037"/>
                    <a:gd name="connsiteX11" fmla="*/ 291057 w 2828365"/>
                    <a:gd name="connsiteY11" fmla="*/ 2658037 h 2658037"/>
                    <a:gd name="connsiteX12" fmla="*/ 44097 w 2828365"/>
                    <a:gd name="connsiteY12" fmla="*/ 1210356 h 2658037"/>
                    <a:gd name="connsiteX13" fmla="*/ 98484 w 2828365"/>
                    <a:gd name="connsiteY13" fmla="*/ 522153 h 2658037"/>
                    <a:gd name="connsiteX0" fmla="*/ 98484 w 2828365"/>
                    <a:gd name="connsiteY0" fmla="*/ 522153 h 2658037"/>
                    <a:gd name="connsiteX1" fmla="*/ 2518877 w 2828365"/>
                    <a:gd name="connsiteY1" fmla="*/ 220447 h 2658037"/>
                    <a:gd name="connsiteX2" fmla="*/ 2729892 w 2828365"/>
                    <a:gd name="connsiteY2" fmla="*/ 820763 h 2658037"/>
                    <a:gd name="connsiteX3" fmla="*/ 2828365 w 2828365"/>
                    <a:gd name="connsiteY3" fmla="*/ 2484390 h 2658037"/>
                    <a:gd name="connsiteX4" fmla="*/ 2407085 w 2828365"/>
                    <a:gd name="connsiteY4" fmla="*/ 2517539 h 2658037"/>
                    <a:gd name="connsiteX5" fmla="*/ 2259399 w 2828365"/>
                    <a:gd name="connsiteY5" fmla="*/ 773581 h 2658037"/>
                    <a:gd name="connsiteX6" fmla="*/ 1951456 w 2828365"/>
                    <a:gd name="connsiteY6" fmla="*/ 914983 h 2658037"/>
                    <a:gd name="connsiteX7" fmla="*/ 861088 w 2828365"/>
                    <a:gd name="connsiteY7" fmla="*/ 968401 h 2658037"/>
                    <a:gd name="connsiteX8" fmla="*/ 675694 w 2828365"/>
                    <a:gd name="connsiteY8" fmla="*/ 896129 h 2658037"/>
                    <a:gd name="connsiteX9" fmla="*/ 556288 w 2828365"/>
                    <a:gd name="connsiteY9" fmla="*/ 1062670 h 2658037"/>
                    <a:gd name="connsiteX10" fmla="*/ 685121 w 2828365"/>
                    <a:gd name="connsiteY10" fmla="*/ 2530110 h 2658037"/>
                    <a:gd name="connsiteX11" fmla="*/ 291057 w 2828365"/>
                    <a:gd name="connsiteY11" fmla="*/ 2658037 h 2658037"/>
                    <a:gd name="connsiteX12" fmla="*/ 44097 w 2828365"/>
                    <a:gd name="connsiteY12" fmla="*/ 1210356 h 2658037"/>
                    <a:gd name="connsiteX13" fmla="*/ 98484 w 2828365"/>
                    <a:gd name="connsiteY13" fmla="*/ 522153 h 2658037"/>
                    <a:gd name="connsiteX0" fmla="*/ 98484 w 2828365"/>
                    <a:gd name="connsiteY0" fmla="*/ 522153 h 2658037"/>
                    <a:gd name="connsiteX1" fmla="*/ 2518877 w 2828365"/>
                    <a:gd name="connsiteY1" fmla="*/ 220447 h 2658037"/>
                    <a:gd name="connsiteX2" fmla="*/ 2729892 w 2828365"/>
                    <a:gd name="connsiteY2" fmla="*/ 820763 h 2658037"/>
                    <a:gd name="connsiteX3" fmla="*/ 2828365 w 2828365"/>
                    <a:gd name="connsiteY3" fmla="*/ 2484390 h 2658037"/>
                    <a:gd name="connsiteX4" fmla="*/ 2407085 w 2828365"/>
                    <a:gd name="connsiteY4" fmla="*/ 2517539 h 2658037"/>
                    <a:gd name="connsiteX5" fmla="*/ 2259399 w 2828365"/>
                    <a:gd name="connsiteY5" fmla="*/ 773581 h 2658037"/>
                    <a:gd name="connsiteX6" fmla="*/ 1951456 w 2828365"/>
                    <a:gd name="connsiteY6" fmla="*/ 914983 h 2658037"/>
                    <a:gd name="connsiteX7" fmla="*/ 861088 w 2828365"/>
                    <a:gd name="connsiteY7" fmla="*/ 968401 h 2658037"/>
                    <a:gd name="connsiteX8" fmla="*/ 675694 w 2828365"/>
                    <a:gd name="connsiteY8" fmla="*/ 896129 h 2658037"/>
                    <a:gd name="connsiteX9" fmla="*/ 556288 w 2828365"/>
                    <a:gd name="connsiteY9" fmla="*/ 1062670 h 2658037"/>
                    <a:gd name="connsiteX10" fmla="*/ 685121 w 2828365"/>
                    <a:gd name="connsiteY10" fmla="*/ 2530110 h 2658037"/>
                    <a:gd name="connsiteX11" fmla="*/ 291057 w 2828365"/>
                    <a:gd name="connsiteY11" fmla="*/ 2658037 h 2658037"/>
                    <a:gd name="connsiteX12" fmla="*/ 44097 w 2828365"/>
                    <a:gd name="connsiteY12" fmla="*/ 1210356 h 2658037"/>
                    <a:gd name="connsiteX13" fmla="*/ 98484 w 2828365"/>
                    <a:gd name="connsiteY13" fmla="*/ 522153 h 2658037"/>
                    <a:gd name="connsiteX0" fmla="*/ 98484 w 2828365"/>
                    <a:gd name="connsiteY0" fmla="*/ 522153 h 2658037"/>
                    <a:gd name="connsiteX1" fmla="*/ 2518877 w 2828365"/>
                    <a:gd name="connsiteY1" fmla="*/ 220447 h 2658037"/>
                    <a:gd name="connsiteX2" fmla="*/ 2729892 w 2828365"/>
                    <a:gd name="connsiteY2" fmla="*/ 820763 h 2658037"/>
                    <a:gd name="connsiteX3" fmla="*/ 2828365 w 2828365"/>
                    <a:gd name="connsiteY3" fmla="*/ 2484390 h 2658037"/>
                    <a:gd name="connsiteX4" fmla="*/ 2407085 w 2828365"/>
                    <a:gd name="connsiteY4" fmla="*/ 2517539 h 2658037"/>
                    <a:gd name="connsiteX5" fmla="*/ 2259399 w 2828365"/>
                    <a:gd name="connsiteY5" fmla="*/ 773581 h 2658037"/>
                    <a:gd name="connsiteX6" fmla="*/ 1951456 w 2828365"/>
                    <a:gd name="connsiteY6" fmla="*/ 914983 h 2658037"/>
                    <a:gd name="connsiteX7" fmla="*/ 861088 w 2828365"/>
                    <a:gd name="connsiteY7" fmla="*/ 968401 h 2658037"/>
                    <a:gd name="connsiteX8" fmla="*/ 675694 w 2828365"/>
                    <a:gd name="connsiteY8" fmla="*/ 896129 h 2658037"/>
                    <a:gd name="connsiteX9" fmla="*/ 556288 w 2828365"/>
                    <a:gd name="connsiteY9" fmla="*/ 1062670 h 2658037"/>
                    <a:gd name="connsiteX10" fmla="*/ 565715 w 2828365"/>
                    <a:gd name="connsiteY10" fmla="*/ 1169506 h 2658037"/>
                    <a:gd name="connsiteX11" fmla="*/ 685121 w 2828365"/>
                    <a:gd name="connsiteY11" fmla="*/ 2530110 h 2658037"/>
                    <a:gd name="connsiteX12" fmla="*/ 291057 w 2828365"/>
                    <a:gd name="connsiteY12" fmla="*/ 2658037 h 2658037"/>
                    <a:gd name="connsiteX13" fmla="*/ 44097 w 2828365"/>
                    <a:gd name="connsiteY13" fmla="*/ 1210356 h 2658037"/>
                    <a:gd name="connsiteX14" fmla="*/ 98484 w 2828365"/>
                    <a:gd name="connsiteY14" fmla="*/ 522153 h 2658037"/>
                    <a:gd name="connsiteX0" fmla="*/ 98484 w 2828365"/>
                    <a:gd name="connsiteY0" fmla="*/ 522153 h 2658037"/>
                    <a:gd name="connsiteX1" fmla="*/ 2518877 w 2828365"/>
                    <a:gd name="connsiteY1" fmla="*/ 220447 h 2658037"/>
                    <a:gd name="connsiteX2" fmla="*/ 2729892 w 2828365"/>
                    <a:gd name="connsiteY2" fmla="*/ 820763 h 2658037"/>
                    <a:gd name="connsiteX3" fmla="*/ 2828365 w 2828365"/>
                    <a:gd name="connsiteY3" fmla="*/ 2484390 h 2658037"/>
                    <a:gd name="connsiteX4" fmla="*/ 2407085 w 2828365"/>
                    <a:gd name="connsiteY4" fmla="*/ 2517539 h 2658037"/>
                    <a:gd name="connsiteX5" fmla="*/ 2259399 w 2828365"/>
                    <a:gd name="connsiteY5" fmla="*/ 773581 h 2658037"/>
                    <a:gd name="connsiteX6" fmla="*/ 1951456 w 2828365"/>
                    <a:gd name="connsiteY6" fmla="*/ 914983 h 2658037"/>
                    <a:gd name="connsiteX7" fmla="*/ 861088 w 2828365"/>
                    <a:gd name="connsiteY7" fmla="*/ 968401 h 2658037"/>
                    <a:gd name="connsiteX8" fmla="*/ 675694 w 2828365"/>
                    <a:gd name="connsiteY8" fmla="*/ 896129 h 2658037"/>
                    <a:gd name="connsiteX9" fmla="*/ 565715 w 2828365"/>
                    <a:gd name="connsiteY9" fmla="*/ 1169506 h 2658037"/>
                    <a:gd name="connsiteX10" fmla="*/ 685121 w 2828365"/>
                    <a:gd name="connsiteY10" fmla="*/ 2530110 h 2658037"/>
                    <a:gd name="connsiteX11" fmla="*/ 291057 w 2828365"/>
                    <a:gd name="connsiteY11" fmla="*/ 2658037 h 2658037"/>
                    <a:gd name="connsiteX12" fmla="*/ 44097 w 2828365"/>
                    <a:gd name="connsiteY12" fmla="*/ 1210356 h 2658037"/>
                    <a:gd name="connsiteX13" fmla="*/ 98484 w 2828365"/>
                    <a:gd name="connsiteY13" fmla="*/ 522153 h 2658037"/>
                    <a:gd name="connsiteX0" fmla="*/ 98484 w 2828365"/>
                    <a:gd name="connsiteY0" fmla="*/ 522153 h 2658037"/>
                    <a:gd name="connsiteX1" fmla="*/ 2518877 w 2828365"/>
                    <a:gd name="connsiteY1" fmla="*/ 220447 h 2658037"/>
                    <a:gd name="connsiteX2" fmla="*/ 2729892 w 2828365"/>
                    <a:gd name="connsiteY2" fmla="*/ 820763 h 2658037"/>
                    <a:gd name="connsiteX3" fmla="*/ 2828365 w 2828365"/>
                    <a:gd name="connsiteY3" fmla="*/ 2484390 h 2658037"/>
                    <a:gd name="connsiteX4" fmla="*/ 2407085 w 2828365"/>
                    <a:gd name="connsiteY4" fmla="*/ 2517539 h 2658037"/>
                    <a:gd name="connsiteX5" fmla="*/ 2259399 w 2828365"/>
                    <a:gd name="connsiteY5" fmla="*/ 773581 h 2658037"/>
                    <a:gd name="connsiteX6" fmla="*/ 1951456 w 2828365"/>
                    <a:gd name="connsiteY6" fmla="*/ 914983 h 2658037"/>
                    <a:gd name="connsiteX7" fmla="*/ 861088 w 2828365"/>
                    <a:gd name="connsiteY7" fmla="*/ 968401 h 2658037"/>
                    <a:gd name="connsiteX8" fmla="*/ 675694 w 2828365"/>
                    <a:gd name="connsiteY8" fmla="*/ 896129 h 2658037"/>
                    <a:gd name="connsiteX9" fmla="*/ 543719 w 2828365"/>
                    <a:gd name="connsiteY9" fmla="*/ 1119230 h 2658037"/>
                    <a:gd name="connsiteX10" fmla="*/ 685121 w 2828365"/>
                    <a:gd name="connsiteY10" fmla="*/ 2530110 h 2658037"/>
                    <a:gd name="connsiteX11" fmla="*/ 291057 w 2828365"/>
                    <a:gd name="connsiteY11" fmla="*/ 2658037 h 2658037"/>
                    <a:gd name="connsiteX12" fmla="*/ 44097 w 2828365"/>
                    <a:gd name="connsiteY12" fmla="*/ 1210356 h 2658037"/>
                    <a:gd name="connsiteX13" fmla="*/ 98484 w 2828365"/>
                    <a:gd name="connsiteY13" fmla="*/ 522153 h 2658037"/>
                    <a:gd name="connsiteX0" fmla="*/ 98484 w 2828365"/>
                    <a:gd name="connsiteY0" fmla="*/ 522153 h 2658037"/>
                    <a:gd name="connsiteX1" fmla="*/ 2518877 w 2828365"/>
                    <a:gd name="connsiteY1" fmla="*/ 220447 h 2658037"/>
                    <a:gd name="connsiteX2" fmla="*/ 2729892 w 2828365"/>
                    <a:gd name="connsiteY2" fmla="*/ 820763 h 2658037"/>
                    <a:gd name="connsiteX3" fmla="*/ 2828365 w 2828365"/>
                    <a:gd name="connsiteY3" fmla="*/ 2484390 h 2658037"/>
                    <a:gd name="connsiteX4" fmla="*/ 2407085 w 2828365"/>
                    <a:gd name="connsiteY4" fmla="*/ 2517539 h 2658037"/>
                    <a:gd name="connsiteX5" fmla="*/ 2259399 w 2828365"/>
                    <a:gd name="connsiteY5" fmla="*/ 773581 h 2658037"/>
                    <a:gd name="connsiteX6" fmla="*/ 1951456 w 2828365"/>
                    <a:gd name="connsiteY6" fmla="*/ 914983 h 2658037"/>
                    <a:gd name="connsiteX7" fmla="*/ 861088 w 2828365"/>
                    <a:gd name="connsiteY7" fmla="*/ 968401 h 2658037"/>
                    <a:gd name="connsiteX8" fmla="*/ 675694 w 2828365"/>
                    <a:gd name="connsiteY8" fmla="*/ 896129 h 2658037"/>
                    <a:gd name="connsiteX9" fmla="*/ 543719 w 2828365"/>
                    <a:gd name="connsiteY9" fmla="*/ 1119230 h 2658037"/>
                    <a:gd name="connsiteX10" fmla="*/ 685121 w 2828365"/>
                    <a:gd name="connsiteY10" fmla="*/ 2530110 h 2658037"/>
                    <a:gd name="connsiteX11" fmla="*/ 291057 w 2828365"/>
                    <a:gd name="connsiteY11" fmla="*/ 2658037 h 2658037"/>
                    <a:gd name="connsiteX12" fmla="*/ 44097 w 2828365"/>
                    <a:gd name="connsiteY12" fmla="*/ 1210356 h 2658037"/>
                    <a:gd name="connsiteX13" fmla="*/ 98484 w 2828365"/>
                    <a:gd name="connsiteY13" fmla="*/ 522153 h 2658037"/>
                    <a:gd name="connsiteX0" fmla="*/ 98484 w 2828365"/>
                    <a:gd name="connsiteY0" fmla="*/ 522153 h 2658037"/>
                    <a:gd name="connsiteX1" fmla="*/ 2518877 w 2828365"/>
                    <a:gd name="connsiteY1" fmla="*/ 220447 h 2658037"/>
                    <a:gd name="connsiteX2" fmla="*/ 2729892 w 2828365"/>
                    <a:gd name="connsiteY2" fmla="*/ 820763 h 2658037"/>
                    <a:gd name="connsiteX3" fmla="*/ 2828365 w 2828365"/>
                    <a:gd name="connsiteY3" fmla="*/ 2484390 h 2658037"/>
                    <a:gd name="connsiteX4" fmla="*/ 2407085 w 2828365"/>
                    <a:gd name="connsiteY4" fmla="*/ 2517539 h 2658037"/>
                    <a:gd name="connsiteX5" fmla="*/ 2259399 w 2828365"/>
                    <a:gd name="connsiteY5" fmla="*/ 773581 h 2658037"/>
                    <a:gd name="connsiteX6" fmla="*/ 1951456 w 2828365"/>
                    <a:gd name="connsiteY6" fmla="*/ 914983 h 2658037"/>
                    <a:gd name="connsiteX7" fmla="*/ 861088 w 2828365"/>
                    <a:gd name="connsiteY7" fmla="*/ 968401 h 2658037"/>
                    <a:gd name="connsiteX8" fmla="*/ 675694 w 2828365"/>
                    <a:gd name="connsiteY8" fmla="*/ 896129 h 2658037"/>
                    <a:gd name="connsiteX9" fmla="*/ 543719 w 2828365"/>
                    <a:gd name="connsiteY9" fmla="*/ 1119230 h 2658037"/>
                    <a:gd name="connsiteX10" fmla="*/ 685121 w 2828365"/>
                    <a:gd name="connsiteY10" fmla="*/ 2530110 h 2658037"/>
                    <a:gd name="connsiteX11" fmla="*/ 291057 w 2828365"/>
                    <a:gd name="connsiteY11" fmla="*/ 2658037 h 2658037"/>
                    <a:gd name="connsiteX12" fmla="*/ 44097 w 2828365"/>
                    <a:gd name="connsiteY12" fmla="*/ 1210356 h 2658037"/>
                    <a:gd name="connsiteX13" fmla="*/ 98484 w 2828365"/>
                    <a:gd name="connsiteY13" fmla="*/ 522153 h 2658037"/>
                    <a:gd name="connsiteX0" fmla="*/ 98484 w 2828365"/>
                    <a:gd name="connsiteY0" fmla="*/ 522153 h 2658037"/>
                    <a:gd name="connsiteX1" fmla="*/ 2518877 w 2828365"/>
                    <a:gd name="connsiteY1" fmla="*/ 220447 h 2658037"/>
                    <a:gd name="connsiteX2" fmla="*/ 2729892 w 2828365"/>
                    <a:gd name="connsiteY2" fmla="*/ 820763 h 2658037"/>
                    <a:gd name="connsiteX3" fmla="*/ 2828365 w 2828365"/>
                    <a:gd name="connsiteY3" fmla="*/ 2484390 h 2658037"/>
                    <a:gd name="connsiteX4" fmla="*/ 2407085 w 2828365"/>
                    <a:gd name="connsiteY4" fmla="*/ 2517539 h 2658037"/>
                    <a:gd name="connsiteX5" fmla="*/ 2259399 w 2828365"/>
                    <a:gd name="connsiteY5" fmla="*/ 773581 h 2658037"/>
                    <a:gd name="connsiteX6" fmla="*/ 1951456 w 2828365"/>
                    <a:gd name="connsiteY6" fmla="*/ 914983 h 2658037"/>
                    <a:gd name="connsiteX7" fmla="*/ 861088 w 2828365"/>
                    <a:gd name="connsiteY7" fmla="*/ 968401 h 2658037"/>
                    <a:gd name="connsiteX8" fmla="*/ 675694 w 2828365"/>
                    <a:gd name="connsiteY8" fmla="*/ 896129 h 2658037"/>
                    <a:gd name="connsiteX9" fmla="*/ 543719 w 2828365"/>
                    <a:gd name="connsiteY9" fmla="*/ 1119230 h 2658037"/>
                    <a:gd name="connsiteX10" fmla="*/ 685121 w 2828365"/>
                    <a:gd name="connsiteY10" fmla="*/ 2530110 h 2658037"/>
                    <a:gd name="connsiteX11" fmla="*/ 291057 w 2828365"/>
                    <a:gd name="connsiteY11" fmla="*/ 2658037 h 2658037"/>
                    <a:gd name="connsiteX12" fmla="*/ 44097 w 2828365"/>
                    <a:gd name="connsiteY12" fmla="*/ 1210356 h 2658037"/>
                    <a:gd name="connsiteX13" fmla="*/ 98484 w 2828365"/>
                    <a:gd name="connsiteY13" fmla="*/ 522153 h 2658037"/>
                    <a:gd name="connsiteX0" fmla="*/ 98484 w 2828365"/>
                    <a:gd name="connsiteY0" fmla="*/ 522153 h 2658037"/>
                    <a:gd name="connsiteX1" fmla="*/ 2518877 w 2828365"/>
                    <a:gd name="connsiteY1" fmla="*/ 220447 h 2658037"/>
                    <a:gd name="connsiteX2" fmla="*/ 2729892 w 2828365"/>
                    <a:gd name="connsiteY2" fmla="*/ 820763 h 2658037"/>
                    <a:gd name="connsiteX3" fmla="*/ 2828365 w 2828365"/>
                    <a:gd name="connsiteY3" fmla="*/ 2484390 h 2658037"/>
                    <a:gd name="connsiteX4" fmla="*/ 2407085 w 2828365"/>
                    <a:gd name="connsiteY4" fmla="*/ 2517539 h 2658037"/>
                    <a:gd name="connsiteX5" fmla="*/ 2259399 w 2828365"/>
                    <a:gd name="connsiteY5" fmla="*/ 773581 h 2658037"/>
                    <a:gd name="connsiteX6" fmla="*/ 1951456 w 2828365"/>
                    <a:gd name="connsiteY6" fmla="*/ 914983 h 2658037"/>
                    <a:gd name="connsiteX7" fmla="*/ 861088 w 2828365"/>
                    <a:gd name="connsiteY7" fmla="*/ 968401 h 2658037"/>
                    <a:gd name="connsiteX8" fmla="*/ 675694 w 2828365"/>
                    <a:gd name="connsiteY8" fmla="*/ 896129 h 2658037"/>
                    <a:gd name="connsiteX9" fmla="*/ 543719 w 2828365"/>
                    <a:gd name="connsiteY9" fmla="*/ 1119230 h 2658037"/>
                    <a:gd name="connsiteX10" fmla="*/ 685121 w 2828365"/>
                    <a:gd name="connsiteY10" fmla="*/ 2530110 h 2658037"/>
                    <a:gd name="connsiteX11" fmla="*/ 291057 w 2828365"/>
                    <a:gd name="connsiteY11" fmla="*/ 2658037 h 2658037"/>
                    <a:gd name="connsiteX12" fmla="*/ 44097 w 2828365"/>
                    <a:gd name="connsiteY12" fmla="*/ 1210356 h 2658037"/>
                    <a:gd name="connsiteX13" fmla="*/ 98484 w 2828365"/>
                    <a:gd name="connsiteY13" fmla="*/ 522153 h 2658037"/>
                    <a:gd name="connsiteX0" fmla="*/ 98484 w 2828365"/>
                    <a:gd name="connsiteY0" fmla="*/ 522153 h 2658037"/>
                    <a:gd name="connsiteX1" fmla="*/ 2518877 w 2828365"/>
                    <a:gd name="connsiteY1" fmla="*/ 220447 h 2658037"/>
                    <a:gd name="connsiteX2" fmla="*/ 2729892 w 2828365"/>
                    <a:gd name="connsiteY2" fmla="*/ 820763 h 2658037"/>
                    <a:gd name="connsiteX3" fmla="*/ 2828365 w 2828365"/>
                    <a:gd name="connsiteY3" fmla="*/ 2484390 h 2658037"/>
                    <a:gd name="connsiteX4" fmla="*/ 2407085 w 2828365"/>
                    <a:gd name="connsiteY4" fmla="*/ 2517539 h 2658037"/>
                    <a:gd name="connsiteX5" fmla="*/ 2259399 w 2828365"/>
                    <a:gd name="connsiteY5" fmla="*/ 773581 h 2658037"/>
                    <a:gd name="connsiteX6" fmla="*/ 1951456 w 2828365"/>
                    <a:gd name="connsiteY6" fmla="*/ 914983 h 2658037"/>
                    <a:gd name="connsiteX7" fmla="*/ 861088 w 2828365"/>
                    <a:gd name="connsiteY7" fmla="*/ 968401 h 2658037"/>
                    <a:gd name="connsiteX8" fmla="*/ 675694 w 2828365"/>
                    <a:gd name="connsiteY8" fmla="*/ 896129 h 2658037"/>
                    <a:gd name="connsiteX9" fmla="*/ 543719 w 2828365"/>
                    <a:gd name="connsiteY9" fmla="*/ 1119230 h 2658037"/>
                    <a:gd name="connsiteX10" fmla="*/ 685121 w 2828365"/>
                    <a:gd name="connsiteY10" fmla="*/ 2530110 h 2658037"/>
                    <a:gd name="connsiteX11" fmla="*/ 291057 w 2828365"/>
                    <a:gd name="connsiteY11" fmla="*/ 2658037 h 2658037"/>
                    <a:gd name="connsiteX12" fmla="*/ 44097 w 2828365"/>
                    <a:gd name="connsiteY12" fmla="*/ 1210356 h 2658037"/>
                    <a:gd name="connsiteX13" fmla="*/ 98484 w 2828365"/>
                    <a:gd name="connsiteY13" fmla="*/ 522153 h 2658037"/>
                    <a:gd name="connsiteX0" fmla="*/ 98484 w 2828365"/>
                    <a:gd name="connsiteY0" fmla="*/ 522153 h 2658037"/>
                    <a:gd name="connsiteX1" fmla="*/ 2518877 w 2828365"/>
                    <a:gd name="connsiteY1" fmla="*/ 220447 h 2658037"/>
                    <a:gd name="connsiteX2" fmla="*/ 2729892 w 2828365"/>
                    <a:gd name="connsiteY2" fmla="*/ 820763 h 2658037"/>
                    <a:gd name="connsiteX3" fmla="*/ 2828365 w 2828365"/>
                    <a:gd name="connsiteY3" fmla="*/ 2484390 h 2658037"/>
                    <a:gd name="connsiteX4" fmla="*/ 2407085 w 2828365"/>
                    <a:gd name="connsiteY4" fmla="*/ 2517539 h 2658037"/>
                    <a:gd name="connsiteX5" fmla="*/ 2259399 w 2828365"/>
                    <a:gd name="connsiteY5" fmla="*/ 773581 h 2658037"/>
                    <a:gd name="connsiteX6" fmla="*/ 1951456 w 2828365"/>
                    <a:gd name="connsiteY6" fmla="*/ 914983 h 2658037"/>
                    <a:gd name="connsiteX7" fmla="*/ 861088 w 2828365"/>
                    <a:gd name="connsiteY7" fmla="*/ 968401 h 2658037"/>
                    <a:gd name="connsiteX8" fmla="*/ 675694 w 2828365"/>
                    <a:gd name="connsiteY8" fmla="*/ 896129 h 2658037"/>
                    <a:gd name="connsiteX9" fmla="*/ 543719 w 2828365"/>
                    <a:gd name="connsiteY9" fmla="*/ 1119230 h 2658037"/>
                    <a:gd name="connsiteX10" fmla="*/ 685121 w 2828365"/>
                    <a:gd name="connsiteY10" fmla="*/ 2530110 h 2658037"/>
                    <a:gd name="connsiteX11" fmla="*/ 291057 w 2828365"/>
                    <a:gd name="connsiteY11" fmla="*/ 2658037 h 2658037"/>
                    <a:gd name="connsiteX12" fmla="*/ 44097 w 2828365"/>
                    <a:gd name="connsiteY12" fmla="*/ 1210356 h 2658037"/>
                    <a:gd name="connsiteX13" fmla="*/ 98484 w 2828365"/>
                    <a:gd name="connsiteY13" fmla="*/ 522153 h 2658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28365" h="2658037">
                      <a:moveTo>
                        <a:pt x="98484" y="522153"/>
                      </a:moveTo>
                      <a:cubicBezTo>
                        <a:pt x="710211" y="-17761"/>
                        <a:pt x="1708558" y="-174391"/>
                        <a:pt x="2518877" y="220447"/>
                      </a:cubicBezTo>
                      <a:cubicBezTo>
                        <a:pt x="2676318" y="345218"/>
                        <a:pt x="2801593" y="554168"/>
                        <a:pt x="2729892" y="820763"/>
                      </a:cubicBezTo>
                      <a:lnTo>
                        <a:pt x="2828365" y="2484390"/>
                      </a:lnTo>
                      <a:lnTo>
                        <a:pt x="2407085" y="2517539"/>
                      </a:lnTo>
                      <a:lnTo>
                        <a:pt x="2259399" y="773581"/>
                      </a:lnTo>
                      <a:cubicBezTo>
                        <a:pt x="2213313" y="620658"/>
                        <a:pt x="2107522" y="920219"/>
                        <a:pt x="1951456" y="914983"/>
                      </a:cubicBezTo>
                      <a:lnTo>
                        <a:pt x="861088" y="968401"/>
                      </a:lnTo>
                      <a:cubicBezTo>
                        <a:pt x="810812" y="974685"/>
                        <a:pt x="735396" y="971544"/>
                        <a:pt x="675694" y="896129"/>
                      </a:cubicBezTo>
                      <a:cubicBezTo>
                        <a:pt x="613896" y="857374"/>
                        <a:pt x="542148" y="846900"/>
                        <a:pt x="543719" y="1119230"/>
                      </a:cubicBezTo>
                      <a:cubicBezTo>
                        <a:pt x="543195" y="1382656"/>
                        <a:pt x="451235" y="1769833"/>
                        <a:pt x="685121" y="2530110"/>
                      </a:cubicBezTo>
                      <a:lnTo>
                        <a:pt x="291057" y="2658037"/>
                      </a:lnTo>
                      <a:cubicBezTo>
                        <a:pt x="200455" y="2438602"/>
                        <a:pt x="76192" y="1566337"/>
                        <a:pt x="44097" y="1210356"/>
                      </a:cubicBezTo>
                      <a:cubicBezTo>
                        <a:pt x="-6852" y="895224"/>
                        <a:pt x="-40077" y="700230"/>
                        <a:pt x="98484" y="522153"/>
                      </a:cubicBezTo>
                      <a:close/>
                    </a:path>
                  </a:pathLst>
                </a:custGeom>
                <a:solidFill>
                  <a:srgbClr val="0091D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grpSp>
          <p:grpSp>
            <p:nvGrpSpPr>
              <p:cNvPr id="152" name="Group 151"/>
              <p:cNvGrpSpPr/>
              <p:nvPr/>
            </p:nvGrpSpPr>
            <p:grpSpPr>
              <a:xfrm>
                <a:off x="3230906" y="2363538"/>
                <a:ext cx="576663" cy="473028"/>
                <a:chOff x="3230906" y="2363538"/>
                <a:chExt cx="576663" cy="473028"/>
              </a:xfrm>
            </p:grpSpPr>
            <p:grpSp>
              <p:nvGrpSpPr>
                <p:cNvPr id="153" name="Group 152"/>
                <p:cNvGrpSpPr/>
                <p:nvPr/>
              </p:nvGrpSpPr>
              <p:grpSpPr>
                <a:xfrm rot="6615602">
                  <a:off x="3292956" y="2314251"/>
                  <a:ext cx="452564" cy="576663"/>
                  <a:chOff x="3292956" y="2314251"/>
                  <a:chExt cx="1121399" cy="1428902"/>
                </a:xfrm>
                <a:solidFill>
                  <a:srgbClr val="A26B33"/>
                </a:solidFill>
              </p:grpSpPr>
              <p:sp>
                <p:nvSpPr>
                  <p:cNvPr id="156" name="Rectangle 13"/>
                  <p:cNvSpPr/>
                  <p:nvPr/>
                </p:nvSpPr>
                <p:spPr>
                  <a:xfrm>
                    <a:off x="3292956" y="2504185"/>
                    <a:ext cx="1121399" cy="1238968"/>
                  </a:xfrm>
                  <a:custGeom>
                    <a:avLst/>
                    <a:gdLst>
                      <a:gd name="connsiteX0" fmla="*/ 0 w 1439652"/>
                      <a:gd name="connsiteY0" fmla="*/ 0 h 1352888"/>
                      <a:gd name="connsiteX1" fmla="*/ 1439652 w 1439652"/>
                      <a:gd name="connsiteY1" fmla="*/ 0 h 1352888"/>
                      <a:gd name="connsiteX2" fmla="*/ 1439652 w 1439652"/>
                      <a:gd name="connsiteY2" fmla="*/ 1352888 h 1352888"/>
                      <a:gd name="connsiteX3" fmla="*/ 0 w 1439652"/>
                      <a:gd name="connsiteY3" fmla="*/ 1352888 h 1352888"/>
                      <a:gd name="connsiteX4" fmla="*/ 0 w 1439652"/>
                      <a:gd name="connsiteY4" fmla="*/ 0 h 1352888"/>
                      <a:gd name="connsiteX0" fmla="*/ 0 w 1439652"/>
                      <a:gd name="connsiteY0" fmla="*/ 0 h 1352888"/>
                      <a:gd name="connsiteX1" fmla="*/ 1439652 w 1439652"/>
                      <a:gd name="connsiteY1" fmla="*/ 0 h 1352888"/>
                      <a:gd name="connsiteX2" fmla="*/ 1439652 w 1439652"/>
                      <a:gd name="connsiteY2" fmla="*/ 1352888 h 1352888"/>
                      <a:gd name="connsiteX3" fmla="*/ 710215 w 1439652"/>
                      <a:gd name="connsiteY3" fmla="*/ 1349961 h 1352888"/>
                      <a:gd name="connsiteX4" fmla="*/ 0 w 1439652"/>
                      <a:gd name="connsiteY4" fmla="*/ 1352888 h 1352888"/>
                      <a:gd name="connsiteX5" fmla="*/ 0 w 1439652"/>
                      <a:gd name="connsiteY5" fmla="*/ 0 h 1352888"/>
                      <a:gd name="connsiteX0" fmla="*/ 0 w 1439652"/>
                      <a:gd name="connsiteY0" fmla="*/ 0 h 1352888"/>
                      <a:gd name="connsiteX1" fmla="*/ 1439652 w 1439652"/>
                      <a:gd name="connsiteY1" fmla="*/ 0 h 1352888"/>
                      <a:gd name="connsiteX2" fmla="*/ 1439652 w 1439652"/>
                      <a:gd name="connsiteY2" fmla="*/ 1352888 h 1352888"/>
                      <a:gd name="connsiteX3" fmla="*/ 724240 w 1439652"/>
                      <a:gd name="connsiteY3" fmla="*/ 1316302 h 1352888"/>
                      <a:gd name="connsiteX4" fmla="*/ 0 w 1439652"/>
                      <a:gd name="connsiteY4" fmla="*/ 1352888 h 1352888"/>
                      <a:gd name="connsiteX5" fmla="*/ 0 w 1439652"/>
                      <a:gd name="connsiteY5" fmla="*/ 0 h 1352888"/>
                      <a:gd name="connsiteX0" fmla="*/ 0 w 1439652"/>
                      <a:gd name="connsiteY0" fmla="*/ 0 h 1352888"/>
                      <a:gd name="connsiteX1" fmla="*/ 1439652 w 1439652"/>
                      <a:gd name="connsiteY1" fmla="*/ 0 h 1352888"/>
                      <a:gd name="connsiteX2" fmla="*/ 1439652 w 1439652"/>
                      <a:gd name="connsiteY2" fmla="*/ 1352888 h 1352888"/>
                      <a:gd name="connsiteX3" fmla="*/ 724240 w 1439652"/>
                      <a:gd name="connsiteY3" fmla="*/ 1316302 h 1352888"/>
                      <a:gd name="connsiteX4" fmla="*/ 109391 w 1439652"/>
                      <a:gd name="connsiteY4" fmla="*/ 794711 h 1352888"/>
                      <a:gd name="connsiteX5" fmla="*/ 0 w 1439652"/>
                      <a:gd name="connsiteY5" fmla="*/ 0 h 1352888"/>
                      <a:gd name="connsiteX0" fmla="*/ 0 w 1439652"/>
                      <a:gd name="connsiteY0" fmla="*/ 0 h 1352888"/>
                      <a:gd name="connsiteX1" fmla="*/ 1439652 w 1439652"/>
                      <a:gd name="connsiteY1" fmla="*/ 0 h 1352888"/>
                      <a:gd name="connsiteX2" fmla="*/ 1439652 w 1439652"/>
                      <a:gd name="connsiteY2" fmla="*/ 1352888 h 1352888"/>
                      <a:gd name="connsiteX3" fmla="*/ 724240 w 1439652"/>
                      <a:gd name="connsiteY3" fmla="*/ 1316302 h 1352888"/>
                      <a:gd name="connsiteX4" fmla="*/ 109391 w 1439652"/>
                      <a:gd name="connsiteY4" fmla="*/ 794711 h 1352888"/>
                      <a:gd name="connsiteX5" fmla="*/ 0 w 1439652"/>
                      <a:gd name="connsiteY5" fmla="*/ 0 h 1352888"/>
                      <a:gd name="connsiteX0" fmla="*/ 0 w 1439652"/>
                      <a:gd name="connsiteY0" fmla="*/ 0 h 1363864"/>
                      <a:gd name="connsiteX1" fmla="*/ 1439652 w 1439652"/>
                      <a:gd name="connsiteY1" fmla="*/ 0 h 1363864"/>
                      <a:gd name="connsiteX2" fmla="*/ 1439652 w 1439652"/>
                      <a:gd name="connsiteY2" fmla="*/ 1352888 h 1363864"/>
                      <a:gd name="connsiteX3" fmla="*/ 724240 w 1439652"/>
                      <a:gd name="connsiteY3" fmla="*/ 1316302 h 1363864"/>
                      <a:gd name="connsiteX4" fmla="*/ 109391 w 1439652"/>
                      <a:gd name="connsiteY4" fmla="*/ 794711 h 1363864"/>
                      <a:gd name="connsiteX5" fmla="*/ 0 w 1439652"/>
                      <a:gd name="connsiteY5" fmla="*/ 0 h 1363864"/>
                      <a:gd name="connsiteX0" fmla="*/ 0 w 1439652"/>
                      <a:gd name="connsiteY0" fmla="*/ 0 h 1373603"/>
                      <a:gd name="connsiteX1" fmla="*/ 1439652 w 1439652"/>
                      <a:gd name="connsiteY1" fmla="*/ 0 h 1373603"/>
                      <a:gd name="connsiteX2" fmla="*/ 1439652 w 1439652"/>
                      <a:gd name="connsiteY2" fmla="*/ 1352888 h 1373603"/>
                      <a:gd name="connsiteX3" fmla="*/ 724240 w 1439652"/>
                      <a:gd name="connsiteY3" fmla="*/ 1316302 h 1373603"/>
                      <a:gd name="connsiteX4" fmla="*/ 109391 w 1439652"/>
                      <a:gd name="connsiteY4" fmla="*/ 794711 h 1373603"/>
                      <a:gd name="connsiteX5" fmla="*/ 0 w 1439652"/>
                      <a:gd name="connsiteY5" fmla="*/ 0 h 1373603"/>
                      <a:gd name="connsiteX0" fmla="*/ 0 w 1439652"/>
                      <a:gd name="connsiteY0" fmla="*/ 0 h 1373603"/>
                      <a:gd name="connsiteX1" fmla="*/ 1439652 w 1439652"/>
                      <a:gd name="connsiteY1" fmla="*/ 0 h 1373603"/>
                      <a:gd name="connsiteX2" fmla="*/ 1234893 w 1439652"/>
                      <a:gd name="connsiteY2" fmla="*/ 800322 h 1373603"/>
                      <a:gd name="connsiteX3" fmla="*/ 724240 w 1439652"/>
                      <a:gd name="connsiteY3" fmla="*/ 1316302 h 1373603"/>
                      <a:gd name="connsiteX4" fmla="*/ 109391 w 1439652"/>
                      <a:gd name="connsiteY4" fmla="*/ 794711 h 1373603"/>
                      <a:gd name="connsiteX5" fmla="*/ 0 w 1439652"/>
                      <a:gd name="connsiteY5" fmla="*/ 0 h 1373603"/>
                      <a:gd name="connsiteX0" fmla="*/ 0 w 1439652"/>
                      <a:gd name="connsiteY0" fmla="*/ 0 h 1373603"/>
                      <a:gd name="connsiteX1" fmla="*/ 1439652 w 1439652"/>
                      <a:gd name="connsiteY1" fmla="*/ 0 h 1373603"/>
                      <a:gd name="connsiteX2" fmla="*/ 1234893 w 1439652"/>
                      <a:gd name="connsiteY2" fmla="*/ 800322 h 1373603"/>
                      <a:gd name="connsiteX3" fmla="*/ 724240 w 1439652"/>
                      <a:gd name="connsiteY3" fmla="*/ 1316302 h 1373603"/>
                      <a:gd name="connsiteX4" fmla="*/ 109391 w 1439652"/>
                      <a:gd name="connsiteY4" fmla="*/ 794711 h 1373603"/>
                      <a:gd name="connsiteX5" fmla="*/ 0 w 1439652"/>
                      <a:gd name="connsiteY5" fmla="*/ 0 h 1373603"/>
                      <a:gd name="connsiteX0" fmla="*/ 0 w 1439652"/>
                      <a:gd name="connsiteY0" fmla="*/ 0 h 1373603"/>
                      <a:gd name="connsiteX1" fmla="*/ 1439652 w 1439652"/>
                      <a:gd name="connsiteY1" fmla="*/ 0 h 1373603"/>
                      <a:gd name="connsiteX2" fmla="*/ 1218064 w 1439652"/>
                      <a:gd name="connsiteY2" fmla="*/ 783492 h 1373603"/>
                      <a:gd name="connsiteX3" fmla="*/ 724240 w 1439652"/>
                      <a:gd name="connsiteY3" fmla="*/ 1316302 h 1373603"/>
                      <a:gd name="connsiteX4" fmla="*/ 109391 w 1439652"/>
                      <a:gd name="connsiteY4" fmla="*/ 794711 h 1373603"/>
                      <a:gd name="connsiteX5" fmla="*/ 0 w 1439652"/>
                      <a:gd name="connsiteY5" fmla="*/ 0 h 1373603"/>
                      <a:gd name="connsiteX0" fmla="*/ 0 w 1439652"/>
                      <a:gd name="connsiteY0" fmla="*/ 0 h 1373603"/>
                      <a:gd name="connsiteX1" fmla="*/ 1439652 w 1439652"/>
                      <a:gd name="connsiteY1" fmla="*/ 0 h 1373603"/>
                      <a:gd name="connsiteX2" fmla="*/ 1218064 w 1439652"/>
                      <a:gd name="connsiteY2" fmla="*/ 783492 h 1373603"/>
                      <a:gd name="connsiteX3" fmla="*/ 724240 w 1439652"/>
                      <a:gd name="connsiteY3" fmla="*/ 1316302 h 1373603"/>
                      <a:gd name="connsiteX4" fmla="*/ 109391 w 1439652"/>
                      <a:gd name="connsiteY4" fmla="*/ 794711 h 1373603"/>
                      <a:gd name="connsiteX5" fmla="*/ 0 w 1439652"/>
                      <a:gd name="connsiteY5" fmla="*/ 0 h 1373603"/>
                      <a:gd name="connsiteX0" fmla="*/ 0 w 1439652"/>
                      <a:gd name="connsiteY0" fmla="*/ 0 h 1373603"/>
                      <a:gd name="connsiteX1" fmla="*/ 1439652 w 1439652"/>
                      <a:gd name="connsiteY1" fmla="*/ 0 h 1373603"/>
                      <a:gd name="connsiteX2" fmla="*/ 1218064 w 1439652"/>
                      <a:gd name="connsiteY2" fmla="*/ 783492 h 1373603"/>
                      <a:gd name="connsiteX3" fmla="*/ 724240 w 1439652"/>
                      <a:gd name="connsiteY3" fmla="*/ 1316302 h 1373603"/>
                      <a:gd name="connsiteX4" fmla="*/ 109391 w 1439652"/>
                      <a:gd name="connsiteY4" fmla="*/ 794711 h 1373603"/>
                      <a:gd name="connsiteX5" fmla="*/ 0 w 1439652"/>
                      <a:gd name="connsiteY5" fmla="*/ 0 h 1373603"/>
                      <a:gd name="connsiteX0" fmla="*/ 0 w 1439652"/>
                      <a:gd name="connsiteY0" fmla="*/ 0 h 1373603"/>
                      <a:gd name="connsiteX1" fmla="*/ 1439652 w 1439652"/>
                      <a:gd name="connsiteY1" fmla="*/ 0 h 1373603"/>
                      <a:gd name="connsiteX2" fmla="*/ 1223673 w 1439652"/>
                      <a:gd name="connsiteY2" fmla="*/ 780687 h 1373603"/>
                      <a:gd name="connsiteX3" fmla="*/ 724240 w 1439652"/>
                      <a:gd name="connsiteY3" fmla="*/ 1316302 h 1373603"/>
                      <a:gd name="connsiteX4" fmla="*/ 109391 w 1439652"/>
                      <a:gd name="connsiteY4" fmla="*/ 794711 h 1373603"/>
                      <a:gd name="connsiteX5" fmla="*/ 0 w 1439652"/>
                      <a:gd name="connsiteY5" fmla="*/ 0 h 1373603"/>
                      <a:gd name="connsiteX0" fmla="*/ 0 w 1439652"/>
                      <a:gd name="connsiteY0" fmla="*/ 0 h 1373603"/>
                      <a:gd name="connsiteX1" fmla="*/ 1439652 w 1439652"/>
                      <a:gd name="connsiteY1" fmla="*/ 0 h 1373603"/>
                      <a:gd name="connsiteX2" fmla="*/ 1223673 w 1439652"/>
                      <a:gd name="connsiteY2" fmla="*/ 780687 h 1373603"/>
                      <a:gd name="connsiteX3" fmla="*/ 724240 w 1439652"/>
                      <a:gd name="connsiteY3" fmla="*/ 1316302 h 1373603"/>
                      <a:gd name="connsiteX4" fmla="*/ 109391 w 1439652"/>
                      <a:gd name="connsiteY4" fmla="*/ 794711 h 1373603"/>
                      <a:gd name="connsiteX5" fmla="*/ 0 w 1439652"/>
                      <a:gd name="connsiteY5" fmla="*/ 0 h 1373603"/>
                      <a:gd name="connsiteX0" fmla="*/ 0 w 1439652"/>
                      <a:gd name="connsiteY0" fmla="*/ 0 h 1373603"/>
                      <a:gd name="connsiteX1" fmla="*/ 1439652 w 1439652"/>
                      <a:gd name="connsiteY1" fmla="*/ 0 h 1373603"/>
                      <a:gd name="connsiteX2" fmla="*/ 1223673 w 1439652"/>
                      <a:gd name="connsiteY2" fmla="*/ 780687 h 1373603"/>
                      <a:gd name="connsiteX3" fmla="*/ 724240 w 1439652"/>
                      <a:gd name="connsiteY3" fmla="*/ 1316302 h 1373603"/>
                      <a:gd name="connsiteX4" fmla="*/ 109391 w 1439652"/>
                      <a:gd name="connsiteY4" fmla="*/ 794711 h 1373603"/>
                      <a:gd name="connsiteX5" fmla="*/ 0 w 1439652"/>
                      <a:gd name="connsiteY5" fmla="*/ 0 h 1373603"/>
                      <a:gd name="connsiteX0" fmla="*/ 308541 w 1330261"/>
                      <a:gd name="connsiteY0" fmla="*/ 140245 h 1373603"/>
                      <a:gd name="connsiteX1" fmla="*/ 1330261 w 1330261"/>
                      <a:gd name="connsiteY1" fmla="*/ 0 h 1373603"/>
                      <a:gd name="connsiteX2" fmla="*/ 1114282 w 1330261"/>
                      <a:gd name="connsiteY2" fmla="*/ 780687 h 1373603"/>
                      <a:gd name="connsiteX3" fmla="*/ 614849 w 1330261"/>
                      <a:gd name="connsiteY3" fmla="*/ 1316302 h 1373603"/>
                      <a:gd name="connsiteX4" fmla="*/ 0 w 1330261"/>
                      <a:gd name="connsiteY4" fmla="*/ 794711 h 1373603"/>
                      <a:gd name="connsiteX5" fmla="*/ 308541 w 1330261"/>
                      <a:gd name="connsiteY5" fmla="*/ 140245 h 1373603"/>
                      <a:gd name="connsiteX0" fmla="*/ 308541 w 1330261"/>
                      <a:gd name="connsiteY0" fmla="*/ 140245 h 1373603"/>
                      <a:gd name="connsiteX1" fmla="*/ 1330261 w 1330261"/>
                      <a:gd name="connsiteY1" fmla="*/ 0 h 1373603"/>
                      <a:gd name="connsiteX2" fmla="*/ 1114282 w 1330261"/>
                      <a:gd name="connsiteY2" fmla="*/ 780687 h 1373603"/>
                      <a:gd name="connsiteX3" fmla="*/ 614849 w 1330261"/>
                      <a:gd name="connsiteY3" fmla="*/ 1316302 h 1373603"/>
                      <a:gd name="connsiteX4" fmla="*/ 0 w 1330261"/>
                      <a:gd name="connsiteY4" fmla="*/ 794711 h 1373603"/>
                      <a:gd name="connsiteX5" fmla="*/ 308541 w 1330261"/>
                      <a:gd name="connsiteY5" fmla="*/ 140245 h 1373603"/>
                      <a:gd name="connsiteX0" fmla="*/ 308541 w 1330261"/>
                      <a:gd name="connsiteY0" fmla="*/ 140245 h 1373603"/>
                      <a:gd name="connsiteX1" fmla="*/ 1330261 w 1330261"/>
                      <a:gd name="connsiteY1" fmla="*/ 0 h 1373603"/>
                      <a:gd name="connsiteX2" fmla="*/ 1114282 w 1330261"/>
                      <a:gd name="connsiteY2" fmla="*/ 780687 h 1373603"/>
                      <a:gd name="connsiteX3" fmla="*/ 614849 w 1330261"/>
                      <a:gd name="connsiteY3" fmla="*/ 1316302 h 1373603"/>
                      <a:gd name="connsiteX4" fmla="*/ 0 w 1330261"/>
                      <a:gd name="connsiteY4" fmla="*/ 794711 h 1373603"/>
                      <a:gd name="connsiteX5" fmla="*/ 308541 w 1330261"/>
                      <a:gd name="connsiteY5" fmla="*/ 140245 h 1373603"/>
                      <a:gd name="connsiteX0" fmla="*/ 313659 w 1335379"/>
                      <a:gd name="connsiteY0" fmla="*/ 140245 h 1373603"/>
                      <a:gd name="connsiteX1" fmla="*/ 1335379 w 1335379"/>
                      <a:gd name="connsiteY1" fmla="*/ 0 h 1373603"/>
                      <a:gd name="connsiteX2" fmla="*/ 1119400 w 1335379"/>
                      <a:gd name="connsiteY2" fmla="*/ 780687 h 1373603"/>
                      <a:gd name="connsiteX3" fmla="*/ 619967 w 1335379"/>
                      <a:gd name="connsiteY3" fmla="*/ 1316302 h 1373603"/>
                      <a:gd name="connsiteX4" fmla="*/ 5118 w 1335379"/>
                      <a:gd name="connsiteY4" fmla="*/ 794711 h 1373603"/>
                      <a:gd name="connsiteX5" fmla="*/ 313659 w 1335379"/>
                      <a:gd name="connsiteY5" fmla="*/ 140245 h 1373603"/>
                      <a:gd name="connsiteX0" fmla="*/ 313659 w 1119400"/>
                      <a:gd name="connsiteY0" fmla="*/ 5610 h 1238968"/>
                      <a:gd name="connsiteX1" fmla="*/ 777203 w 1119400"/>
                      <a:gd name="connsiteY1" fmla="*/ 0 h 1238968"/>
                      <a:gd name="connsiteX2" fmla="*/ 1119400 w 1119400"/>
                      <a:gd name="connsiteY2" fmla="*/ 646052 h 1238968"/>
                      <a:gd name="connsiteX3" fmla="*/ 619967 w 1119400"/>
                      <a:gd name="connsiteY3" fmla="*/ 1181667 h 1238968"/>
                      <a:gd name="connsiteX4" fmla="*/ 5118 w 1119400"/>
                      <a:gd name="connsiteY4" fmla="*/ 660076 h 1238968"/>
                      <a:gd name="connsiteX5" fmla="*/ 313659 w 1119400"/>
                      <a:gd name="connsiteY5" fmla="*/ 5610 h 1238968"/>
                      <a:gd name="connsiteX0" fmla="*/ 313659 w 1119400"/>
                      <a:gd name="connsiteY0" fmla="*/ 5610 h 1238968"/>
                      <a:gd name="connsiteX1" fmla="*/ 777203 w 1119400"/>
                      <a:gd name="connsiteY1" fmla="*/ 0 h 1238968"/>
                      <a:gd name="connsiteX2" fmla="*/ 1119400 w 1119400"/>
                      <a:gd name="connsiteY2" fmla="*/ 646052 h 1238968"/>
                      <a:gd name="connsiteX3" fmla="*/ 619967 w 1119400"/>
                      <a:gd name="connsiteY3" fmla="*/ 1181667 h 1238968"/>
                      <a:gd name="connsiteX4" fmla="*/ 5118 w 1119400"/>
                      <a:gd name="connsiteY4" fmla="*/ 660076 h 1238968"/>
                      <a:gd name="connsiteX5" fmla="*/ 313659 w 1119400"/>
                      <a:gd name="connsiteY5" fmla="*/ 5610 h 1238968"/>
                      <a:gd name="connsiteX0" fmla="*/ 313659 w 1127678"/>
                      <a:gd name="connsiteY0" fmla="*/ 5610 h 1238968"/>
                      <a:gd name="connsiteX1" fmla="*/ 777203 w 1127678"/>
                      <a:gd name="connsiteY1" fmla="*/ 0 h 1238968"/>
                      <a:gd name="connsiteX2" fmla="*/ 1119400 w 1127678"/>
                      <a:gd name="connsiteY2" fmla="*/ 646052 h 1238968"/>
                      <a:gd name="connsiteX3" fmla="*/ 619967 w 1127678"/>
                      <a:gd name="connsiteY3" fmla="*/ 1181667 h 1238968"/>
                      <a:gd name="connsiteX4" fmla="*/ 5118 w 1127678"/>
                      <a:gd name="connsiteY4" fmla="*/ 660076 h 1238968"/>
                      <a:gd name="connsiteX5" fmla="*/ 313659 w 1127678"/>
                      <a:gd name="connsiteY5" fmla="*/ 5610 h 1238968"/>
                      <a:gd name="connsiteX0" fmla="*/ 313659 w 1123274"/>
                      <a:gd name="connsiteY0" fmla="*/ 5610 h 1238968"/>
                      <a:gd name="connsiteX1" fmla="*/ 777203 w 1123274"/>
                      <a:gd name="connsiteY1" fmla="*/ 0 h 1238968"/>
                      <a:gd name="connsiteX2" fmla="*/ 1119400 w 1123274"/>
                      <a:gd name="connsiteY2" fmla="*/ 646052 h 1238968"/>
                      <a:gd name="connsiteX3" fmla="*/ 619967 w 1123274"/>
                      <a:gd name="connsiteY3" fmla="*/ 1181667 h 1238968"/>
                      <a:gd name="connsiteX4" fmla="*/ 5118 w 1123274"/>
                      <a:gd name="connsiteY4" fmla="*/ 660076 h 1238968"/>
                      <a:gd name="connsiteX5" fmla="*/ 313659 w 1123274"/>
                      <a:gd name="connsiteY5" fmla="*/ 5610 h 1238968"/>
                      <a:gd name="connsiteX0" fmla="*/ 313659 w 1119978"/>
                      <a:gd name="connsiteY0" fmla="*/ 5610 h 1238968"/>
                      <a:gd name="connsiteX1" fmla="*/ 777203 w 1119978"/>
                      <a:gd name="connsiteY1" fmla="*/ 0 h 1238968"/>
                      <a:gd name="connsiteX2" fmla="*/ 1119400 w 1119978"/>
                      <a:gd name="connsiteY2" fmla="*/ 646052 h 1238968"/>
                      <a:gd name="connsiteX3" fmla="*/ 619967 w 1119978"/>
                      <a:gd name="connsiteY3" fmla="*/ 1181667 h 1238968"/>
                      <a:gd name="connsiteX4" fmla="*/ 5118 w 1119978"/>
                      <a:gd name="connsiteY4" fmla="*/ 660076 h 1238968"/>
                      <a:gd name="connsiteX5" fmla="*/ 313659 w 1119978"/>
                      <a:gd name="connsiteY5" fmla="*/ 5610 h 1238968"/>
                      <a:gd name="connsiteX0" fmla="*/ 313659 w 1120225"/>
                      <a:gd name="connsiteY0" fmla="*/ 5610 h 1238968"/>
                      <a:gd name="connsiteX1" fmla="*/ 777203 w 1120225"/>
                      <a:gd name="connsiteY1" fmla="*/ 0 h 1238968"/>
                      <a:gd name="connsiteX2" fmla="*/ 1119400 w 1120225"/>
                      <a:gd name="connsiteY2" fmla="*/ 646052 h 1238968"/>
                      <a:gd name="connsiteX3" fmla="*/ 619967 w 1120225"/>
                      <a:gd name="connsiteY3" fmla="*/ 1181667 h 1238968"/>
                      <a:gd name="connsiteX4" fmla="*/ 5118 w 1120225"/>
                      <a:gd name="connsiteY4" fmla="*/ 660076 h 1238968"/>
                      <a:gd name="connsiteX5" fmla="*/ 313659 w 1120225"/>
                      <a:gd name="connsiteY5" fmla="*/ 5610 h 1238968"/>
                      <a:gd name="connsiteX0" fmla="*/ 313659 w 1121399"/>
                      <a:gd name="connsiteY0" fmla="*/ 5610 h 1238968"/>
                      <a:gd name="connsiteX1" fmla="*/ 777203 w 1121399"/>
                      <a:gd name="connsiteY1" fmla="*/ 0 h 1238968"/>
                      <a:gd name="connsiteX2" fmla="*/ 1119400 w 1121399"/>
                      <a:gd name="connsiteY2" fmla="*/ 646052 h 1238968"/>
                      <a:gd name="connsiteX3" fmla="*/ 619967 w 1121399"/>
                      <a:gd name="connsiteY3" fmla="*/ 1181667 h 1238968"/>
                      <a:gd name="connsiteX4" fmla="*/ 5118 w 1121399"/>
                      <a:gd name="connsiteY4" fmla="*/ 660076 h 1238968"/>
                      <a:gd name="connsiteX5" fmla="*/ 313659 w 1121399"/>
                      <a:gd name="connsiteY5" fmla="*/ 5610 h 1238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1399" h="1238968">
                        <a:moveTo>
                          <a:pt x="313659" y="5610"/>
                        </a:moveTo>
                        <a:lnTo>
                          <a:pt x="777203" y="0"/>
                        </a:lnTo>
                        <a:cubicBezTo>
                          <a:pt x="1009075" y="111569"/>
                          <a:pt x="1131555" y="354969"/>
                          <a:pt x="1119400" y="646052"/>
                        </a:cubicBezTo>
                        <a:cubicBezTo>
                          <a:pt x="1148331" y="1000364"/>
                          <a:pt x="857503" y="1349068"/>
                          <a:pt x="619967" y="1181667"/>
                        </a:cubicBezTo>
                        <a:cubicBezTo>
                          <a:pt x="386968" y="1372441"/>
                          <a:pt x="30554" y="1058333"/>
                          <a:pt x="5118" y="660076"/>
                        </a:cubicBezTo>
                        <a:cubicBezTo>
                          <a:pt x="-29475" y="310090"/>
                          <a:pt x="115445" y="105959"/>
                          <a:pt x="313659" y="5610"/>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sp>
                <p:nvSpPr>
                  <p:cNvPr id="157" name="Oval 156"/>
                  <p:cNvSpPr/>
                  <p:nvPr/>
                </p:nvSpPr>
                <p:spPr>
                  <a:xfrm>
                    <a:off x="3615603" y="2314251"/>
                    <a:ext cx="448785" cy="450820"/>
                  </a:xfrm>
                  <a:prstGeom prst="ellipse">
                    <a:avLst/>
                  </a:prstGeom>
                  <a:solidFill>
                    <a:srgbClr val="905E2D"/>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grpSp>
            <p:sp>
              <p:nvSpPr>
                <p:cNvPr id="154" name="Rectangle 11"/>
                <p:cNvSpPr/>
                <p:nvPr/>
              </p:nvSpPr>
              <p:spPr>
                <a:xfrm rot="6615602">
                  <a:off x="3435421" y="2746856"/>
                  <a:ext cx="38153" cy="141267"/>
                </a:xfrm>
                <a:custGeom>
                  <a:avLst/>
                  <a:gdLst>
                    <a:gd name="connsiteX0" fmla="*/ 0 w 88106"/>
                    <a:gd name="connsiteY0" fmla="*/ 0 h 414337"/>
                    <a:gd name="connsiteX1" fmla="*/ 88106 w 88106"/>
                    <a:gd name="connsiteY1" fmla="*/ 0 h 414337"/>
                    <a:gd name="connsiteX2" fmla="*/ 88106 w 88106"/>
                    <a:gd name="connsiteY2" fmla="*/ 414337 h 414337"/>
                    <a:gd name="connsiteX3" fmla="*/ 0 w 88106"/>
                    <a:gd name="connsiteY3" fmla="*/ 414337 h 414337"/>
                    <a:gd name="connsiteX4" fmla="*/ 0 w 88106"/>
                    <a:gd name="connsiteY4" fmla="*/ 0 h 414337"/>
                    <a:gd name="connsiteX0" fmla="*/ 0 w 119062"/>
                    <a:gd name="connsiteY0" fmla="*/ 0 h 416718"/>
                    <a:gd name="connsiteX1" fmla="*/ 119062 w 119062"/>
                    <a:gd name="connsiteY1" fmla="*/ 2381 h 416718"/>
                    <a:gd name="connsiteX2" fmla="*/ 119062 w 119062"/>
                    <a:gd name="connsiteY2" fmla="*/ 416718 h 416718"/>
                    <a:gd name="connsiteX3" fmla="*/ 30956 w 119062"/>
                    <a:gd name="connsiteY3" fmla="*/ 416718 h 416718"/>
                    <a:gd name="connsiteX4" fmla="*/ 0 w 119062"/>
                    <a:gd name="connsiteY4" fmla="*/ 0 h 416718"/>
                    <a:gd name="connsiteX0" fmla="*/ 0 w 119062"/>
                    <a:gd name="connsiteY0" fmla="*/ 0 h 416718"/>
                    <a:gd name="connsiteX1" fmla="*/ 119062 w 119062"/>
                    <a:gd name="connsiteY1" fmla="*/ 2381 h 416718"/>
                    <a:gd name="connsiteX2" fmla="*/ 119062 w 119062"/>
                    <a:gd name="connsiteY2" fmla="*/ 416718 h 416718"/>
                    <a:gd name="connsiteX3" fmla="*/ 0 w 119062"/>
                    <a:gd name="connsiteY3" fmla="*/ 0 h 416718"/>
                    <a:gd name="connsiteX0" fmla="*/ 0 w 119062"/>
                    <a:gd name="connsiteY0" fmla="*/ 0 h 354805"/>
                    <a:gd name="connsiteX1" fmla="*/ 119062 w 119062"/>
                    <a:gd name="connsiteY1" fmla="*/ 2381 h 354805"/>
                    <a:gd name="connsiteX2" fmla="*/ 54768 w 119062"/>
                    <a:gd name="connsiteY2" fmla="*/ 354805 h 354805"/>
                    <a:gd name="connsiteX3" fmla="*/ 0 w 119062"/>
                    <a:gd name="connsiteY3" fmla="*/ 0 h 354805"/>
                    <a:gd name="connsiteX0" fmla="*/ 0 w 54768"/>
                    <a:gd name="connsiteY0" fmla="*/ 0 h 354805"/>
                    <a:gd name="connsiteX1" fmla="*/ 54768 w 54768"/>
                    <a:gd name="connsiteY1" fmla="*/ 354805 h 354805"/>
                    <a:gd name="connsiteX2" fmla="*/ 0 w 54768"/>
                    <a:gd name="connsiteY2" fmla="*/ 0 h 354805"/>
                    <a:gd name="connsiteX0" fmla="*/ 27496 w 82264"/>
                    <a:gd name="connsiteY0" fmla="*/ 0 h 354805"/>
                    <a:gd name="connsiteX1" fmla="*/ 82264 w 82264"/>
                    <a:gd name="connsiteY1" fmla="*/ 354805 h 354805"/>
                    <a:gd name="connsiteX2" fmla="*/ 27496 w 82264"/>
                    <a:gd name="connsiteY2" fmla="*/ 0 h 354805"/>
                    <a:gd name="connsiteX0" fmla="*/ 27496 w 96956"/>
                    <a:gd name="connsiteY0" fmla="*/ 0 h 354805"/>
                    <a:gd name="connsiteX1" fmla="*/ 82264 w 96956"/>
                    <a:gd name="connsiteY1" fmla="*/ 354805 h 354805"/>
                    <a:gd name="connsiteX2" fmla="*/ 27496 w 96956"/>
                    <a:gd name="connsiteY2" fmla="*/ 0 h 354805"/>
                    <a:gd name="connsiteX0" fmla="*/ 28262 w 95882"/>
                    <a:gd name="connsiteY0" fmla="*/ 0 h 357186"/>
                    <a:gd name="connsiteX1" fmla="*/ 78268 w 95882"/>
                    <a:gd name="connsiteY1" fmla="*/ 357186 h 357186"/>
                    <a:gd name="connsiteX2" fmla="*/ 28262 w 95882"/>
                    <a:gd name="connsiteY2" fmla="*/ 0 h 357186"/>
                    <a:gd name="connsiteX0" fmla="*/ 28262 w 121470"/>
                    <a:gd name="connsiteY0" fmla="*/ 0 h 357186"/>
                    <a:gd name="connsiteX1" fmla="*/ 78268 w 121470"/>
                    <a:gd name="connsiteY1" fmla="*/ 357186 h 357186"/>
                    <a:gd name="connsiteX2" fmla="*/ 28262 w 121470"/>
                    <a:gd name="connsiteY2" fmla="*/ 0 h 357186"/>
                    <a:gd name="connsiteX0" fmla="*/ 0 w 93208"/>
                    <a:gd name="connsiteY0" fmla="*/ 0 h 357186"/>
                    <a:gd name="connsiteX1" fmla="*/ 50006 w 93208"/>
                    <a:gd name="connsiteY1" fmla="*/ 357186 h 357186"/>
                    <a:gd name="connsiteX2" fmla="*/ 0 w 93208"/>
                    <a:gd name="connsiteY2" fmla="*/ 0 h 357186"/>
                    <a:gd name="connsiteX0" fmla="*/ 0 w 93208"/>
                    <a:gd name="connsiteY0" fmla="*/ 0 h 357186"/>
                    <a:gd name="connsiteX1" fmla="*/ 50006 w 93208"/>
                    <a:gd name="connsiteY1" fmla="*/ 357186 h 357186"/>
                    <a:gd name="connsiteX2" fmla="*/ 0 w 93208"/>
                    <a:gd name="connsiteY2" fmla="*/ 0 h 357186"/>
                    <a:gd name="connsiteX0" fmla="*/ 0 w 93208"/>
                    <a:gd name="connsiteY0" fmla="*/ 0 h 357186"/>
                    <a:gd name="connsiteX1" fmla="*/ 50006 w 93208"/>
                    <a:gd name="connsiteY1" fmla="*/ 357186 h 357186"/>
                    <a:gd name="connsiteX2" fmla="*/ 0 w 93208"/>
                    <a:gd name="connsiteY2" fmla="*/ 0 h 357186"/>
                    <a:gd name="connsiteX0" fmla="*/ 0 w 94539"/>
                    <a:gd name="connsiteY0" fmla="*/ 0 h 350042"/>
                    <a:gd name="connsiteX1" fmla="*/ 52387 w 94539"/>
                    <a:gd name="connsiteY1" fmla="*/ 350042 h 350042"/>
                    <a:gd name="connsiteX2" fmla="*/ 0 w 94539"/>
                    <a:gd name="connsiteY2" fmla="*/ 0 h 350042"/>
                    <a:gd name="connsiteX0" fmla="*/ 0 w 94539"/>
                    <a:gd name="connsiteY0" fmla="*/ 0 h 350042"/>
                    <a:gd name="connsiteX1" fmla="*/ 52387 w 94539"/>
                    <a:gd name="connsiteY1" fmla="*/ 350042 h 350042"/>
                    <a:gd name="connsiteX2" fmla="*/ 0 w 94539"/>
                    <a:gd name="connsiteY2" fmla="*/ 0 h 350042"/>
                  </a:gdLst>
                  <a:ahLst/>
                  <a:cxnLst>
                    <a:cxn ang="0">
                      <a:pos x="connsiteX0" y="connsiteY0"/>
                    </a:cxn>
                    <a:cxn ang="0">
                      <a:pos x="connsiteX1" y="connsiteY1"/>
                    </a:cxn>
                    <a:cxn ang="0">
                      <a:pos x="connsiteX2" y="connsiteY2"/>
                    </a:cxn>
                  </a:cxnLst>
                  <a:rect l="l" t="t" r="r" b="b"/>
                  <a:pathLst>
                    <a:path w="94539" h="350042">
                      <a:moveTo>
                        <a:pt x="0" y="0"/>
                      </a:moveTo>
                      <a:cubicBezTo>
                        <a:pt x="127794" y="94455"/>
                        <a:pt x="105569" y="310355"/>
                        <a:pt x="52387" y="350042"/>
                      </a:cubicBezTo>
                      <a:cubicBezTo>
                        <a:pt x="46037" y="215105"/>
                        <a:pt x="49212" y="134936"/>
                        <a:pt x="0" y="0"/>
                      </a:cubicBezTo>
                      <a:close/>
                    </a:path>
                  </a:pathLst>
                </a:custGeom>
                <a:solidFill>
                  <a:srgbClr val="F4B18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sp>
              <p:nvSpPr>
                <p:cNvPr id="155" name="Rectangle 11"/>
                <p:cNvSpPr/>
                <p:nvPr/>
              </p:nvSpPr>
              <p:spPr>
                <a:xfrm rot="17853016">
                  <a:off x="3563942" y="2311331"/>
                  <a:ext cx="37097" cy="141511"/>
                </a:xfrm>
                <a:custGeom>
                  <a:avLst/>
                  <a:gdLst>
                    <a:gd name="connsiteX0" fmla="*/ 0 w 88106"/>
                    <a:gd name="connsiteY0" fmla="*/ 0 h 414337"/>
                    <a:gd name="connsiteX1" fmla="*/ 88106 w 88106"/>
                    <a:gd name="connsiteY1" fmla="*/ 0 h 414337"/>
                    <a:gd name="connsiteX2" fmla="*/ 88106 w 88106"/>
                    <a:gd name="connsiteY2" fmla="*/ 414337 h 414337"/>
                    <a:gd name="connsiteX3" fmla="*/ 0 w 88106"/>
                    <a:gd name="connsiteY3" fmla="*/ 414337 h 414337"/>
                    <a:gd name="connsiteX4" fmla="*/ 0 w 88106"/>
                    <a:gd name="connsiteY4" fmla="*/ 0 h 414337"/>
                    <a:gd name="connsiteX0" fmla="*/ 0 w 119062"/>
                    <a:gd name="connsiteY0" fmla="*/ 0 h 416718"/>
                    <a:gd name="connsiteX1" fmla="*/ 119062 w 119062"/>
                    <a:gd name="connsiteY1" fmla="*/ 2381 h 416718"/>
                    <a:gd name="connsiteX2" fmla="*/ 119062 w 119062"/>
                    <a:gd name="connsiteY2" fmla="*/ 416718 h 416718"/>
                    <a:gd name="connsiteX3" fmla="*/ 30956 w 119062"/>
                    <a:gd name="connsiteY3" fmla="*/ 416718 h 416718"/>
                    <a:gd name="connsiteX4" fmla="*/ 0 w 119062"/>
                    <a:gd name="connsiteY4" fmla="*/ 0 h 416718"/>
                    <a:gd name="connsiteX0" fmla="*/ 0 w 119062"/>
                    <a:gd name="connsiteY0" fmla="*/ 0 h 416718"/>
                    <a:gd name="connsiteX1" fmla="*/ 119062 w 119062"/>
                    <a:gd name="connsiteY1" fmla="*/ 2381 h 416718"/>
                    <a:gd name="connsiteX2" fmla="*/ 119062 w 119062"/>
                    <a:gd name="connsiteY2" fmla="*/ 416718 h 416718"/>
                    <a:gd name="connsiteX3" fmla="*/ 0 w 119062"/>
                    <a:gd name="connsiteY3" fmla="*/ 0 h 416718"/>
                    <a:gd name="connsiteX0" fmla="*/ 0 w 119062"/>
                    <a:gd name="connsiteY0" fmla="*/ 0 h 354805"/>
                    <a:gd name="connsiteX1" fmla="*/ 119062 w 119062"/>
                    <a:gd name="connsiteY1" fmla="*/ 2381 h 354805"/>
                    <a:gd name="connsiteX2" fmla="*/ 54768 w 119062"/>
                    <a:gd name="connsiteY2" fmla="*/ 354805 h 354805"/>
                    <a:gd name="connsiteX3" fmla="*/ 0 w 119062"/>
                    <a:gd name="connsiteY3" fmla="*/ 0 h 354805"/>
                    <a:gd name="connsiteX0" fmla="*/ 0 w 54768"/>
                    <a:gd name="connsiteY0" fmla="*/ 0 h 354805"/>
                    <a:gd name="connsiteX1" fmla="*/ 54768 w 54768"/>
                    <a:gd name="connsiteY1" fmla="*/ 354805 h 354805"/>
                    <a:gd name="connsiteX2" fmla="*/ 0 w 54768"/>
                    <a:gd name="connsiteY2" fmla="*/ 0 h 354805"/>
                    <a:gd name="connsiteX0" fmla="*/ 27496 w 82264"/>
                    <a:gd name="connsiteY0" fmla="*/ 0 h 354805"/>
                    <a:gd name="connsiteX1" fmla="*/ 82264 w 82264"/>
                    <a:gd name="connsiteY1" fmla="*/ 354805 h 354805"/>
                    <a:gd name="connsiteX2" fmla="*/ 27496 w 82264"/>
                    <a:gd name="connsiteY2" fmla="*/ 0 h 354805"/>
                    <a:gd name="connsiteX0" fmla="*/ 27496 w 96956"/>
                    <a:gd name="connsiteY0" fmla="*/ 0 h 354805"/>
                    <a:gd name="connsiteX1" fmla="*/ 82264 w 96956"/>
                    <a:gd name="connsiteY1" fmla="*/ 354805 h 354805"/>
                    <a:gd name="connsiteX2" fmla="*/ 27496 w 96956"/>
                    <a:gd name="connsiteY2" fmla="*/ 0 h 354805"/>
                    <a:gd name="connsiteX0" fmla="*/ 28262 w 95882"/>
                    <a:gd name="connsiteY0" fmla="*/ 0 h 357186"/>
                    <a:gd name="connsiteX1" fmla="*/ 78268 w 95882"/>
                    <a:gd name="connsiteY1" fmla="*/ 357186 h 357186"/>
                    <a:gd name="connsiteX2" fmla="*/ 28262 w 95882"/>
                    <a:gd name="connsiteY2" fmla="*/ 0 h 357186"/>
                    <a:gd name="connsiteX0" fmla="*/ 28262 w 121470"/>
                    <a:gd name="connsiteY0" fmla="*/ 0 h 357186"/>
                    <a:gd name="connsiteX1" fmla="*/ 78268 w 121470"/>
                    <a:gd name="connsiteY1" fmla="*/ 357186 h 357186"/>
                    <a:gd name="connsiteX2" fmla="*/ 28262 w 121470"/>
                    <a:gd name="connsiteY2" fmla="*/ 0 h 357186"/>
                    <a:gd name="connsiteX0" fmla="*/ 0 w 93208"/>
                    <a:gd name="connsiteY0" fmla="*/ 0 h 357186"/>
                    <a:gd name="connsiteX1" fmla="*/ 50006 w 93208"/>
                    <a:gd name="connsiteY1" fmla="*/ 357186 h 357186"/>
                    <a:gd name="connsiteX2" fmla="*/ 0 w 93208"/>
                    <a:gd name="connsiteY2" fmla="*/ 0 h 357186"/>
                    <a:gd name="connsiteX0" fmla="*/ 0 w 93208"/>
                    <a:gd name="connsiteY0" fmla="*/ 0 h 357186"/>
                    <a:gd name="connsiteX1" fmla="*/ 50006 w 93208"/>
                    <a:gd name="connsiteY1" fmla="*/ 357186 h 357186"/>
                    <a:gd name="connsiteX2" fmla="*/ 0 w 93208"/>
                    <a:gd name="connsiteY2" fmla="*/ 0 h 357186"/>
                    <a:gd name="connsiteX0" fmla="*/ 0 w 93208"/>
                    <a:gd name="connsiteY0" fmla="*/ 0 h 357186"/>
                    <a:gd name="connsiteX1" fmla="*/ 50006 w 93208"/>
                    <a:gd name="connsiteY1" fmla="*/ 357186 h 357186"/>
                    <a:gd name="connsiteX2" fmla="*/ 0 w 93208"/>
                    <a:gd name="connsiteY2" fmla="*/ 0 h 357186"/>
                    <a:gd name="connsiteX0" fmla="*/ 0 w 94539"/>
                    <a:gd name="connsiteY0" fmla="*/ 0 h 350042"/>
                    <a:gd name="connsiteX1" fmla="*/ 52387 w 94539"/>
                    <a:gd name="connsiteY1" fmla="*/ 350042 h 350042"/>
                    <a:gd name="connsiteX2" fmla="*/ 0 w 94539"/>
                    <a:gd name="connsiteY2" fmla="*/ 0 h 350042"/>
                    <a:gd name="connsiteX0" fmla="*/ 0 w 94539"/>
                    <a:gd name="connsiteY0" fmla="*/ 0 h 350042"/>
                    <a:gd name="connsiteX1" fmla="*/ 52387 w 94539"/>
                    <a:gd name="connsiteY1" fmla="*/ 350042 h 350042"/>
                    <a:gd name="connsiteX2" fmla="*/ 0 w 94539"/>
                    <a:gd name="connsiteY2" fmla="*/ 0 h 350042"/>
                    <a:gd name="connsiteX0" fmla="*/ 0 w 91922"/>
                    <a:gd name="connsiteY0" fmla="*/ 0 h 350646"/>
                    <a:gd name="connsiteX1" fmla="*/ 47662 w 91922"/>
                    <a:gd name="connsiteY1" fmla="*/ 350646 h 350646"/>
                    <a:gd name="connsiteX2" fmla="*/ 0 w 91922"/>
                    <a:gd name="connsiteY2" fmla="*/ 0 h 350646"/>
                  </a:gdLst>
                  <a:ahLst/>
                  <a:cxnLst>
                    <a:cxn ang="0">
                      <a:pos x="connsiteX0" y="connsiteY0"/>
                    </a:cxn>
                    <a:cxn ang="0">
                      <a:pos x="connsiteX1" y="connsiteY1"/>
                    </a:cxn>
                    <a:cxn ang="0">
                      <a:pos x="connsiteX2" y="connsiteY2"/>
                    </a:cxn>
                  </a:cxnLst>
                  <a:rect l="l" t="t" r="r" b="b"/>
                  <a:pathLst>
                    <a:path w="91922" h="350646">
                      <a:moveTo>
                        <a:pt x="0" y="0"/>
                      </a:moveTo>
                      <a:cubicBezTo>
                        <a:pt x="127794" y="94455"/>
                        <a:pt x="100844" y="310959"/>
                        <a:pt x="47662" y="350646"/>
                      </a:cubicBezTo>
                      <a:cubicBezTo>
                        <a:pt x="41312" y="215709"/>
                        <a:pt x="49212" y="134936"/>
                        <a:pt x="0" y="0"/>
                      </a:cubicBezTo>
                      <a:close/>
                    </a:path>
                  </a:pathLst>
                </a:custGeom>
                <a:solidFill>
                  <a:srgbClr val="F4B18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grpSp>
        </p:grpSp>
        <p:grpSp>
          <p:nvGrpSpPr>
            <p:cNvPr id="117" name="Group 116"/>
            <p:cNvGrpSpPr/>
            <p:nvPr/>
          </p:nvGrpSpPr>
          <p:grpSpPr>
            <a:xfrm>
              <a:off x="7309521" y="1741782"/>
              <a:ext cx="247354" cy="128952"/>
              <a:chOff x="1338497" y="239229"/>
              <a:chExt cx="1257655" cy="697893"/>
            </a:xfrm>
            <a:solidFill>
              <a:srgbClr val="EAAA00"/>
            </a:solidFill>
          </p:grpSpPr>
          <p:sp>
            <p:nvSpPr>
              <p:cNvPr id="148" name="Rectangle 4"/>
              <p:cNvSpPr/>
              <p:nvPr/>
            </p:nvSpPr>
            <p:spPr>
              <a:xfrm rot="18204398">
                <a:off x="2332961" y="531518"/>
                <a:ext cx="272435" cy="253947"/>
              </a:xfrm>
              <a:custGeom>
                <a:avLst/>
                <a:gdLst>
                  <a:gd name="connsiteX0" fmla="*/ 0 w 731044"/>
                  <a:gd name="connsiteY0" fmla="*/ 0 h 697706"/>
                  <a:gd name="connsiteX1" fmla="*/ 731044 w 731044"/>
                  <a:gd name="connsiteY1" fmla="*/ 0 h 697706"/>
                  <a:gd name="connsiteX2" fmla="*/ 731044 w 731044"/>
                  <a:gd name="connsiteY2" fmla="*/ 697706 h 697706"/>
                  <a:gd name="connsiteX3" fmla="*/ 0 w 731044"/>
                  <a:gd name="connsiteY3" fmla="*/ 697706 h 697706"/>
                  <a:gd name="connsiteX4" fmla="*/ 0 w 731044"/>
                  <a:gd name="connsiteY4" fmla="*/ 0 h 697706"/>
                  <a:gd name="connsiteX0" fmla="*/ 92869 w 731044"/>
                  <a:gd name="connsiteY0" fmla="*/ 507206 h 697706"/>
                  <a:gd name="connsiteX1" fmla="*/ 731044 w 731044"/>
                  <a:gd name="connsiteY1" fmla="*/ 0 h 697706"/>
                  <a:gd name="connsiteX2" fmla="*/ 731044 w 731044"/>
                  <a:gd name="connsiteY2" fmla="*/ 697706 h 697706"/>
                  <a:gd name="connsiteX3" fmla="*/ 0 w 731044"/>
                  <a:gd name="connsiteY3" fmla="*/ 697706 h 697706"/>
                  <a:gd name="connsiteX4" fmla="*/ 92869 w 731044"/>
                  <a:gd name="connsiteY4" fmla="*/ 507206 h 697706"/>
                  <a:gd name="connsiteX0" fmla="*/ 92869 w 731044"/>
                  <a:gd name="connsiteY0" fmla="*/ 314325 h 504825"/>
                  <a:gd name="connsiteX1" fmla="*/ 454819 w 731044"/>
                  <a:gd name="connsiteY1" fmla="*/ 0 h 504825"/>
                  <a:gd name="connsiteX2" fmla="*/ 731044 w 731044"/>
                  <a:gd name="connsiteY2" fmla="*/ 504825 h 504825"/>
                  <a:gd name="connsiteX3" fmla="*/ 0 w 731044"/>
                  <a:gd name="connsiteY3" fmla="*/ 504825 h 504825"/>
                  <a:gd name="connsiteX4" fmla="*/ 92869 w 731044"/>
                  <a:gd name="connsiteY4" fmla="*/ 314325 h 504825"/>
                  <a:gd name="connsiteX0" fmla="*/ 92869 w 650082"/>
                  <a:gd name="connsiteY0" fmla="*/ 314325 h 504825"/>
                  <a:gd name="connsiteX1" fmla="*/ 454819 w 650082"/>
                  <a:gd name="connsiteY1" fmla="*/ 0 h 504825"/>
                  <a:gd name="connsiteX2" fmla="*/ 650082 w 650082"/>
                  <a:gd name="connsiteY2" fmla="*/ 219075 h 504825"/>
                  <a:gd name="connsiteX3" fmla="*/ 0 w 650082"/>
                  <a:gd name="connsiteY3" fmla="*/ 504825 h 504825"/>
                  <a:gd name="connsiteX4" fmla="*/ 92869 w 650082"/>
                  <a:gd name="connsiteY4" fmla="*/ 314325 h 504825"/>
                  <a:gd name="connsiteX0" fmla="*/ 92869 w 689668"/>
                  <a:gd name="connsiteY0" fmla="*/ 314325 h 504825"/>
                  <a:gd name="connsiteX1" fmla="*/ 454819 w 689668"/>
                  <a:gd name="connsiteY1" fmla="*/ 0 h 504825"/>
                  <a:gd name="connsiteX2" fmla="*/ 650082 w 689668"/>
                  <a:gd name="connsiteY2" fmla="*/ 219075 h 504825"/>
                  <a:gd name="connsiteX3" fmla="*/ 0 w 689668"/>
                  <a:gd name="connsiteY3" fmla="*/ 504825 h 504825"/>
                  <a:gd name="connsiteX4" fmla="*/ 92869 w 689668"/>
                  <a:gd name="connsiteY4" fmla="*/ 314325 h 504825"/>
                  <a:gd name="connsiteX0" fmla="*/ 92869 w 690173"/>
                  <a:gd name="connsiteY0" fmla="*/ 302418 h 492918"/>
                  <a:gd name="connsiteX1" fmla="*/ 459581 w 690173"/>
                  <a:gd name="connsiteY1" fmla="*/ 0 h 492918"/>
                  <a:gd name="connsiteX2" fmla="*/ 650082 w 690173"/>
                  <a:gd name="connsiteY2" fmla="*/ 207168 h 492918"/>
                  <a:gd name="connsiteX3" fmla="*/ 0 w 690173"/>
                  <a:gd name="connsiteY3" fmla="*/ 492918 h 492918"/>
                  <a:gd name="connsiteX4" fmla="*/ 92869 w 690173"/>
                  <a:gd name="connsiteY4" fmla="*/ 302418 h 492918"/>
                  <a:gd name="connsiteX0" fmla="*/ 92869 w 690173"/>
                  <a:gd name="connsiteY0" fmla="*/ 302418 h 492918"/>
                  <a:gd name="connsiteX1" fmla="*/ 459581 w 690173"/>
                  <a:gd name="connsiteY1" fmla="*/ 0 h 492918"/>
                  <a:gd name="connsiteX2" fmla="*/ 650082 w 690173"/>
                  <a:gd name="connsiteY2" fmla="*/ 207168 h 492918"/>
                  <a:gd name="connsiteX3" fmla="*/ 0 w 690173"/>
                  <a:gd name="connsiteY3" fmla="*/ 492918 h 492918"/>
                  <a:gd name="connsiteX4" fmla="*/ 92869 w 690173"/>
                  <a:gd name="connsiteY4" fmla="*/ 302418 h 492918"/>
                  <a:gd name="connsiteX0" fmla="*/ 92869 w 702970"/>
                  <a:gd name="connsiteY0" fmla="*/ 359701 h 550201"/>
                  <a:gd name="connsiteX1" fmla="*/ 459581 w 702970"/>
                  <a:gd name="connsiteY1" fmla="*/ 57283 h 550201"/>
                  <a:gd name="connsiteX2" fmla="*/ 650082 w 702970"/>
                  <a:gd name="connsiteY2" fmla="*/ 264451 h 550201"/>
                  <a:gd name="connsiteX3" fmla="*/ 0 w 702970"/>
                  <a:gd name="connsiteY3" fmla="*/ 550201 h 550201"/>
                  <a:gd name="connsiteX4" fmla="*/ 92869 w 702970"/>
                  <a:gd name="connsiteY4" fmla="*/ 359701 h 550201"/>
                  <a:gd name="connsiteX0" fmla="*/ 92869 w 706874"/>
                  <a:gd name="connsiteY0" fmla="*/ 347179 h 537679"/>
                  <a:gd name="connsiteX1" fmla="*/ 459581 w 706874"/>
                  <a:gd name="connsiteY1" fmla="*/ 44761 h 537679"/>
                  <a:gd name="connsiteX2" fmla="*/ 650082 w 706874"/>
                  <a:gd name="connsiteY2" fmla="*/ 251929 h 537679"/>
                  <a:gd name="connsiteX3" fmla="*/ 0 w 706874"/>
                  <a:gd name="connsiteY3" fmla="*/ 537679 h 537679"/>
                  <a:gd name="connsiteX4" fmla="*/ 92869 w 706874"/>
                  <a:gd name="connsiteY4" fmla="*/ 347179 h 537679"/>
                  <a:gd name="connsiteX0" fmla="*/ 92869 w 705065"/>
                  <a:gd name="connsiteY0" fmla="*/ 353475 h 543975"/>
                  <a:gd name="connsiteX1" fmla="*/ 450056 w 705065"/>
                  <a:gd name="connsiteY1" fmla="*/ 43913 h 543975"/>
                  <a:gd name="connsiteX2" fmla="*/ 650082 w 705065"/>
                  <a:gd name="connsiteY2" fmla="*/ 258225 h 543975"/>
                  <a:gd name="connsiteX3" fmla="*/ 0 w 705065"/>
                  <a:gd name="connsiteY3" fmla="*/ 543975 h 543975"/>
                  <a:gd name="connsiteX4" fmla="*/ 92869 w 705065"/>
                  <a:gd name="connsiteY4" fmla="*/ 353475 h 543975"/>
                  <a:gd name="connsiteX0" fmla="*/ 92869 w 738325"/>
                  <a:gd name="connsiteY0" fmla="*/ 357004 h 547504"/>
                  <a:gd name="connsiteX1" fmla="*/ 450056 w 738325"/>
                  <a:gd name="connsiteY1" fmla="*/ 47442 h 547504"/>
                  <a:gd name="connsiteX2" fmla="*/ 650082 w 738325"/>
                  <a:gd name="connsiteY2" fmla="*/ 261754 h 547504"/>
                  <a:gd name="connsiteX3" fmla="*/ 0 w 738325"/>
                  <a:gd name="connsiteY3" fmla="*/ 547504 h 547504"/>
                  <a:gd name="connsiteX4" fmla="*/ 92869 w 738325"/>
                  <a:gd name="connsiteY4" fmla="*/ 357004 h 547504"/>
                  <a:gd name="connsiteX0" fmla="*/ 92869 w 734198"/>
                  <a:gd name="connsiteY0" fmla="*/ 366816 h 557316"/>
                  <a:gd name="connsiteX1" fmla="*/ 450056 w 734198"/>
                  <a:gd name="connsiteY1" fmla="*/ 57254 h 557316"/>
                  <a:gd name="connsiteX2" fmla="*/ 650082 w 734198"/>
                  <a:gd name="connsiteY2" fmla="*/ 271566 h 557316"/>
                  <a:gd name="connsiteX3" fmla="*/ 0 w 734198"/>
                  <a:gd name="connsiteY3" fmla="*/ 557316 h 557316"/>
                  <a:gd name="connsiteX4" fmla="*/ 92869 w 734198"/>
                  <a:gd name="connsiteY4" fmla="*/ 366816 h 557316"/>
                  <a:gd name="connsiteX0" fmla="*/ 92869 w 736225"/>
                  <a:gd name="connsiteY0" fmla="*/ 366816 h 557316"/>
                  <a:gd name="connsiteX1" fmla="*/ 450056 w 736225"/>
                  <a:gd name="connsiteY1" fmla="*/ 57254 h 557316"/>
                  <a:gd name="connsiteX2" fmla="*/ 650082 w 736225"/>
                  <a:gd name="connsiteY2" fmla="*/ 271566 h 557316"/>
                  <a:gd name="connsiteX3" fmla="*/ 0 w 736225"/>
                  <a:gd name="connsiteY3" fmla="*/ 557316 h 557316"/>
                  <a:gd name="connsiteX4" fmla="*/ 92869 w 736225"/>
                  <a:gd name="connsiteY4" fmla="*/ 366816 h 557316"/>
                  <a:gd name="connsiteX0" fmla="*/ 92869 w 757544"/>
                  <a:gd name="connsiteY0" fmla="*/ 364191 h 554691"/>
                  <a:gd name="connsiteX1" fmla="*/ 450056 w 757544"/>
                  <a:gd name="connsiteY1" fmla="*/ 54629 h 554691"/>
                  <a:gd name="connsiteX2" fmla="*/ 676276 w 757544"/>
                  <a:gd name="connsiteY2" fmla="*/ 287991 h 554691"/>
                  <a:gd name="connsiteX3" fmla="*/ 0 w 757544"/>
                  <a:gd name="connsiteY3" fmla="*/ 554691 h 554691"/>
                  <a:gd name="connsiteX4" fmla="*/ 92869 w 757544"/>
                  <a:gd name="connsiteY4" fmla="*/ 364191 h 554691"/>
                  <a:gd name="connsiteX0" fmla="*/ 92869 w 756519"/>
                  <a:gd name="connsiteY0" fmla="*/ 364477 h 554977"/>
                  <a:gd name="connsiteX1" fmla="*/ 450056 w 756519"/>
                  <a:gd name="connsiteY1" fmla="*/ 54915 h 554977"/>
                  <a:gd name="connsiteX2" fmla="*/ 676276 w 756519"/>
                  <a:gd name="connsiteY2" fmla="*/ 288277 h 554977"/>
                  <a:gd name="connsiteX3" fmla="*/ 0 w 756519"/>
                  <a:gd name="connsiteY3" fmla="*/ 554977 h 554977"/>
                  <a:gd name="connsiteX4" fmla="*/ 92869 w 756519"/>
                  <a:gd name="connsiteY4" fmla="*/ 364477 h 554977"/>
                  <a:gd name="connsiteX0" fmla="*/ 92869 w 758034"/>
                  <a:gd name="connsiteY0" fmla="*/ 369357 h 559857"/>
                  <a:gd name="connsiteX1" fmla="*/ 450056 w 758034"/>
                  <a:gd name="connsiteY1" fmla="*/ 59795 h 559857"/>
                  <a:gd name="connsiteX2" fmla="*/ 676276 w 758034"/>
                  <a:gd name="connsiteY2" fmla="*/ 293157 h 559857"/>
                  <a:gd name="connsiteX3" fmla="*/ 0 w 758034"/>
                  <a:gd name="connsiteY3" fmla="*/ 559857 h 559857"/>
                  <a:gd name="connsiteX4" fmla="*/ 92869 w 758034"/>
                  <a:gd name="connsiteY4" fmla="*/ 369357 h 559857"/>
                  <a:gd name="connsiteX0" fmla="*/ 0 w 665165"/>
                  <a:gd name="connsiteY0" fmla="*/ 369357 h 521757"/>
                  <a:gd name="connsiteX1" fmla="*/ 357187 w 665165"/>
                  <a:gd name="connsiteY1" fmla="*/ 59795 h 521757"/>
                  <a:gd name="connsiteX2" fmla="*/ 583407 w 665165"/>
                  <a:gd name="connsiteY2" fmla="*/ 293157 h 521757"/>
                  <a:gd name="connsiteX3" fmla="*/ 138112 w 665165"/>
                  <a:gd name="connsiteY3" fmla="*/ 521757 h 521757"/>
                  <a:gd name="connsiteX4" fmla="*/ 0 w 665165"/>
                  <a:gd name="connsiteY4" fmla="*/ 369357 h 521757"/>
                  <a:gd name="connsiteX0" fmla="*/ 0 w 665165"/>
                  <a:gd name="connsiteY0" fmla="*/ 369357 h 533663"/>
                  <a:gd name="connsiteX1" fmla="*/ 357187 w 665165"/>
                  <a:gd name="connsiteY1" fmla="*/ 59795 h 533663"/>
                  <a:gd name="connsiteX2" fmla="*/ 583407 w 665165"/>
                  <a:gd name="connsiteY2" fmla="*/ 293157 h 533663"/>
                  <a:gd name="connsiteX3" fmla="*/ 154781 w 665165"/>
                  <a:gd name="connsiteY3" fmla="*/ 533663 h 533663"/>
                  <a:gd name="connsiteX4" fmla="*/ 0 w 665165"/>
                  <a:gd name="connsiteY4" fmla="*/ 369357 h 533663"/>
                  <a:gd name="connsiteX0" fmla="*/ 0 w 665165"/>
                  <a:gd name="connsiteY0" fmla="*/ 369357 h 543188"/>
                  <a:gd name="connsiteX1" fmla="*/ 357187 w 665165"/>
                  <a:gd name="connsiteY1" fmla="*/ 59795 h 543188"/>
                  <a:gd name="connsiteX2" fmla="*/ 583407 w 665165"/>
                  <a:gd name="connsiteY2" fmla="*/ 293157 h 543188"/>
                  <a:gd name="connsiteX3" fmla="*/ 154781 w 665165"/>
                  <a:gd name="connsiteY3" fmla="*/ 543188 h 543188"/>
                  <a:gd name="connsiteX4" fmla="*/ 0 w 665165"/>
                  <a:gd name="connsiteY4" fmla="*/ 369357 h 543188"/>
                  <a:gd name="connsiteX0" fmla="*/ 403 w 665568"/>
                  <a:gd name="connsiteY0" fmla="*/ 369357 h 543188"/>
                  <a:gd name="connsiteX1" fmla="*/ 357590 w 665568"/>
                  <a:gd name="connsiteY1" fmla="*/ 59795 h 543188"/>
                  <a:gd name="connsiteX2" fmla="*/ 583810 w 665568"/>
                  <a:gd name="connsiteY2" fmla="*/ 293157 h 543188"/>
                  <a:gd name="connsiteX3" fmla="*/ 155184 w 665568"/>
                  <a:gd name="connsiteY3" fmla="*/ 543188 h 543188"/>
                  <a:gd name="connsiteX4" fmla="*/ 403 w 665568"/>
                  <a:gd name="connsiteY4" fmla="*/ 369357 h 543188"/>
                  <a:gd name="connsiteX0" fmla="*/ 2012 w 667177"/>
                  <a:gd name="connsiteY0" fmla="*/ 369357 h 546530"/>
                  <a:gd name="connsiteX1" fmla="*/ 359199 w 667177"/>
                  <a:gd name="connsiteY1" fmla="*/ 59795 h 546530"/>
                  <a:gd name="connsiteX2" fmla="*/ 585419 w 667177"/>
                  <a:gd name="connsiteY2" fmla="*/ 293157 h 546530"/>
                  <a:gd name="connsiteX3" fmla="*/ 156793 w 667177"/>
                  <a:gd name="connsiteY3" fmla="*/ 543188 h 546530"/>
                  <a:gd name="connsiteX4" fmla="*/ 2012 w 667177"/>
                  <a:gd name="connsiteY4" fmla="*/ 369357 h 546530"/>
                  <a:gd name="connsiteX0" fmla="*/ 2012 w 667177"/>
                  <a:gd name="connsiteY0" fmla="*/ 369357 h 546530"/>
                  <a:gd name="connsiteX1" fmla="*/ 359199 w 667177"/>
                  <a:gd name="connsiteY1" fmla="*/ 59795 h 546530"/>
                  <a:gd name="connsiteX2" fmla="*/ 585419 w 667177"/>
                  <a:gd name="connsiteY2" fmla="*/ 293157 h 546530"/>
                  <a:gd name="connsiteX3" fmla="*/ 156793 w 667177"/>
                  <a:gd name="connsiteY3" fmla="*/ 543188 h 546530"/>
                  <a:gd name="connsiteX4" fmla="*/ 2012 w 667177"/>
                  <a:gd name="connsiteY4" fmla="*/ 369357 h 546530"/>
                  <a:gd name="connsiteX0" fmla="*/ 14922 w 680087"/>
                  <a:gd name="connsiteY0" fmla="*/ 369357 h 545428"/>
                  <a:gd name="connsiteX1" fmla="*/ 372109 w 680087"/>
                  <a:gd name="connsiteY1" fmla="*/ 59795 h 545428"/>
                  <a:gd name="connsiteX2" fmla="*/ 598329 w 680087"/>
                  <a:gd name="connsiteY2" fmla="*/ 293157 h 545428"/>
                  <a:gd name="connsiteX3" fmla="*/ 169703 w 680087"/>
                  <a:gd name="connsiteY3" fmla="*/ 543188 h 545428"/>
                  <a:gd name="connsiteX4" fmla="*/ 14922 w 680087"/>
                  <a:gd name="connsiteY4" fmla="*/ 369357 h 545428"/>
                  <a:gd name="connsiteX0" fmla="*/ 13366 w 678531"/>
                  <a:gd name="connsiteY0" fmla="*/ 369357 h 554814"/>
                  <a:gd name="connsiteX1" fmla="*/ 370553 w 678531"/>
                  <a:gd name="connsiteY1" fmla="*/ 59795 h 554814"/>
                  <a:gd name="connsiteX2" fmla="*/ 596773 w 678531"/>
                  <a:gd name="connsiteY2" fmla="*/ 293157 h 554814"/>
                  <a:gd name="connsiteX3" fmla="*/ 180054 w 678531"/>
                  <a:gd name="connsiteY3" fmla="*/ 552713 h 554814"/>
                  <a:gd name="connsiteX4" fmla="*/ 13366 w 678531"/>
                  <a:gd name="connsiteY4" fmla="*/ 369357 h 554814"/>
                  <a:gd name="connsiteX0" fmla="*/ 10389 w 675554"/>
                  <a:gd name="connsiteY0" fmla="*/ 369357 h 559513"/>
                  <a:gd name="connsiteX1" fmla="*/ 367576 w 675554"/>
                  <a:gd name="connsiteY1" fmla="*/ 59795 h 559513"/>
                  <a:gd name="connsiteX2" fmla="*/ 593796 w 675554"/>
                  <a:gd name="connsiteY2" fmla="*/ 293157 h 559513"/>
                  <a:gd name="connsiteX3" fmla="*/ 208033 w 675554"/>
                  <a:gd name="connsiteY3" fmla="*/ 557475 h 559513"/>
                  <a:gd name="connsiteX4" fmla="*/ 10389 w 675554"/>
                  <a:gd name="connsiteY4" fmla="*/ 369357 h 559513"/>
                  <a:gd name="connsiteX0" fmla="*/ 9895 w 675060"/>
                  <a:gd name="connsiteY0" fmla="*/ 369357 h 563100"/>
                  <a:gd name="connsiteX1" fmla="*/ 367082 w 675060"/>
                  <a:gd name="connsiteY1" fmla="*/ 59795 h 563100"/>
                  <a:gd name="connsiteX2" fmla="*/ 593302 w 675060"/>
                  <a:gd name="connsiteY2" fmla="*/ 293157 h 563100"/>
                  <a:gd name="connsiteX3" fmla="*/ 207539 w 675060"/>
                  <a:gd name="connsiteY3" fmla="*/ 557475 h 563100"/>
                  <a:gd name="connsiteX4" fmla="*/ 9895 w 675060"/>
                  <a:gd name="connsiteY4" fmla="*/ 369357 h 563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5060" h="563100">
                    <a:moveTo>
                      <a:pt x="9895" y="369357"/>
                    </a:moveTo>
                    <a:lnTo>
                      <a:pt x="367082" y="59795"/>
                    </a:lnTo>
                    <a:cubicBezTo>
                      <a:pt x="555994" y="-121972"/>
                      <a:pt x="806820" y="155838"/>
                      <a:pt x="593302" y="293157"/>
                    </a:cubicBezTo>
                    <a:lnTo>
                      <a:pt x="207539" y="557475"/>
                    </a:lnTo>
                    <a:cubicBezTo>
                      <a:pt x="60695" y="594781"/>
                      <a:pt x="-31379" y="436826"/>
                      <a:pt x="9895" y="369357"/>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sp>
            <p:nvSpPr>
              <p:cNvPr id="149" name="Rectangle 4"/>
              <p:cNvSpPr/>
              <p:nvPr/>
            </p:nvSpPr>
            <p:spPr>
              <a:xfrm>
                <a:off x="1338497" y="599062"/>
                <a:ext cx="117288" cy="338060"/>
              </a:xfrm>
              <a:custGeom>
                <a:avLst/>
                <a:gdLst>
                  <a:gd name="connsiteX0" fmla="*/ 0 w 731044"/>
                  <a:gd name="connsiteY0" fmla="*/ 0 h 697706"/>
                  <a:gd name="connsiteX1" fmla="*/ 731044 w 731044"/>
                  <a:gd name="connsiteY1" fmla="*/ 0 h 697706"/>
                  <a:gd name="connsiteX2" fmla="*/ 731044 w 731044"/>
                  <a:gd name="connsiteY2" fmla="*/ 697706 h 697706"/>
                  <a:gd name="connsiteX3" fmla="*/ 0 w 731044"/>
                  <a:gd name="connsiteY3" fmla="*/ 697706 h 697706"/>
                  <a:gd name="connsiteX4" fmla="*/ 0 w 731044"/>
                  <a:gd name="connsiteY4" fmla="*/ 0 h 697706"/>
                  <a:gd name="connsiteX0" fmla="*/ 92869 w 731044"/>
                  <a:gd name="connsiteY0" fmla="*/ 507206 h 697706"/>
                  <a:gd name="connsiteX1" fmla="*/ 731044 w 731044"/>
                  <a:gd name="connsiteY1" fmla="*/ 0 h 697706"/>
                  <a:gd name="connsiteX2" fmla="*/ 731044 w 731044"/>
                  <a:gd name="connsiteY2" fmla="*/ 697706 h 697706"/>
                  <a:gd name="connsiteX3" fmla="*/ 0 w 731044"/>
                  <a:gd name="connsiteY3" fmla="*/ 697706 h 697706"/>
                  <a:gd name="connsiteX4" fmla="*/ 92869 w 731044"/>
                  <a:gd name="connsiteY4" fmla="*/ 507206 h 697706"/>
                  <a:gd name="connsiteX0" fmla="*/ 92869 w 731044"/>
                  <a:gd name="connsiteY0" fmla="*/ 314325 h 504825"/>
                  <a:gd name="connsiteX1" fmla="*/ 454819 w 731044"/>
                  <a:gd name="connsiteY1" fmla="*/ 0 h 504825"/>
                  <a:gd name="connsiteX2" fmla="*/ 731044 w 731044"/>
                  <a:gd name="connsiteY2" fmla="*/ 504825 h 504825"/>
                  <a:gd name="connsiteX3" fmla="*/ 0 w 731044"/>
                  <a:gd name="connsiteY3" fmla="*/ 504825 h 504825"/>
                  <a:gd name="connsiteX4" fmla="*/ 92869 w 731044"/>
                  <a:gd name="connsiteY4" fmla="*/ 314325 h 504825"/>
                  <a:gd name="connsiteX0" fmla="*/ 92869 w 650082"/>
                  <a:gd name="connsiteY0" fmla="*/ 314325 h 504825"/>
                  <a:gd name="connsiteX1" fmla="*/ 454819 w 650082"/>
                  <a:gd name="connsiteY1" fmla="*/ 0 h 504825"/>
                  <a:gd name="connsiteX2" fmla="*/ 650082 w 650082"/>
                  <a:gd name="connsiteY2" fmla="*/ 219075 h 504825"/>
                  <a:gd name="connsiteX3" fmla="*/ 0 w 650082"/>
                  <a:gd name="connsiteY3" fmla="*/ 504825 h 504825"/>
                  <a:gd name="connsiteX4" fmla="*/ 92869 w 650082"/>
                  <a:gd name="connsiteY4" fmla="*/ 314325 h 504825"/>
                  <a:gd name="connsiteX0" fmla="*/ 92869 w 689668"/>
                  <a:gd name="connsiteY0" fmla="*/ 314325 h 504825"/>
                  <a:gd name="connsiteX1" fmla="*/ 454819 w 689668"/>
                  <a:gd name="connsiteY1" fmla="*/ 0 h 504825"/>
                  <a:gd name="connsiteX2" fmla="*/ 650082 w 689668"/>
                  <a:gd name="connsiteY2" fmla="*/ 219075 h 504825"/>
                  <a:gd name="connsiteX3" fmla="*/ 0 w 689668"/>
                  <a:gd name="connsiteY3" fmla="*/ 504825 h 504825"/>
                  <a:gd name="connsiteX4" fmla="*/ 92869 w 689668"/>
                  <a:gd name="connsiteY4" fmla="*/ 314325 h 504825"/>
                  <a:gd name="connsiteX0" fmla="*/ 92869 w 690173"/>
                  <a:gd name="connsiteY0" fmla="*/ 302418 h 492918"/>
                  <a:gd name="connsiteX1" fmla="*/ 459581 w 690173"/>
                  <a:gd name="connsiteY1" fmla="*/ 0 h 492918"/>
                  <a:gd name="connsiteX2" fmla="*/ 650082 w 690173"/>
                  <a:gd name="connsiteY2" fmla="*/ 207168 h 492918"/>
                  <a:gd name="connsiteX3" fmla="*/ 0 w 690173"/>
                  <a:gd name="connsiteY3" fmla="*/ 492918 h 492918"/>
                  <a:gd name="connsiteX4" fmla="*/ 92869 w 690173"/>
                  <a:gd name="connsiteY4" fmla="*/ 302418 h 492918"/>
                  <a:gd name="connsiteX0" fmla="*/ 92869 w 690173"/>
                  <a:gd name="connsiteY0" fmla="*/ 302418 h 492918"/>
                  <a:gd name="connsiteX1" fmla="*/ 459581 w 690173"/>
                  <a:gd name="connsiteY1" fmla="*/ 0 h 492918"/>
                  <a:gd name="connsiteX2" fmla="*/ 650082 w 690173"/>
                  <a:gd name="connsiteY2" fmla="*/ 207168 h 492918"/>
                  <a:gd name="connsiteX3" fmla="*/ 0 w 690173"/>
                  <a:gd name="connsiteY3" fmla="*/ 492918 h 492918"/>
                  <a:gd name="connsiteX4" fmla="*/ 92869 w 690173"/>
                  <a:gd name="connsiteY4" fmla="*/ 302418 h 492918"/>
                  <a:gd name="connsiteX0" fmla="*/ 92869 w 702970"/>
                  <a:gd name="connsiteY0" fmla="*/ 359701 h 550201"/>
                  <a:gd name="connsiteX1" fmla="*/ 459581 w 702970"/>
                  <a:gd name="connsiteY1" fmla="*/ 57283 h 550201"/>
                  <a:gd name="connsiteX2" fmla="*/ 650082 w 702970"/>
                  <a:gd name="connsiteY2" fmla="*/ 264451 h 550201"/>
                  <a:gd name="connsiteX3" fmla="*/ 0 w 702970"/>
                  <a:gd name="connsiteY3" fmla="*/ 550201 h 550201"/>
                  <a:gd name="connsiteX4" fmla="*/ 92869 w 702970"/>
                  <a:gd name="connsiteY4" fmla="*/ 359701 h 550201"/>
                  <a:gd name="connsiteX0" fmla="*/ 92869 w 706874"/>
                  <a:gd name="connsiteY0" fmla="*/ 347179 h 537679"/>
                  <a:gd name="connsiteX1" fmla="*/ 459581 w 706874"/>
                  <a:gd name="connsiteY1" fmla="*/ 44761 h 537679"/>
                  <a:gd name="connsiteX2" fmla="*/ 650082 w 706874"/>
                  <a:gd name="connsiteY2" fmla="*/ 251929 h 537679"/>
                  <a:gd name="connsiteX3" fmla="*/ 0 w 706874"/>
                  <a:gd name="connsiteY3" fmla="*/ 537679 h 537679"/>
                  <a:gd name="connsiteX4" fmla="*/ 92869 w 706874"/>
                  <a:gd name="connsiteY4" fmla="*/ 347179 h 537679"/>
                  <a:gd name="connsiteX0" fmla="*/ 92869 w 705065"/>
                  <a:gd name="connsiteY0" fmla="*/ 353475 h 543975"/>
                  <a:gd name="connsiteX1" fmla="*/ 450056 w 705065"/>
                  <a:gd name="connsiteY1" fmla="*/ 43913 h 543975"/>
                  <a:gd name="connsiteX2" fmla="*/ 650082 w 705065"/>
                  <a:gd name="connsiteY2" fmla="*/ 258225 h 543975"/>
                  <a:gd name="connsiteX3" fmla="*/ 0 w 705065"/>
                  <a:gd name="connsiteY3" fmla="*/ 543975 h 543975"/>
                  <a:gd name="connsiteX4" fmla="*/ 92869 w 705065"/>
                  <a:gd name="connsiteY4" fmla="*/ 353475 h 543975"/>
                  <a:gd name="connsiteX0" fmla="*/ 92869 w 738325"/>
                  <a:gd name="connsiteY0" fmla="*/ 357004 h 547504"/>
                  <a:gd name="connsiteX1" fmla="*/ 450056 w 738325"/>
                  <a:gd name="connsiteY1" fmla="*/ 47442 h 547504"/>
                  <a:gd name="connsiteX2" fmla="*/ 650082 w 738325"/>
                  <a:gd name="connsiteY2" fmla="*/ 261754 h 547504"/>
                  <a:gd name="connsiteX3" fmla="*/ 0 w 738325"/>
                  <a:gd name="connsiteY3" fmla="*/ 547504 h 547504"/>
                  <a:gd name="connsiteX4" fmla="*/ 92869 w 738325"/>
                  <a:gd name="connsiteY4" fmla="*/ 357004 h 547504"/>
                  <a:gd name="connsiteX0" fmla="*/ 92869 w 734198"/>
                  <a:gd name="connsiteY0" fmla="*/ 366816 h 557316"/>
                  <a:gd name="connsiteX1" fmla="*/ 450056 w 734198"/>
                  <a:gd name="connsiteY1" fmla="*/ 57254 h 557316"/>
                  <a:gd name="connsiteX2" fmla="*/ 650082 w 734198"/>
                  <a:gd name="connsiteY2" fmla="*/ 271566 h 557316"/>
                  <a:gd name="connsiteX3" fmla="*/ 0 w 734198"/>
                  <a:gd name="connsiteY3" fmla="*/ 557316 h 557316"/>
                  <a:gd name="connsiteX4" fmla="*/ 92869 w 734198"/>
                  <a:gd name="connsiteY4" fmla="*/ 366816 h 557316"/>
                  <a:gd name="connsiteX0" fmla="*/ 92869 w 736225"/>
                  <a:gd name="connsiteY0" fmla="*/ 366816 h 557316"/>
                  <a:gd name="connsiteX1" fmla="*/ 450056 w 736225"/>
                  <a:gd name="connsiteY1" fmla="*/ 57254 h 557316"/>
                  <a:gd name="connsiteX2" fmla="*/ 650082 w 736225"/>
                  <a:gd name="connsiteY2" fmla="*/ 271566 h 557316"/>
                  <a:gd name="connsiteX3" fmla="*/ 0 w 736225"/>
                  <a:gd name="connsiteY3" fmla="*/ 557316 h 557316"/>
                  <a:gd name="connsiteX4" fmla="*/ 92869 w 736225"/>
                  <a:gd name="connsiteY4" fmla="*/ 366816 h 557316"/>
                  <a:gd name="connsiteX0" fmla="*/ 92869 w 757544"/>
                  <a:gd name="connsiteY0" fmla="*/ 364191 h 554691"/>
                  <a:gd name="connsiteX1" fmla="*/ 450056 w 757544"/>
                  <a:gd name="connsiteY1" fmla="*/ 54629 h 554691"/>
                  <a:gd name="connsiteX2" fmla="*/ 676276 w 757544"/>
                  <a:gd name="connsiteY2" fmla="*/ 287991 h 554691"/>
                  <a:gd name="connsiteX3" fmla="*/ 0 w 757544"/>
                  <a:gd name="connsiteY3" fmla="*/ 554691 h 554691"/>
                  <a:gd name="connsiteX4" fmla="*/ 92869 w 757544"/>
                  <a:gd name="connsiteY4" fmla="*/ 364191 h 554691"/>
                  <a:gd name="connsiteX0" fmla="*/ 92869 w 756519"/>
                  <a:gd name="connsiteY0" fmla="*/ 364477 h 554977"/>
                  <a:gd name="connsiteX1" fmla="*/ 450056 w 756519"/>
                  <a:gd name="connsiteY1" fmla="*/ 54915 h 554977"/>
                  <a:gd name="connsiteX2" fmla="*/ 676276 w 756519"/>
                  <a:gd name="connsiteY2" fmla="*/ 288277 h 554977"/>
                  <a:gd name="connsiteX3" fmla="*/ 0 w 756519"/>
                  <a:gd name="connsiteY3" fmla="*/ 554977 h 554977"/>
                  <a:gd name="connsiteX4" fmla="*/ 92869 w 756519"/>
                  <a:gd name="connsiteY4" fmla="*/ 364477 h 554977"/>
                  <a:gd name="connsiteX0" fmla="*/ 92869 w 758034"/>
                  <a:gd name="connsiteY0" fmla="*/ 369357 h 559857"/>
                  <a:gd name="connsiteX1" fmla="*/ 450056 w 758034"/>
                  <a:gd name="connsiteY1" fmla="*/ 59795 h 559857"/>
                  <a:gd name="connsiteX2" fmla="*/ 676276 w 758034"/>
                  <a:gd name="connsiteY2" fmla="*/ 293157 h 559857"/>
                  <a:gd name="connsiteX3" fmla="*/ 0 w 758034"/>
                  <a:gd name="connsiteY3" fmla="*/ 559857 h 559857"/>
                  <a:gd name="connsiteX4" fmla="*/ 92869 w 758034"/>
                  <a:gd name="connsiteY4" fmla="*/ 369357 h 559857"/>
                  <a:gd name="connsiteX0" fmla="*/ 0 w 665165"/>
                  <a:gd name="connsiteY0" fmla="*/ 369357 h 521757"/>
                  <a:gd name="connsiteX1" fmla="*/ 357187 w 665165"/>
                  <a:gd name="connsiteY1" fmla="*/ 59795 h 521757"/>
                  <a:gd name="connsiteX2" fmla="*/ 583407 w 665165"/>
                  <a:gd name="connsiteY2" fmla="*/ 293157 h 521757"/>
                  <a:gd name="connsiteX3" fmla="*/ 138112 w 665165"/>
                  <a:gd name="connsiteY3" fmla="*/ 521757 h 521757"/>
                  <a:gd name="connsiteX4" fmla="*/ 0 w 665165"/>
                  <a:gd name="connsiteY4" fmla="*/ 369357 h 521757"/>
                  <a:gd name="connsiteX0" fmla="*/ 0 w 665165"/>
                  <a:gd name="connsiteY0" fmla="*/ 369357 h 533663"/>
                  <a:gd name="connsiteX1" fmla="*/ 357187 w 665165"/>
                  <a:gd name="connsiteY1" fmla="*/ 59795 h 533663"/>
                  <a:gd name="connsiteX2" fmla="*/ 583407 w 665165"/>
                  <a:gd name="connsiteY2" fmla="*/ 293157 h 533663"/>
                  <a:gd name="connsiteX3" fmla="*/ 154781 w 665165"/>
                  <a:gd name="connsiteY3" fmla="*/ 533663 h 533663"/>
                  <a:gd name="connsiteX4" fmla="*/ 0 w 665165"/>
                  <a:gd name="connsiteY4" fmla="*/ 369357 h 533663"/>
                  <a:gd name="connsiteX0" fmla="*/ 0 w 665165"/>
                  <a:gd name="connsiteY0" fmla="*/ 369357 h 543188"/>
                  <a:gd name="connsiteX1" fmla="*/ 357187 w 665165"/>
                  <a:gd name="connsiteY1" fmla="*/ 59795 h 543188"/>
                  <a:gd name="connsiteX2" fmla="*/ 583407 w 665165"/>
                  <a:gd name="connsiteY2" fmla="*/ 293157 h 543188"/>
                  <a:gd name="connsiteX3" fmla="*/ 154781 w 665165"/>
                  <a:gd name="connsiteY3" fmla="*/ 543188 h 543188"/>
                  <a:gd name="connsiteX4" fmla="*/ 0 w 665165"/>
                  <a:gd name="connsiteY4" fmla="*/ 369357 h 543188"/>
                  <a:gd name="connsiteX0" fmla="*/ 403 w 665568"/>
                  <a:gd name="connsiteY0" fmla="*/ 369357 h 543188"/>
                  <a:gd name="connsiteX1" fmla="*/ 357590 w 665568"/>
                  <a:gd name="connsiteY1" fmla="*/ 59795 h 543188"/>
                  <a:gd name="connsiteX2" fmla="*/ 583810 w 665568"/>
                  <a:gd name="connsiteY2" fmla="*/ 293157 h 543188"/>
                  <a:gd name="connsiteX3" fmla="*/ 155184 w 665568"/>
                  <a:gd name="connsiteY3" fmla="*/ 543188 h 543188"/>
                  <a:gd name="connsiteX4" fmla="*/ 403 w 665568"/>
                  <a:gd name="connsiteY4" fmla="*/ 369357 h 543188"/>
                  <a:gd name="connsiteX0" fmla="*/ 2012 w 667177"/>
                  <a:gd name="connsiteY0" fmla="*/ 369357 h 546530"/>
                  <a:gd name="connsiteX1" fmla="*/ 359199 w 667177"/>
                  <a:gd name="connsiteY1" fmla="*/ 59795 h 546530"/>
                  <a:gd name="connsiteX2" fmla="*/ 585419 w 667177"/>
                  <a:gd name="connsiteY2" fmla="*/ 293157 h 546530"/>
                  <a:gd name="connsiteX3" fmla="*/ 156793 w 667177"/>
                  <a:gd name="connsiteY3" fmla="*/ 543188 h 546530"/>
                  <a:gd name="connsiteX4" fmla="*/ 2012 w 667177"/>
                  <a:gd name="connsiteY4" fmla="*/ 369357 h 546530"/>
                  <a:gd name="connsiteX0" fmla="*/ 2012 w 667177"/>
                  <a:gd name="connsiteY0" fmla="*/ 369357 h 546530"/>
                  <a:gd name="connsiteX1" fmla="*/ 359199 w 667177"/>
                  <a:gd name="connsiteY1" fmla="*/ 59795 h 546530"/>
                  <a:gd name="connsiteX2" fmla="*/ 585419 w 667177"/>
                  <a:gd name="connsiteY2" fmla="*/ 293157 h 546530"/>
                  <a:gd name="connsiteX3" fmla="*/ 156793 w 667177"/>
                  <a:gd name="connsiteY3" fmla="*/ 543188 h 546530"/>
                  <a:gd name="connsiteX4" fmla="*/ 2012 w 667177"/>
                  <a:gd name="connsiteY4" fmla="*/ 369357 h 546530"/>
                  <a:gd name="connsiteX0" fmla="*/ 14922 w 680087"/>
                  <a:gd name="connsiteY0" fmla="*/ 369357 h 545428"/>
                  <a:gd name="connsiteX1" fmla="*/ 372109 w 680087"/>
                  <a:gd name="connsiteY1" fmla="*/ 59795 h 545428"/>
                  <a:gd name="connsiteX2" fmla="*/ 598329 w 680087"/>
                  <a:gd name="connsiteY2" fmla="*/ 293157 h 545428"/>
                  <a:gd name="connsiteX3" fmla="*/ 169703 w 680087"/>
                  <a:gd name="connsiteY3" fmla="*/ 543188 h 545428"/>
                  <a:gd name="connsiteX4" fmla="*/ 14922 w 680087"/>
                  <a:gd name="connsiteY4" fmla="*/ 369357 h 545428"/>
                  <a:gd name="connsiteX0" fmla="*/ 13366 w 678531"/>
                  <a:gd name="connsiteY0" fmla="*/ 369357 h 554814"/>
                  <a:gd name="connsiteX1" fmla="*/ 370553 w 678531"/>
                  <a:gd name="connsiteY1" fmla="*/ 59795 h 554814"/>
                  <a:gd name="connsiteX2" fmla="*/ 596773 w 678531"/>
                  <a:gd name="connsiteY2" fmla="*/ 293157 h 554814"/>
                  <a:gd name="connsiteX3" fmla="*/ 180054 w 678531"/>
                  <a:gd name="connsiteY3" fmla="*/ 552713 h 554814"/>
                  <a:gd name="connsiteX4" fmla="*/ 13366 w 678531"/>
                  <a:gd name="connsiteY4" fmla="*/ 369357 h 554814"/>
                  <a:gd name="connsiteX0" fmla="*/ 10389 w 675554"/>
                  <a:gd name="connsiteY0" fmla="*/ 369357 h 559513"/>
                  <a:gd name="connsiteX1" fmla="*/ 367576 w 675554"/>
                  <a:gd name="connsiteY1" fmla="*/ 59795 h 559513"/>
                  <a:gd name="connsiteX2" fmla="*/ 593796 w 675554"/>
                  <a:gd name="connsiteY2" fmla="*/ 293157 h 559513"/>
                  <a:gd name="connsiteX3" fmla="*/ 208033 w 675554"/>
                  <a:gd name="connsiteY3" fmla="*/ 557475 h 559513"/>
                  <a:gd name="connsiteX4" fmla="*/ 10389 w 675554"/>
                  <a:gd name="connsiteY4" fmla="*/ 369357 h 559513"/>
                  <a:gd name="connsiteX0" fmla="*/ 9895 w 675060"/>
                  <a:gd name="connsiteY0" fmla="*/ 369357 h 563100"/>
                  <a:gd name="connsiteX1" fmla="*/ 367082 w 675060"/>
                  <a:gd name="connsiteY1" fmla="*/ 59795 h 563100"/>
                  <a:gd name="connsiteX2" fmla="*/ 593302 w 675060"/>
                  <a:gd name="connsiteY2" fmla="*/ 293157 h 563100"/>
                  <a:gd name="connsiteX3" fmla="*/ 207539 w 675060"/>
                  <a:gd name="connsiteY3" fmla="*/ 557475 h 563100"/>
                  <a:gd name="connsiteX4" fmla="*/ 9895 w 675060"/>
                  <a:gd name="connsiteY4" fmla="*/ 369357 h 563100"/>
                  <a:gd name="connsiteX0" fmla="*/ 9895 w 653398"/>
                  <a:gd name="connsiteY0" fmla="*/ 380720 h 574463"/>
                  <a:gd name="connsiteX1" fmla="*/ 208338 w 653398"/>
                  <a:gd name="connsiteY1" fmla="*/ 58036 h 574463"/>
                  <a:gd name="connsiteX2" fmla="*/ 593302 w 653398"/>
                  <a:gd name="connsiteY2" fmla="*/ 304520 h 574463"/>
                  <a:gd name="connsiteX3" fmla="*/ 207539 w 653398"/>
                  <a:gd name="connsiteY3" fmla="*/ 568838 h 574463"/>
                  <a:gd name="connsiteX4" fmla="*/ 9895 w 653398"/>
                  <a:gd name="connsiteY4" fmla="*/ 380720 h 574463"/>
                  <a:gd name="connsiteX0" fmla="*/ 9895 w 469030"/>
                  <a:gd name="connsiteY0" fmla="*/ 438413 h 632156"/>
                  <a:gd name="connsiteX1" fmla="*/ 208338 w 469030"/>
                  <a:gd name="connsiteY1" fmla="*/ 115729 h 632156"/>
                  <a:gd name="connsiteX2" fmla="*/ 375028 w 469030"/>
                  <a:gd name="connsiteY2" fmla="*/ 126033 h 632156"/>
                  <a:gd name="connsiteX3" fmla="*/ 207539 w 469030"/>
                  <a:gd name="connsiteY3" fmla="*/ 626531 h 632156"/>
                  <a:gd name="connsiteX4" fmla="*/ 9895 w 469030"/>
                  <a:gd name="connsiteY4" fmla="*/ 438413 h 632156"/>
                  <a:gd name="connsiteX0" fmla="*/ 9895 w 460536"/>
                  <a:gd name="connsiteY0" fmla="*/ 428706 h 622449"/>
                  <a:gd name="connsiteX1" fmla="*/ 168652 w 460536"/>
                  <a:gd name="connsiteY1" fmla="*/ 123517 h 622449"/>
                  <a:gd name="connsiteX2" fmla="*/ 375028 w 460536"/>
                  <a:gd name="connsiteY2" fmla="*/ 116326 h 622449"/>
                  <a:gd name="connsiteX3" fmla="*/ 207539 w 460536"/>
                  <a:gd name="connsiteY3" fmla="*/ 616824 h 622449"/>
                  <a:gd name="connsiteX4" fmla="*/ 9895 w 460536"/>
                  <a:gd name="connsiteY4" fmla="*/ 428706 h 622449"/>
                  <a:gd name="connsiteX0" fmla="*/ 9895 w 435604"/>
                  <a:gd name="connsiteY0" fmla="*/ 432148 h 625891"/>
                  <a:gd name="connsiteX1" fmla="*/ 168652 w 435604"/>
                  <a:gd name="connsiteY1" fmla="*/ 126959 h 625891"/>
                  <a:gd name="connsiteX2" fmla="*/ 375028 w 435604"/>
                  <a:gd name="connsiteY2" fmla="*/ 119768 h 625891"/>
                  <a:gd name="connsiteX3" fmla="*/ 207539 w 435604"/>
                  <a:gd name="connsiteY3" fmla="*/ 620266 h 625891"/>
                  <a:gd name="connsiteX4" fmla="*/ 9895 w 435604"/>
                  <a:gd name="connsiteY4" fmla="*/ 432148 h 625891"/>
                  <a:gd name="connsiteX0" fmla="*/ 9895 w 438372"/>
                  <a:gd name="connsiteY0" fmla="*/ 432148 h 625891"/>
                  <a:gd name="connsiteX1" fmla="*/ 193455 w 438372"/>
                  <a:gd name="connsiteY1" fmla="*/ 126959 h 625891"/>
                  <a:gd name="connsiteX2" fmla="*/ 375028 w 438372"/>
                  <a:gd name="connsiteY2" fmla="*/ 119768 h 625891"/>
                  <a:gd name="connsiteX3" fmla="*/ 207539 w 438372"/>
                  <a:gd name="connsiteY3" fmla="*/ 620266 h 625891"/>
                  <a:gd name="connsiteX4" fmla="*/ 9895 w 438372"/>
                  <a:gd name="connsiteY4" fmla="*/ 432148 h 625891"/>
                  <a:gd name="connsiteX0" fmla="*/ 9895 w 433896"/>
                  <a:gd name="connsiteY0" fmla="*/ 432148 h 625891"/>
                  <a:gd name="connsiteX1" fmla="*/ 193455 w 433896"/>
                  <a:gd name="connsiteY1" fmla="*/ 126959 h 625891"/>
                  <a:gd name="connsiteX2" fmla="*/ 375028 w 433896"/>
                  <a:gd name="connsiteY2" fmla="*/ 119768 h 625891"/>
                  <a:gd name="connsiteX3" fmla="*/ 207539 w 433896"/>
                  <a:gd name="connsiteY3" fmla="*/ 620266 h 625891"/>
                  <a:gd name="connsiteX4" fmla="*/ 9895 w 433896"/>
                  <a:gd name="connsiteY4" fmla="*/ 432148 h 625891"/>
                  <a:gd name="connsiteX0" fmla="*/ 9895 w 394030"/>
                  <a:gd name="connsiteY0" fmla="*/ 448129 h 641872"/>
                  <a:gd name="connsiteX1" fmla="*/ 193455 w 394030"/>
                  <a:gd name="connsiteY1" fmla="*/ 142940 h 641872"/>
                  <a:gd name="connsiteX2" fmla="*/ 375028 w 394030"/>
                  <a:gd name="connsiteY2" fmla="*/ 135749 h 641872"/>
                  <a:gd name="connsiteX3" fmla="*/ 207539 w 394030"/>
                  <a:gd name="connsiteY3" fmla="*/ 636247 h 641872"/>
                  <a:gd name="connsiteX4" fmla="*/ 9895 w 394030"/>
                  <a:gd name="connsiteY4" fmla="*/ 448129 h 641872"/>
                  <a:gd name="connsiteX0" fmla="*/ 9895 w 446259"/>
                  <a:gd name="connsiteY0" fmla="*/ 441678 h 635421"/>
                  <a:gd name="connsiteX1" fmla="*/ 193455 w 446259"/>
                  <a:gd name="connsiteY1" fmla="*/ 136489 h 635421"/>
                  <a:gd name="connsiteX2" fmla="*/ 429596 w 446259"/>
                  <a:gd name="connsiteY2" fmla="*/ 142419 h 635421"/>
                  <a:gd name="connsiteX3" fmla="*/ 207539 w 446259"/>
                  <a:gd name="connsiteY3" fmla="*/ 629796 h 635421"/>
                  <a:gd name="connsiteX4" fmla="*/ 9895 w 446259"/>
                  <a:gd name="connsiteY4" fmla="*/ 441678 h 635421"/>
                  <a:gd name="connsiteX0" fmla="*/ 9895 w 447400"/>
                  <a:gd name="connsiteY0" fmla="*/ 438324 h 632067"/>
                  <a:gd name="connsiteX1" fmla="*/ 193455 w 447400"/>
                  <a:gd name="connsiteY1" fmla="*/ 133135 h 632067"/>
                  <a:gd name="connsiteX2" fmla="*/ 429596 w 447400"/>
                  <a:gd name="connsiteY2" fmla="*/ 139065 h 632067"/>
                  <a:gd name="connsiteX3" fmla="*/ 207539 w 447400"/>
                  <a:gd name="connsiteY3" fmla="*/ 626442 h 632067"/>
                  <a:gd name="connsiteX4" fmla="*/ 9895 w 447400"/>
                  <a:gd name="connsiteY4" fmla="*/ 438324 h 632067"/>
                  <a:gd name="connsiteX0" fmla="*/ 32636 w 351082"/>
                  <a:gd name="connsiteY0" fmla="*/ 622020 h 663918"/>
                  <a:gd name="connsiteX1" fmla="*/ 97137 w 351082"/>
                  <a:gd name="connsiteY1" fmla="*/ 133135 h 663918"/>
                  <a:gd name="connsiteX2" fmla="*/ 333278 w 351082"/>
                  <a:gd name="connsiteY2" fmla="*/ 139065 h 663918"/>
                  <a:gd name="connsiteX3" fmla="*/ 111221 w 351082"/>
                  <a:gd name="connsiteY3" fmla="*/ 626442 h 663918"/>
                  <a:gd name="connsiteX4" fmla="*/ 32636 w 351082"/>
                  <a:gd name="connsiteY4" fmla="*/ 622020 h 663918"/>
                  <a:gd name="connsiteX0" fmla="*/ 5357 w 323803"/>
                  <a:gd name="connsiteY0" fmla="*/ 622020 h 654715"/>
                  <a:gd name="connsiteX1" fmla="*/ 69858 w 323803"/>
                  <a:gd name="connsiteY1" fmla="*/ 133135 h 654715"/>
                  <a:gd name="connsiteX2" fmla="*/ 305999 w 323803"/>
                  <a:gd name="connsiteY2" fmla="*/ 139065 h 654715"/>
                  <a:gd name="connsiteX3" fmla="*/ 317099 w 323803"/>
                  <a:gd name="connsiteY3" fmla="*/ 600200 h 654715"/>
                  <a:gd name="connsiteX4" fmla="*/ 5357 w 323803"/>
                  <a:gd name="connsiteY4" fmla="*/ 622020 h 654715"/>
                  <a:gd name="connsiteX0" fmla="*/ 30192 w 254383"/>
                  <a:gd name="connsiteY0" fmla="*/ 595777 h 637675"/>
                  <a:gd name="connsiteX1" fmla="*/ 438 w 254383"/>
                  <a:gd name="connsiteY1" fmla="*/ 133135 h 637675"/>
                  <a:gd name="connsiteX2" fmla="*/ 236579 w 254383"/>
                  <a:gd name="connsiteY2" fmla="*/ 139065 h 637675"/>
                  <a:gd name="connsiteX3" fmla="*/ 247679 w 254383"/>
                  <a:gd name="connsiteY3" fmla="*/ 600200 h 637675"/>
                  <a:gd name="connsiteX4" fmla="*/ 30192 w 254383"/>
                  <a:gd name="connsiteY4" fmla="*/ 595777 h 637675"/>
                  <a:gd name="connsiteX0" fmla="*/ 30192 w 267522"/>
                  <a:gd name="connsiteY0" fmla="*/ 595777 h 628472"/>
                  <a:gd name="connsiteX1" fmla="*/ 438 w 267522"/>
                  <a:gd name="connsiteY1" fmla="*/ 133135 h 628472"/>
                  <a:gd name="connsiteX2" fmla="*/ 236579 w 267522"/>
                  <a:gd name="connsiteY2" fmla="*/ 139065 h 628472"/>
                  <a:gd name="connsiteX3" fmla="*/ 267522 w 267522"/>
                  <a:gd name="connsiteY3" fmla="*/ 573957 h 628472"/>
                  <a:gd name="connsiteX4" fmla="*/ 30192 w 267522"/>
                  <a:gd name="connsiteY4" fmla="*/ 595777 h 628472"/>
                  <a:gd name="connsiteX0" fmla="*/ 30192 w 267522"/>
                  <a:gd name="connsiteY0" fmla="*/ 595777 h 662203"/>
                  <a:gd name="connsiteX1" fmla="*/ 438 w 267522"/>
                  <a:gd name="connsiteY1" fmla="*/ 133135 h 662203"/>
                  <a:gd name="connsiteX2" fmla="*/ 236579 w 267522"/>
                  <a:gd name="connsiteY2" fmla="*/ 139065 h 662203"/>
                  <a:gd name="connsiteX3" fmla="*/ 267522 w 267522"/>
                  <a:gd name="connsiteY3" fmla="*/ 573957 h 662203"/>
                  <a:gd name="connsiteX4" fmla="*/ 30192 w 267522"/>
                  <a:gd name="connsiteY4" fmla="*/ 595777 h 662203"/>
                  <a:gd name="connsiteX0" fmla="*/ 30192 w 267522"/>
                  <a:gd name="connsiteY0" fmla="*/ 595777 h 662203"/>
                  <a:gd name="connsiteX1" fmla="*/ 438 w 267522"/>
                  <a:gd name="connsiteY1" fmla="*/ 133135 h 662203"/>
                  <a:gd name="connsiteX2" fmla="*/ 236579 w 267522"/>
                  <a:gd name="connsiteY2" fmla="*/ 139065 h 662203"/>
                  <a:gd name="connsiteX3" fmla="*/ 267522 w 267522"/>
                  <a:gd name="connsiteY3" fmla="*/ 573957 h 662203"/>
                  <a:gd name="connsiteX4" fmla="*/ 30192 w 267522"/>
                  <a:gd name="connsiteY4" fmla="*/ 595777 h 662203"/>
                  <a:gd name="connsiteX0" fmla="*/ 30192 w 267522"/>
                  <a:gd name="connsiteY0" fmla="*/ 595777 h 695849"/>
                  <a:gd name="connsiteX1" fmla="*/ 438 w 267522"/>
                  <a:gd name="connsiteY1" fmla="*/ 133135 h 695849"/>
                  <a:gd name="connsiteX2" fmla="*/ 236579 w 267522"/>
                  <a:gd name="connsiteY2" fmla="*/ 139065 h 695849"/>
                  <a:gd name="connsiteX3" fmla="*/ 267522 w 267522"/>
                  <a:gd name="connsiteY3" fmla="*/ 573957 h 695849"/>
                  <a:gd name="connsiteX4" fmla="*/ 30192 w 267522"/>
                  <a:gd name="connsiteY4" fmla="*/ 595777 h 695849"/>
                  <a:gd name="connsiteX0" fmla="*/ 30192 w 267522"/>
                  <a:gd name="connsiteY0" fmla="*/ 595777 h 695849"/>
                  <a:gd name="connsiteX1" fmla="*/ 438 w 267522"/>
                  <a:gd name="connsiteY1" fmla="*/ 133135 h 695849"/>
                  <a:gd name="connsiteX2" fmla="*/ 236579 w 267522"/>
                  <a:gd name="connsiteY2" fmla="*/ 139065 h 695849"/>
                  <a:gd name="connsiteX3" fmla="*/ 267522 w 267522"/>
                  <a:gd name="connsiteY3" fmla="*/ 573957 h 695849"/>
                  <a:gd name="connsiteX4" fmla="*/ 30192 w 267522"/>
                  <a:gd name="connsiteY4" fmla="*/ 595777 h 695849"/>
                  <a:gd name="connsiteX0" fmla="*/ 35152 w 267522"/>
                  <a:gd name="connsiteY0" fmla="*/ 600151 h 698393"/>
                  <a:gd name="connsiteX1" fmla="*/ 438 w 267522"/>
                  <a:gd name="connsiteY1" fmla="*/ 133135 h 698393"/>
                  <a:gd name="connsiteX2" fmla="*/ 236579 w 267522"/>
                  <a:gd name="connsiteY2" fmla="*/ 139065 h 698393"/>
                  <a:gd name="connsiteX3" fmla="*/ 267522 w 267522"/>
                  <a:gd name="connsiteY3" fmla="*/ 573957 h 698393"/>
                  <a:gd name="connsiteX4" fmla="*/ 35152 w 267522"/>
                  <a:gd name="connsiteY4" fmla="*/ 600151 h 698393"/>
                  <a:gd name="connsiteX0" fmla="*/ 45061 w 277431"/>
                  <a:gd name="connsiteY0" fmla="*/ 600151 h 698393"/>
                  <a:gd name="connsiteX1" fmla="*/ 426 w 277431"/>
                  <a:gd name="connsiteY1" fmla="*/ 133135 h 698393"/>
                  <a:gd name="connsiteX2" fmla="*/ 246488 w 277431"/>
                  <a:gd name="connsiteY2" fmla="*/ 139065 h 698393"/>
                  <a:gd name="connsiteX3" fmla="*/ 277431 w 277431"/>
                  <a:gd name="connsiteY3" fmla="*/ 573957 h 698393"/>
                  <a:gd name="connsiteX4" fmla="*/ 45061 w 277431"/>
                  <a:gd name="connsiteY4" fmla="*/ 600151 h 698393"/>
                  <a:gd name="connsiteX0" fmla="*/ 45150 w 277520"/>
                  <a:gd name="connsiteY0" fmla="*/ 605029 h 703271"/>
                  <a:gd name="connsiteX1" fmla="*/ 515 w 277520"/>
                  <a:gd name="connsiteY1" fmla="*/ 138013 h 703271"/>
                  <a:gd name="connsiteX2" fmla="*/ 246577 w 277520"/>
                  <a:gd name="connsiteY2" fmla="*/ 143943 h 703271"/>
                  <a:gd name="connsiteX3" fmla="*/ 277520 w 277520"/>
                  <a:gd name="connsiteY3" fmla="*/ 578835 h 703271"/>
                  <a:gd name="connsiteX4" fmla="*/ 45150 w 277520"/>
                  <a:gd name="connsiteY4" fmla="*/ 605029 h 703271"/>
                  <a:gd name="connsiteX0" fmla="*/ 45127 w 277497"/>
                  <a:gd name="connsiteY0" fmla="*/ 609484 h 707726"/>
                  <a:gd name="connsiteX1" fmla="*/ 492 w 277497"/>
                  <a:gd name="connsiteY1" fmla="*/ 142468 h 707726"/>
                  <a:gd name="connsiteX2" fmla="*/ 261436 w 277497"/>
                  <a:gd name="connsiteY2" fmla="*/ 139651 h 707726"/>
                  <a:gd name="connsiteX3" fmla="*/ 277497 w 277497"/>
                  <a:gd name="connsiteY3" fmla="*/ 583290 h 707726"/>
                  <a:gd name="connsiteX4" fmla="*/ 45127 w 277497"/>
                  <a:gd name="connsiteY4" fmla="*/ 609484 h 707726"/>
                  <a:gd name="connsiteX0" fmla="*/ 35205 w 277497"/>
                  <a:gd name="connsiteY0" fmla="*/ 605110 h 705182"/>
                  <a:gd name="connsiteX1" fmla="*/ 492 w 277497"/>
                  <a:gd name="connsiteY1" fmla="*/ 142468 h 705182"/>
                  <a:gd name="connsiteX2" fmla="*/ 261436 w 277497"/>
                  <a:gd name="connsiteY2" fmla="*/ 139651 h 705182"/>
                  <a:gd name="connsiteX3" fmla="*/ 277497 w 277497"/>
                  <a:gd name="connsiteY3" fmla="*/ 583290 h 705182"/>
                  <a:gd name="connsiteX4" fmla="*/ 35205 w 277497"/>
                  <a:gd name="connsiteY4" fmla="*/ 605110 h 7051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497" h="705182">
                    <a:moveTo>
                      <a:pt x="35205" y="605110"/>
                    </a:moveTo>
                    <a:lnTo>
                      <a:pt x="492" y="142468"/>
                    </a:lnTo>
                    <a:cubicBezTo>
                      <a:pt x="-13987" y="-39298"/>
                      <a:pt x="296367" y="-54526"/>
                      <a:pt x="261436" y="139651"/>
                    </a:cubicBezTo>
                    <a:lnTo>
                      <a:pt x="277497" y="583290"/>
                    </a:lnTo>
                    <a:cubicBezTo>
                      <a:pt x="274515" y="721192"/>
                      <a:pt x="38578" y="760053"/>
                      <a:pt x="35205" y="605110"/>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sp>
            <p:nvSpPr>
              <p:cNvPr id="150" name="Rectangle 18"/>
              <p:cNvSpPr/>
              <p:nvPr/>
            </p:nvSpPr>
            <p:spPr>
              <a:xfrm>
                <a:off x="1382947" y="239229"/>
                <a:ext cx="1052783" cy="305210"/>
              </a:xfrm>
              <a:custGeom>
                <a:avLst/>
                <a:gdLst>
                  <a:gd name="connsiteX0" fmla="*/ 0 w 2372684"/>
                  <a:gd name="connsiteY0" fmla="*/ 0 h 655932"/>
                  <a:gd name="connsiteX1" fmla="*/ 2372684 w 2372684"/>
                  <a:gd name="connsiteY1" fmla="*/ 0 h 655932"/>
                  <a:gd name="connsiteX2" fmla="*/ 2372684 w 2372684"/>
                  <a:gd name="connsiteY2" fmla="*/ 655932 h 655932"/>
                  <a:gd name="connsiteX3" fmla="*/ 0 w 2372684"/>
                  <a:gd name="connsiteY3" fmla="*/ 655932 h 655932"/>
                  <a:gd name="connsiteX4" fmla="*/ 0 w 2372684"/>
                  <a:gd name="connsiteY4" fmla="*/ 0 h 655932"/>
                  <a:gd name="connsiteX0" fmla="*/ 0 w 2466203"/>
                  <a:gd name="connsiteY0" fmla="*/ 280555 h 655932"/>
                  <a:gd name="connsiteX1" fmla="*/ 2466203 w 2466203"/>
                  <a:gd name="connsiteY1" fmla="*/ 0 h 655932"/>
                  <a:gd name="connsiteX2" fmla="*/ 2466203 w 2466203"/>
                  <a:gd name="connsiteY2" fmla="*/ 655932 h 655932"/>
                  <a:gd name="connsiteX3" fmla="*/ 93519 w 2466203"/>
                  <a:gd name="connsiteY3" fmla="*/ 655932 h 655932"/>
                  <a:gd name="connsiteX4" fmla="*/ 0 w 2466203"/>
                  <a:gd name="connsiteY4" fmla="*/ 280555 h 655932"/>
                  <a:gd name="connsiteX0" fmla="*/ 0 w 2466203"/>
                  <a:gd name="connsiteY0" fmla="*/ 228601 h 603978"/>
                  <a:gd name="connsiteX1" fmla="*/ 2336317 w 2466203"/>
                  <a:gd name="connsiteY1" fmla="*/ 0 h 603978"/>
                  <a:gd name="connsiteX2" fmla="*/ 2466203 w 2466203"/>
                  <a:gd name="connsiteY2" fmla="*/ 603978 h 603978"/>
                  <a:gd name="connsiteX3" fmla="*/ 93519 w 2466203"/>
                  <a:gd name="connsiteY3" fmla="*/ 603978 h 603978"/>
                  <a:gd name="connsiteX4" fmla="*/ 0 w 2466203"/>
                  <a:gd name="connsiteY4" fmla="*/ 228601 h 603978"/>
                  <a:gd name="connsiteX0" fmla="*/ 0 w 2466203"/>
                  <a:gd name="connsiteY0" fmla="*/ 253640 h 629017"/>
                  <a:gd name="connsiteX1" fmla="*/ 2336317 w 2466203"/>
                  <a:gd name="connsiteY1" fmla="*/ 25039 h 629017"/>
                  <a:gd name="connsiteX2" fmla="*/ 2466203 w 2466203"/>
                  <a:gd name="connsiteY2" fmla="*/ 629017 h 629017"/>
                  <a:gd name="connsiteX3" fmla="*/ 93519 w 2466203"/>
                  <a:gd name="connsiteY3" fmla="*/ 629017 h 629017"/>
                  <a:gd name="connsiteX4" fmla="*/ 0 w 2466203"/>
                  <a:gd name="connsiteY4" fmla="*/ 253640 h 629017"/>
                  <a:gd name="connsiteX0" fmla="*/ 0 w 2461007"/>
                  <a:gd name="connsiteY0" fmla="*/ 272983 h 627578"/>
                  <a:gd name="connsiteX1" fmla="*/ 2331121 w 2461007"/>
                  <a:gd name="connsiteY1" fmla="*/ 23600 h 627578"/>
                  <a:gd name="connsiteX2" fmla="*/ 2461007 w 2461007"/>
                  <a:gd name="connsiteY2" fmla="*/ 627578 h 627578"/>
                  <a:gd name="connsiteX3" fmla="*/ 88323 w 2461007"/>
                  <a:gd name="connsiteY3" fmla="*/ 627578 h 627578"/>
                  <a:gd name="connsiteX4" fmla="*/ 0 w 2461007"/>
                  <a:gd name="connsiteY4" fmla="*/ 272983 h 627578"/>
                  <a:gd name="connsiteX0" fmla="*/ 0 w 2461007"/>
                  <a:gd name="connsiteY0" fmla="*/ 294915 h 649510"/>
                  <a:gd name="connsiteX1" fmla="*/ 2331121 w 2461007"/>
                  <a:gd name="connsiteY1" fmla="*/ 45532 h 649510"/>
                  <a:gd name="connsiteX2" fmla="*/ 2461007 w 2461007"/>
                  <a:gd name="connsiteY2" fmla="*/ 649510 h 649510"/>
                  <a:gd name="connsiteX3" fmla="*/ 88323 w 2461007"/>
                  <a:gd name="connsiteY3" fmla="*/ 649510 h 649510"/>
                  <a:gd name="connsiteX4" fmla="*/ 0 w 2461007"/>
                  <a:gd name="connsiteY4" fmla="*/ 294915 h 649510"/>
                  <a:gd name="connsiteX0" fmla="*/ 0 w 2461007"/>
                  <a:gd name="connsiteY0" fmla="*/ 308581 h 663176"/>
                  <a:gd name="connsiteX1" fmla="*/ 2331121 w 2461007"/>
                  <a:gd name="connsiteY1" fmla="*/ 59198 h 663176"/>
                  <a:gd name="connsiteX2" fmla="*/ 2461007 w 2461007"/>
                  <a:gd name="connsiteY2" fmla="*/ 663176 h 663176"/>
                  <a:gd name="connsiteX3" fmla="*/ 88323 w 2461007"/>
                  <a:gd name="connsiteY3" fmla="*/ 663176 h 663176"/>
                  <a:gd name="connsiteX4" fmla="*/ 0 w 2461007"/>
                  <a:gd name="connsiteY4" fmla="*/ 308581 h 663176"/>
                  <a:gd name="connsiteX0" fmla="*/ 0 w 2461007"/>
                  <a:gd name="connsiteY0" fmla="*/ 308581 h 663176"/>
                  <a:gd name="connsiteX1" fmla="*/ 2331121 w 2461007"/>
                  <a:gd name="connsiteY1" fmla="*/ 59198 h 663176"/>
                  <a:gd name="connsiteX2" fmla="*/ 2461007 w 2461007"/>
                  <a:gd name="connsiteY2" fmla="*/ 663176 h 663176"/>
                  <a:gd name="connsiteX3" fmla="*/ 88323 w 2461007"/>
                  <a:gd name="connsiteY3" fmla="*/ 663176 h 663176"/>
                  <a:gd name="connsiteX4" fmla="*/ 0 w 2461007"/>
                  <a:gd name="connsiteY4" fmla="*/ 308581 h 663176"/>
                  <a:gd name="connsiteX0" fmla="*/ 0 w 2461007"/>
                  <a:gd name="connsiteY0" fmla="*/ 317722 h 672317"/>
                  <a:gd name="connsiteX1" fmla="*/ 2331121 w 2461007"/>
                  <a:gd name="connsiteY1" fmla="*/ 68339 h 672317"/>
                  <a:gd name="connsiteX2" fmla="*/ 2461007 w 2461007"/>
                  <a:gd name="connsiteY2" fmla="*/ 672317 h 672317"/>
                  <a:gd name="connsiteX3" fmla="*/ 88323 w 2461007"/>
                  <a:gd name="connsiteY3" fmla="*/ 672317 h 672317"/>
                  <a:gd name="connsiteX4" fmla="*/ 0 w 2461007"/>
                  <a:gd name="connsiteY4" fmla="*/ 317722 h 672317"/>
                  <a:gd name="connsiteX0" fmla="*/ 0 w 2461007"/>
                  <a:gd name="connsiteY0" fmla="*/ 309589 h 664184"/>
                  <a:gd name="connsiteX1" fmla="*/ 2331121 w 2461007"/>
                  <a:gd name="connsiteY1" fmla="*/ 70597 h 664184"/>
                  <a:gd name="connsiteX2" fmla="*/ 2461007 w 2461007"/>
                  <a:gd name="connsiteY2" fmla="*/ 664184 h 664184"/>
                  <a:gd name="connsiteX3" fmla="*/ 88323 w 2461007"/>
                  <a:gd name="connsiteY3" fmla="*/ 664184 h 664184"/>
                  <a:gd name="connsiteX4" fmla="*/ 0 w 2461007"/>
                  <a:gd name="connsiteY4" fmla="*/ 309589 h 664184"/>
                  <a:gd name="connsiteX0" fmla="*/ 0 w 2331121"/>
                  <a:gd name="connsiteY0" fmla="*/ 309589 h 664184"/>
                  <a:gd name="connsiteX1" fmla="*/ 2331121 w 2331121"/>
                  <a:gd name="connsiteY1" fmla="*/ 70597 h 664184"/>
                  <a:gd name="connsiteX2" fmla="*/ 2320729 w 2331121"/>
                  <a:gd name="connsiteY2" fmla="*/ 440779 h 664184"/>
                  <a:gd name="connsiteX3" fmla="*/ 88323 w 2331121"/>
                  <a:gd name="connsiteY3" fmla="*/ 664184 h 664184"/>
                  <a:gd name="connsiteX4" fmla="*/ 0 w 2331121"/>
                  <a:gd name="connsiteY4" fmla="*/ 309589 h 664184"/>
                  <a:gd name="connsiteX0" fmla="*/ 0 w 2331121"/>
                  <a:gd name="connsiteY0" fmla="*/ 309589 h 664184"/>
                  <a:gd name="connsiteX1" fmla="*/ 2331121 w 2331121"/>
                  <a:gd name="connsiteY1" fmla="*/ 70597 h 664184"/>
                  <a:gd name="connsiteX2" fmla="*/ 2325924 w 2331121"/>
                  <a:gd name="connsiteY2" fmla="*/ 461561 h 664184"/>
                  <a:gd name="connsiteX3" fmla="*/ 88323 w 2331121"/>
                  <a:gd name="connsiteY3" fmla="*/ 664184 h 664184"/>
                  <a:gd name="connsiteX4" fmla="*/ 0 w 2331121"/>
                  <a:gd name="connsiteY4" fmla="*/ 309589 h 664184"/>
                  <a:gd name="connsiteX0" fmla="*/ 0 w 2420030"/>
                  <a:gd name="connsiteY0" fmla="*/ 309589 h 664184"/>
                  <a:gd name="connsiteX1" fmla="*/ 2331121 w 2420030"/>
                  <a:gd name="connsiteY1" fmla="*/ 70597 h 664184"/>
                  <a:gd name="connsiteX2" fmla="*/ 2325924 w 2420030"/>
                  <a:gd name="connsiteY2" fmla="*/ 461561 h 664184"/>
                  <a:gd name="connsiteX3" fmla="*/ 88323 w 2420030"/>
                  <a:gd name="connsiteY3" fmla="*/ 664184 h 664184"/>
                  <a:gd name="connsiteX4" fmla="*/ 0 w 2420030"/>
                  <a:gd name="connsiteY4" fmla="*/ 309589 h 664184"/>
                  <a:gd name="connsiteX0" fmla="*/ 0 w 2517060"/>
                  <a:gd name="connsiteY0" fmla="*/ 309589 h 664184"/>
                  <a:gd name="connsiteX1" fmla="*/ 2331121 w 2517060"/>
                  <a:gd name="connsiteY1" fmla="*/ 70597 h 664184"/>
                  <a:gd name="connsiteX2" fmla="*/ 2325924 w 2517060"/>
                  <a:gd name="connsiteY2" fmla="*/ 461561 h 664184"/>
                  <a:gd name="connsiteX3" fmla="*/ 88323 w 2517060"/>
                  <a:gd name="connsiteY3" fmla="*/ 664184 h 664184"/>
                  <a:gd name="connsiteX4" fmla="*/ 0 w 2517060"/>
                  <a:gd name="connsiteY4" fmla="*/ 309589 h 664184"/>
                  <a:gd name="connsiteX0" fmla="*/ 0 w 2531551"/>
                  <a:gd name="connsiteY0" fmla="*/ 309589 h 664184"/>
                  <a:gd name="connsiteX1" fmla="*/ 2331121 w 2531551"/>
                  <a:gd name="connsiteY1" fmla="*/ 70597 h 664184"/>
                  <a:gd name="connsiteX2" fmla="*/ 2325924 w 2531551"/>
                  <a:gd name="connsiteY2" fmla="*/ 461561 h 664184"/>
                  <a:gd name="connsiteX3" fmla="*/ 88323 w 2531551"/>
                  <a:gd name="connsiteY3" fmla="*/ 664184 h 664184"/>
                  <a:gd name="connsiteX4" fmla="*/ 0 w 2531551"/>
                  <a:gd name="connsiteY4" fmla="*/ 309589 h 664184"/>
                  <a:gd name="connsiteX0" fmla="*/ 0 w 2531551"/>
                  <a:gd name="connsiteY0" fmla="*/ 309589 h 664184"/>
                  <a:gd name="connsiteX1" fmla="*/ 2331121 w 2531551"/>
                  <a:gd name="connsiteY1" fmla="*/ 70597 h 664184"/>
                  <a:gd name="connsiteX2" fmla="*/ 2325924 w 2531551"/>
                  <a:gd name="connsiteY2" fmla="*/ 461561 h 664184"/>
                  <a:gd name="connsiteX3" fmla="*/ 88323 w 2531551"/>
                  <a:gd name="connsiteY3" fmla="*/ 664184 h 664184"/>
                  <a:gd name="connsiteX4" fmla="*/ 0 w 2531551"/>
                  <a:gd name="connsiteY4" fmla="*/ 309589 h 664184"/>
                  <a:gd name="connsiteX0" fmla="*/ 0 w 2523403"/>
                  <a:gd name="connsiteY0" fmla="*/ 317722 h 672317"/>
                  <a:gd name="connsiteX1" fmla="*/ 2315535 w 2523403"/>
                  <a:gd name="connsiteY1" fmla="*/ 68339 h 672317"/>
                  <a:gd name="connsiteX2" fmla="*/ 2325924 w 2523403"/>
                  <a:gd name="connsiteY2" fmla="*/ 469694 h 672317"/>
                  <a:gd name="connsiteX3" fmla="*/ 88323 w 2523403"/>
                  <a:gd name="connsiteY3" fmla="*/ 672317 h 672317"/>
                  <a:gd name="connsiteX4" fmla="*/ 0 w 2523403"/>
                  <a:gd name="connsiteY4" fmla="*/ 317722 h 672317"/>
                  <a:gd name="connsiteX0" fmla="*/ 0 w 2523403"/>
                  <a:gd name="connsiteY0" fmla="*/ 306301 h 660896"/>
                  <a:gd name="connsiteX1" fmla="*/ 2315535 w 2523403"/>
                  <a:gd name="connsiteY1" fmla="*/ 56918 h 660896"/>
                  <a:gd name="connsiteX2" fmla="*/ 2325924 w 2523403"/>
                  <a:gd name="connsiteY2" fmla="*/ 458273 h 660896"/>
                  <a:gd name="connsiteX3" fmla="*/ 88323 w 2523403"/>
                  <a:gd name="connsiteY3" fmla="*/ 660896 h 660896"/>
                  <a:gd name="connsiteX4" fmla="*/ 0 w 2523403"/>
                  <a:gd name="connsiteY4" fmla="*/ 306301 h 660896"/>
                  <a:gd name="connsiteX0" fmla="*/ 0 w 2523403"/>
                  <a:gd name="connsiteY0" fmla="*/ 318816 h 673411"/>
                  <a:gd name="connsiteX1" fmla="*/ 2315535 w 2523403"/>
                  <a:gd name="connsiteY1" fmla="*/ 53847 h 673411"/>
                  <a:gd name="connsiteX2" fmla="*/ 2325924 w 2523403"/>
                  <a:gd name="connsiteY2" fmla="*/ 470788 h 673411"/>
                  <a:gd name="connsiteX3" fmla="*/ 88323 w 2523403"/>
                  <a:gd name="connsiteY3" fmla="*/ 673411 h 673411"/>
                  <a:gd name="connsiteX4" fmla="*/ 0 w 2523403"/>
                  <a:gd name="connsiteY4" fmla="*/ 318816 h 673411"/>
                  <a:gd name="connsiteX0" fmla="*/ 0 w 2520762"/>
                  <a:gd name="connsiteY0" fmla="*/ 314615 h 669210"/>
                  <a:gd name="connsiteX1" fmla="*/ 2310340 w 2520762"/>
                  <a:gd name="connsiteY1" fmla="*/ 54841 h 669210"/>
                  <a:gd name="connsiteX2" fmla="*/ 2325924 w 2520762"/>
                  <a:gd name="connsiteY2" fmla="*/ 466587 h 669210"/>
                  <a:gd name="connsiteX3" fmla="*/ 88323 w 2520762"/>
                  <a:gd name="connsiteY3" fmla="*/ 669210 h 669210"/>
                  <a:gd name="connsiteX4" fmla="*/ 0 w 2520762"/>
                  <a:gd name="connsiteY4" fmla="*/ 314615 h 669210"/>
                  <a:gd name="connsiteX0" fmla="*/ 0 w 2526684"/>
                  <a:gd name="connsiteY0" fmla="*/ 314615 h 669210"/>
                  <a:gd name="connsiteX1" fmla="*/ 2310340 w 2526684"/>
                  <a:gd name="connsiteY1" fmla="*/ 54841 h 669210"/>
                  <a:gd name="connsiteX2" fmla="*/ 2325924 w 2526684"/>
                  <a:gd name="connsiteY2" fmla="*/ 466587 h 669210"/>
                  <a:gd name="connsiteX3" fmla="*/ 88323 w 2526684"/>
                  <a:gd name="connsiteY3" fmla="*/ 669210 h 669210"/>
                  <a:gd name="connsiteX4" fmla="*/ 0 w 2526684"/>
                  <a:gd name="connsiteY4" fmla="*/ 314615 h 669210"/>
                  <a:gd name="connsiteX0" fmla="*/ 0 w 2526684"/>
                  <a:gd name="connsiteY0" fmla="*/ 314615 h 669210"/>
                  <a:gd name="connsiteX1" fmla="*/ 2310340 w 2526684"/>
                  <a:gd name="connsiteY1" fmla="*/ 54841 h 669210"/>
                  <a:gd name="connsiteX2" fmla="*/ 2325924 w 2526684"/>
                  <a:gd name="connsiteY2" fmla="*/ 466587 h 669210"/>
                  <a:gd name="connsiteX3" fmla="*/ 1931071 w 2526684"/>
                  <a:gd name="connsiteY3" fmla="*/ 512042 h 669210"/>
                  <a:gd name="connsiteX4" fmla="*/ 88323 w 2526684"/>
                  <a:gd name="connsiteY4" fmla="*/ 669210 h 669210"/>
                  <a:gd name="connsiteX5" fmla="*/ 0 w 2526684"/>
                  <a:gd name="connsiteY5" fmla="*/ 314615 h 669210"/>
                  <a:gd name="connsiteX0" fmla="*/ 0 w 2526684"/>
                  <a:gd name="connsiteY0" fmla="*/ 314615 h 669210"/>
                  <a:gd name="connsiteX1" fmla="*/ 2310340 w 2526684"/>
                  <a:gd name="connsiteY1" fmla="*/ 54841 h 669210"/>
                  <a:gd name="connsiteX2" fmla="*/ 2325924 w 2526684"/>
                  <a:gd name="connsiteY2" fmla="*/ 466587 h 669210"/>
                  <a:gd name="connsiteX3" fmla="*/ 1920680 w 2526684"/>
                  <a:gd name="connsiteY3" fmla="*/ 475674 h 669210"/>
                  <a:gd name="connsiteX4" fmla="*/ 88323 w 2526684"/>
                  <a:gd name="connsiteY4" fmla="*/ 669210 h 669210"/>
                  <a:gd name="connsiteX5" fmla="*/ 0 w 2526684"/>
                  <a:gd name="connsiteY5" fmla="*/ 314615 h 669210"/>
                  <a:gd name="connsiteX0" fmla="*/ 0 w 2526684"/>
                  <a:gd name="connsiteY0" fmla="*/ 314615 h 669210"/>
                  <a:gd name="connsiteX1" fmla="*/ 2310340 w 2526684"/>
                  <a:gd name="connsiteY1" fmla="*/ 54841 h 669210"/>
                  <a:gd name="connsiteX2" fmla="*/ 2325924 w 2526684"/>
                  <a:gd name="connsiteY2" fmla="*/ 466587 h 669210"/>
                  <a:gd name="connsiteX3" fmla="*/ 1920680 w 2526684"/>
                  <a:gd name="connsiteY3" fmla="*/ 475674 h 669210"/>
                  <a:gd name="connsiteX4" fmla="*/ 88323 w 2526684"/>
                  <a:gd name="connsiteY4" fmla="*/ 669210 h 669210"/>
                  <a:gd name="connsiteX5" fmla="*/ 0 w 2526684"/>
                  <a:gd name="connsiteY5" fmla="*/ 314615 h 669210"/>
                  <a:gd name="connsiteX0" fmla="*/ 0 w 2526684"/>
                  <a:gd name="connsiteY0" fmla="*/ 314615 h 669210"/>
                  <a:gd name="connsiteX1" fmla="*/ 2310340 w 2526684"/>
                  <a:gd name="connsiteY1" fmla="*/ 54841 h 669210"/>
                  <a:gd name="connsiteX2" fmla="*/ 2325924 w 2526684"/>
                  <a:gd name="connsiteY2" fmla="*/ 466587 h 669210"/>
                  <a:gd name="connsiteX3" fmla="*/ 1920680 w 2526684"/>
                  <a:gd name="connsiteY3" fmla="*/ 475674 h 669210"/>
                  <a:gd name="connsiteX4" fmla="*/ 1182925 w 2526684"/>
                  <a:gd name="connsiteY4" fmla="*/ 548410 h 669210"/>
                  <a:gd name="connsiteX5" fmla="*/ 88323 w 2526684"/>
                  <a:gd name="connsiteY5" fmla="*/ 669210 h 669210"/>
                  <a:gd name="connsiteX6" fmla="*/ 0 w 2526684"/>
                  <a:gd name="connsiteY6" fmla="*/ 314615 h 669210"/>
                  <a:gd name="connsiteX0" fmla="*/ 0 w 2526684"/>
                  <a:gd name="connsiteY0" fmla="*/ 314615 h 669210"/>
                  <a:gd name="connsiteX1" fmla="*/ 2310340 w 2526684"/>
                  <a:gd name="connsiteY1" fmla="*/ 54841 h 669210"/>
                  <a:gd name="connsiteX2" fmla="*/ 2325924 w 2526684"/>
                  <a:gd name="connsiteY2" fmla="*/ 466587 h 669210"/>
                  <a:gd name="connsiteX3" fmla="*/ 1920680 w 2526684"/>
                  <a:gd name="connsiteY3" fmla="*/ 475674 h 669210"/>
                  <a:gd name="connsiteX4" fmla="*/ 2097325 w 2526684"/>
                  <a:gd name="connsiteY4" fmla="*/ 569191 h 669210"/>
                  <a:gd name="connsiteX5" fmla="*/ 88323 w 2526684"/>
                  <a:gd name="connsiteY5" fmla="*/ 669210 h 669210"/>
                  <a:gd name="connsiteX6" fmla="*/ 0 w 2526684"/>
                  <a:gd name="connsiteY6" fmla="*/ 314615 h 669210"/>
                  <a:gd name="connsiteX0" fmla="*/ 0 w 2526684"/>
                  <a:gd name="connsiteY0" fmla="*/ 314615 h 669210"/>
                  <a:gd name="connsiteX1" fmla="*/ 2310340 w 2526684"/>
                  <a:gd name="connsiteY1" fmla="*/ 54841 h 669210"/>
                  <a:gd name="connsiteX2" fmla="*/ 2325924 w 2526684"/>
                  <a:gd name="connsiteY2" fmla="*/ 466587 h 669210"/>
                  <a:gd name="connsiteX3" fmla="*/ 1910289 w 2526684"/>
                  <a:gd name="connsiteY3" fmla="*/ 460088 h 669210"/>
                  <a:gd name="connsiteX4" fmla="*/ 2097325 w 2526684"/>
                  <a:gd name="connsiteY4" fmla="*/ 569191 h 669210"/>
                  <a:gd name="connsiteX5" fmla="*/ 88323 w 2526684"/>
                  <a:gd name="connsiteY5" fmla="*/ 669210 h 669210"/>
                  <a:gd name="connsiteX6" fmla="*/ 0 w 2526684"/>
                  <a:gd name="connsiteY6" fmla="*/ 314615 h 669210"/>
                  <a:gd name="connsiteX0" fmla="*/ 0 w 2526684"/>
                  <a:gd name="connsiteY0" fmla="*/ 314615 h 669210"/>
                  <a:gd name="connsiteX1" fmla="*/ 2310340 w 2526684"/>
                  <a:gd name="connsiteY1" fmla="*/ 54841 h 669210"/>
                  <a:gd name="connsiteX2" fmla="*/ 2325924 w 2526684"/>
                  <a:gd name="connsiteY2" fmla="*/ 466587 h 669210"/>
                  <a:gd name="connsiteX3" fmla="*/ 1910289 w 2526684"/>
                  <a:gd name="connsiteY3" fmla="*/ 480870 h 669210"/>
                  <a:gd name="connsiteX4" fmla="*/ 2097325 w 2526684"/>
                  <a:gd name="connsiteY4" fmla="*/ 569191 h 669210"/>
                  <a:gd name="connsiteX5" fmla="*/ 88323 w 2526684"/>
                  <a:gd name="connsiteY5" fmla="*/ 669210 h 669210"/>
                  <a:gd name="connsiteX6" fmla="*/ 0 w 2526684"/>
                  <a:gd name="connsiteY6" fmla="*/ 314615 h 669210"/>
                  <a:gd name="connsiteX0" fmla="*/ 0 w 2526684"/>
                  <a:gd name="connsiteY0" fmla="*/ 314615 h 669210"/>
                  <a:gd name="connsiteX1" fmla="*/ 2310340 w 2526684"/>
                  <a:gd name="connsiteY1" fmla="*/ 54841 h 669210"/>
                  <a:gd name="connsiteX2" fmla="*/ 2325924 w 2526684"/>
                  <a:gd name="connsiteY2" fmla="*/ 466587 h 669210"/>
                  <a:gd name="connsiteX3" fmla="*/ 1910289 w 2526684"/>
                  <a:gd name="connsiteY3" fmla="*/ 465284 h 669210"/>
                  <a:gd name="connsiteX4" fmla="*/ 2097325 w 2526684"/>
                  <a:gd name="connsiteY4" fmla="*/ 569191 h 669210"/>
                  <a:gd name="connsiteX5" fmla="*/ 88323 w 2526684"/>
                  <a:gd name="connsiteY5" fmla="*/ 669210 h 669210"/>
                  <a:gd name="connsiteX6" fmla="*/ 0 w 2526684"/>
                  <a:gd name="connsiteY6" fmla="*/ 314615 h 669210"/>
                  <a:gd name="connsiteX0" fmla="*/ 0 w 2526684"/>
                  <a:gd name="connsiteY0" fmla="*/ 314615 h 622451"/>
                  <a:gd name="connsiteX1" fmla="*/ 2310340 w 2526684"/>
                  <a:gd name="connsiteY1" fmla="*/ 54841 h 622451"/>
                  <a:gd name="connsiteX2" fmla="*/ 2325924 w 2526684"/>
                  <a:gd name="connsiteY2" fmla="*/ 466587 h 622451"/>
                  <a:gd name="connsiteX3" fmla="*/ 1910289 w 2526684"/>
                  <a:gd name="connsiteY3" fmla="*/ 465284 h 622451"/>
                  <a:gd name="connsiteX4" fmla="*/ 2097325 w 2526684"/>
                  <a:gd name="connsiteY4" fmla="*/ 569191 h 622451"/>
                  <a:gd name="connsiteX5" fmla="*/ 88323 w 2526684"/>
                  <a:gd name="connsiteY5" fmla="*/ 622451 h 622451"/>
                  <a:gd name="connsiteX6" fmla="*/ 0 w 2526684"/>
                  <a:gd name="connsiteY6" fmla="*/ 314615 h 622451"/>
                  <a:gd name="connsiteX0" fmla="*/ 0 w 2526684"/>
                  <a:gd name="connsiteY0" fmla="*/ 314615 h 658819"/>
                  <a:gd name="connsiteX1" fmla="*/ 2310340 w 2526684"/>
                  <a:gd name="connsiteY1" fmla="*/ 54841 h 658819"/>
                  <a:gd name="connsiteX2" fmla="*/ 2325924 w 2526684"/>
                  <a:gd name="connsiteY2" fmla="*/ 466587 h 658819"/>
                  <a:gd name="connsiteX3" fmla="*/ 1910289 w 2526684"/>
                  <a:gd name="connsiteY3" fmla="*/ 465284 h 658819"/>
                  <a:gd name="connsiteX4" fmla="*/ 2097325 w 2526684"/>
                  <a:gd name="connsiteY4" fmla="*/ 569191 h 658819"/>
                  <a:gd name="connsiteX5" fmla="*/ 83128 w 2526684"/>
                  <a:gd name="connsiteY5" fmla="*/ 658819 h 658819"/>
                  <a:gd name="connsiteX6" fmla="*/ 0 w 2526684"/>
                  <a:gd name="connsiteY6" fmla="*/ 314615 h 658819"/>
                  <a:gd name="connsiteX0" fmla="*/ 0 w 2526684"/>
                  <a:gd name="connsiteY0" fmla="*/ 314615 h 658819"/>
                  <a:gd name="connsiteX1" fmla="*/ 2310340 w 2526684"/>
                  <a:gd name="connsiteY1" fmla="*/ 54841 h 658819"/>
                  <a:gd name="connsiteX2" fmla="*/ 2325924 w 2526684"/>
                  <a:gd name="connsiteY2" fmla="*/ 466587 h 658819"/>
                  <a:gd name="connsiteX3" fmla="*/ 1910289 w 2526684"/>
                  <a:gd name="connsiteY3" fmla="*/ 465284 h 658819"/>
                  <a:gd name="connsiteX4" fmla="*/ 2097325 w 2526684"/>
                  <a:gd name="connsiteY4" fmla="*/ 569191 h 658819"/>
                  <a:gd name="connsiteX5" fmla="*/ 83128 w 2526684"/>
                  <a:gd name="connsiteY5" fmla="*/ 658819 h 658819"/>
                  <a:gd name="connsiteX6" fmla="*/ 0 w 2526684"/>
                  <a:gd name="connsiteY6" fmla="*/ 314615 h 658819"/>
                  <a:gd name="connsiteX0" fmla="*/ 85480 w 2612164"/>
                  <a:gd name="connsiteY0" fmla="*/ 314615 h 658819"/>
                  <a:gd name="connsiteX1" fmla="*/ 2395820 w 2612164"/>
                  <a:gd name="connsiteY1" fmla="*/ 54841 h 658819"/>
                  <a:gd name="connsiteX2" fmla="*/ 2411404 w 2612164"/>
                  <a:gd name="connsiteY2" fmla="*/ 466587 h 658819"/>
                  <a:gd name="connsiteX3" fmla="*/ 1995769 w 2612164"/>
                  <a:gd name="connsiteY3" fmla="*/ 465284 h 658819"/>
                  <a:gd name="connsiteX4" fmla="*/ 2182805 w 2612164"/>
                  <a:gd name="connsiteY4" fmla="*/ 569191 h 658819"/>
                  <a:gd name="connsiteX5" fmla="*/ 168608 w 2612164"/>
                  <a:gd name="connsiteY5" fmla="*/ 658819 h 658819"/>
                  <a:gd name="connsiteX6" fmla="*/ 85480 w 2612164"/>
                  <a:gd name="connsiteY6" fmla="*/ 314615 h 658819"/>
                  <a:gd name="connsiteX0" fmla="*/ 85480 w 2612164"/>
                  <a:gd name="connsiteY0" fmla="*/ 314615 h 658819"/>
                  <a:gd name="connsiteX1" fmla="*/ 2395820 w 2612164"/>
                  <a:gd name="connsiteY1" fmla="*/ 54841 h 658819"/>
                  <a:gd name="connsiteX2" fmla="*/ 2411404 w 2612164"/>
                  <a:gd name="connsiteY2" fmla="*/ 466587 h 658819"/>
                  <a:gd name="connsiteX3" fmla="*/ 1995769 w 2612164"/>
                  <a:gd name="connsiteY3" fmla="*/ 465284 h 658819"/>
                  <a:gd name="connsiteX4" fmla="*/ 2182805 w 2612164"/>
                  <a:gd name="connsiteY4" fmla="*/ 569191 h 658819"/>
                  <a:gd name="connsiteX5" fmla="*/ 168608 w 2612164"/>
                  <a:gd name="connsiteY5" fmla="*/ 658819 h 658819"/>
                  <a:gd name="connsiteX6" fmla="*/ 85480 w 2612164"/>
                  <a:gd name="connsiteY6" fmla="*/ 314615 h 658819"/>
                  <a:gd name="connsiteX0" fmla="*/ 81984 w 2608668"/>
                  <a:gd name="connsiteY0" fmla="*/ 314615 h 658819"/>
                  <a:gd name="connsiteX1" fmla="*/ 2392324 w 2608668"/>
                  <a:gd name="connsiteY1" fmla="*/ 54841 h 658819"/>
                  <a:gd name="connsiteX2" fmla="*/ 2407908 w 2608668"/>
                  <a:gd name="connsiteY2" fmla="*/ 466587 h 658819"/>
                  <a:gd name="connsiteX3" fmla="*/ 1992273 w 2608668"/>
                  <a:gd name="connsiteY3" fmla="*/ 465284 h 658819"/>
                  <a:gd name="connsiteX4" fmla="*/ 2179309 w 2608668"/>
                  <a:gd name="connsiteY4" fmla="*/ 569191 h 658819"/>
                  <a:gd name="connsiteX5" fmla="*/ 165112 w 2608668"/>
                  <a:gd name="connsiteY5" fmla="*/ 658819 h 658819"/>
                  <a:gd name="connsiteX6" fmla="*/ 81984 w 2608668"/>
                  <a:gd name="connsiteY6" fmla="*/ 314615 h 658819"/>
                  <a:gd name="connsiteX0" fmla="*/ 81984 w 2608668"/>
                  <a:gd name="connsiteY0" fmla="*/ 314615 h 658819"/>
                  <a:gd name="connsiteX1" fmla="*/ 2392324 w 2608668"/>
                  <a:gd name="connsiteY1" fmla="*/ 54841 h 658819"/>
                  <a:gd name="connsiteX2" fmla="*/ 2407908 w 2608668"/>
                  <a:gd name="connsiteY2" fmla="*/ 466587 h 658819"/>
                  <a:gd name="connsiteX3" fmla="*/ 1992273 w 2608668"/>
                  <a:gd name="connsiteY3" fmla="*/ 465284 h 658819"/>
                  <a:gd name="connsiteX4" fmla="*/ 2179309 w 2608668"/>
                  <a:gd name="connsiteY4" fmla="*/ 569191 h 658819"/>
                  <a:gd name="connsiteX5" fmla="*/ 714191 w 2608668"/>
                  <a:gd name="connsiteY5" fmla="*/ 631538 h 658819"/>
                  <a:gd name="connsiteX6" fmla="*/ 165112 w 2608668"/>
                  <a:gd name="connsiteY6" fmla="*/ 658819 h 658819"/>
                  <a:gd name="connsiteX7" fmla="*/ 81984 w 2608668"/>
                  <a:gd name="connsiteY7" fmla="*/ 314615 h 658819"/>
                  <a:gd name="connsiteX0" fmla="*/ 81984 w 2608668"/>
                  <a:gd name="connsiteY0" fmla="*/ 314615 h 658819"/>
                  <a:gd name="connsiteX1" fmla="*/ 2392324 w 2608668"/>
                  <a:gd name="connsiteY1" fmla="*/ 54841 h 658819"/>
                  <a:gd name="connsiteX2" fmla="*/ 2407908 w 2608668"/>
                  <a:gd name="connsiteY2" fmla="*/ 466587 h 658819"/>
                  <a:gd name="connsiteX3" fmla="*/ 1992273 w 2608668"/>
                  <a:gd name="connsiteY3" fmla="*/ 465284 h 658819"/>
                  <a:gd name="connsiteX4" fmla="*/ 2179309 w 2608668"/>
                  <a:gd name="connsiteY4" fmla="*/ 569191 h 658819"/>
                  <a:gd name="connsiteX5" fmla="*/ 667432 w 2608668"/>
                  <a:gd name="connsiteY5" fmla="*/ 595169 h 658819"/>
                  <a:gd name="connsiteX6" fmla="*/ 165112 w 2608668"/>
                  <a:gd name="connsiteY6" fmla="*/ 658819 h 658819"/>
                  <a:gd name="connsiteX7" fmla="*/ 81984 w 2608668"/>
                  <a:gd name="connsiteY7" fmla="*/ 314615 h 658819"/>
                  <a:gd name="connsiteX0" fmla="*/ 81984 w 2608668"/>
                  <a:gd name="connsiteY0" fmla="*/ 314615 h 658819"/>
                  <a:gd name="connsiteX1" fmla="*/ 2392324 w 2608668"/>
                  <a:gd name="connsiteY1" fmla="*/ 54841 h 658819"/>
                  <a:gd name="connsiteX2" fmla="*/ 2407908 w 2608668"/>
                  <a:gd name="connsiteY2" fmla="*/ 466587 h 658819"/>
                  <a:gd name="connsiteX3" fmla="*/ 1992273 w 2608668"/>
                  <a:gd name="connsiteY3" fmla="*/ 465284 h 658819"/>
                  <a:gd name="connsiteX4" fmla="*/ 2179309 w 2608668"/>
                  <a:gd name="connsiteY4" fmla="*/ 569191 h 658819"/>
                  <a:gd name="connsiteX5" fmla="*/ 667432 w 2608668"/>
                  <a:gd name="connsiteY5" fmla="*/ 595169 h 658819"/>
                  <a:gd name="connsiteX6" fmla="*/ 165112 w 2608668"/>
                  <a:gd name="connsiteY6" fmla="*/ 658819 h 658819"/>
                  <a:gd name="connsiteX7" fmla="*/ 81984 w 2608668"/>
                  <a:gd name="connsiteY7" fmla="*/ 314615 h 658819"/>
                  <a:gd name="connsiteX0" fmla="*/ 81984 w 2608668"/>
                  <a:gd name="connsiteY0" fmla="*/ 314615 h 659614"/>
                  <a:gd name="connsiteX1" fmla="*/ 2392324 w 2608668"/>
                  <a:gd name="connsiteY1" fmla="*/ 54841 h 659614"/>
                  <a:gd name="connsiteX2" fmla="*/ 2407908 w 2608668"/>
                  <a:gd name="connsiteY2" fmla="*/ 466587 h 659614"/>
                  <a:gd name="connsiteX3" fmla="*/ 1992273 w 2608668"/>
                  <a:gd name="connsiteY3" fmla="*/ 465284 h 659614"/>
                  <a:gd name="connsiteX4" fmla="*/ 2179309 w 2608668"/>
                  <a:gd name="connsiteY4" fmla="*/ 569191 h 659614"/>
                  <a:gd name="connsiteX5" fmla="*/ 667432 w 2608668"/>
                  <a:gd name="connsiteY5" fmla="*/ 595169 h 659614"/>
                  <a:gd name="connsiteX6" fmla="*/ 165112 w 2608668"/>
                  <a:gd name="connsiteY6" fmla="*/ 658819 h 659614"/>
                  <a:gd name="connsiteX7" fmla="*/ 81984 w 2608668"/>
                  <a:gd name="connsiteY7" fmla="*/ 314615 h 659614"/>
                  <a:gd name="connsiteX0" fmla="*/ 81984 w 2608668"/>
                  <a:gd name="connsiteY0" fmla="*/ 314615 h 659232"/>
                  <a:gd name="connsiteX1" fmla="*/ 2392324 w 2608668"/>
                  <a:gd name="connsiteY1" fmla="*/ 54841 h 659232"/>
                  <a:gd name="connsiteX2" fmla="*/ 2407908 w 2608668"/>
                  <a:gd name="connsiteY2" fmla="*/ 466587 h 659232"/>
                  <a:gd name="connsiteX3" fmla="*/ 1992273 w 2608668"/>
                  <a:gd name="connsiteY3" fmla="*/ 465284 h 659232"/>
                  <a:gd name="connsiteX4" fmla="*/ 2179309 w 2608668"/>
                  <a:gd name="connsiteY4" fmla="*/ 569191 h 659232"/>
                  <a:gd name="connsiteX5" fmla="*/ 662236 w 2608668"/>
                  <a:gd name="connsiteY5" fmla="*/ 574387 h 659232"/>
                  <a:gd name="connsiteX6" fmla="*/ 165112 w 2608668"/>
                  <a:gd name="connsiteY6" fmla="*/ 658819 h 659232"/>
                  <a:gd name="connsiteX7" fmla="*/ 81984 w 2608668"/>
                  <a:gd name="connsiteY7" fmla="*/ 314615 h 659232"/>
                  <a:gd name="connsiteX0" fmla="*/ 81984 w 2608668"/>
                  <a:gd name="connsiteY0" fmla="*/ 314615 h 668872"/>
                  <a:gd name="connsiteX1" fmla="*/ 2392324 w 2608668"/>
                  <a:gd name="connsiteY1" fmla="*/ 54841 h 668872"/>
                  <a:gd name="connsiteX2" fmla="*/ 2407908 w 2608668"/>
                  <a:gd name="connsiteY2" fmla="*/ 466587 h 668872"/>
                  <a:gd name="connsiteX3" fmla="*/ 1992273 w 2608668"/>
                  <a:gd name="connsiteY3" fmla="*/ 465284 h 668872"/>
                  <a:gd name="connsiteX4" fmla="*/ 2179309 w 2608668"/>
                  <a:gd name="connsiteY4" fmla="*/ 569191 h 668872"/>
                  <a:gd name="connsiteX5" fmla="*/ 662236 w 2608668"/>
                  <a:gd name="connsiteY5" fmla="*/ 574387 h 668872"/>
                  <a:gd name="connsiteX6" fmla="*/ 165112 w 2608668"/>
                  <a:gd name="connsiteY6" fmla="*/ 658819 h 668872"/>
                  <a:gd name="connsiteX7" fmla="*/ 81984 w 2608668"/>
                  <a:gd name="connsiteY7" fmla="*/ 314615 h 668872"/>
                  <a:gd name="connsiteX0" fmla="*/ 81984 w 2608668"/>
                  <a:gd name="connsiteY0" fmla="*/ 314615 h 668872"/>
                  <a:gd name="connsiteX1" fmla="*/ 2392324 w 2608668"/>
                  <a:gd name="connsiteY1" fmla="*/ 54841 h 668872"/>
                  <a:gd name="connsiteX2" fmla="*/ 2407908 w 2608668"/>
                  <a:gd name="connsiteY2" fmla="*/ 466587 h 668872"/>
                  <a:gd name="connsiteX3" fmla="*/ 1992273 w 2608668"/>
                  <a:gd name="connsiteY3" fmla="*/ 465284 h 668872"/>
                  <a:gd name="connsiteX4" fmla="*/ 2179309 w 2608668"/>
                  <a:gd name="connsiteY4" fmla="*/ 569191 h 668872"/>
                  <a:gd name="connsiteX5" fmla="*/ 854469 w 2608668"/>
                  <a:gd name="connsiteY5" fmla="*/ 563996 h 668872"/>
                  <a:gd name="connsiteX6" fmla="*/ 662236 w 2608668"/>
                  <a:gd name="connsiteY6" fmla="*/ 574387 h 668872"/>
                  <a:gd name="connsiteX7" fmla="*/ 165112 w 2608668"/>
                  <a:gd name="connsiteY7" fmla="*/ 658819 h 668872"/>
                  <a:gd name="connsiteX8" fmla="*/ 81984 w 2608668"/>
                  <a:gd name="connsiteY8" fmla="*/ 314615 h 668872"/>
                  <a:gd name="connsiteX0" fmla="*/ 81984 w 2608668"/>
                  <a:gd name="connsiteY0" fmla="*/ 314615 h 719860"/>
                  <a:gd name="connsiteX1" fmla="*/ 2392324 w 2608668"/>
                  <a:gd name="connsiteY1" fmla="*/ 54841 h 719860"/>
                  <a:gd name="connsiteX2" fmla="*/ 2407908 w 2608668"/>
                  <a:gd name="connsiteY2" fmla="*/ 466587 h 719860"/>
                  <a:gd name="connsiteX3" fmla="*/ 1992273 w 2608668"/>
                  <a:gd name="connsiteY3" fmla="*/ 465284 h 719860"/>
                  <a:gd name="connsiteX4" fmla="*/ 2179309 w 2608668"/>
                  <a:gd name="connsiteY4" fmla="*/ 569191 h 719860"/>
                  <a:gd name="connsiteX5" fmla="*/ 480396 w 2608668"/>
                  <a:gd name="connsiteY5" fmla="*/ 719860 h 719860"/>
                  <a:gd name="connsiteX6" fmla="*/ 662236 w 2608668"/>
                  <a:gd name="connsiteY6" fmla="*/ 574387 h 719860"/>
                  <a:gd name="connsiteX7" fmla="*/ 165112 w 2608668"/>
                  <a:gd name="connsiteY7" fmla="*/ 658819 h 719860"/>
                  <a:gd name="connsiteX8" fmla="*/ 81984 w 2608668"/>
                  <a:gd name="connsiteY8" fmla="*/ 314615 h 719860"/>
                  <a:gd name="connsiteX0" fmla="*/ 81984 w 2608668"/>
                  <a:gd name="connsiteY0" fmla="*/ 314615 h 740642"/>
                  <a:gd name="connsiteX1" fmla="*/ 2392324 w 2608668"/>
                  <a:gd name="connsiteY1" fmla="*/ 54841 h 740642"/>
                  <a:gd name="connsiteX2" fmla="*/ 2407908 w 2608668"/>
                  <a:gd name="connsiteY2" fmla="*/ 466587 h 740642"/>
                  <a:gd name="connsiteX3" fmla="*/ 1992273 w 2608668"/>
                  <a:gd name="connsiteY3" fmla="*/ 465284 h 740642"/>
                  <a:gd name="connsiteX4" fmla="*/ 2179309 w 2608668"/>
                  <a:gd name="connsiteY4" fmla="*/ 569191 h 740642"/>
                  <a:gd name="connsiteX5" fmla="*/ 459614 w 2608668"/>
                  <a:gd name="connsiteY5" fmla="*/ 740642 h 740642"/>
                  <a:gd name="connsiteX6" fmla="*/ 662236 w 2608668"/>
                  <a:gd name="connsiteY6" fmla="*/ 574387 h 740642"/>
                  <a:gd name="connsiteX7" fmla="*/ 165112 w 2608668"/>
                  <a:gd name="connsiteY7" fmla="*/ 658819 h 740642"/>
                  <a:gd name="connsiteX8" fmla="*/ 81984 w 2608668"/>
                  <a:gd name="connsiteY8" fmla="*/ 314615 h 740642"/>
                  <a:gd name="connsiteX0" fmla="*/ 81984 w 2608668"/>
                  <a:gd name="connsiteY0" fmla="*/ 314615 h 740642"/>
                  <a:gd name="connsiteX1" fmla="*/ 2392324 w 2608668"/>
                  <a:gd name="connsiteY1" fmla="*/ 54841 h 740642"/>
                  <a:gd name="connsiteX2" fmla="*/ 2407908 w 2608668"/>
                  <a:gd name="connsiteY2" fmla="*/ 466587 h 740642"/>
                  <a:gd name="connsiteX3" fmla="*/ 1992273 w 2608668"/>
                  <a:gd name="connsiteY3" fmla="*/ 465284 h 740642"/>
                  <a:gd name="connsiteX4" fmla="*/ 2179309 w 2608668"/>
                  <a:gd name="connsiteY4" fmla="*/ 569191 h 740642"/>
                  <a:gd name="connsiteX5" fmla="*/ 459614 w 2608668"/>
                  <a:gd name="connsiteY5" fmla="*/ 740642 h 740642"/>
                  <a:gd name="connsiteX6" fmla="*/ 662236 w 2608668"/>
                  <a:gd name="connsiteY6" fmla="*/ 574387 h 740642"/>
                  <a:gd name="connsiteX7" fmla="*/ 165112 w 2608668"/>
                  <a:gd name="connsiteY7" fmla="*/ 658819 h 740642"/>
                  <a:gd name="connsiteX8" fmla="*/ 81984 w 2608668"/>
                  <a:gd name="connsiteY8" fmla="*/ 314615 h 740642"/>
                  <a:gd name="connsiteX0" fmla="*/ 81984 w 2608668"/>
                  <a:gd name="connsiteY0" fmla="*/ 314615 h 740642"/>
                  <a:gd name="connsiteX1" fmla="*/ 2392324 w 2608668"/>
                  <a:gd name="connsiteY1" fmla="*/ 54841 h 740642"/>
                  <a:gd name="connsiteX2" fmla="*/ 2407908 w 2608668"/>
                  <a:gd name="connsiteY2" fmla="*/ 466587 h 740642"/>
                  <a:gd name="connsiteX3" fmla="*/ 1992273 w 2608668"/>
                  <a:gd name="connsiteY3" fmla="*/ 465284 h 740642"/>
                  <a:gd name="connsiteX4" fmla="*/ 2179309 w 2608668"/>
                  <a:gd name="connsiteY4" fmla="*/ 569191 h 740642"/>
                  <a:gd name="connsiteX5" fmla="*/ 459614 w 2608668"/>
                  <a:gd name="connsiteY5" fmla="*/ 740642 h 740642"/>
                  <a:gd name="connsiteX6" fmla="*/ 662236 w 2608668"/>
                  <a:gd name="connsiteY6" fmla="*/ 574387 h 740642"/>
                  <a:gd name="connsiteX7" fmla="*/ 165112 w 2608668"/>
                  <a:gd name="connsiteY7" fmla="*/ 658819 h 740642"/>
                  <a:gd name="connsiteX8" fmla="*/ 81984 w 2608668"/>
                  <a:gd name="connsiteY8" fmla="*/ 314615 h 740642"/>
                  <a:gd name="connsiteX0" fmla="*/ 81984 w 2608668"/>
                  <a:gd name="connsiteY0" fmla="*/ 314615 h 740642"/>
                  <a:gd name="connsiteX1" fmla="*/ 2392324 w 2608668"/>
                  <a:gd name="connsiteY1" fmla="*/ 54841 h 740642"/>
                  <a:gd name="connsiteX2" fmla="*/ 2407908 w 2608668"/>
                  <a:gd name="connsiteY2" fmla="*/ 466587 h 740642"/>
                  <a:gd name="connsiteX3" fmla="*/ 1992273 w 2608668"/>
                  <a:gd name="connsiteY3" fmla="*/ 465284 h 740642"/>
                  <a:gd name="connsiteX4" fmla="*/ 2173409 w 2608668"/>
                  <a:gd name="connsiteY4" fmla="*/ 604592 h 740642"/>
                  <a:gd name="connsiteX5" fmla="*/ 459614 w 2608668"/>
                  <a:gd name="connsiteY5" fmla="*/ 740642 h 740642"/>
                  <a:gd name="connsiteX6" fmla="*/ 662236 w 2608668"/>
                  <a:gd name="connsiteY6" fmla="*/ 574387 h 740642"/>
                  <a:gd name="connsiteX7" fmla="*/ 165112 w 2608668"/>
                  <a:gd name="connsiteY7" fmla="*/ 658819 h 740642"/>
                  <a:gd name="connsiteX8" fmla="*/ 81984 w 2608668"/>
                  <a:gd name="connsiteY8" fmla="*/ 314615 h 740642"/>
                  <a:gd name="connsiteX0" fmla="*/ 81984 w 2608668"/>
                  <a:gd name="connsiteY0" fmla="*/ 314615 h 740642"/>
                  <a:gd name="connsiteX1" fmla="*/ 2392324 w 2608668"/>
                  <a:gd name="connsiteY1" fmla="*/ 54841 h 740642"/>
                  <a:gd name="connsiteX2" fmla="*/ 2407908 w 2608668"/>
                  <a:gd name="connsiteY2" fmla="*/ 466587 h 740642"/>
                  <a:gd name="connsiteX3" fmla="*/ 1992273 w 2608668"/>
                  <a:gd name="connsiteY3" fmla="*/ 465284 h 740642"/>
                  <a:gd name="connsiteX4" fmla="*/ 2173409 w 2608668"/>
                  <a:gd name="connsiteY4" fmla="*/ 604592 h 740642"/>
                  <a:gd name="connsiteX5" fmla="*/ 459614 w 2608668"/>
                  <a:gd name="connsiteY5" fmla="*/ 740642 h 740642"/>
                  <a:gd name="connsiteX6" fmla="*/ 662236 w 2608668"/>
                  <a:gd name="connsiteY6" fmla="*/ 574387 h 740642"/>
                  <a:gd name="connsiteX7" fmla="*/ 165112 w 2608668"/>
                  <a:gd name="connsiteY7" fmla="*/ 658819 h 740642"/>
                  <a:gd name="connsiteX8" fmla="*/ 81984 w 2608668"/>
                  <a:gd name="connsiteY8" fmla="*/ 314615 h 740642"/>
                  <a:gd name="connsiteX0" fmla="*/ 81984 w 2608668"/>
                  <a:gd name="connsiteY0" fmla="*/ 314615 h 740642"/>
                  <a:gd name="connsiteX1" fmla="*/ 2392324 w 2608668"/>
                  <a:gd name="connsiteY1" fmla="*/ 54841 h 740642"/>
                  <a:gd name="connsiteX2" fmla="*/ 2407908 w 2608668"/>
                  <a:gd name="connsiteY2" fmla="*/ 466587 h 740642"/>
                  <a:gd name="connsiteX3" fmla="*/ 1992273 w 2608668"/>
                  <a:gd name="connsiteY3" fmla="*/ 465284 h 740642"/>
                  <a:gd name="connsiteX4" fmla="*/ 2173409 w 2608668"/>
                  <a:gd name="connsiteY4" fmla="*/ 604592 h 740642"/>
                  <a:gd name="connsiteX5" fmla="*/ 459614 w 2608668"/>
                  <a:gd name="connsiteY5" fmla="*/ 740642 h 740642"/>
                  <a:gd name="connsiteX6" fmla="*/ 662236 w 2608668"/>
                  <a:gd name="connsiteY6" fmla="*/ 574387 h 740642"/>
                  <a:gd name="connsiteX7" fmla="*/ 165112 w 2608668"/>
                  <a:gd name="connsiteY7" fmla="*/ 658819 h 740642"/>
                  <a:gd name="connsiteX8" fmla="*/ 81984 w 2608668"/>
                  <a:gd name="connsiteY8" fmla="*/ 314615 h 740642"/>
                  <a:gd name="connsiteX0" fmla="*/ 81984 w 2608668"/>
                  <a:gd name="connsiteY0" fmla="*/ 314615 h 756272"/>
                  <a:gd name="connsiteX1" fmla="*/ 2392324 w 2608668"/>
                  <a:gd name="connsiteY1" fmla="*/ 54841 h 756272"/>
                  <a:gd name="connsiteX2" fmla="*/ 2407908 w 2608668"/>
                  <a:gd name="connsiteY2" fmla="*/ 466587 h 756272"/>
                  <a:gd name="connsiteX3" fmla="*/ 1992273 w 2608668"/>
                  <a:gd name="connsiteY3" fmla="*/ 465284 h 756272"/>
                  <a:gd name="connsiteX4" fmla="*/ 2173409 w 2608668"/>
                  <a:gd name="connsiteY4" fmla="*/ 604592 h 756272"/>
                  <a:gd name="connsiteX5" fmla="*/ 449195 w 2608668"/>
                  <a:gd name="connsiteY5" fmla="*/ 756272 h 756272"/>
                  <a:gd name="connsiteX6" fmla="*/ 662236 w 2608668"/>
                  <a:gd name="connsiteY6" fmla="*/ 574387 h 756272"/>
                  <a:gd name="connsiteX7" fmla="*/ 165112 w 2608668"/>
                  <a:gd name="connsiteY7" fmla="*/ 658819 h 756272"/>
                  <a:gd name="connsiteX8" fmla="*/ 81984 w 2608668"/>
                  <a:gd name="connsiteY8" fmla="*/ 314615 h 756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8668" h="756272">
                    <a:moveTo>
                      <a:pt x="81984" y="314615"/>
                    </a:moveTo>
                    <a:cubicBezTo>
                      <a:pt x="507466" y="35792"/>
                      <a:pt x="1951257" y="-76777"/>
                      <a:pt x="2392324" y="54841"/>
                    </a:cubicBezTo>
                    <a:cubicBezTo>
                      <a:pt x="2697123" y="112425"/>
                      <a:pt x="2659021" y="393415"/>
                      <a:pt x="2407908" y="466587"/>
                    </a:cubicBezTo>
                    <a:lnTo>
                      <a:pt x="1992273" y="465284"/>
                    </a:lnTo>
                    <a:cubicBezTo>
                      <a:pt x="2070354" y="494022"/>
                      <a:pt x="2160234" y="522752"/>
                      <a:pt x="2173409" y="604592"/>
                    </a:cubicBezTo>
                    <a:lnTo>
                      <a:pt x="449195" y="756272"/>
                    </a:lnTo>
                    <a:cubicBezTo>
                      <a:pt x="516736" y="685268"/>
                      <a:pt x="594695" y="629805"/>
                      <a:pt x="662236" y="574387"/>
                    </a:cubicBezTo>
                    <a:cubicBezTo>
                      <a:pt x="468819" y="626776"/>
                      <a:pt x="275402" y="694751"/>
                      <a:pt x="165112" y="658819"/>
                    </a:cubicBezTo>
                    <a:cubicBezTo>
                      <a:pt x="59472" y="647993"/>
                      <a:pt x="-98126" y="512477"/>
                      <a:pt x="81984" y="314615"/>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grpSp>
        <p:grpSp>
          <p:nvGrpSpPr>
            <p:cNvPr id="118" name="Group 117"/>
            <p:cNvGrpSpPr/>
            <p:nvPr/>
          </p:nvGrpSpPr>
          <p:grpSpPr>
            <a:xfrm>
              <a:off x="7317418" y="1774876"/>
              <a:ext cx="236111" cy="246604"/>
              <a:chOff x="1366035" y="362073"/>
              <a:chExt cx="1200487" cy="1334633"/>
            </a:xfrm>
            <a:solidFill>
              <a:srgbClr val="00338D"/>
            </a:solidFill>
          </p:grpSpPr>
          <p:grpSp>
            <p:nvGrpSpPr>
              <p:cNvPr id="136" name="Group 135"/>
              <p:cNvGrpSpPr/>
              <p:nvPr/>
            </p:nvGrpSpPr>
            <p:grpSpPr>
              <a:xfrm>
                <a:off x="1366035" y="380983"/>
                <a:ext cx="1200487" cy="1315723"/>
                <a:chOff x="1366035" y="380983"/>
                <a:chExt cx="1200487" cy="1315723"/>
              </a:xfrm>
              <a:grpFill/>
            </p:grpSpPr>
            <p:sp>
              <p:nvSpPr>
                <p:cNvPr id="143" name="Rectangle 2"/>
                <p:cNvSpPr/>
                <p:nvPr/>
              </p:nvSpPr>
              <p:spPr>
                <a:xfrm rot="17877401" flipV="1">
                  <a:off x="1474055" y="1452668"/>
                  <a:ext cx="255314" cy="232762"/>
                </a:xfrm>
                <a:custGeom>
                  <a:avLst/>
                  <a:gdLst>
                    <a:gd name="connsiteX0" fmla="*/ 0 w 4659086"/>
                    <a:gd name="connsiteY0" fmla="*/ 0 h 2017485"/>
                    <a:gd name="connsiteX1" fmla="*/ 4659086 w 4659086"/>
                    <a:gd name="connsiteY1" fmla="*/ 0 h 2017485"/>
                    <a:gd name="connsiteX2" fmla="*/ 4659086 w 4659086"/>
                    <a:gd name="connsiteY2" fmla="*/ 2017485 h 2017485"/>
                    <a:gd name="connsiteX3" fmla="*/ 0 w 4659086"/>
                    <a:gd name="connsiteY3" fmla="*/ 2017485 h 2017485"/>
                    <a:gd name="connsiteX4" fmla="*/ 0 w 4659086"/>
                    <a:gd name="connsiteY4" fmla="*/ 0 h 2017485"/>
                    <a:gd name="connsiteX0" fmla="*/ 0 w 4804229"/>
                    <a:gd name="connsiteY0" fmla="*/ 0 h 2017485"/>
                    <a:gd name="connsiteX1" fmla="*/ 4659086 w 4804229"/>
                    <a:gd name="connsiteY1" fmla="*/ 0 h 2017485"/>
                    <a:gd name="connsiteX2" fmla="*/ 4804229 w 4804229"/>
                    <a:gd name="connsiteY2" fmla="*/ 1204685 h 2017485"/>
                    <a:gd name="connsiteX3" fmla="*/ 0 w 4804229"/>
                    <a:gd name="connsiteY3" fmla="*/ 2017485 h 2017485"/>
                    <a:gd name="connsiteX4" fmla="*/ 0 w 4804229"/>
                    <a:gd name="connsiteY4" fmla="*/ 0 h 2017485"/>
                    <a:gd name="connsiteX0" fmla="*/ 0 w 4804229"/>
                    <a:gd name="connsiteY0" fmla="*/ 0 h 4223656"/>
                    <a:gd name="connsiteX1" fmla="*/ 4659086 w 4804229"/>
                    <a:gd name="connsiteY1" fmla="*/ 0 h 4223656"/>
                    <a:gd name="connsiteX2" fmla="*/ 4804229 w 4804229"/>
                    <a:gd name="connsiteY2" fmla="*/ 1204685 h 4223656"/>
                    <a:gd name="connsiteX3" fmla="*/ 2002971 w 4804229"/>
                    <a:gd name="connsiteY3" fmla="*/ 4223656 h 4223656"/>
                    <a:gd name="connsiteX4" fmla="*/ 0 w 4804229"/>
                    <a:gd name="connsiteY4" fmla="*/ 0 h 4223656"/>
                    <a:gd name="connsiteX0" fmla="*/ 0 w 7634515"/>
                    <a:gd name="connsiteY0" fmla="*/ 0 h 4499428"/>
                    <a:gd name="connsiteX1" fmla="*/ 7489372 w 7634515"/>
                    <a:gd name="connsiteY1" fmla="*/ 275772 h 4499428"/>
                    <a:gd name="connsiteX2" fmla="*/ 7634515 w 7634515"/>
                    <a:gd name="connsiteY2" fmla="*/ 1480457 h 4499428"/>
                    <a:gd name="connsiteX3" fmla="*/ 4833257 w 7634515"/>
                    <a:gd name="connsiteY3" fmla="*/ 4499428 h 4499428"/>
                    <a:gd name="connsiteX4" fmla="*/ 0 w 7634515"/>
                    <a:gd name="connsiteY4" fmla="*/ 0 h 4499428"/>
                    <a:gd name="connsiteX0" fmla="*/ 0 w 7634515"/>
                    <a:gd name="connsiteY0" fmla="*/ 0 h 4499428"/>
                    <a:gd name="connsiteX1" fmla="*/ 7489372 w 7634515"/>
                    <a:gd name="connsiteY1" fmla="*/ 275772 h 4499428"/>
                    <a:gd name="connsiteX2" fmla="*/ 7634515 w 7634515"/>
                    <a:gd name="connsiteY2" fmla="*/ 1480457 h 4499428"/>
                    <a:gd name="connsiteX3" fmla="*/ 4833257 w 7634515"/>
                    <a:gd name="connsiteY3" fmla="*/ 4499428 h 4499428"/>
                    <a:gd name="connsiteX4" fmla="*/ 0 w 7634515"/>
                    <a:gd name="connsiteY4" fmla="*/ 0 h 4499428"/>
                    <a:gd name="connsiteX0" fmla="*/ 39552 w 7674067"/>
                    <a:gd name="connsiteY0" fmla="*/ 0 h 4895853"/>
                    <a:gd name="connsiteX1" fmla="*/ 7528924 w 7674067"/>
                    <a:gd name="connsiteY1" fmla="*/ 275772 h 4895853"/>
                    <a:gd name="connsiteX2" fmla="*/ 7674067 w 7674067"/>
                    <a:gd name="connsiteY2" fmla="*/ 1480457 h 4895853"/>
                    <a:gd name="connsiteX3" fmla="*/ 4872809 w 7674067"/>
                    <a:gd name="connsiteY3" fmla="*/ 4499428 h 4895853"/>
                    <a:gd name="connsiteX4" fmla="*/ 4582524 w 7674067"/>
                    <a:gd name="connsiteY4" fmla="*/ 4368799 h 4895853"/>
                    <a:gd name="connsiteX5" fmla="*/ 39552 w 7674067"/>
                    <a:gd name="connsiteY5" fmla="*/ 0 h 4895853"/>
                    <a:gd name="connsiteX0" fmla="*/ 38817 w 7673332"/>
                    <a:gd name="connsiteY0" fmla="*/ 0 h 4715686"/>
                    <a:gd name="connsiteX1" fmla="*/ 7528189 w 7673332"/>
                    <a:gd name="connsiteY1" fmla="*/ 275772 h 4715686"/>
                    <a:gd name="connsiteX2" fmla="*/ 7673332 w 7673332"/>
                    <a:gd name="connsiteY2" fmla="*/ 1480457 h 4715686"/>
                    <a:gd name="connsiteX3" fmla="*/ 4872074 w 7673332"/>
                    <a:gd name="connsiteY3" fmla="*/ 4499428 h 4715686"/>
                    <a:gd name="connsiteX4" fmla="*/ 4668875 w 7673332"/>
                    <a:gd name="connsiteY4" fmla="*/ 3860799 h 4715686"/>
                    <a:gd name="connsiteX5" fmla="*/ 38817 w 7673332"/>
                    <a:gd name="connsiteY5" fmla="*/ 0 h 4715686"/>
                    <a:gd name="connsiteX0" fmla="*/ 38817 w 7673332"/>
                    <a:gd name="connsiteY0" fmla="*/ 0 h 4614939"/>
                    <a:gd name="connsiteX1" fmla="*/ 7528189 w 7673332"/>
                    <a:gd name="connsiteY1" fmla="*/ 275772 h 4614939"/>
                    <a:gd name="connsiteX2" fmla="*/ 7673332 w 7673332"/>
                    <a:gd name="connsiteY2" fmla="*/ 1480457 h 4614939"/>
                    <a:gd name="connsiteX3" fmla="*/ 4872074 w 7673332"/>
                    <a:gd name="connsiteY3" fmla="*/ 4499428 h 4614939"/>
                    <a:gd name="connsiteX4" fmla="*/ 4668875 w 7673332"/>
                    <a:gd name="connsiteY4" fmla="*/ 3860799 h 4614939"/>
                    <a:gd name="connsiteX5" fmla="*/ 38817 w 7673332"/>
                    <a:gd name="connsiteY5" fmla="*/ 0 h 4614939"/>
                    <a:gd name="connsiteX0" fmla="*/ 38817 w 7673332"/>
                    <a:gd name="connsiteY0" fmla="*/ 0 h 4499428"/>
                    <a:gd name="connsiteX1" fmla="*/ 7528189 w 7673332"/>
                    <a:gd name="connsiteY1" fmla="*/ 275772 h 4499428"/>
                    <a:gd name="connsiteX2" fmla="*/ 7673332 w 7673332"/>
                    <a:gd name="connsiteY2" fmla="*/ 1480457 h 4499428"/>
                    <a:gd name="connsiteX3" fmla="*/ 4872074 w 7673332"/>
                    <a:gd name="connsiteY3" fmla="*/ 4499428 h 4499428"/>
                    <a:gd name="connsiteX4" fmla="*/ 4668875 w 7673332"/>
                    <a:gd name="connsiteY4" fmla="*/ 3860799 h 4499428"/>
                    <a:gd name="connsiteX5" fmla="*/ 38817 w 7673332"/>
                    <a:gd name="connsiteY5" fmla="*/ 0 h 4499428"/>
                    <a:gd name="connsiteX0" fmla="*/ 39428 w 7673943"/>
                    <a:gd name="connsiteY0" fmla="*/ 0 h 4499428"/>
                    <a:gd name="connsiteX1" fmla="*/ 7528800 w 7673943"/>
                    <a:gd name="connsiteY1" fmla="*/ 275772 h 4499428"/>
                    <a:gd name="connsiteX2" fmla="*/ 7673943 w 7673943"/>
                    <a:gd name="connsiteY2" fmla="*/ 1480457 h 4499428"/>
                    <a:gd name="connsiteX3" fmla="*/ 4872685 w 7673943"/>
                    <a:gd name="connsiteY3" fmla="*/ 4499428 h 4499428"/>
                    <a:gd name="connsiteX4" fmla="*/ 4596915 w 7673943"/>
                    <a:gd name="connsiteY4" fmla="*/ 4397828 h 4499428"/>
                    <a:gd name="connsiteX5" fmla="*/ 39428 w 7673943"/>
                    <a:gd name="connsiteY5" fmla="*/ 0 h 4499428"/>
                    <a:gd name="connsiteX0" fmla="*/ 39428 w 7673943"/>
                    <a:gd name="connsiteY0" fmla="*/ 0 h 4499428"/>
                    <a:gd name="connsiteX1" fmla="*/ 7528800 w 7673943"/>
                    <a:gd name="connsiteY1" fmla="*/ 275772 h 4499428"/>
                    <a:gd name="connsiteX2" fmla="*/ 7673943 w 7673943"/>
                    <a:gd name="connsiteY2" fmla="*/ 1480457 h 4499428"/>
                    <a:gd name="connsiteX3" fmla="*/ 4872685 w 7673943"/>
                    <a:gd name="connsiteY3" fmla="*/ 4499428 h 4499428"/>
                    <a:gd name="connsiteX4" fmla="*/ 4596915 w 7673943"/>
                    <a:gd name="connsiteY4" fmla="*/ 4397828 h 4499428"/>
                    <a:gd name="connsiteX5" fmla="*/ 39428 w 7673943"/>
                    <a:gd name="connsiteY5" fmla="*/ 0 h 4499428"/>
                    <a:gd name="connsiteX0" fmla="*/ 39428 w 7673943"/>
                    <a:gd name="connsiteY0" fmla="*/ 0 h 4499428"/>
                    <a:gd name="connsiteX1" fmla="*/ 7528800 w 7673943"/>
                    <a:gd name="connsiteY1" fmla="*/ 275772 h 4499428"/>
                    <a:gd name="connsiteX2" fmla="*/ 7673943 w 7673943"/>
                    <a:gd name="connsiteY2" fmla="*/ 1480457 h 4499428"/>
                    <a:gd name="connsiteX3" fmla="*/ 4872685 w 7673943"/>
                    <a:gd name="connsiteY3" fmla="*/ 4499428 h 4499428"/>
                    <a:gd name="connsiteX4" fmla="*/ 4596915 w 7673943"/>
                    <a:gd name="connsiteY4" fmla="*/ 4397828 h 4499428"/>
                    <a:gd name="connsiteX5" fmla="*/ 39428 w 7673943"/>
                    <a:gd name="connsiteY5" fmla="*/ 0 h 4499428"/>
                    <a:gd name="connsiteX0" fmla="*/ 39428 w 7673943"/>
                    <a:gd name="connsiteY0" fmla="*/ 0 h 4499428"/>
                    <a:gd name="connsiteX1" fmla="*/ 7528800 w 7673943"/>
                    <a:gd name="connsiteY1" fmla="*/ 275772 h 4499428"/>
                    <a:gd name="connsiteX2" fmla="*/ 7673943 w 7673943"/>
                    <a:gd name="connsiteY2" fmla="*/ 1480457 h 4499428"/>
                    <a:gd name="connsiteX3" fmla="*/ 4872685 w 7673943"/>
                    <a:gd name="connsiteY3" fmla="*/ 4499428 h 4499428"/>
                    <a:gd name="connsiteX4" fmla="*/ 4596915 w 7673943"/>
                    <a:gd name="connsiteY4" fmla="*/ 4397828 h 4499428"/>
                    <a:gd name="connsiteX5" fmla="*/ 39428 w 7673943"/>
                    <a:gd name="connsiteY5" fmla="*/ 0 h 4499428"/>
                    <a:gd name="connsiteX0" fmla="*/ 38245 w 7672760"/>
                    <a:gd name="connsiteY0" fmla="*/ 0 h 4499428"/>
                    <a:gd name="connsiteX1" fmla="*/ 7527617 w 7672760"/>
                    <a:gd name="connsiteY1" fmla="*/ 275772 h 4499428"/>
                    <a:gd name="connsiteX2" fmla="*/ 7672760 w 7672760"/>
                    <a:gd name="connsiteY2" fmla="*/ 1480457 h 4499428"/>
                    <a:gd name="connsiteX3" fmla="*/ 4871502 w 7672760"/>
                    <a:gd name="connsiteY3" fmla="*/ 4499428 h 4499428"/>
                    <a:gd name="connsiteX4" fmla="*/ 4595732 w 7672760"/>
                    <a:gd name="connsiteY4" fmla="*/ 4397828 h 4499428"/>
                    <a:gd name="connsiteX5" fmla="*/ 38245 w 7672760"/>
                    <a:gd name="connsiteY5" fmla="*/ 0 h 4499428"/>
                    <a:gd name="connsiteX0" fmla="*/ 0 w 7634515"/>
                    <a:gd name="connsiteY0" fmla="*/ 0 h 4499428"/>
                    <a:gd name="connsiteX1" fmla="*/ 7489372 w 7634515"/>
                    <a:gd name="connsiteY1" fmla="*/ 275772 h 4499428"/>
                    <a:gd name="connsiteX2" fmla="*/ 7634515 w 7634515"/>
                    <a:gd name="connsiteY2" fmla="*/ 1480457 h 4499428"/>
                    <a:gd name="connsiteX3" fmla="*/ 4833257 w 7634515"/>
                    <a:gd name="connsiteY3" fmla="*/ 4499428 h 4499428"/>
                    <a:gd name="connsiteX4" fmla="*/ 4557487 w 7634515"/>
                    <a:gd name="connsiteY4" fmla="*/ 4397828 h 4499428"/>
                    <a:gd name="connsiteX5" fmla="*/ 0 w 7634515"/>
                    <a:gd name="connsiteY5" fmla="*/ 0 h 4499428"/>
                    <a:gd name="connsiteX0" fmla="*/ 0 w 7634515"/>
                    <a:gd name="connsiteY0" fmla="*/ 0 h 4455885"/>
                    <a:gd name="connsiteX1" fmla="*/ 7489372 w 7634515"/>
                    <a:gd name="connsiteY1" fmla="*/ 275772 h 4455885"/>
                    <a:gd name="connsiteX2" fmla="*/ 7634515 w 7634515"/>
                    <a:gd name="connsiteY2" fmla="*/ 1480457 h 4455885"/>
                    <a:gd name="connsiteX3" fmla="*/ 4862285 w 7634515"/>
                    <a:gd name="connsiteY3" fmla="*/ 4455885 h 4455885"/>
                    <a:gd name="connsiteX4" fmla="*/ 4557487 w 7634515"/>
                    <a:gd name="connsiteY4" fmla="*/ 4397828 h 4455885"/>
                    <a:gd name="connsiteX5" fmla="*/ 0 w 7634515"/>
                    <a:gd name="connsiteY5" fmla="*/ 0 h 4455885"/>
                    <a:gd name="connsiteX0" fmla="*/ 0 w 7634515"/>
                    <a:gd name="connsiteY0" fmla="*/ 0 h 4484914"/>
                    <a:gd name="connsiteX1" fmla="*/ 7489372 w 7634515"/>
                    <a:gd name="connsiteY1" fmla="*/ 275772 h 4484914"/>
                    <a:gd name="connsiteX2" fmla="*/ 7634515 w 7634515"/>
                    <a:gd name="connsiteY2" fmla="*/ 1480457 h 4484914"/>
                    <a:gd name="connsiteX3" fmla="*/ 4833256 w 7634515"/>
                    <a:gd name="connsiteY3" fmla="*/ 4484914 h 4484914"/>
                    <a:gd name="connsiteX4" fmla="*/ 4557487 w 7634515"/>
                    <a:gd name="connsiteY4" fmla="*/ 4397828 h 4484914"/>
                    <a:gd name="connsiteX5" fmla="*/ 0 w 7634515"/>
                    <a:gd name="connsiteY5" fmla="*/ 0 h 4484914"/>
                    <a:gd name="connsiteX0" fmla="*/ 0 w 7634515"/>
                    <a:gd name="connsiteY0" fmla="*/ 0 h 4484914"/>
                    <a:gd name="connsiteX1" fmla="*/ 7489372 w 7634515"/>
                    <a:gd name="connsiteY1" fmla="*/ 275772 h 4484914"/>
                    <a:gd name="connsiteX2" fmla="*/ 7634515 w 7634515"/>
                    <a:gd name="connsiteY2" fmla="*/ 1480457 h 4484914"/>
                    <a:gd name="connsiteX3" fmla="*/ 4833256 w 7634515"/>
                    <a:gd name="connsiteY3" fmla="*/ 4484914 h 4484914"/>
                    <a:gd name="connsiteX4" fmla="*/ 4557487 w 7634515"/>
                    <a:gd name="connsiteY4" fmla="*/ 4397828 h 4484914"/>
                    <a:gd name="connsiteX5" fmla="*/ 0 w 7634515"/>
                    <a:gd name="connsiteY5" fmla="*/ 0 h 4484914"/>
                    <a:gd name="connsiteX0" fmla="*/ 0 w 7634515"/>
                    <a:gd name="connsiteY0" fmla="*/ 0 h 4484914"/>
                    <a:gd name="connsiteX1" fmla="*/ 5573485 w 7634515"/>
                    <a:gd name="connsiteY1" fmla="*/ 203200 h 4484914"/>
                    <a:gd name="connsiteX2" fmla="*/ 7489372 w 7634515"/>
                    <a:gd name="connsiteY2" fmla="*/ 275772 h 4484914"/>
                    <a:gd name="connsiteX3" fmla="*/ 7634515 w 7634515"/>
                    <a:gd name="connsiteY3" fmla="*/ 1480457 h 4484914"/>
                    <a:gd name="connsiteX4" fmla="*/ 4833256 w 7634515"/>
                    <a:gd name="connsiteY4" fmla="*/ 4484914 h 4484914"/>
                    <a:gd name="connsiteX5" fmla="*/ 4557487 w 7634515"/>
                    <a:gd name="connsiteY5" fmla="*/ 4397828 h 4484914"/>
                    <a:gd name="connsiteX6" fmla="*/ 0 w 7634515"/>
                    <a:gd name="connsiteY6" fmla="*/ 0 h 4484914"/>
                    <a:gd name="connsiteX0" fmla="*/ 0 w 7634515"/>
                    <a:gd name="connsiteY0" fmla="*/ 798285 h 5283199"/>
                    <a:gd name="connsiteX1" fmla="*/ 7082971 w 7634515"/>
                    <a:gd name="connsiteY1" fmla="*/ 0 h 5283199"/>
                    <a:gd name="connsiteX2" fmla="*/ 7489372 w 7634515"/>
                    <a:gd name="connsiteY2" fmla="*/ 1074057 h 5283199"/>
                    <a:gd name="connsiteX3" fmla="*/ 7634515 w 7634515"/>
                    <a:gd name="connsiteY3" fmla="*/ 2278742 h 5283199"/>
                    <a:gd name="connsiteX4" fmla="*/ 4833256 w 7634515"/>
                    <a:gd name="connsiteY4" fmla="*/ 5283199 h 5283199"/>
                    <a:gd name="connsiteX5" fmla="*/ 4557487 w 7634515"/>
                    <a:gd name="connsiteY5" fmla="*/ 5196113 h 5283199"/>
                    <a:gd name="connsiteX6" fmla="*/ 0 w 7634515"/>
                    <a:gd name="connsiteY6" fmla="*/ 798285 h 5283199"/>
                    <a:gd name="connsiteX0" fmla="*/ 0 w 7634515"/>
                    <a:gd name="connsiteY0" fmla="*/ 1088571 h 5573485"/>
                    <a:gd name="connsiteX1" fmla="*/ 7257143 w 7634515"/>
                    <a:gd name="connsiteY1" fmla="*/ 0 h 5573485"/>
                    <a:gd name="connsiteX2" fmla="*/ 7489372 w 7634515"/>
                    <a:gd name="connsiteY2" fmla="*/ 1364343 h 5573485"/>
                    <a:gd name="connsiteX3" fmla="*/ 7634515 w 7634515"/>
                    <a:gd name="connsiteY3" fmla="*/ 2569028 h 5573485"/>
                    <a:gd name="connsiteX4" fmla="*/ 4833256 w 7634515"/>
                    <a:gd name="connsiteY4" fmla="*/ 5573485 h 5573485"/>
                    <a:gd name="connsiteX5" fmla="*/ 4557487 w 7634515"/>
                    <a:gd name="connsiteY5" fmla="*/ 5486399 h 5573485"/>
                    <a:gd name="connsiteX6" fmla="*/ 0 w 7634515"/>
                    <a:gd name="connsiteY6" fmla="*/ 1088571 h 5573485"/>
                    <a:gd name="connsiteX0" fmla="*/ 0 w 7634515"/>
                    <a:gd name="connsiteY0" fmla="*/ 1088571 h 5573485"/>
                    <a:gd name="connsiteX1" fmla="*/ 5660571 w 7634515"/>
                    <a:gd name="connsiteY1" fmla="*/ 217715 h 5573485"/>
                    <a:gd name="connsiteX2" fmla="*/ 7257143 w 7634515"/>
                    <a:gd name="connsiteY2" fmla="*/ 0 h 5573485"/>
                    <a:gd name="connsiteX3" fmla="*/ 7489372 w 7634515"/>
                    <a:gd name="connsiteY3" fmla="*/ 1364343 h 5573485"/>
                    <a:gd name="connsiteX4" fmla="*/ 7634515 w 7634515"/>
                    <a:gd name="connsiteY4" fmla="*/ 2569028 h 5573485"/>
                    <a:gd name="connsiteX5" fmla="*/ 4833256 w 7634515"/>
                    <a:gd name="connsiteY5" fmla="*/ 5573485 h 5573485"/>
                    <a:gd name="connsiteX6" fmla="*/ 4557487 w 7634515"/>
                    <a:gd name="connsiteY6" fmla="*/ 5486399 h 5573485"/>
                    <a:gd name="connsiteX7" fmla="*/ 0 w 7634515"/>
                    <a:gd name="connsiteY7" fmla="*/ 1088571 h 5573485"/>
                    <a:gd name="connsiteX0" fmla="*/ 0 w 7634515"/>
                    <a:gd name="connsiteY0" fmla="*/ 1088571 h 5573485"/>
                    <a:gd name="connsiteX1" fmla="*/ 6110514 w 7634515"/>
                    <a:gd name="connsiteY1" fmla="*/ 740229 h 5573485"/>
                    <a:gd name="connsiteX2" fmla="*/ 7257143 w 7634515"/>
                    <a:gd name="connsiteY2" fmla="*/ 0 h 5573485"/>
                    <a:gd name="connsiteX3" fmla="*/ 7489372 w 7634515"/>
                    <a:gd name="connsiteY3" fmla="*/ 1364343 h 5573485"/>
                    <a:gd name="connsiteX4" fmla="*/ 7634515 w 7634515"/>
                    <a:gd name="connsiteY4" fmla="*/ 2569028 h 5573485"/>
                    <a:gd name="connsiteX5" fmla="*/ 4833256 w 7634515"/>
                    <a:gd name="connsiteY5" fmla="*/ 5573485 h 5573485"/>
                    <a:gd name="connsiteX6" fmla="*/ 4557487 w 7634515"/>
                    <a:gd name="connsiteY6" fmla="*/ 5486399 h 5573485"/>
                    <a:gd name="connsiteX7" fmla="*/ 0 w 7634515"/>
                    <a:gd name="connsiteY7" fmla="*/ 1088571 h 5573485"/>
                    <a:gd name="connsiteX0" fmla="*/ 0 w 7634515"/>
                    <a:gd name="connsiteY0" fmla="*/ 1088571 h 5573485"/>
                    <a:gd name="connsiteX1" fmla="*/ 6037942 w 7634515"/>
                    <a:gd name="connsiteY1" fmla="*/ 754743 h 5573485"/>
                    <a:gd name="connsiteX2" fmla="*/ 7257143 w 7634515"/>
                    <a:gd name="connsiteY2" fmla="*/ 0 h 5573485"/>
                    <a:gd name="connsiteX3" fmla="*/ 7489372 w 7634515"/>
                    <a:gd name="connsiteY3" fmla="*/ 1364343 h 5573485"/>
                    <a:gd name="connsiteX4" fmla="*/ 7634515 w 7634515"/>
                    <a:gd name="connsiteY4" fmla="*/ 2569028 h 5573485"/>
                    <a:gd name="connsiteX5" fmla="*/ 4833256 w 7634515"/>
                    <a:gd name="connsiteY5" fmla="*/ 5573485 h 5573485"/>
                    <a:gd name="connsiteX6" fmla="*/ 4557487 w 7634515"/>
                    <a:gd name="connsiteY6" fmla="*/ 5486399 h 5573485"/>
                    <a:gd name="connsiteX7" fmla="*/ 0 w 7634515"/>
                    <a:gd name="connsiteY7" fmla="*/ 1088571 h 5573485"/>
                    <a:gd name="connsiteX0" fmla="*/ 0 w 7634515"/>
                    <a:gd name="connsiteY0" fmla="*/ 1088571 h 5573485"/>
                    <a:gd name="connsiteX1" fmla="*/ 3164114 w 7634515"/>
                    <a:gd name="connsiteY1" fmla="*/ 914401 h 5573485"/>
                    <a:gd name="connsiteX2" fmla="*/ 6037942 w 7634515"/>
                    <a:gd name="connsiteY2" fmla="*/ 754743 h 5573485"/>
                    <a:gd name="connsiteX3" fmla="*/ 7257143 w 7634515"/>
                    <a:gd name="connsiteY3" fmla="*/ 0 h 5573485"/>
                    <a:gd name="connsiteX4" fmla="*/ 7489372 w 7634515"/>
                    <a:gd name="connsiteY4" fmla="*/ 1364343 h 5573485"/>
                    <a:gd name="connsiteX5" fmla="*/ 7634515 w 7634515"/>
                    <a:gd name="connsiteY5" fmla="*/ 2569028 h 5573485"/>
                    <a:gd name="connsiteX6" fmla="*/ 4833256 w 7634515"/>
                    <a:gd name="connsiteY6" fmla="*/ 5573485 h 5573485"/>
                    <a:gd name="connsiteX7" fmla="*/ 4557487 w 7634515"/>
                    <a:gd name="connsiteY7" fmla="*/ 5486399 h 5573485"/>
                    <a:gd name="connsiteX8" fmla="*/ 0 w 7634515"/>
                    <a:gd name="connsiteY8" fmla="*/ 1088571 h 5573485"/>
                    <a:gd name="connsiteX0" fmla="*/ 0 w 7634515"/>
                    <a:gd name="connsiteY0" fmla="*/ 1088571 h 5573485"/>
                    <a:gd name="connsiteX1" fmla="*/ 711199 w 7634515"/>
                    <a:gd name="connsiteY1" fmla="*/ 435430 h 5573485"/>
                    <a:gd name="connsiteX2" fmla="*/ 6037942 w 7634515"/>
                    <a:gd name="connsiteY2" fmla="*/ 754743 h 5573485"/>
                    <a:gd name="connsiteX3" fmla="*/ 7257143 w 7634515"/>
                    <a:gd name="connsiteY3" fmla="*/ 0 h 5573485"/>
                    <a:gd name="connsiteX4" fmla="*/ 7489372 w 7634515"/>
                    <a:gd name="connsiteY4" fmla="*/ 1364343 h 5573485"/>
                    <a:gd name="connsiteX5" fmla="*/ 7634515 w 7634515"/>
                    <a:gd name="connsiteY5" fmla="*/ 2569028 h 5573485"/>
                    <a:gd name="connsiteX6" fmla="*/ 4833256 w 7634515"/>
                    <a:gd name="connsiteY6" fmla="*/ 5573485 h 5573485"/>
                    <a:gd name="connsiteX7" fmla="*/ 4557487 w 7634515"/>
                    <a:gd name="connsiteY7" fmla="*/ 5486399 h 5573485"/>
                    <a:gd name="connsiteX8" fmla="*/ 0 w 7634515"/>
                    <a:gd name="connsiteY8" fmla="*/ 1088571 h 5573485"/>
                    <a:gd name="connsiteX0" fmla="*/ 0 w 7634515"/>
                    <a:gd name="connsiteY0" fmla="*/ 1088571 h 5573485"/>
                    <a:gd name="connsiteX1" fmla="*/ 711199 w 7634515"/>
                    <a:gd name="connsiteY1" fmla="*/ 435430 h 5573485"/>
                    <a:gd name="connsiteX2" fmla="*/ 6037942 w 7634515"/>
                    <a:gd name="connsiteY2" fmla="*/ 754743 h 5573485"/>
                    <a:gd name="connsiteX3" fmla="*/ 7257143 w 7634515"/>
                    <a:gd name="connsiteY3" fmla="*/ 0 h 5573485"/>
                    <a:gd name="connsiteX4" fmla="*/ 7489372 w 7634515"/>
                    <a:gd name="connsiteY4" fmla="*/ 1364343 h 5573485"/>
                    <a:gd name="connsiteX5" fmla="*/ 7634515 w 7634515"/>
                    <a:gd name="connsiteY5" fmla="*/ 2569028 h 5573485"/>
                    <a:gd name="connsiteX6" fmla="*/ 4833256 w 7634515"/>
                    <a:gd name="connsiteY6" fmla="*/ 5573485 h 5573485"/>
                    <a:gd name="connsiteX7" fmla="*/ 4557487 w 7634515"/>
                    <a:gd name="connsiteY7" fmla="*/ 5486399 h 5573485"/>
                    <a:gd name="connsiteX8" fmla="*/ 0 w 7634515"/>
                    <a:gd name="connsiteY8" fmla="*/ 1088571 h 5573485"/>
                    <a:gd name="connsiteX0" fmla="*/ 0 w 7605486"/>
                    <a:gd name="connsiteY0" fmla="*/ 1074056 h 5573485"/>
                    <a:gd name="connsiteX1" fmla="*/ 682170 w 7605486"/>
                    <a:gd name="connsiteY1" fmla="*/ 435430 h 5573485"/>
                    <a:gd name="connsiteX2" fmla="*/ 6008913 w 7605486"/>
                    <a:gd name="connsiteY2" fmla="*/ 754743 h 5573485"/>
                    <a:gd name="connsiteX3" fmla="*/ 7228114 w 7605486"/>
                    <a:gd name="connsiteY3" fmla="*/ 0 h 5573485"/>
                    <a:gd name="connsiteX4" fmla="*/ 7460343 w 7605486"/>
                    <a:gd name="connsiteY4" fmla="*/ 1364343 h 5573485"/>
                    <a:gd name="connsiteX5" fmla="*/ 7605486 w 7605486"/>
                    <a:gd name="connsiteY5" fmla="*/ 2569028 h 5573485"/>
                    <a:gd name="connsiteX6" fmla="*/ 4804227 w 7605486"/>
                    <a:gd name="connsiteY6" fmla="*/ 5573485 h 5573485"/>
                    <a:gd name="connsiteX7" fmla="*/ 4528458 w 7605486"/>
                    <a:gd name="connsiteY7" fmla="*/ 5486399 h 5573485"/>
                    <a:gd name="connsiteX8" fmla="*/ 0 w 7605486"/>
                    <a:gd name="connsiteY8" fmla="*/ 1074056 h 5573485"/>
                    <a:gd name="connsiteX0" fmla="*/ 145217 w 7750703"/>
                    <a:gd name="connsiteY0" fmla="*/ 1074056 h 5573485"/>
                    <a:gd name="connsiteX1" fmla="*/ 827387 w 7750703"/>
                    <a:gd name="connsiteY1" fmla="*/ 435430 h 5573485"/>
                    <a:gd name="connsiteX2" fmla="*/ 6154130 w 7750703"/>
                    <a:gd name="connsiteY2" fmla="*/ 754743 h 5573485"/>
                    <a:gd name="connsiteX3" fmla="*/ 7373331 w 7750703"/>
                    <a:gd name="connsiteY3" fmla="*/ 0 h 5573485"/>
                    <a:gd name="connsiteX4" fmla="*/ 7605560 w 7750703"/>
                    <a:gd name="connsiteY4" fmla="*/ 1364343 h 5573485"/>
                    <a:gd name="connsiteX5" fmla="*/ 7750703 w 7750703"/>
                    <a:gd name="connsiteY5" fmla="*/ 2569028 h 5573485"/>
                    <a:gd name="connsiteX6" fmla="*/ 4949444 w 7750703"/>
                    <a:gd name="connsiteY6" fmla="*/ 5573485 h 5573485"/>
                    <a:gd name="connsiteX7" fmla="*/ 4673675 w 7750703"/>
                    <a:gd name="connsiteY7" fmla="*/ 5486399 h 5573485"/>
                    <a:gd name="connsiteX8" fmla="*/ 145217 w 7750703"/>
                    <a:gd name="connsiteY8" fmla="*/ 1074056 h 5573485"/>
                    <a:gd name="connsiteX0" fmla="*/ 143276 w 7748762"/>
                    <a:gd name="connsiteY0" fmla="*/ 1074056 h 5573485"/>
                    <a:gd name="connsiteX1" fmla="*/ 825446 w 7748762"/>
                    <a:gd name="connsiteY1" fmla="*/ 435430 h 5573485"/>
                    <a:gd name="connsiteX2" fmla="*/ 6152189 w 7748762"/>
                    <a:gd name="connsiteY2" fmla="*/ 754743 h 5573485"/>
                    <a:gd name="connsiteX3" fmla="*/ 7371390 w 7748762"/>
                    <a:gd name="connsiteY3" fmla="*/ 0 h 5573485"/>
                    <a:gd name="connsiteX4" fmla="*/ 7603619 w 7748762"/>
                    <a:gd name="connsiteY4" fmla="*/ 1364343 h 5573485"/>
                    <a:gd name="connsiteX5" fmla="*/ 7748762 w 7748762"/>
                    <a:gd name="connsiteY5" fmla="*/ 2569028 h 5573485"/>
                    <a:gd name="connsiteX6" fmla="*/ 4947503 w 7748762"/>
                    <a:gd name="connsiteY6" fmla="*/ 5573485 h 5573485"/>
                    <a:gd name="connsiteX7" fmla="*/ 4671734 w 7748762"/>
                    <a:gd name="connsiteY7" fmla="*/ 5486399 h 5573485"/>
                    <a:gd name="connsiteX8" fmla="*/ 143276 w 7748762"/>
                    <a:gd name="connsiteY8" fmla="*/ 1074056 h 5573485"/>
                    <a:gd name="connsiteX0" fmla="*/ 143276 w 7748762"/>
                    <a:gd name="connsiteY0" fmla="*/ 1074056 h 5573485"/>
                    <a:gd name="connsiteX1" fmla="*/ 825446 w 7748762"/>
                    <a:gd name="connsiteY1" fmla="*/ 435430 h 5573485"/>
                    <a:gd name="connsiteX2" fmla="*/ 3365445 w 7748762"/>
                    <a:gd name="connsiteY2" fmla="*/ 566058 h 5573485"/>
                    <a:gd name="connsiteX3" fmla="*/ 6152189 w 7748762"/>
                    <a:gd name="connsiteY3" fmla="*/ 754743 h 5573485"/>
                    <a:gd name="connsiteX4" fmla="*/ 7371390 w 7748762"/>
                    <a:gd name="connsiteY4" fmla="*/ 0 h 5573485"/>
                    <a:gd name="connsiteX5" fmla="*/ 7603619 w 7748762"/>
                    <a:gd name="connsiteY5" fmla="*/ 1364343 h 5573485"/>
                    <a:gd name="connsiteX6" fmla="*/ 7748762 w 7748762"/>
                    <a:gd name="connsiteY6" fmla="*/ 2569028 h 5573485"/>
                    <a:gd name="connsiteX7" fmla="*/ 4947503 w 7748762"/>
                    <a:gd name="connsiteY7" fmla="*/ 5573485 h 5573485"/>
                    <a:gd name="connsiteX8" fmla="*/ 4671734 w 7748762"/>
                    <a:gd name="connsiteY8" fmla="*/ 5486399 h 5573485"/>
                    <a:gd name="connsiteX9" fmla="*/ 143276 w 7748762"/>
                    <a:gd name="connsiteY9" fmla="*/ 1074056 h 5573485"/>
                    <a:gd name="connsiteX0" fmla="*/ 143276 w 7748762"/>
                    <a:gd name="connsiteY0" fmla="*/ 1074056 h 5573485"/>
                    <a:gd name="connsiteX1" fmla="*/ 825446 w 7748762"/>
                    <a:gd name="connsiteY1" fmla="*/ 435430 h 5573485"/>
                    <a:gd name="connsiteX2" fmla="*/ 2494588 w 7748762"/>
                    <a:gd name="connsiteY2" fmla="*/ 2249715 h 5573485"/>
                    <a:gd name="connsiteX3" fmla="*/ 6152189 w 7748762"/>
                    <a:gd name="connsiteY3" fmla="*/ 754743 h 5573485"/>
                    <a:gd name="connsiteX4" fmla="*/ 7371390 w 7748762"/>
                    <a:gd name="connsiteY4" fmla="*/ 0 h 5573485"/>
                    <a:gd name="connsiteX5" fmla="*/ 7603619 w 7748762"/>
                    <a:gd name="connsiteY5" fmla="*/ 1364343 h 5573485"/>
                    <a:gd name="connsiteX6" fmla="*/ 7748762 w 7748762"/>
                    <a:gd name="connsiteY6" fmla="*/ 2569028 h 5573485"/>
                    <a:gd name="connsiteX7" fmla="*/ 4947503 w 7748762"/>
                    <a:gd name="connsiteY7" fmla="*/ 5573485 h 5573485"/>
                    <a:gd name="connsiteX8" fmla="*/ 4671734 w 7748762"/>
                    <a:gd name="connsiteY8" fmla="*/ 5486399 h 5573485"/>
                    <a:gd name="connsiteX9" fmla="*/ 143276 w 7748762"/>
                    <a:gd name="connsiteY9" fmla="*/ 1074056 h 5573485"/>
                    <a:gd name="connsiteX0" fmla="*/ 225462 w 7830948"/>
                    <a:gd name="connsiteY0" fmla="*/ 1074056 h 5573485"/>
                    <a:gd name="connsiteX1" fmla="*/ 530261 w 7830948"/>
                    <a:gd name="connsiteY1" fmla="*/ 595087 h 5573485"/>
                    <a:gd name="connsiteX2" fmla="*/ 2576774 w 7830948"/>
                    <a:gd name="connsiteY2" fmla="*/ 2249715 h 5573485"/>
                    <a:gd name="connsiteX3" fmla="*/ 6234375 w 7830948"/>
                    <a:gd name="connsiteY3" fmla="*/ 754743 h 5573485"/>
                    <a:gd name="connsiteX4" fmla="*/ 7453576 w 7830948"/>
                    <a:gd name="connsiteY4" fmla="*/ 0 h 5573485"/>
                    <a:gd name="connsiteX5" fmla="*/ 7685805 w 7830948"/>
                    <a:gd name="connsiteY5" fmla="*/ 1364343 h 5573485"/>
                    <a:gd name="connsiteX6" fmla="*/ 7830948 w 7830948"/>
                    <a:gd name="connsiteY6" fmla="*/ 2569028 h 5573485"/>
                    <a:gd name="connsiteX7" fmla="*/ 5029689 w 7830948"/>
                    <a:gd name="connsiteY7" fmla="*/ 5573485 h 5573485"/>
                    <a:gd name="connsiteX8" fmla="*/ 4753920 w 7830948"/>
                    <a:gd name="connsiteY8" fmla="*/ 5486399 h 5573485"/>
                    <a:gd name="connsiteX9" fmla="*/ 225462 w 7830948"/>
                    <a:gd name="connsiteY9" fmla="*/ 1074056 h 5573485"/>
                    <a:gd name="connsiteX0" fmla="*/ 154662 w 7760148"/>
                    <a:gd name="connsiteY0" fmla="*/ 1074056 h 5573485"/>
                    <a:gd name="connsiteX1" fmla="*/ 764261 w 7760148"/>
                    <a:gd name="connsiteY1" fmla="*/ 391887 h 5573485"/>
                    <a:gd name="connsiteX2" fmla="*/ 2505974 w 7760148"/>
                    <a:gd name="connsiteY2" fmla="*/ 2249715 h 5573485"/>
                    <a:gd name="connsiteX3" fmla="*/ 6163575 w 7760148"/>
                    <a:gd name="connsiteY3" fmla="*/ 754743 h 5573485"/>
                    <a:gd name="connsiteX4" fmla="*/ 7382776 w 7760148"/>
                    <a:gd name="connsiteY4" fmla="*/ 0 h 5573485"/>
                    <a:gd name="connsiteX5" fmla="*/ 7615005 w 7760148"/>
                    <a:gd name="connsiteY5" fmla="*/ 1364343 h 5573485"/>
                    <a:gd name="connsiteX6" fmla="*/ 7760148 w 7760148"/>
                    <a:gd name="connsiteY6" fmla="*/ 2569028 h 5573485"/>
                    <a:gd name="connsiteX7" fmla="*/ 4958889 w 7760148"/>
                    <a:gd name="connsiteY7" fmla="*/ 5573485 h 5573485"/>
                    <a:gd name="connsiteX8" fmla="*/ 4683120 w 7760148"/>
                    <a:gd name="connsiteY8" fmla="*/ 5486399 h 5573485"/>
                    <a:gd name="connsiteX9" fmla="*/ 154662 w 7760148"/>
                    <a:gd name="connsiteY9" fmla="*/ 1074056 h 5573485"/>
                    <a:gd name="connsiteX0" fmla="*/ 146294 w 7751780"/>
                    <a:gd name="connsiteY0" fmla="*/ 1074056 h 5573485"/>
                    <a:gd name="connsiteX1" fmla="*/ 755893 w 7751780"/>
                    <a:gd name="connsiteY1" fmla="*/ 391887 h 5573485"/>
                    <a:gd name="connsiteX2" fmla="*/ 2497606 w 7751780"/>
                    <a:gd name="connsiteY2" fmla="*/ 2249715 h 5573485"/>
                    <a:gd name="connsiteX3" fmla="*/ 6155207 w 7751780"/>
                    <a:gd name="connsiteY3" fmla="*/ 754743 h 5573485"/>
                    <a:gd name="connsiteX4" fmla="*/ 7374408 w 7751780"/>
                    <a:gd name="connsiteY4" fmla="*/ 0 h 5573485"/>
                    <a:gd name="connsiteX5" fmla="*/ 7606637 w 7751780"/>
                    <a:gd name="connsiteY5" fmla="*/ 1364343 h 5573485"/>
                    <a:gd name="connsiteX6" fmla="*/ 7751780 w 7751780"/>
                    <a:gd name="connsiteY6" fmla="*/ 2569028 h 5573485"/>
                    <a:gd name="connsiteX7" fmla="*/ 4950521 w 7751780"/>
                    <a:gd name="connsiteY7" fmla="*/ 5573485 h 5573485"/>
                    <a:gd name="connsiteX8" fmla="*/ 4674752 w 7751780"/>
                    <a:gd name="connsiteY8" fmla="*/ 5486399 h 5573485"/>
                    <a:gd name="connsiteX9" fmla="*/ 146294 w 7751780"/>
                    <a:gd name="connsiteY9" fmla="*/ 1074056 h 5573485"/>
                    <a:gd name="connsiteX0" fmla="*/ 146294 w 7751780"/>
                    <a:gd name="connsiteY0" fmla="*/ 1074056 h 5573485"/>
                    <a:gd name="connsiteX1" fmla="*/ 755893 w 7751780"/>
                    <a:gd name="connsiteY1" fmla="*/ 391887 h 5573485"/>
                    <a:gd name="connsiteX2" fmla="*/ 2584691 w 7751780"/>
                    <a:gd name="connsiteY2" fmla="*/ 2220687 h 5573485"/>
                    <a:gd name="connsiteX3" fmla="*/ 6155207 w 7751780"/>
                    <a:gd name="connsiteY3" fmla="*/ 754743 h 5573485"/>
                    <a:gd name="connsiteX4" fmla="*/ 7374408 w 7751780"/>
                    <a:gd name="connsiteY4" fmla="*/ 0 h 5573485"/>
                    <a:gd name="connsiteX5" fmla="*/ 7606637 w 7751780"/>
                    <a:gd name="connsiteY5" fmla="*/ 1364343 h 5573485"/>
                    <a:gd name="connsiteX6" fmla="*/ 7751780 w 7751780"/>
                    <a:gd name="connsiteY6" fmla="*/ 2569028 h 5573485"/>
                    <a:gd name="connsiteX7" fmla="*/ 4950521 w 7751780"/>
                    <a:gd name="connsiteY7" fmla="*/ 5573485 h 5573485"/>
                    <a:gd name="connsiteX8" fmla="*/ 4674752 w 7751780"/>
                    <a:gd name="connsiteY8" fmla="*/ 5486399 h 5573485"/>
                    <a:gd name="connsiteX9" fmla="*/ 146294 w 7751780"/>
                    <a:gd name="connsiteY9" fmla="*/ 1074056 h 5573485"/>
                    <a:gd name="connsiteX0" fmla="*/ 146294 w 7751780"/>
                    <a:gd name="connsiteY0" fmla="*/ 1074056 h 5573485"/>
                    <a:gd name="connsiteX1" fmla="*/ 755893 w 7751780"/>
                    <a:gd name="connsiteY1" fmla="*/ 391887 h 5573485"/>
                    <a:gd name="connsiteX2" fmla="*/ 2584691 w 7751780"/>
                    <a:gd name="connsiteY2" fmla="*/ 2220687 h 5573485"/>
                    <a:gd name="connsiteX3" fmla="*/ 4094178 w 7751780"/>
                    <a:gd name="connsiteY3" fmla="*/ 1611086 h 5573485"/>
                    <a:gd name="connsiteX4" fmla="*/ 6155207 w 7751780"/>
                    <a:gd name="connsiteY4" fmla="*/ 754743 h 5573485"/>
                    <a:gd name="connsiteX5" fmla="*/ 7374408 w 7751780"/>
                    <a:gd name="connsiteY5" fmla="*/ 0 h 5573485"/>
                    <a:gd name="connsiteX6" fmla="*/ 7606637 w 7751780"/>
                    <a:gd name="connsiteY6" fmla="*/ 1364343 h 5573485"/>
                    <a:gd name="connsiteX7" fmla="*/ 7751780 w 7751780"/>
                    <a:gd name="connsiteY7" fmla="*/ 2569028 h 5573485"/>
                    <a:gd name="connsiteX8" fmla="*/ 4950521 w 7751780"/>
                    <a:gd name="connsiteY8" fmla="*/ 5573485 h 5573485"/>
                    <a:gd name="connsiteX9" fmla="*/ 4674752 w 7751780"/>
                    <a:gd name="connsiteY9" fmla="*/ 5486399 h 5573485"/>
                    <a:gd name="connsiteX10" fmla="*/ 146294 w 7751780"/>
                    <a:gd name="connsiteY10" fmla="*/ 1074056 h 5573485"/>
                    <a:gd name="connsiteX0" fmla="*/ 362859 w 7968345"/>
                    <a:gd name="connsiteY0" fmla="*/ 1944913 h 6444342"/>
                    <a:gd name="connsiteX1" fmla="*/ 972458 w 7968345"/>
                    <a:gd name="connsiteY1" fmla="*/ 1262744 h 6444342"/>
                    <a:gd name="connsiteX2" fmla="*/ 2801256 w 7968345"/>
                    <a:gd name="connsiteY2" fmla="*/ 3091544 h 6444342"/>
                    <a:gd name="connsiteX3" fmla="*/ 0 w 7968345"/>
                    <a:gd name="connsiteY3" fmla="*/ 0 h 6444342"/>
                    <a:gd name="connsiteX4" fmla="*/ 6371772 w 7968345"/>
                    <a:gd name="connsiteY4" fmla="*/ 1625600 h 6444342"/>
                    <a:gd name="connsiteX5" fmla="*/ 7590973 w 7968345"/>
                    <a:gd name="connsiteY5" fmla="*/ 870857 h 6444342"/>
                    <a:gd name="connsiteX6" fmla="*/ 7823202 w 7968345"/>
                    <a:gd name="connsiteY6" fmla="*/ 2235200 h 6444342"/>
                    <a:gd name="connsiteX7" fmla="*/ 7968345 w 7968345"/>
                    <a:gd name="connsiteY7" fmla="*/ 3439885 h 6444342"/>
                    <a:gd name="connsiteX8" fmla="*/ 5167086 w 7968345"/>
                    <a:gd name="connsiteY8" fmla="*/ 6444342 h 6444342"/>
                    <a:gd name="connsiteX9" fmla="*/ 4891317 w 7968345"/>
                    <a:gd name="connsiteY9" fmla="*/ 6357256 h 6444342"/>
                    <a:gd name="connsiteX10" fmla="*/ 362859 w 7968345"/>
                    <a:gd name="connsiteY10" fmla="*/ 1944913 h 6444342"/>
                    <a:gd name="connsiteX0" fmla="*/ 449944 w 8055430"/>
                    <a:gd name="connsiteY0" fmla="*/ 1857827 h 6357256"/>
                    <a:gd name="connsiteX1" fmla="*/ 1059543 w 8055430"/>
                    <a:gd name="connsiteY1" fmla="*/ 1175658 h 6357256"/>
                    <a:gd name="connsiteX2" fmla="*/ 2888341 w 8055430"/>
                    <a:gd name="connsiteY2" fmla="*/ 3004458 h 6357256"/>
                    <a:gd name="connsiteX3" fmla="*/ 0 w 8055430"/>
                    <a:gd name="connsiteY3" fmla="*/ 0 h 6357256"/>
                    <a:gd name="connsiteX4" fmla="*/ 6458857 w 8055430"/>
                    <a:gd name="connsiteY4" fmla="*/ 1538514 h 6357256"/>
                    <a:gd name="connsiteX5" fmla="*/ 7678058 w 8055430"/>
                    <a:gd name="connsiteY5" fmla="*/ 783771 h 6357256"/>
                    <a:gd name="connsiteX6" fmla="*/ 7910287 w 8055430"/>
                    <a:gd name="connsiteY6" fmla="*/ 2148114 h 6357256"/>
                    <a:gd name="connsiteX7" fmla="*/ 8055430 w 8055430"/>
                    <a:gd name="connsiteY7" fmla="*/ 3352799 h 6357256"/>
                    <a:gd name="connsiteX8" fmla="*/ 5254171 w 8055430"/>
                    <a:gd name="connsiteY8" fmla="*/ 6357256 h 6357256"/>
                    <a:gd name="connsiteX9" fmla="*/ 4978402 w 8055430"/>
                    <a:gd name="connsiteY9" fmla="*/ 6270170 h 6357256"/>
                    <a:gd name="connsiteX10" fmla="*/ 449944 w 8055430"/>
                    <a:gd name="connsiteY10" fmla="*/ 1857827 h 6357256"/>
                    <a:gd name="connsiteX0" fmla="*/ 406401 w 8011887"/>
                    <a:gd name="connsiteY0" fmla="*/ 1828799 h 6328228"/>
                    <a:gd name="connsiteX1" fmla="*/ 1016000 w 8011887"/>
                    <a:gd name="connsiteY1" fmla="*/ 1146630 h 6328228"/>
                    <a:gd name="connsiteX2" fmla="*/ 2844798 w 8011887"/>
                    <a:gd name="connsiteY2" fmla="*/ 2975430 h 6328228"/>
                    <a:gd name="connsiteX3" fmla="*/ 0 w 8011887"/>
                    <a:gd name="connsiteY3" fmla="*/ 0 h 6328228"/>
                    <a:gd name="connsiteX4" fmla="*/ 6415314 w 8011887"/>
                    <a:gd name="connsiteY4" fmla="*/ 1509486 h 6328228"/>
                    <a:gd name="connsiteX5" fmla="*/ 7634515 w 8011887"/>
                    <a:gd name="connsiteY5" fmla="*/ 754743 h 6328228"/>
                    <a:gd name="connsiteX6" fmla="*/ 7866744 w 8011887"/>
                    <a:gd name="connsiteY6" fmla="*/ 2119086 h 6328228"/>
                    <a:gd name="connsiteX7" fmla="*/ 8011887 w 8011887"/>
                    <a:gd name="connsiteY7" fmla="*/ 3323771 h 6328228"/>
                    <a:gd name="connsiteX8" fmla="*/ 5210628 w 8011887"/>
                    <a:gd name="connsiteY8" fmla="*/ 6328228 h 6328228"/>
                    <a:gd name="connsiteX9" fmla="*/ 4934859 w 8011887"/>
                    <a:gd name="connsiteY9" fmla="*/ 6241142 h 6328228"/>
                    <a:gd name="connsiteX10" fmla="*/ 406401 w 8011887"/>
                    <a:gd name="connsiteY10" fmla="*/ 1828799 h 6328228"/>
                    <a:gd name="connsiteX0" fmla="*/ 420915 w 8026401"/>
                    <a:gd name="connsiteY0" fmla="*/ 1828799 h 6328228"/>
                    <a:gd name="connsiteX1" fmla="*/ 1030514 w 8026401"/>
                    <a:gd name="connsiteY1" fmla="*/ 1146630 h 6328228"/>
                    <a:gd name="connsiteX2" fmla="*/ 2859312 w 8026401"/>
                    <a:gd name="connsiteY2" fmla="*/ 2975430 h 6328228"/>
                    <a:gd name="connsiteX3" fmla="*/ 0 w 8026401"/>
                    <a:gd name="connsiteY3" fmla="*/ 0 h 6328228"/>
                    <a:gd name="connsiteX4" fmla="*/ 6429828 w 8026401"/>
                    <a:gd name="connsiteY4" fmla="*/ 1509486 h 6328228"/>
                    <a:gd name="connsiteX5" fmla="*/ 7649029 w 8026401"/>
                    <a:gd name="connsiteY5" fmla="*/ 754743 h 6328228"/>
                    <a:gd name="connsiteX6" fmla="*/ 7881258 w 8026401"/>
                    <a:gd name="connsiteY6" fmla="*/ 2119086 h 6328228"/>
                    <a:gd name="connsiteX7" fmla="*/ 8026401 w 8026401"/>
                    <a:gd name="connsiteY7" fmla="*/ 3323771 h 6328228"/>
                    <a:gd name="connsiteX8" fmla="*/ 5225142 w 8026401"/>
                    <a:gd name="connsiteY8" fmla="*/ 6328228 h 6328228"/>
                    <a:gd name="connsiteX9" fmla="*/ 4949373 w 8026401"/>
                    <a:gd name="connsiteY9" fmla="*/ 6241142 h 6328228"/>
                    <a:gd name="connsiteX10" fmla="*/ 420915 w 8026401"/>
                    <a:gd name="connsiteY10" fmla="*/ 1828799 h 6328228"/>
                    <a:gd name="connsiteX0" fmla="*/ 420915 w 8026401"/>
                    <a:gd name="connsiteY0" fmla="*/ 1828799 h 6328228"/>
                    <a:gd name="connsiteX1" fmla="*/ 1030514 w 8026401"/>
                    <a:gd name="connsiteY1" fmla="*/ 1146630 h 6328228"/>
                    <a:gd name="connsiteX2" fmla="*/ 2859312 w 8026401"/>
                    <a:gd name="connsiteY2" fmla="*/ 2975430 h 6328228"/>
                    <a:gd name="connsiteX3" fmla="*/ 0 w 8026401"/>
                    <a:gd name="connsiteY3" fmla="*/ 0 h 6328228"/>
                    <a:gd name="connsiteX4" fmla="*/ 1698171 w 8026401"/>
                    <a:gd name="connsiteY4" fmla="*/ 377372 h 6328228"/>
                    <a:gd name="connsiteX5" fmla="*/ 6429828 w 8026401"/>
                    <a:gd name="connsiteY5" fmla="*/ 1509486 h 6328228"/>
                    <a:gd name="connsiteX6" fmla="*/ 7649029 w 8026401"/>
                    <a:gd name="connsiteY6" fmla="*/ 754743 h 6328228"/>
                    <a:gd name="connsiteX7" fmla="*/ 7881258 w 8026401"/>
                    <a:gd name="connsiteY7" fmla="*/ 2119086 h 6328228"/>
                    <a:gd name="connsiteX8" fmla="*/ 8026401 w 8026401"/>
                    <a:gd name="connsiteY8" fmla="*/ 3323771 h 6328228"/>
                    <a:gd name="connsiteX9" fmla="*/ 5225142 w 8026401"/>
                    <a:gd name="connsiteY9" fmla="*/ 6328228 h 6328228"/>
                    <a:gd name="connsiteX10" fmla="*/ 4949373 w 8026401"/>
                    <a:gd name="connsiteY10" fmla="*/ 6241142 h 6328228"/>
                    <a:gd name="connsiteX11" fmla="*/ 420915 w 8026401"/>
                    <a:gd name="connsiteY11" fmla="*/ 1828799 h 6328228"/>
                    <a:gd name="connsiteX0" fmla="*/ 420915 w 8026401"/>
                    <a:gd name="connsiteY0" fmla="*/ 2539998 h 7039427"/>
                    <a:gd name="connsiteX1" fmla="*/ 1030514 w 8026401"/>
                    <a:gd name="connsiteY1" fmla="*/ 1857829 h 7039427"/>
                    <a:gd name="connsiteX2" fmla="*/ 2859312 w 8026401"/>
                    <a:gd name="connsiteY2" fmla="*/ 3686629 h 7039427"/>
                    <a:gd name="connsiteX3" fmla="*/ 0 w 8026401"/>
                    <a:gd name="connsiteY3" fmla="*/ 711199 h 7039427"/>
                    <a:gd name="connsiteX4" fmla="*/ 899885 w 8026401"/>
                    <a:gd name="connsiteY4" fmla="*/ 0 h 7039427"/>
                    <a:gd name="connsiteX5" fmla="*/ 6429828 w 8026401"/>
                    <a:gd name="connsiteY5" fmla="*/ 2220685 h 7039427"/>
                    <a:gd name="connsiteX6" fmla="*/ 7649029 w 8026401"/>
                    <a:gd name="connsiteY6" fmla="*/ 1465942 h 7039427"/>
                    <a:gd name="connsiteX7" fmla="*/ 7881258 w 8026401"/>
                    <a:gd name="connsiteY7" fmla="*/ 2830285 h 7039427"/>
                    <a:gd name="connsiteX8" fmla="*/ 8026401 w 8026401"/>
                    <a:gd name="connsiteY8" fmla="*/ 4034970 h 7039427"/>
                    <a:gd name="connsiteX9" fmla="*/ 5225142 w 8026401"/>
                    <a:gd name="connsiteY9" fmla="*/ 7039427 h 7039427"/>
                    <a:gd name="connsiteX10" fmla="*/ 4949373 w 8026401"/>
                    <a:gd name="connsiteY10" fmla="*/ 6952341 h 7039427"/>
                    <a:gd name="connsiteX11" fmla="*/ 420915 w 8026401"/>
                    <a:gd name="connsiteY11" fmla="*/ 2539998 h 7039427"/>
                    <a:gd name="connsiteX0" fmla="*/ 420915 w 8026401"/>
                    <a:gd name="connsiteY0" fmla="*/ 2665438 h 7164867"/>
                    <a:gd name="connsiteX1" fmla="*/ 1030514 w 8026401"/>
                    <a:gd name="connsiteY1" fmla="*/ 1983269 h 7164867"/>
                    <a:gd name="connsiteX2" fmla="*/ 2859312 w 8026401"/>
                    <a:gd name="connsiteY2" fmla="*/ 3812069 h 7164867"/>
                    <a:gd name="connsiteX3" fmla="*/ 0 w 8026401"/>
                    <a:gd name="connsiteY3" fmla="*/ 836639 h 7164867"/>
                    <a:gd name="connsiteX4" fmla="*/ 899885 w 8026401"/>
                    <a:gd name="connsiteY4" fmla="*/ 125440 h 7164867"/>
                    <a:gd name="connsiteX5" fmla="*/ 6429828 w 8026401"/>
                    <a:gd name="connsiteY5" fmla="*/ 2346125 h 7164867"/>
                    <a:gd name="connsiteX6" fmla="*/ 7649029 w 8026401"/>
                    <a:gd name="connsiteY6" fmla="*/ 1591382 h 7164867"/>
                    <a:gd name="connsiteX7" fmla="*/ 7881258 w 8026401"/>
                    <a:gd name="connsiteY7" fmla="*/ 2955725 h 7164867"/>
                    <a:gd name="connsiteX8" fmla="*/ 8026401 w 8026401"/>
                    <a:gd name="connsiteY8" fmla="*/ 4160410 h 7164867"/>
                    <a:gd name="connsiteX9" fmla="*/ 5225142 w 8026401"/>
                    <a:gd name="connsiteY9" fmla="*/ 7164867 h 7164867"/>
                    <a:gd name="connsiteX10" fmla="*/ 4949373 w 8026401"/>
                    <a:gd name="connsiteY10" fmla="*/ 7077781 h 7164867"/>
                    <a:gd name="connsiteX11" fmla="*/ 420915 w 8026401"/>
                    <a:gd name="connsiteY11" fmla="*/ 2665438 h 7164867"/>
                    <a:gd name="connsiteX0" fmla="*/ 534938 w 8140424"/>
                    <a:gd name="connsiteY0" fmla="*/ 2718214 h 7217643"/>
                    <a:gd name="connsiteX1" fmla="*/ 1144537 w 8140424"/>
                    <a:gd name="connsiteY1" fmla="*/ 2036045 h 7217643"/>
                    <a:gd name="connsiteX2" fmla="*/ 2973335 w 8140424"/>
                    <a:gd name="connsiteY2" fmla="*/ 3864845 h 7217643"/>
                    <a:gd name="connsiteX3" fmla="*/ 114023 w 8140424"/>
                    <a:gd name="connsiteY3" fmla="*/ 889415 h 7217643"/>
                    <a:gd name="connsiteX4" fmla="*/ 1013908 w 8140424"/>
                    <a:gd name="connsiteY4" fmla="*/ 178216 h 7217643"/>
                    <a:gd name="connsiteX5" fmla="*/ 6543851 w 8140424"/>
                    <a:gd name="connsiteY5" fmla="*/ 2398901 h 7217643"/>
                    <a:gd name="connsiteX6" fmla="*/ 7763052 w 8140424"/>
                    <a:gd name="connsiteY6" fmla="*/ 1644158 h 7217643"/>
                    <a:gd name="connsiteX7" fmla="*/ 7995281 w 8140424"/>
                    <a:gd name="connsiteY7" fmla="*/ 3008501 h 7217643"/>
                    <a:gd name="connsiteX8" fmla="*/ 8140424 w 8140424"/>
                    <a:gd name="connsiteY8" fmla="*/ 4213186 h 7217643"/>
                    <a:gd name="connsiteX9" fmla="*/ 5339165 w 8140424"/>
                    <a:gd name="connsiteY9" fmla="*/ 7217643 h 7217643"/>
                    <a:gd name="connsiteX10" fmla="*/ 5063396 w 8140424"/>
                    <a:gd name="connsiteY10" fmla="*/ 7130557 h 7217643"/>
                    <a:gd name="connsiteX11" fmla="*/ 534938 w 8140424"/>
                    <a:gd name="connsiteY11" fmla="*/ 2718214 h 7217643"/>
                    <a:gd name="connsiteX0" fmla="*/ 534938 w 8140424"/>
                    <a:gd name="connsiteY0" fmla="*/ 2718214 h 7217643"/>
                    <a:gd name="connsiteX1" fmla="*/ 1144537 w 8140424"/>
                    <a:gd name="connsiteY1" fmla="*/ 2036045 h 7217643"/>
                    <a:gd name="connsiteX2" fmla="*/ 2973335 w 8140424"/>
                    <a:gd name="connsiteY2" fmla="*/ 3864845 h 7217643"/>
                    <a:gd name="connsiteX3" fmla="*/ 114023 w 8140424"/>
                    <a:gd name="connsiteY3" fmla="*/ 889415 h 7217643"/>
                    <a:gd name="connsiteX4" fmla="*/ 1013908 w 8140424"/>
                    <a:gd name="connsiteY4" fmla="*/ 178216 h 7217643"/>
                    <a:gd name="connsiteX5" fmla="*/ 3510366 w 8140424"/>
                    <a:gd name="connsiteY5" fmla="*/ 1194217 h 7217643"/>
                    <a:gd name="connsiteX6" fmla="*/ 6543851 w 8140424"/>
                    <a:gd name="connsiteY6" fmla="*/ 2398901 h 7217643"/>
                    <a:gd name="connsiteX7" fmla="*/ 7763052 w 8140424"/>
                    <a:gd name="connsiteY7" fmla="*/ 1644158 h 7217643"/>
                    <a:gd name="connsiteX8" fmla="*/ 7995281 w 8140424"/>
                    <a:gd name="connsiteY8" fmla="*/ 3008501 h 7217643"/>
                    <a:gd name="connsiteX9" fmla="*/ 8140424 w 8140424"/>
                    <a:gd name="connsiteY9" fmla="*/ 4213186 h 7217643"/>
                    <a:gd name="connsiteX10" fmla="*/ 5339165 w 8140424"/>
                    <a:gd name="connsiteY10" fmla="*/ 7217643 h 7217643"/>
                    <a:gd name="connsiteX11" fmla="*/ 5063396 w 8140424"/>
                    <a:gd name="connsiteY11" fmla="*/ 7130557 h 7217643"/>
                    <a:gd name="connsiteX12" fmla="*/ 534938 w 8140424"/>
                    <a:gd name="connsiteY12" fmla="*/ 2718214 h 7217643"/>
                    <a:gd name="connsiteX0" fmla="*/ 534938 w 8140424"/>
                    <a:gd name="connsiteY0" fmla="*/ 2718214 h 7217643"/>
                    <a:gd name="connsiteX1" fmla="*/ 1144537 w 8140424"/>
                    <a:gd name="connsiteY1" fmla="*/ 2036045 h 7217643"/>
                    <a:gd name="connsiteX2" fmla="*/ 2973335 w 8140424"/>
                    <a:gd name="connsiteY2" fmla="*/ 3864845 h 7217643"/>
                    <a:gd name="connsiteX3" fmla="*/ 114023 w 8140424"/>
                    <a:gd name="connsiteY3" fmla="*/ 889415 h 7217643"/>
                    <a:gd name="connsiteX4" fmla="*/ 1013908 w 8140424"/>
                    <a:gd name="connsiteY4" fmla="*/ 178216 h 7217643"/>
                    <a:gd name="connsiteX5" fmla="*/ 3379737 w 8140424"/>
                    <a:gd name="connsiteY5" fmla="*/ 2631131 h 7217643"/>
                    <a:gd name="connsiteX6" fmla="*/ 6543851 w 8140424"/>
                    <a:gd name="connsiteY6" fmla="*/ 2398901 h 7217643"/>
                    <a:gd name="connsiteX7" fmla="*/ 7763052 w 8140424"/>
                    <a:gd name="connsiteY7" fmla="*/ 1644158 h 7217643"/>
                    <a:gd name="connsiteX8" fmla="*/ 7995281 w 8140424"/>
                    <a:gd name="connsiteY8" fmla="*/ 3008501 h 7217643"/>
                    <a:gd name="connsiteX9" fmla="*/ 8140424 w 8140424"/>
                    <a:gd name="connsiteY9" fmla="*/ 4213186 h 7217643"/>
                    <a:gd name="connsiteX10" fmla="*/ 5339165 w 8140424"/>
                    <a:gd name="connsiteY10" fmla="*/ 7217643 h 7217643"/>
                    <a:gd name="connsiteX11" fmla="*/ 5063396 w 8140424"/>
                    <a:gd name="connsiteY11" fmla="*/ 7130557 h 7217643"/>
                    <a:gd name="connsiteX12" fmla="*/ 534938 w 8140424"/>
                    <a:gd name="connsiteY12" fmla="*/ 2718214 h 7217643"/>
                    <a:gd name="connsiteX0" fmla="*/ 534938 w 8140424"/>
                    <a:gd name="connsiteY0" fmla="*/ 2718214 h 7217643"/>
                    <a:gd name="connsiteX1" fmla="*/ 1144537 w 8140424"/>
                    <a:gd name="connsiteY1" fmla="*/ 2036045 h 7217643"/>
                    <a:gd name="connsiteX2" fmla="*/ 2973335 w 8140424"/>
                    <a:gd name="connsiteY2" fmla="*/ 3864845 h 7217643"/>
                    <a:gd name="connsiteX3" fmla="*/ 114023 w 8140424"/>
                    <a:gd name="connsiteY3" fmla="*/ 889415 h 7217643"/>
                    <a:gd name="connsiteX4" fmla="*/ 1013908 w 8140424"/>
                    <a:gd name="connsiteY4" fmla="*/ 178216 h 7217643"/>
                    <a:gd name="connsiteX5" fmla="*/ 3437794 w 8140424"/>
                    <a:gd name="connsiteY5" fmla="*/ 2616616 h 7217643"/>
                    <a:gd name="connsiteX6" fmla="*/ 6543851 w 8140424"/>
                    <a:gd name="connsiteY6" fmla="*/ 2398901 h 7217643"/>
                    <a:gd name="connsiteX7" fmla="*/ 7763052 w 8140424"/>
                    <a:gd name="connsiteY7" fmla="*/ 1644158 h 7217643"/>
                    <a:gd name="connsiteX8" fmla="*/ 7995281 w 8140424"/>
                    <a:gd name="connsiteY8" fmla="*/ 3008501 h 7217643"/>
                    <a:gd name="connsiteX9" fmla="*/ 8140424 w 8140424"/>
                    <a:gd name="connsiteY9" fmla="*/ 4213186 h 7217643"/>
                    <a:gd name="connsiteX10" fmla="*/ 5339165 w 8140424"/>
                    <a:gd name="connsiteY10" fmla="*/ 7217643 h 7217643"/>
                    <a:gd name="connsiteX11" fmla="*/ 5063396 w 8140424"/>
                    <a:gd name="connsiteY11" fmla="*/ 7130557 h 7217643"/>
                    <a:gd name="connsiteX12" fmla="*/ 534938 w 8140424"/>
                    <a:gd name="connsiteY12" fmla="*/ 2718214 h 7217643"/>
                    <a:gd name="connsiteX0" fmla="*/ 534938 w 8140424"/>
                    <a:gd name="connsiteY0" fmla="*/ 2718214 h 7217643"/>
                    <a:gd name="connsiteX1" fmla="*/ 1144537 w 8140424"/>
                    <a:gd name="connsiteY1" fmla="*/ 2036045 h 7217643"/>
                    <a:gd name="connsiteX2" fmla="*/ 2973335 w 8140424"/>
                    <a:gd name="connsiteY2" fmla="*/ 3864845 h 7217643"/>
                    <a:gd name="connsiteX3" fmla="*/ 114023 w 8140424"/>
                    <a:gd name="connsiteY3" fmla="*/ 889415 h 7217643"/>
                    <a:gd name="connsiteX4" fmla="*/ 1013908 w 8140424"/>
                    <a:gd name="connsiteY4" fmla="*/ 178216 h 7217643"/>
                    <a:gd name="connsiteX5" fmla="*/ 3437794 w 8140424"/>
                    <a:gd name="connsiteY5" fmla="*/ 2616616 h 7217643"/>
                    <a:gd name="connsiteX6" fmla="*/ 4932766 w 8140424"/>
                    <a:gd name="connsiteY6" fmla="*/ 2471474 h 7217643"/>
                    <a:gd name="connsiteX7" fmla="*/ 6543851 w 8140424"/>
                    <a:gd name="connsiteY7" fmla="*/ 2398901 h 7217643"/>
                    <a:gd name="connsiteX8" fmla="*/ 7763052 w 8140424"/>
                    <a:gd name="connsiteY8" fmla="*/ 1644158 h 7217643"/>
                    <a:gd name="connsiteX9" fmla="*/ 7995281 w 8140424"/>
                    <a:gd name="connsiteY9" fmla="*/ 3008501 h 7217643"/>
                    <a:gd name="connsiteX10" fmla="*/ 8140424 w 8140424"/>
                    <a:gd name="connsiteY10" fmla="*/ 4213186 h 7217643"/>
                    <a:gd name="connsiteX11" fmla="*/ 5339165 w 8140424"/>
                    <a:gd name="connsiteY11" fmla="*/ 7217643 h 7217643"/>
                    <a:gd name="connsiteX12" fmla="*/ 5063396 w 8140424"/>
                    <a:gd name="connsiteY12" fmla="*/ 7130557 h 7217643"/>
                    <a:gd name="connsiteX13" fmla="*/ 534938 w 8140424"/>
                    <a:gd name="connsiteY13" fmla="*/ 2718214 h 7217643"/>
                    <a:gd name="connsiteX0" fmla="*/ 534938 w 8140424"/>
                    <a:gd name="connsiteY0" fmla="*/ 2859312 h 7358741"/>
                    <a:gd name="connsiteX1" fmla="*/ 1144537 w 8140424"/>
                    <a:gd name="connsiteY1" fmla="*/ 2177143 h 7358741"/>
                    <a:gd name="connsiteX2" fmla="*/ 2973335 w 8140424"/>
                    <a:gd name="connsiteY2" fmla="*/ 4005943 h 7358741"/>
                    <a:gd name="connsiteX3" fmla="*/ 114023 w 8140424"/>
                    <a:gd name="connsiteY3" fmla="*/ 1030513 h 7358741"/>
                    <a:gd name="connsiteX4" fmla="*/ 1013908 w 8140424"/>
                    <a:gd name="connsiteY4" fmla="*/ 319314 h 7358741"/>
                    <a:gd name="connsiteX5" fmla="*/ 3437794 w 8140424"/>
                    <a:gd name="connsiteY5" fmla="*/ 2757714 h 7358741"/>
                    <a:gd name="connsiteX6" fmla="*/ 723623 w 8140424"/>
                    <a:gd name="connsiteY6" fmla="*/ 0 h 7358741"/>
                    <a:gd name="connsiteX7" fmla="*/ 6543851 w 8140424"/>
                    <a:gd name="connsiteY7" fmla="*/ 2539999 h 7358741"/>
                    <a:gd name="connsiteX8" fmla="*/ 7763052 w 8140424"/>
                    <a:gd name="connsiteY8" fmla="*/ 1785256 h 7358741"/>
                    <a:gd name="connsiteX9" fmla="*/ 7995281 w 8140424"/>
                    <a:gd name="connsiteY9" fmla="*/ 3149599 h 7358741"/>
                    <a:gd name="connsiteX10" fmla="*/ 8140424 w 8140424"/>
                    <a:gd name="connsiteY10" fmla="*/ 4354284 h 7358741"/>
                    <a:gd name="connsiteX11" fmla="*/ 5339165 w 8140424"/>
                    <a:gd name="connsiteY11" fmla="*/ 7358741 h 7358741"/>
                    <a:gd name="connsiteX12" fmla="*/ 5063396 w 8140424"/>
                    <a:gd name="connsiteY12" fmla="*/ 7271655 h 7358741"/>
                    <a:gd name="connsiteX13" fmla="*/ 534938 w 8140424"/>
                    <a:gd name="connsiteY13" fmla="*/ 2859312 h 7358741"/>
                    <a:gd name="connsiteX0" fmla="*/ 534938 w 8140424"/>
                    <a:gd name="connsiteY0" fmla="*/ 2859312 h 7358741"/>
                    <a:gd name="connsiteX1" fmla="*/ 1144537 w 8140424"/>
                    <a:gd name="connsiteY1" fmla="*/ 2177143 h 7358741"/>
                    <a:gd name="connsiteX2" fmla="*/ 2973335 w 8140424"/>
                    <a:gd name="connsiteY2" fmla="*/ 4005943 h 7358741"/>
                    <a:gd name="connsiteX3" fmla="*/ 114023 w 8140424"/>
                    <a:gd name="connsiteY3" fmla="*/ 1030513 h 7358741"/>
                    <a:gd name="connsiteX4" fmla="*/ 1013908 w 8140424"/>
                    <a:gd name="connsiteY4" fmla="*/ 319314 h 7358741"/>
                    <a:gd name="connsiteX5" fmla="*/ 3437794 w 8140424"/>
                    <a:gd name="connsiteY5" fmla="*/ 2757714 h 7358741"/>
                    <a:gd name="connsiteX6" fmla="*/ 723623 w 8140424"/>
                    <a:gd name="connsiteY6" fmla="*/ 0 h 7358741"/>
                    <a:gd name="connsiteX7" fmla="*/ 3713566 w 8140424"/>
                    <a:gd name="connsiteY7" fmla="*/ 1291772 h 7358741"/>
                    <a:gd name="connsiteX8" fmla="*/ 6543851 w 8140424"/>
                    <a:gd name="connsiteY8" fmla="*/ 2539999 h 7358741"/>
                    <a:gd name="connsiteX9" fmla="*/ 7763052 w 8140424"/>
                    <a:gd name="connsiteY9" fmla="*/ 1785256 h 7358741"/>
                    <a:gd name="connsiteX10" fmla="*/ 7995281 w 8140424"/>
                    <a:gd name="connsiteY10" fmla="*/ 3149599 h 7358741"/>
                    <a:gd name="connsiteX11" fmla="*/ 8140424 w 8140424"/>
                    <a:gd name="connsiteY11" fmla="*/ 4354284 h 7358741"/>
                    <a:gd name="connsiteX12" fmla="*/ 5339165 w 8140424"/>
                    <a:gd name="connsiteY12" fmla="*/ 7358741 h 7358741"/>
                    <a:gd name="connsiteX13" fmla="*/ 5063396 w 8140424"/>
                    <a:gd name="connsiteY13" fmla="*/ 7271655 h 7358741"/>
                    <a:gd name="connsiteX14" fmla="*/ 534938 w 8140424"/>
                    <a:gd name="connsiteY14" fmla="*/ 2859312 h 7358741"/>
                    <a:gd name="connsiteX0" fmla="*/ 534938 w 8140424"/>
                    <a:gd name="connsiteY0" fmla="*/ 3555997 h 8055426"/>
                    <a:gd name="connsiteX1" fmla="*/ 1144537 w 8140424"/>
                    <a:gd name="connsiteY1" fmla="*/ 2873828 h 8055426"/>
                    <a:gd name="connsiteX2" fmla="*/ 2973335 w 8140424"/>
                    <a:gd name="connsiteY2" fmla="*/ 4702628 h 8055426"/>
                    <a:gd name="connsiteX3" fmla="*/ 114023 w 8140424"/>
                    <a:gd name="connsiteY3" fmla="*/ 1727198 h 8055426"/>
                    <a:gd name="connsiteX4" fmla="*/ 1013908 w 8140424"/>
                    <a:gd name="connsiteY4" fmla="*/ 1015999 h 8055426"/>
                    <a:gd name="connsiteX5" fmla="*/ 3437794 w 8140424"/>
                    <a:gd name="connsiteY5" fmla="*/ 3454399 h 8055426"/>
                    <a:gd name="connsiteX6" fmla="*/ 723623 w 8140424"/>
                    <a:gd name="connsiteY6" fmla="*/ 696685 h 8055426"/>
                    <a:gd name="connsiteX7" fmla="*/ 1696080 w 8140424"/>
                    <a:gd name="connsiteY7" fmla="*/ 0 h 8055426"/>
                    <a:gd name="connsiteX8" fmla="*/ 6543851 w 8140424"/>
                    <a:gd name="connsiteY8" fmla="*/ 3236684 h 8055426"/>
                    <a:gd name="connsiteX9" fmla="*/ 7763052 w 8140424"/>
                    <a:gd name="connsiteY9" fmla="*/ 2481941 h 8055426"/>
                    <a:gd name="connsiteX10" fmla="*/ 7995281 w 8140424"/>
                    <a:gd name="connsiteY10" fmla="*/ 3846284 h 8055426"/>
                    <a:gd name="connsiteX11" fmla="*/ 8140424 w 8140424"/>
                    <a:gd name="connsiteY11" fmla="*/ 5050969 h 8055426"/>
                    <a:gd name="connsiteX12" fmla="*/ 5339165 w 8140424"/>
                    <a:gd name="connsiteY12" fmla="*/ 8055426 h 8055426"/>
                    <a:gd name="connsiteX13" fmla="*/ 5063396 w 8140424"/>
                    <a:gd name="connsiteY13" fmla="*/ 7968340 h 8055426"/>
                    <a:gd name="connsiteX14" fmla="*/ 534938 w 8140424"/>
                    <a:gd name="connsiteY14" fmla="*/ 3555997 h 8055426"/>
                    <a:gd name="connsiteX0" fmla="*/ 534938 w 8140424"/>
                    <a:gd name="connsiteY0" fmla="*/ 3662537 h 8161966"/>
                    <a:gd name="connsiteX1" fmla="*/ 1144537 w 8140424"/>
                    <a:gd name="connsiteY1" fmla="*/ 2980368 h 8161966"/>
                    <a:gd name="connsiteX2" fmla="*/ 2973335 w 8140424"/>
                    <a:gd name="connsiteY2" fmla="*/ 4809168 h 8161966"/>
                    <a:gd name="connsiteX3" fmla="*/ 114023 w 8140424"/>
                    <a:gd name="connsiteY3" fmla="*/ 1833738 h 8161966"/>
                    <a:gd name="connsiteX4" fmla="*/ 1013908 w 8140424"/>
                    <a:gd name="connsiteY4" fmla="*/ 1122539 h 8161966"/>
                    <a:gd name="connsiteX5" fmla="*/ 3437794 w 8140424"/>
                    <a:gd name="connsiteY5" fmla="*/ 3560939 h 8161966"/>
                    <a:gd name="connsiteX6" fmla="*/ 723623 w 8140424"/>
                    <a:gd name="connsiteY6" fmla="*/ 803225 h 8161966"/>
                    <a:gd name="connsiteX7" fmla="*/ 1696080 w 8140424"/>
                    <a:gd name="connsiteY7" fmla="*/ 106540 h 8161966"/>
                    <a:gd name="connsiteX8" fmla="*/ 6543851 w 8140424"/>
                    <a:gd name="connsiteY8" fmla="*/ 3343224 h 8161966"/>
                    <a:gd name="connsiteX9" fmla="*/ 7763052 w 8140424"/>
                    <a:gd name="connsiteY9" fmla="*/ 2588481 h 8161966"/>
                    <a:gd name="connsiteX10" fmla="*/ 7995281 w 8140424"/>
                    <a:gd name="connsiteY10" fmla="*/ 3952824 h 8161966"/>
                    <a:gd name="connsiteX11" fmla="*/ 8140424 w 8140424"/>
                    <a:gd name="connsiteY11" fmla="*/ 5157509 h 8161966"/>
                    <a:gd name="connsiteX12" fmla="*/ 5339165 w 8140424"/>
                    <a:gd name="connsiteY12" fmla="*/ 8161966 h 8161966"/>
                    <a:gd name="connsiteX13" fmla="*/ 5063396 w 8140424"/>
                    <a:gd name="connsiteY13" fmla="*/ 8074880 h 8161966"/>
                    <a:gd name="connsiteX14" fmla="*/ 534938 w 8140424"/>
                    <a:gd name="connsiteY14" fmla="*/ 3662537 h 8161966"/>
                    <a:gd name="connsiteX0" fmla="*/ 534938 w 8140424"/>
                    <a:gd name="connsiteY0" fmla="*/ 3662537 h 8161966"/>
                    <a:gd name="connsiteX1" fmla="*/ 1144537 w 8140424"/>
                    <a:gd name="connsiteY1" fmla="*/ 2980368 h 8161966"/>
                    <a:gd name="connsiteX2" fmla="*/ 2973335 w 8140424"/>
                    <a:gd name="connsiteY2" fmla="*/ 4809168 h 8161966"/>
                    <a:gd name="connsiteX3" fmla="*/ 114023 w 8140424"/>
                    <a:gd name="connsiteY3" fmla="*/ 1833738 h 8161966"/>
                    <a:gd name="connsiteX4" fmla="*/ 1013908 w 8140424"/>
                    <a:gd name="connsiteY4" fmla="*/ 1122539 h 8161966"/>
                    <a:gd name="connsiteX5" fmla="*/ 3437794 w 8140424"/>
                    <a:gd name="connsiteY5" fmla="*/ 3560939 h 8161966"/>
                    <a:gd name="connsiteX6" fmla="*/ 723623 w 8140424"/>
                    <a:gd name="connsiteY6" fmla="*/ 803225 h 8161966"/>
                    <a:gd name="connsiteX7" fmla="*/ 1725109 w 8140424"/>
                    <a:gd name="connsiteY7" fmla="*/ 106540 h 8161966"/>
                    <a:gd name="connsiteX8" fmla="*/ 6543851 w 8140424"/>
                    <a:gd name="connsiteY8" fmla="*/ 3343224 h 8161966"/>
                    <a:gd name="connsiteX9" fmla="*/ 7763052 w 8140424"/>
                    <a:gd name="connsiteY9" fmla="*/ 2588481 h 8161966"/>
                    <a:gd name="connsiteX10" fmla="*/ 7995281 w 8140424"/>
                    <a:gd name="connsiteY10" fmla="*/ 3952824 h 8161966"/>
                    <a:gd name="connsiteX11" fmla="*/ 8140424 w 8140424"/>
                    <a:gd name="connsiteY11" fmla="*/ 5157509 h 8161966"/>
                    <a:gd name="connsiteX12" fmla="*/ 5339165 w 8140424"/>
                    <a:gd name="connsiteY12" fmla="*/ 8161966 h 8161966"/>
                    <a:gd name="connsiteX13" fmla="*/ 5063396 w 8140424"/>
                    <a:gd name="connsiteY13" fmla="*/ 8074880 h 8161966"/>
                    <a:gd name="connsiteX14" fmla="*/ 534938 w 8140424"/>
                    <a:gd name="connsiteY14" fmla="*/ 3662537 h 8161966"/>
                    <a:gd name="connsiteX0" fmla="*/ 534938 w 8140424"/>
                    <a:gd name="connsiteY0" fmla="*/ 3722591 h 8222020"/>
                    <a:gd name="connsiteX1" fmla="*/ 1144537 w 8140424"/>
                    <a:gd name="connsiteY1" fmla="*/ 3040422 h 8222020"/>
                    <a:gd name="connsiteX2" fmla="*/ 2973335 w 8140424"/>
                    <a:gd name="connsiteY2" fmla="*/ 4869222 h 8222020"/>
                    <a:gd name="connsiteX3" fmla="*/ 114023 w 8140424"/>
                    <a:gd name="connsiteY3" fmla="*/ 1893792 h 8222020"/>
                    <a:gd name="connsiteX4" fmla="*/ 1013908 w 8140424"/>
                    <a:gd name="connsiteY4" fmla="*/ 1182593 h 8222020"/>
                    <a:gd name="connsiteX5" fmla="*/ 3437794 w 8140424"/>
                    <a:gd name="connsiteY5" fmla="*/ 3620993 h 8222020"/>
                    <a:gd name="connsiteX6" fmla="*/ 723623 w 8140424"/>
                    <a:gd name="connsiteY6" fmla="*/ 863279 h 8222020"/>
                    <a:gd name="connsiteX7" fmla="*/ 1725109 w 8140424"/>
                    <a:gd name="connsiteY7" fmla="*/ 166594 h 8222020"/>
                    <a:gd name="connsiteX8" fmla="*/ 6543851 w 8140424"/>
                    <a:gd name="connsiteY8" fmla="*/ 3403278 h 8222020"/>
                    <a:gd name="connsiteX9" fmla="*/ 7763052 w 8140424"/>
                    <a:gd name="connsiteY9" fmla="*/ 2648535 h 8222020"/>
                    <a:gd name="connsiteX10" fmla="*/ 7995281 w 8140424"/>
                    <a:gd name="connsiteY10" fmla="*/ 4012878 h 8222020"/>
                    <a:gd name="connsiteX11" fmla="*/ 8140424 w 8140424"/>
                    <a:gd name="connsiteY11" fmla="*/ 5217563 h 8222020"/>
                    <a:gd name="connsiteX12" fmla="*/ 5339165 w 8140424"/>
                    <a:gd name="connsiteY12" fmla="*/ 8222020 h 8222020"/>
                    <a:gd name="connsiteX13" fmla="*/ 5063396 w 8140424"/>
                    <a:gd name="connsiteY13" fmla="*/ 8134934 h 8222020"/>
                    <a:gd name="connsiteX14" fmla="*/ 534938 w 8140424"/>
                    <a:gd name="connsiteY14" fmla="*/ 3722591 h 822202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6543851 w 8140424"/>
                    <a:gd name="connsiteY8" fmla="*/ 3428628 h 8247370"/>
                    <a:gd name="connsiteX9" fmla="*/ 7763052 w 8140424"/>
                    <a:gd name="connsiteY9" fmla="*/ 2673885 h 8247370"/>
                    <a:gd name="connsiteX10" fmla="*/ 7995281 w 8140424"/>
                    <a:gd name="connsiteY10" fmla="*/ 4038228 h 8247370"/>
                    <a:gd name="connsiteX11" fmla="*/ 8140424 w 8140424"/>
                    <a:gd name="connsiteY11" fmla="*/ 5242913 h 8247370"/>
                    <a:gd name="connsiteX12" fmla="*/ 5339165 w 8140424"/>
                    <a:gd name="connsiteY12" fmla="*/ 8247370 h 8247370"/>
                    <a:gd name="connsiteX13" fmla="*/ 5063396 w 8140424"/>
                    <a:gd name="connsiteY13" fmla="*/ 8160284 h 8247370"/>
                    <a:gd name="connsiteX14" fmla="*/ 534938 w 8140424"/>
                    <a:gd name="connsiteY14" fmla="*/ 3747941 h 824737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3931280 w 8140424"/>
                    <a:gd name="connsiteY8" fmla="*/ 1672401 h 8247370"/>
                    <a:gd name="connsiteX9" fmla="*/ 6543851 w 8140424"/>
                    <a:gd name="connsiteY9" fmla="*/ 3428628 h 8247370"/>
                    <a:gd name="connsiteX10" fmla="*/ 7763052 w 8140424"/>
                    <a:gd name="connsiteY10" fmla="*/ 2673885 h 8247370"/>
                    <a:gd name="connsiteX11" fmla="*/ 7995281 w 8140424"/>
                    <a:gd name="connsiteY11" fmla="*/ 4038228 h 8247370"/>
                    <a:gd name="connsiteX12" fmla="*/ 8140424 w 8140424"/>
                    <a:gd name="connsiteY12" fmla="*/ 5242913 h 8247370"/>
                    <a:gd name="connsiteX13" fmla="*/ 5339165 w 8140424"/>
                    <a:gd name="connsiteY13" fmla="*/ 8247370 h 8247370"/>
                    <a:gd name="connsiteX14" fmla="*/ 5063396 w 8140424"/>
                    <a:gd name="connsiteY14" fmla="*/ 8160284 h 8247370"/>
                    <a:gd name="connsiteX15" fmla="*/ 534938 w 8140424"/>
                    <a:gd name="connsiteY15" fmla="*/ 3747941 h 824737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4090938 w 8140424"/>
                    <a:gd name="connsiteY8" fmla="*/ 2673887 h 8247370"/>
                    <a:gd name="connsiteX9" fmla="*/ 6543851 w 8140424"/>
                    <a:gd name="connsiteY9" fmla="*/ 3428628 h 8247370"/>
                    <a:gd name="connsiteX10" fmla="*/ 7763052 w 8140424"/>
                    <a:gd name="connsiteY10" fmla="*/ 2673885 h 8247370"/>
                    <a:gd name="connsiteX11" fmla="*/ 7995281 w 8140424"/>
                    <a:gd name="connsiteY11" fmla="*/ 4038228 h 8247370"/>
                    <a:gd name="connsiteX12" fmla="*/ 8140424 w 8140424"/>
                    <a:gd name="connsiteY12" fmla="*/ 5242913 h 8247370"/>
                    <a:gd name="connsiteX13" fmla="*/ 5339165 w 8140424"/>
                    <a:gd name="connsiteY13" fmla="*/ 8247370 h 8247370"/>
                    <a:gd name="connsiteX14" fmla="*/ 5063396 w 8140424"/>
                    <a:gd name="connsiteY14" fmla="*/ 8160284 h 8247370"/>
                    <a:gd name="connsiteX15" fmla="*/ 534938 w 8140424"/>
                    <a:gd name="connsiteY15" fmla="*/ 3747941 h 824737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4090938 w 8140424"/>
                    <a:gd name="connsiteY8" fmla="*/ 2673887 h 8247370"/>
                    <a:gd name="connsiteX9" fmla="*/ 5847166 w 8140424"/>
                    <a:gd name="connsiteY9" fmla="*/ 3196401 h 8247370"/>
                    <a:gd name="connsiteX10" fmla="*/ 6543851 w 8140424"/>
                    <a:gd name="connsiteY10" fmla="*/ 3428628 h 8247370"/>
                    <a:gd name="connsiteX11" fmla="*/ 7763052 w 8140424"/>
                    <a:gd name="connsiteY11" fmla="*/ 2673885 h 8247370"/>
                    <a:gd name="connsiteX12" fmla="*/ 7995281 w 8140424"/>
                    <a:gd name="connsiteY12" fmla="*/ 4038228 h 8247370"/>
                    <a:gd name="connsiteX13" fmla="*/ 8140424 w 8140424"/>
                    <a:gd name="connsiteY13" fmla="*/ 5242913 h 8247370"/>
                    <a:gd name="connsiteX14" fmla="*/ 5339165 w 8140424"/>
                    <a:gd name="connsiteY14" fmla="*/ 8247370 h 8247370"/>
                    <a:gd name="connsiteX15" fmla="*/ 5063396 w 8140424"/>
                    <a:gd name="connsiteY15" fmla="*/ 8160284 h 8247370"/>
                    <a:gd name="connsiteX16" fmla="*/ 534938 w 8140424"/>
                    <a:gd name="connsiteY16" fmla="*/ 3747941 h 824737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4090938 w 8140424"/>
                    <a:gd name="connsiteY8" fmla="*/ 2673887 h 8247370"/>
                    <a:gd name="connsiteX9" fmla="*/ 2058937 w 8140424"/>
                    <a:gd name="connsiteY9" fmla="*/ 540287 h 8247370"/>
                    <a:gd name="connsiteX10" fmla="*/ 6543851 w 8140424"/>
                    <a:gd name="connsiteY10" fmla="*/ 3428628 h 8247370"/>
                    <a:gd name="connsiteX11" fmla="*/ 7763052 w 8140424"/>
                    <a:gd name="connsiteY11" fmla="*/ 2673885 h 8247370"/>
                    <a:gd name="connsiteX12" fmla="*/ 7995281 w 8140424"/>
                    <a:gd name="connsiteY12" fmla="*/ 4038228 h 8247370"/>
                    <a:gd name="connsiteX13" fmla="*/ 8140424 w 8140424"/>
                    <a:gd name="connsiteY13" fmla="*/ 5242913 h 8247370"/>
                    <a:gd name="connsiteX14" fmla="*/ 5339165 w 8140424"/>
                    <a:gd name="connsiteY14" fmla="*/ 8247370 h 8247370"/>
                    <a:gd name="connsiteX15" fmla="*/ 5063396 w 8140424"/>
                    <a:gd name="connsiteY15" fmla="*/ 8160284 h 8247370"/>
                    <a:gd name="connsiteX16" fmla="*/ 534938 w 8140424"/>
                    <a:gd name="connsiteY16" fmla="*/ 3747941 h 824737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4090938 w 8140424"/>
                    <a:gd name="connsiteY8" fmla="*/ 2673887 h 8247370"/>
                    <a:gd name="connsiteX9" fmla="*/ 2102480 w 8140424"/>
                    <a:gd name="connsiteY9" fmla="*/ 540287 h 8247370"/>
                    <a:gd name="connsiteX10" fmla="*/ 6543851 w 8140424"/>
                    <a:gd name="connsiteY10" fmla="*/ 3428628 h 8247370"/>
                    <a:gd name="connsiteX11" fmla="*/ 7763052 w 8140424"/>
                    <a:gd name="connsiteY11" fmla="*/ 2673885 h 8247370"/>
                    <a:gd name="connsiteX12" fmla="*/ 7995281 w 8140424"/>
                    <a:gd name="connsiteY12" fmla="*/ 4038228 h 8247370"/>
                    <a:gd name="connsiteX13" fmla="*/ 8140424 w 8140424"/>
                    <a:gd name="connsiteY13" fmla="*/ 5242913 h 8247370"/>
                    <a:gd name="connsiteX14" fmla="*/ 5339165 w 8140424"/>
                    <a:gd name="connsiteY14" fmla="*/ 8247370 h 8247370"/>
                    <a:gd name="connsiteX15" fmla="*/ 5063396 w 8140424"/>
                    <a:gd name="connsiteY15" fmla="*/ 8160284 h 8247370"/>
                    <a:gd name="connsiteX16" fmla="*/ 534938 w 8140424"/>
                    <a:gd name="connsiteY16" fmla="*/ 3747941 h 824737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4090938 w 8140424"/>
                    <a:gd name="connsiteY8" fmla="*/ 2673887 h 8247370"/>
                    <a:gd name="connsiteX9" fmla="*/ 2102480 w 8140424"/>
                    <a:gd name="connsiteY9" fmla="*/ 540287 h 8247370"/>
                    <a:gd name="connsiteX10" fmla="*/ 3887737 w 8140424"/>
                    <a:gd name="connsiteY10" fmla="*/ 1730458 h 8247370"/>
                    <a:gd name="connsiteX11" fmla="*/ 6543851 w 8140424"/>
                    <a:gd name="connsiteY11" fmla="*/ 3428628 h 8247370"/>
                    <a:gd name="connsiteX12" fmla="*/ 7763052 w 8140424"/>
                    <a:gd name="connsiteY12" fmla="*/ 2673885 h 8247370"/>
                    <a:gd name="connsiteX13" fmla="*/ 7995281 w 8140424"/>
                    <a:gd name="connsiteY13" fmla="*/ 4038228 h 8247370"/>
                    <a:gd name="connsiteX14" fmla="*/ 8140424 w 8140424"/>
                    <a:gd name="connsiteY14" fmla="*/ 5242913 h 8247370"/>
                    <a:gd name="connsiteX15" fmla="*/ 5339165 w 8140424"/>
                    <a:gd name="connsiteY15" fmla="*/ 8247370 h 8247370"/>
                    <a:gd name="connsiteX16" fmla="*/ 5063396 w 8140424"/>
                    <a:gd name="connsiteY16" fmla="*/ 8160284 h 8247370"/>
                    <a:gd name="connsiteX17" fmla="*/ 534938 w 8140424"/>
                    <a:gd name="connsiteY17" fmla="*/ 3747941 h 8247370"/>
                    <a:gd name="connsiteX0" fmla="*/ 534938 w 8140424"/>
                    <a:gd name="connsiteY0" fmla="*/ 3773711 h 8273140"/>
                    <a:gd name="connsiteX1" fmla="*/ 1144537 w 8140424"/>
                    <a:gd name="connsiteY1" fmla="*/ 3091542 h 8273140"/>
                    <a:gd name="connsiteX2" fmla="*/ 2973335 w 8140424"/>
                    <a:gd name="connsiteY2" fmla="*/ 4920342 h 8273140"/>
                    <a:gd name="connsiteX3" fmla="*/ 114023 w 8140424"/>
                    <a:gd name="connsiteY3" fmla="*/ 1944912 h 8273140"/>
                    <a:gd name="connsiteX4" fmla="*/ 1013908 w 8140424"/>
                    <a:gd name="connsiteY4" fmla="*/ 1233713 h 8273140"/>
                    <a:gd name="connsiteX5" fmla="*/ 3437794 w 8140424"/>
                    <a:gd name="connsiteY5" fmla="*/ 3672113 h 8273140"/>
                    <a:gd name="connsiteX6" fmla="*/ 723623 w 8140424"/>
                    <a:gd name="connsiteY6" fmla="*/ 914399 h 8273140"/>
                    <a:gd name="connsiteX7" fmla="*/ 1725109 w 8140424"/>
                    <a:gd name="connsiteY7" fmla="*/ 217714 h 8273140"/>
                    <a:gd name="connsiteX8" fmla="*/ 4090938 w 8140424"/>
                    <a:gd name="connsiteY8" fmla="*/ 2699657 h 8273140"/>
                    <a:gd name="connsiteX9" fmla="*/ 2102480 w 8140424"/>
                    <a:gd name="connsiteY9" fmla="*/ 566057 h 8273140"/>
                    <a:gd name="connsiteX10" fmla="*/ 3176537 w 8140424"/>
                    <a:gd name="connsiteY10" fmla="*/ 0 h 8273140"/>
                    <a:gd name="connsiteX11" fmla="*/ 6543851 w 8140424"/>
                    <a:gd name="connsiteY11" fmla="*/ 3454398 h 8273140"/>
                    <a:gd name="connsiteX12" fmla="*/ 7763052 w 8140424"/>
                    <a:gd name="connsiteY12" fmla="*/ 2699655 h 8273140"/>
                    <a:gd name="connsiteX13" fmla="*/ 7995281 w 8140424"/>
                    <a:gd name="connsiteY13" fmla="*/ 4063998 h 8273140"/>
                    <a:gd name="connsiteX14" fmla="*/ 8140424 w 8140424"/>
                    <a:gd name="connsiteY14" fmla="*/ 5268683 h 8273140"/>
                    <a:gd name="connsiteX15" fmla="*/ 5339165 w 8140424"/>
                    <a:gd name="connsiteY15" fmla="*/ 8273140 h 8273140"/>
                    <a:gd name="connsiteX16" fmla="*/ 5063396 w 8140424"/>
                    <a:gd name="connsiteY16" fmla="*/ 8186054 h 8273140"/>
                    <a:gd name="connsiteX17" fmla="*/ 534938 w 8140424"/>
                    <a:gd name="connsiteY17" fmla="*/ 3773711 h 8273140"/>
                    <a:gd name="connsiteX0" fmla="*/ 534938 w 8140424"/>
                    <a:gd name="connsiteY0" fmla="*/ 3773711 h 8273140"/>
                    <a:gd name="connsiteX1" fmla="*/ 1144537 w 8140424"/>
                    <a:gd name="connsiteY1" fmla="*/ 3091542 h 8273140"/>
                    <a:gd name="connsiteX2" fmla="*/ 2973335 w 8140424"/>
                    <a:gd name="connsiteY2" fmla="*/ 4920342 h 8273140"/>
                    <a:gd name="connsiteX3" fmla="*/ 114023 w 8140424"/>
                    <a:gd name="connsiteY3" fmla="*/ 1944912 h 8273140"/>
                    <a:gd name="connsiteX4" fmla="*/ 1013908 w 8140424"/>
                    <a:gd name="connsiteY4" fmla="*/ 1233713 h 8273140"/>
                    <a:gd name="connsiteX5" fmla="*/ 3437794 w 8140424"/>
                    <a:gd name="connsiteY5" fmla="*/ 3672113 h 8273140"/>
                    <a:gd name="connsiteX6" fmla="*/ 723623 w 8140424"/>
                    <a:gd name="connsiteY6" fmla="*/ 914399 h 8273140"/>
                    <a:gd name="connsiteX7" fmla="*/ 1725109 w 8140424"/>
                    <a:gd name="connsiteY7" fmla="*/ 217714 h 8273140"/>
                    <a:gd name="connsiteX8" fmla="*/ 4090938 w 8140424"/>
                    <a:gd name="connsiteY8" fmla="*/ 2699657 h 8273140"/>
                    <a:gd name="connsiteX9" fmla="*/ 2175052 w 8140424"/>
                    <a:gd name="connsiteY9" fmla="*/ 566057 h 8273140"/>
                    <a:gd name="connsiteX10" fmla="*/ 3176537 w 8140424"/>
                    <a:gd name="connsiteY10" fmla="*/ 0 h 8273140"/>
                    <a:gd name="connsiteX11" fmla="*/ 6543851 w 8140424"/>
                    <a:gd name="connsiteY11" fmla="*/ 3454398 h 8273140"/>
                    <a:gd name="connsiteX12" fmla="*/ 7763052 w 8140424"/>
                    <a:gd name="connsiteY12" fmla="*/ 2699655 h 8273140"/>
                    <a:gd name="connsiteX13" fmla="*/ 7995281 w 8140424"/>
                    <a:gd name="connsiteY13" fmla="*/ 4063998 h 8273140"/>
                    <a:gd name="connsiteX14" fmla="*/ 8140424 w 8140424"/>
                    <a:gd name="connsiteY14" fmla="*/ 5268683 h 8273140"/>
                    <a:gd name="connsiteX15" fmla="*/ 5339165 w 8140424"/>
                    <a:gd name="connsiteY15" fmla="*/ 8273140 h 8273140"/>
                    <a:gd name="connsiteX16" fmla="*/ 5063396 w 8140424"/>
                    <a:gd name="connsiteY16" fmla="*/ 8186054 h 8273140"/>
                    <a:gd name="connsiteX17" fmla="*/ 534938 w 8140424"/>
                    <a:gd name="connsiteY17" fmla="*/ 3773711 h 8273140"/>
                    <a:gd name="connsiteX0" fmla="*/ 534938 w 8140424"/>
                    <a:gd name="connsiteY0" fmla="*/ 3773711 h 8273140"/>
                    <a:gd name="connsiteX1" fmla="*/ 1144537 w 8140424"/>
                    <a:gd name="connsiteY1" fmla="*/ 3091542 h 8273140"/>
                    <a:gd name="connsiteX2" fmla="*/ 2973335 w 8140424"/>
                    <a:gd name="connsiteY2" fmla="*/ 4920342 h 8273140"/>
                    <a:gd name="connsiteX3" fmla="*/ 114023 w 8140424"/>
                    <a:gd name="connsiteY3" fmla="*/ 1944912 h 8273140"/>
                    <a:gd name="connsiteX4" fmla="*/ 1013908 w 8140424"/>
                    <a:gd name="connsiteY4" fmla="*/ 1233713 h 8273140"/>
                    <a:gd name="connsiteX5" fmla="*/ 3437794 w 8140424"/>
                    <a:gd name="connsiteY5" fmla="*/ 3672113 h 8273140"/>
                    <a:gd name="connsiteX6" fmla="*/ 723623 w 8140424"/>
                    <a:gd name="connsiteY6" fmla="*/ 914399 h 8273140"/>
                    <a:gd name="connsiteX7" fmla="*/ 1725109 w 8140424"/>
                    <a:gd name="connsiteY7" fmla="*/ 217714 h 8273140"/>
                    <a:gd name="connsiteX8" fmla="*/ 4090938 w 8140424"/>
                    <a:gd name="connsiteY8" fmla="*/ 2699657 h 8273140"/>
                    <a:gd name="connsiteX9" fmla="*/ 2102480 w 8140424"/>
                    <a:gd name="connsiteY9" fmla="*/ 566057 h 8273140"/>
                    <a:gd name="connsiteX10" fmla="*/ 3176537 w 8140424"/>
                    <a:gd name="connsiteY10" fmla="*/ 0 h 8273140"/>
                    <a:gd name="connsiteX11" fmla="*/ 6543851 w 8140424"/>
                    <a:gd name="connsiteY11" fmla="*/ 3454398 h 8273140"/>
                    <a:gd name="connsiteX12" fmla="*/ 7763052 w 8140424"/>
                    <a:gd name="connsiteY12" fmla="*/ 2699655 h 8273140"/>
                    <a:gd name="connsiteX13" fmla="*/ 7995281 w 8140424"/>
                    <a:gd name="connsiteY13" fmla="*/ 4063998 h 8273140"/>
                    <a:gd name="connsiteX14" fmla="*/ 8140424 w 8140424"/>
                    <a:gd name="connsiteY14" fmla="*/ 5268683 h 8273140"/>
                    <a:gd name="connsiteX15" fmla="*/ 5339165 w 8140424"/>
                    <a:gd name="connsiteY15" fmla="*/ 8273140 h 8273140"/>
                    <a:gd name="connsiteX16" fmla="*/ 5063396 w 8140424"/>
                    <a:gd name="connsiteY16" fmla="*/ 8186054 h 8273140"/>
                    <a:gd name="connsiteX17" fmla="*/ 534938 w 8140424"/>
                    <a:gd name="connsiteY17" fmla="*/ 3773711 h 8273140"/>
                    <a:gd name="connsiteX0" fmla="*/ 534938 w 8140424"/>
                    <a:gd name="connsiteY0" fmla="*/ 3773711 h 8273140"/>
                    <a:gd name="connsiteX1" fmla="*/ 1144537 w 8140424"/>
                    <a:gd name="connsiteY1" fmla="*/ 3091542 h 8273140"/>
                    <a:gd name="connsiteX2" fmla="*/ 2973335 w 8140424"/>
                    <a:gd name="connsiteY2" fmla="*/ 4920342 h 8273140"/>
                    <a:gd name="connsiteX3" fmla="*/ 114023 w 8140424"/>
                    <a:gd name="connsiteY3" fmla="*/ 1944912 h 8273140"/>
                    <a:gd name="connsiteX4" fmla="*/ 1013908 w 8140424"/>
                    <a:gd name="connsiteY4" fmla="*/ 1233713 h 8273140"/>
                    <a:gd name="connsiteX5" fmla="*/ 3437794 w 8140424"/>
                    <a:gd name="connsiteY5" fmla="*/ 3672113 h 8273140"/>
                    <a:gd name="connsiteX6" fmla="*/ 723623 w 8140424"/>
                    <a:gd name="connsiteY6" fmla="*/ 914399 h 8273140"/>
                    <a:gd name="connsiteX7" fmla="*/ 1725109 w 8140424"/>
                    <a:gd name="connsiteY7" fmla="*/ 217714 h 8273140"/>
                    <a:gd name="connsiteX8" fmla="*/ 4090938 w 8140424"/>
                    <a:gd name="connsiteY8" fmla="*/ 2699657 h 8273140"/>
                    <a:gd name="connsiteX9" fmla="*/ 2102480 w 8140424"/>
                    <a:gd name="connsiteY9" fmla="*/ 566057 h 8273140"/>
                    <a:gd name="connsiteX10" fmla="*/ 3176537 w 8140424"/>
                    <a:gd name="connsiteY10" fmla="*/ 0 h 8273140"/>
                    <a:gd name="connsiteX11" fmla="*/ 6543851 w 8140424"/>
                    <a:gd name="connsiteY11" fmla="*/ 3454398 h 8273140"/>
                    <a:gd name="connsiteX12" fmla="*/ 7763052 w 8140424"/>
                    <a:gd name="connsiteY12" fmla="*/ 2699655 h 8273140"/>
                    <a:gd name="connsiteX13" fmla="*/ 7995281 w 8140424"/>
                    <a:gd name="connsiteY13" fmla="*/ 4063998 h 8273140"/>
                    <a:gd name="connsiteX14" fmla="*/ 8140424 w 8140424"/>
                    <a:gd name="connsiteY14" fmla="*/ 5268683 h 8273140"/>
                    <a:gd name="connsiteX15" fmla="*/ 5339165 w 8140424"/>
                    <a:gd name="connsiteY15" fmla="*/ 8273140 h 8273140"/>
                    <a:gd name="connsiteX16" fmla="*/ 5063396 w 8140424"/>
                    <a:gd name="connsiteY16" fmla="*/ 8186054 h 8273140"/>
                    <a:gd name="connsiteX17" fmla="*/ 534938 w 8140424"/>
                    <a:gd name="connsiteY17" fmla="*/ 3773711 h 8273140"/>
                    <a:gd name="connsiteX0" fmla="*/ 534938 w 8140424"/>
                    <a:gd name="connsiteY0" fmla="*/ 4045114 h 8544543"/>
                    <a:gd name="connsiteX1" fmla="*/ 1144537 w 8140424"/>
                    <a:gd name="connsiteY1" fmla="*/ 3362945 h 8544543"/>
                    <a:gd name="connsiteX2" fmla="*/ 2973335 w 8140424"/>
                    <a:gd name="connsiteY2" fmla="*/ 5191745 h 8544543"/>
                    <a:gd name="connsiteX3" fmla="*/ 114023 w 8140424"/>
                    <a:gd name="connsiteY3" fmla="*/ 2216315 h 8544543"/>
                    <a:gd name="connsiteX4" fmla="*/ 1013908 w 8140424"/>
                    <a:gd name="connsiteY4" fmla="*/ 1505116 h 8544543"/>
                    <a:gd name="connsiteX5" fmla="*/ 3437794 w 8140424"/>
                    <a:gd name="connsiteY5" fmla="*/ 3943516 h 8544543"/>
                    <a:gd name="connsiteX6" fmla="*/ 723623 w 8140424"/>
                    <a:gd name="connsiteY6" fmla="*/ 1185802 h 8544543"/>
                    <a:gd name="connsiteX7" fmla="*/ 1725109 w 8140424"/>
                    <a:gd name="connsiteY7" fmla="*/ 489117 h 8544543"/>
                    <a:gd name="connsiteX8" fmla="*/ 4090938 w 8140424"/>
                    <a:gd name="connsiteY8" fmla="*/ 2971060 h 8544543"/>
                    <a:gd name="connsiteX9" fmla="*/ 2102480 w 8140424"/>
                    <a:gd name="connsiteY9" fmla="*/ 837460 h 8544543"/>
                    <a:gd name="connsiteX10" fmla="*/ 3176537 w 8140424"/>
                    <a:gd name="connsiteY10" fmla="*/ 271403 h 8544543"/>
                    <a:gd name="connsiteX11" fmla="*/ 6543851 w 8140424"/>
                    <a:gd name="connsiteY11" fmla="*/ 3725801 h 8544543"/>
                    <a:gd name="connsiteX12" fmla="*/ 7763052 w 8140424"/>
                    <a:gd name="connsiteY12" fmla="*/ 2971058 h 8544543"/>
                    <a:gd name="connsiteX13" fmla="*/ 7995281 w 8140424"/>
                    <a:gd name="connsiteY13" fmla="*/ 4335401 h 8544543"/>
                    <a:gd name="connsiteX14" fmla="*/ 8140424 w 8140424"/>
                    <a:gd name="connsiteY14" fmla="*/ 5540086 h 8544543"/>
                    <a:gd name="connsiteX15" fmla="*/ 5339165 w 8140424"/>
                    <a:gd name="connsiteY15" fmla="*/ 8544543 h 8544543"/>
                    <a:gd name="connsiteX16" fmla="*/ 5063396 w 8140424"/>
                    <a:gd name="connsiteY16" fmla="*/ 8457457 h 8544543"/>
                    <a:gd name="connsiteX17" fmla="*/ 534938 w 8140424"/>
                    <a:gd name="connsiteY17" fmla="*/ 4045114 h 8544543"/>
                    <a:gd name="connsiteX0" fmla="*/ 534938 w 8140424"/>
                    <a:gd name="connsiteY0" fmla="*/ 4041454 h 8540883"/>
                    <a:gd name="connsiteX1" fmla="*/ 1144537 w 8140424"/>
                    <a:gd name="connsiteY1" fmla="*/ 3359285 h 8540883"/>
                    <a:gd name="connsiteX2" fmla="*/ 2973335 w 8140424"/>
                    <a:gd name="connsiteY2" fmla="*/ 5188085 h 8540883"/>
                    <a:gd name="connsiteX3" fmla="*/ 114023 w 8140424"/>
                    <a:gd name="connsiteY3" fmla="*/ 2212655 h 8540883"/>
                    <a:gd name="connsiteX4" fmla="*/ 1013908 w 8140424"/>
                    <a:gd name="connsiteY4" fmla="*/ 1501456 h 8540883"/>
                    <a:gd name="connsiteX5" fmla="*/ 3437794 w 8140424"/>
                    <a:gd name="connsiteY5" fmla="*/ 3939856 h 8540883"/>
                    <a:gd name="connsiteX6" fmla="*/ 723623 w 8140424"/>
                    <a:gd name="connsiteY6" fmla="*/ 1182142 h 8540883"/>
                    <a:gd name="connsiteX7" fmla="*/ 1725109 w 8140424"/>
                    <a:gd name="connsiteY7" fmla="*/ 485457 h 8540883"/>
                    <a:gd name="connsiteX8" fmla="*/ 4090938 w 8140424"/>
                    <a:gd name="connsiteY8" fmla="*/ 2967400 h 8540883"/>
                    <a:gd name="connsiteX9" fmla="*/ 2102480 w 8140424"/>
                    <a:gd name="connsiteY9" fmla="*/ 833800 h 8540883"/>
                    <a:gd name="connsiteX10" fmla="*/ 3176537 w 8140424"/>
                    <a:gd name="connsiteY10" fmla="*/ 267743 h 8540883"/>
                    <a:gd name="connsiteX11" fmla="*/ 6543851 w 8140424"/>
                    <a:gd name="connsiteY11" fmla="*/ 3722141 h 8540883"/>
                    <a:gd name="connsiteX12" fmla="*/ 7763052 w 8140424"/>
                    <a:gd name="connsiteY12" fmla="*/ 2967398 h 8540883"/>
                    <a:gd name="connsiteX13" fmla="*/ 7995281 w 8140424"/>
                    <a:gd name="connsiteY13" fmla="*/ 4331741 h 8540883"/>
                    <a:gd name="connsiteX14" fmla="*/ 8140424 w 8140424"/>
                    <a:gd name="connsiteY14" fmla="*/ 5536426 h 8540883"/>
                    <a:gd name="connsiteX15" fmla="*/ 5339165 w 8140424"/>
                    <a:gd name="connsiteY15" fmla="*/ 8540883 h 8540883"/>
                    <a:gd name="connsiteX16" fmla="*/ 5063396 w 8140424"/>
                    <a:gd name="connsiteY16" fmla="*/ 8453797 h 8540883"/>
                    <a:gd name="connsiteX17" fmla="*/ 534938 w 8140424"/>
                    <a:gd name="connsiteY17" fmla="*/ 4041454 h 8540883"/>
                    <a:gd name="connsiteX0" fmla="*/ 534938 w 8140424"/>
                    <a:gd name="connsiteY0" fmla="*/ 4047870 h 8547299"/>
                    <a:gd name="connsiteX1" fmla="*/ 1144537 w 8140424"/>
                    <a:gd name="connsiteY1" fmla="*/ 3365701 h 8547299"/>
                    <a:gd name="connsiteX2" fmla="*/ 2973335 w 8140424"/>
                    <a:gd name="connsiteY2" fmla="*/ 5194501 h 8547299"/>
                    <a:gd name="connsiteX3" fmla="*/ 114023 w 8140424"/>
                    <a:gd name="connsiteY3" fmla="*/ 2219071 h 8547299"/>
                    <a:gd name="connsiteX4" fmla="*/ 1013908 w 8140424"/>
                    <a:gd name="connsiteY4" fmla="*/ 1507872 h 8547299"/>
                    <a:gd name="connsiteX5" fmla="*/ 3437794 w 8140424"/>
                    <a:gd name="connsiteY5" fmla="*/ 3946272 h 8547299"/>
                    <a:gd name="connsiteX6" fmla="*/ 723623 w 8140424"/>
                    <a:gd name="connsiteY6" fmla="*/ 1188558 h 8547299"/>
                    <a:gd name="connsiteX7" fmla="*/ 1725109 w 8140424"/>
                    <a:gd name="connsiteY7" fmla="*/ 491873 h 8547299"/>
                    <a:gd name="connsiteX8" fmla="*/ 4090938 w 8140424"/>
                    <a:gd name="connsiteY8" fmla="*/ 2973816 h 8547299"/>
                    <a:gd name="connsiteX9" fmla="*/ 2102480 w 8140424"/>
                    <a:gd name="connsiteY9" fmla="*/ 840216 h 8547299"/>
                    <a:gd name="connsiteX10" fmla="*/ 3176537 w 8140424"/>
                    <a:gd name="connsiteY10" fmla="*/ 274159 h 8547299"/>
                    <a:gd name="connsiteX11" fmla="*/ 6543851 w 8140424"/>
                    <a:gd name="connsiteY11" fmla="*/ 3728557 h 8547299"/>
                    <a:gd name="connsiteX12" fmla="*/ 7763052 w 8140424"/>
                    <a:gd name="connsiteY12" fmla="*/ 2973814 h 8547299"/>
                    <a:gd name="connsiteX13" fmla="*/ 7995281 w 8140424"/>
                    <a:gd name="connsiteY13" fmla="*/ 4338157 h 8547299"/>
                    <a:gd name="connsiteX14" fmla="*/ 8140424 w 8140424"/>
                    <a:gd name="connsiteY14" fmla="*/ 5542842 h 8547299"/>
                    <a:gd name="connsiteX15" fmla="*/ 5339165 w 8140424"/>
                    <a:gd name="connsiteY15" fmla="*/ 8547299 h 8547299"/>
                    <a:gd name="connsiteX16" fmla="*/ 5063396 w 8140424"/>
                    <a:gd name="connsiteY16" fmla="*/ 8460213 h 8547299"/>
                    <a:gd name="connsiteX17" fmla="*/ 534938 w 8140424"/>
                    <a:gd name="connsiteY17" fmla="*/ 4047870 h 8547299"/>
                    <a:gd name="connsiteX0" fmla="*/ 534938 w 8140424"/>
                    <a:gd name="connsiteY0" fmla="*/ 4023705 h 8523134"/>
                    <a:gd name="connsiteX1" fmla="*/ 1144537 w 8140424"/>
                    <a:gd name="connsiteY1" fmla="*/ 3341536 h 8523134"/>
                    <a:gd name="connsiteX2" fmla="*/ 2973335 w 8140424"/>
                    <a:gd name="connsiteY2" fmla="*/ 5170336 h 8523134"/>
                    <a:gd name="connsiteX3" fmla="*/ 114023 w 8140424"/>
                    <a:gd name="connsiteY3" fmla="*/ 2194906 h 8523134"/>
                    <a:gd name="connsiteX4" fmla="*/ 1013908 w 8140424"/>
                    <a:gd name="connsiteY4" fmla="*/ 1483707 h 8523134"/>
                    <a:gd name="connsiteX5" fmla="*/ 3437794 w 8140424"/>
                    <a:gd name="connsiteY5" fmla="*/ 3922107 h 8523134"/>
                    <a:gd name="connsiteX6" fmla="*/ 723623 w 8140424"/>
                    <a:gd name="connsiteY6" fmla="*/ 1164393 h 8523134"/>
                    <a:gd name="connsiteX7" fmla="*/ 1725109 w 8140424"/>
                    <a:gd name="connsiteY7" fmla="*/ 467708 h 8523134"/>
                    <a:gd name="connsiteX8" fmla="*/ 4090938 w 8140424"/>
                    <a:gd name="connsiteY8" fmla="*/ 2949651 h 8523134"/>
                    <a:gd name="connsiteX9" fmla="*/ 2102480 w 8140424"/>
                    <a:gd name="connsiteY9" fmla="*/ 816051 h 8523134"/>
                    <a:gd name="connsiteX10" fmla="*/ 3176537 w 8140424"/>
                    <a:gd name="connsiteY10" fmla="*/ 249994 h 8523134"/>
                    <a:gd name="connsiteX11" fmla="*/ 6543851 w 8140424"/>
                    <a:gd name="connsiteY11" fmla="*/ 3704392 h 8523134"/>
                    <a:gd name="connsiteX12" fmla="*/ 7763052 w 8140424"/>
                    <a:gd name="connsiteY12" fmla="*/ 2949649 h 8523134"/>
                    <a:gd name="connsiteX13" fmla="*/ 7995281 w 8140424"/>
                    <a:gd name="connsiteY13" fmla="*/ 4313992 h 8523134"/>
                    <a:gd name="connsiteX14" fmla="*/ 8140424 w 8140424"/>
                    <a:gd name="connsiteY14" fmla="*/ 5518677 h 8523134"/>
                    <a:gd name="connsiteX15" fmla="*/ 5339165 w 8140424"/>
                    <a:gd name="connsiteY15" fmla="*/ 8523134 h 8523134"/>
                    <a:gd name="connsiteX16" fmla="*/ 5063396 w 8140424"/>
                    <a:gd name="connsiteY16" fmla="*/ 8436048 h 8523134"/>
                    <a:gd name="connsiteX17" fmla="*/ 534938 w 8140424"/>
                    <a:gd name="connsiteY17" fmla="*/ 4023705 h 852313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7763052 w 8140424"/>
                    <a:gd name="connsiteY12" fmla="*/ 2968999 h 8542484"/>
                    <a:gd name="connsiteX13" fmla="*/ 7995281 w 8140424"/>
                    <a:gd name="connsiteY13" fmla="*/ 4333342 h 8542484"/>
                    <a:gd name="connsiteX14" fmla="*/ 8140424 w 8140424"/>
                    <a:gd name="connsiteY14" fmla="*/ 5538027 h 8542484"/>
                    <a:gd name="connsiteX15" fmla="*/ 5339165 w 8140424"/>
                    <a:gd name="connsiteY15" fmla="*/ 8542484 h 8542484"/>
                    <a:gd name="connsiteX16" fmla="*/ 5063396 w 8140424"/>
                    <a:gd name="connsiteY16" fmla="*/ 8455398 h 8542484"/>
                    <a:gd name="connsiteX17" fmla="*/ 534938 w 8140424"/>
                    <a:gd name="connsiteY17"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7037337 w 8140424"/>
                    <a:gd name="connsiteY12" fmla="*/ 3389915 h 8542484"/>
                    <a:gd name="connsiteX13" fmla="*/ 7763052 w 8140424"/>
                    <a:gd name="connsiteY13" fmla="*/ 2968999 h 8542484"/>
                    <a:gd name="connsiteX14" fmla="*/ 7995281 w 8140424"/>
                    <a:gd name="connsiteY14" fmla="*/ 4333342 h 8542484"/>
                    <a:gd name="connsiteX15" fmla="*/ 8140424 w 8140424"/>
                    <a:gd name="connsiteY15" fmla="*/ 5538027 h 8542484"/>
                    <a:gd name="connsiteX16" fmla="*/ 5339165 w 8140424"/>
                    <a:gd name="connsiteY16" fmla="*/ 8542484 h 8542484"/>
                    <a:gd name="connsiteX17" fmla="*/ 5063396 w 8140424"/>
                    <a:gd name="connsiteY17" fmla="*/ 8455398 h 8542484"/>
                    <a:gd name="connsiteX18" fmla="*/ 534938 w 8140424"/>
                    <a:gd name="connsiteY18"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51966 w 8140424"/>
                    <a:gd name="connsiteY12" fmla="*/ 2243287 h 8542484"/>
                    <a:gd name="connsiteX13" fmla="*/ 7763052 w 8140424"/>
                    <a:gd name="connsiteY13" fmla="*/ 2968999 h 8542484"/>
                    <a:gd name="connsiteX14" fmla="*/ 7995281 w 8140424"/>
                    <a:gd name="connsiteY14" fmla="*/ 4333342 h 8542484"/>
                    <a:gd name="connsiteX15" fmla="*/ 8140424 w 8140424"/>
                    <a:gd name="connsiteY15" fmla="*/ 5538027 h 8542484"/>
                    <a:gd name="connsiteX16" fmla="*/ 5339165 w 8140424"/>
                    <a:gd name="connsiteY16" fmla="*/ 8542484 h 8542484"/>
                    <a:gd name="connsiteX17" fmla="*/ 5063396 w 8140424"/>
                    <a:gd name="connsiteY17" fmla="*/ 8455398 h 8542484"/>
                    <a:gd name="connsiteX18" fmla="*/ 534938 w 8140424"/>
                    <a:gd name="connsiteY18"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51966 w 8140424"/>
                    <a:gd name="connsiteY12" fmla="*/ 2243287 h 8542484"/>
                    <a:gd name="connsiteX13" fmla="*/ 7763052 w 8140424"/>
                    <a:gd name="connsiteY13" fmla="*/ 2968999 h 8542484"/>
                    <a:gd name="connsiteX14" fmla="*/ 7995281 w 8140424"/>
                    <a:gd name="connsiteY14" fmla="*/ 4333342 h 8542484"/>
                    <a:gd name="connsiteX15" fmla="*/ 8140424 w 8140424"/>
                    <a:gd name="connsiteY15" fmla="*/ 5538027 h 8542484"/>
                    <a:gd name="connsiteX16" fmla="*/ 5339165 w 8140424"/>
                    <a:gd name="connsiteY16" fmla="*/ 8542484 h 8542484"/>
                    <a:gd name="connsiteX17" fmla="*/ 5063396 w 8140424"/>
                    <a:gd name="connsiteY17" fmla="*/ 8455398 h 8542484"/>
                    <a:gd name="connsiteX18" fmla="*/ 534938 w 8140424"/>
                    <a:gd name="connsiteY18"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51966 w 8140424"/>
                    <a:gd name="connsiteY12" fmla="*/ 2243287 h 8542484"/>
                    <a:gd name="connsiteX13" fmla="*/ 7763052 w 8140424"/>
                    <a:gd name="connsiteY13" fmla="*/ 2968999 h 8542484"/>
                    <a:gd name="connsiteX14" fmla="*/ 7995281 w 8140424"/>
                    <a:gd name="connsiteY14" fmla="*/ 4333342 h 8542484"/>
                    <a:gd name="connsiteX15" fmla="*/ 8140424 w 8140424"/>
                    <a:gd name="connsiteY15" fmla="*/ 5538027 h 8542484"/>
                    <a:gd name="connsiteX16" fmla="*/ 5339165 w 8140424"/>
                    <a:gd name="connsiteY16" fmla="*/ 8542484 h 8542484"/>
                    <a:gd name="connsiteX17" fmla="*/ 5063396 w 8140424"/>
                    <a:gd name="connsiteY17" fmla="*/ 8455398 h 8542484"/>
                    <a:gd name="connsiteX18" fmla="*/ 534938 w 8140424"/>
                    <a:gd name="connsiteY18"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7763052 w 8140424"/>
                    <a:gd name="connsiteY13" fmla="*/ 2968999 h 8542484"/>
                    <a:gd name="connsiteX14" fmla="*/ 7995281 w 8140424"/>
                    <a:gd name="connsiteY14" fmla="*/ 4333342 h 8542484"/>
                    <a:gd name="connsiteX15" fmla="*/ 8140424 w 8140424"/>
                    <a:gd name="connsiteY15" fmla="*/ 5538027 h 8542484"/>
                    <a:gd name="connsiteX16" fmla="*/ 5339165 w 8140424"/>
                    <a:gd name="connsiteY16" fmla="*/ 8542484 h 8542484"/>
                    <a:gd name="connsiteX17" fmla="*/ 5063396 w 8140424"/>
                    <a:gd name="connsiteY17" fmla="*/ 8455398 h 8542484"/>
                    <a:gd name="connsiteX18" fmla="*/ 534938 w 8140424"/>
                    <a:gd name="connsiteY18"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7269566 w 8140424"/>
                    <a:gd name="connsiteY13" fmla="*/ 2780315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68921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47130 w 8140424"/>
                    <a:gd name="connsiteY0" fmla="*/ 4043055 h 8542484"/>
                    <a:gd name="connsiteX1" fmla="*/ 1168921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47130 w 8140424"/>
                    <a:gd name="connsiteY19" fmla="*/ 4043055 h 8542484"/>
                    <a:gd name="connsiteX0" fmla="*/ 547130 w 8140424"/>
                    <a:gd name="connsiteY0" fmla="*/ 4043055 h 8542484"/>
                    <a:gd name="connsiteX1" fmla="*/ 1168921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47130 w 8140424"/>
                    <a:gd name="connsiteY19" fmla="*/ 4043055 h 8542484"/>
                    <a:gd name="connsiteX0" fmla="*/ 541518 w 8134812"/>
                    <a:gd name="connsiteY0" fmla="*/ 4043055 h 8542484"/>
                    <a:gd name="connsiteX1" fmla="*/ 1163309 w 8134812"/>
                    <a:gd name="connsiteY1" fmla="*/ 3360886 h 8542484"/>
                    <a:gd name="connsiteX2" fmla="*/ 2967723 w 8134812"/>
                    <a:gd name="connsiteY2" fmla="*/ 5189686 h 8542484"/>
                    <a:gd name="connsiteX3" fmla="*/ 108411 w 8134812"/>
                    <a:gd name="connsiteY3" fmla="*/ 2214256 h 8542484"/>
                    <a:gd name="connsiteX4" fmla="*/ 1008296 w 8134812"/>
                    <a:gd name="connsiteY4" fmla="*/ 1503057 h 8542484"/>
                    <a:gd name="connsiteX5" fmla="*/ 3432182 w 8134812"/>
                    <a:gd name="connsiteY5" fmla="*/ 3941457 h 8542484"/>
                    <a:gd name="connsiteX6" fmla="*/ 718011 w 8134812"/>
                    <a:gd name="connsiteY6" fmla="*/ 1183743 h 8542484"/>
                    <a:gd name="connsiteX7" fmla="*/ 1719497 w 8134812"/>
                    <a:gd name="connsiteY7" fmla="*/ 487058 h 8542484"/>
                    <a:gd name="connsiteX8" fmla="*/ 4085326 w 8134812"/>
                    <a:gd name="connsiteY8" fmla="*/ 2969001 h 8542484"/>
                    <a:gd name="connsiteX9" fmla="*/ 2096868 w 8134812"/>
                    <a:gd name="connsiteY9" fmla="*/ 835401 h 8542484"/>
                    <a:gd name="connsiteX10" fmla="*/ 3170925 w 8134812"/>
                    <a:gd name="connsiteY10" fmla="*/ 269344 h 8542484"/>
                    <a:gd name="connsiteX11" fmla="*/ 6538239 w 8134812"/>
                    <a:gd name="connsiteY11" fmla="*/ 3723742 h 8542484"/>
                    <a:gd name="connsiteX12" fmla="*/ 6102811 w 8134812"/>
                    <a:gd name="connsiteY12" fmla="*/ 2243287 h 8542484"/>
                    <a:gd name="connsiteX13" fmla="*/ 6639839 w 8134812"/>
                    <a:gd name="connsiteY13" fmla="*/ 1024087 h 8542484"/>
                    <a:gd name="connsiteX14" fmla="*/ 7757440 w 8134812"/>
                    <a:gd name="connsiteY14" fmla="*/ 2968999 h 8542484"/>
                    <a:gd name="connsiteX15" fmla="*/ 7989669 w 8134812"/>
                    <a:gd name="connsiteY15" fmla="*/ 4333342 h 8542484"/>
                    <a:gd name="connsiteX16" fmla="*/ 8134812 w 8134812"/>
                    <a:gd name="connsiteY16" fmla="*/ 5538027 h 8542484"/>
                    <a:gd name="connsiteX17" fmla="*/ 5333553 w 8134812"/>
                    <a:gd name="connsiteY17" fmla="*/ 8542484 h 8542484"/>
                    <a:gd name="connsiteX18" fmla="*/ 5057784 w 8134812"/>
                    <a:gd name="connsiteY18" fmla="*/ 8455398 h 8542484"/>
                    <a:gd name="connsiteX19" fmla="*/ 541518 w 8134812"/>
                    <a:gd name="connsiteY19" fmla="*/ 4043055 h 8542484"/>
                    <a:gd name="connsiteX0" fmla="*/ 541518 w 8134812"/>
                    <a:gd name="connsiteY0" fmla="*/ 4043055 h 8542484"/>
                    <a:gd name="connsiteX1" fmla="*/ 1163309 w 8134812"/>
                    <a:gd name="connsiteY1" fmla="*/ 3360886 h 8542484"/>
                    <a:gd name="connsiteX2" fmla="*/ 2967723 w 8134812"/>
                    <a:gd name="connsiteY2" fmla="*/ 5189686 h 8542484"/>
                    <a:gd name="connsiteX3" fmla="*/ 108411 w 8134812"/>
                    <a:gd name="connsiteY3" fmla="*/ 2214256 h 8542484"/>
                    <a:gd name="connsiteX4" fmla="*/ 1008296 w 8134812"/>
                    <a:gd name="connsiteY4" fmla="*/ 1503057 h 8542484"/>
                    <a:gd name="connsiteX5" fmla="*/ 3432182 w 8134812"/>
                    <a:gd name="connsiteY5" fmla="*/ 3941457 h 8542484"/>
                    <a:gd name="connsiteX6" fmla="*/ 718011 w 8134812"/>
                    <a:gd name="connsiteY6" fmla="*/ 1183743 h 8542484"/>
                    <a:gd name="connsiteX7" fmla="*/ 1719497 w 8134812"/>
                    <a:gd name="connsiteY7" fmla="*/ 487058 h 8542484"/>
                    <a:gd name="connsiteX8" fmla="*/ 4085326 w 8134812"/>
                    <a:gd name="connsiteY8" fmla="*/ 2969001 h 8542484"/>
                    <a:gd name="connsiteX9" fmla="*/ 2096868 w 8134812"/>
                    <a:gd name="connsiteY9" fmla="*/ 835401 h 8542484"/>
                    <a:gd name="connsiteX10" fmla="*/ 3170925 w 8134812"/>
                    <a:gd name="connsiteY10" fmla="*/ 269344 h 8542484"/>
                    <a:gd name="connsiteX11" fmla="*/ 6538239 w 8134812"/>
                    <a:gd name="connsiteY11" fmla="*/ 3723742 h 8542484"/>
                    <a:gd name="connsiteX12" fmla="*/ 6090619 w 8134812"/>
                    <a:gd name="connsiteY12" fmla="*/ 2231095 h 8542484"/>
                    <a:gd name="connsiteX13" fmla="*/ 6639839 w 8134812"/>
                    <a:gd name="connsiteY13" fmla="*/ 1024087 h 8542484"/>
                    <a:gd name="connsiteX14" fmla="*/ 7757440 w 8134812"/>
                    <a:gd name="connsiteY14" fmla="*/ 2968999 h 8542484"/>
                    <a:gd name="connsiteX15" fmla="*/ 7989669 w 8134812"/>
                    <a:gd name="connsiteY15" fmla="*/ 4333342 h 8542484"/>
                    <a:gd name="connsiteX16" fmla="*/ 8134812 w 8134812"/>
                    <a:gd name="connsiteY16" fmla="*/ 5538027 h 8542484"/>
                    <a:gd name="connsiteX17" fmla="*/ 5333553 w 8134812"/>
                    <a:gd name="connsiteY17" fmla="*/ 8542484 h 8542484"/>
                    <a:gd name="connsiteX18" fmla="*/ 5057784 w 8134812"/>
                    <a:gd name="connsiteY18" fmla="*/ 8455398 h 8542484"/>
                    <a:gd name="connsiteX19" fmla="*/ 541518 w 8134812"/>
                    <a:gd name="connsiteY19" fmla="*/ 4043055 h 8542484"/>
                    <a:gd name="connsiteX0" fmla="*/ 541518 w 8134812"/>
                    <a:gd name="connsiteY0" fmla="*/ 4043055 h 8542484"/>
                    <a:gd name="connsiteX1" fmla="*/ 1163309 w 8134812"/>
                    <a:gd name="connsiteY1" fmla="*/ 3360886 h 8542484"/>
                    <a:gd name="connsiteX2" fmla="*/ 2967723 w 8134812"/>
                    <a:gd name="connsiteY2" fmla="*/ 5189686 h 8542484"/>
                    <a:gd name="connsiteX3" fmla="*/ 108411 w 8134812"/>
                    <a:gd name="connsiteY3" fmla="*/ 2214256 h 8542484"/>
                    <a:gd name="connsiteX4" fmla="*/ 1008296 w 8134812"/>
                    <a:gd name="connsiteY4" fmla="*/ 1503057 h 8542484"/>
                    <a:gd name="connsiteX5" fmla="*/ 3432182 w 8134812"/>
                    <a:gd name="connsiteY5" fmla="*/ 3941457 h 8542484"/>
                    <a:gd name="connsiteX6" fmla="*/ 718011 w 8134812"/>
                    <a:gd name="connsiteY6" fmla="*/ 1183743 h 8542484"/>
                    <a:gd name="connsiteX7" fmla="*/ 1719497 w 8134812"/>
                    <a:gd name="connsiteY7" fmla="*/ 487058 h 8542484"/>
                    <a:gd name="connsiteX8" fmla="*/ 4085326 w 8134812"/>
                    <a:gd name="connsiteY8" fmla="*/ 2969001 h 8542484"/>
                    <a:gd name="connsiteX9" fmla="*/ 2096868 w 8134812"/>
                    <a:gd name="connsiteY9" fmla="*/ 835401 h 8542484"/>
                    <a:gd name="connsiteX10" fmla="*/ 3170925 w 8134812"/>
                    <a:gd name="connsiteY10" fmla="*/ 269344 h 8542484"/>
                    <a:gd name="connsiteX11" fmla="*/ 6538239 w 8134812"/>
                    <a:gd name="connsiteY11" fmla="*/ 3723742 h 8542484"/>
                    <a:gd name="connsiteX12" fmla="*/ 6090619 w 8134812"/>
                    <a:gd name="connsiteY12" fmla="*/ 2231095 h 8542484"/>
                    <a:gd name="connsiteX13" fmla="*/ 6639839 w 8134812"/>
                    <a:gd name="connsiteY13" fmla="*/ 1024087 h 8542484"/>
                    <a:gd name="connsiteX14" fmla="*/ 7757440 w 8134812"/>
                    <a:gd name="connsiteY14" fmla="*/ 2968999 h 8542484"/>
                    <a:gd name="connsiteX15" fmla="*/ 7989669 w 8134812"/>
                    <a:gd name="connsiteY15" fmla="*/ 4333342 h 8542484"/>
                    <a:gd name="connsiteX16" fmla="*/ 8134812 w 8134812"/>
                    <a:gd name="connsiteY16" fmla="*/ 5538027 h 8542484"/>
                    <a:gd name="connsiteX17" fmla="*/ 5333553 w 8134812"/>
                    <a:gd name="connsiteY17" fmla="*/ 8542484 h 8542484"/>
                    <a:gd name="connsiteX18" fmla="*/ 5057784 w 8134812"/>
                    <a:gd name="connsiteY18" fmla="*/ 8455398 h 8542484"/>
                    <a:gd name="connsiteX19" fmla="*/ 541518 w 8134812"/>
                    <a:gd name="connsiteY19" fmla="*/ 4043055 h 8542484"/>
                    <a:gd name="connsiteX0" fmla="*/ 541518 w 8134812"/>
                    <a:gd name="connsiteY0" fmla="*/ 4043055 h 8542484"/>
                    <a:gd name="connsiteX1" fmla="*/ 1163309 w 8134812"/>
                    <a:gd name="connsiteY1" fmla="*/ 3360886 h 8542484"/>
                    <a:gd name="connsiteX2" fmla="*/ 2967723 w 8134812"/>
                    <a:gd name="connsiteY2" fmla="*/ 5189686 h 8542484"/>
                    <a:gd name="connsiteX3" fmla="*/ 108411 w 8134812"/>
                    <a:gd name="connsiteY3" fmla="*/ 2214256 h 8542484"/>
                    <a:gd name="connsiteX4" fmla="*/ 1008296 w 8134812"/>
                    <a:gd name="connsiteY4" fmla="*/ 1503057 h 8542484"/>
                    <a:gd name="connsiteX5" fmla="*/ 3432182 w 8134812"/>
                    <a:gd name="connsiteY5" fmla="*/ 3941457 h 8542484"/>
                    <a:gd name="connsiteX6" fmla="*/ 718011 w 8134812"/>
                    <a:gd name="connsiteY6" fmla="*/ 1183743 h 8542484"/>
                    <a:gd name="connsiteX7" fmla="*/ 1719497 w 8134812"/>
                    <a:gd name="connsiteY7" fmla="*/ 487058 h 8542484"/>
                    <a:gd name="connsiteX8" fmla="*/ 4085326 w 8134812"/>
                    <a:gd name="connsiteY8" fmla="*/ 2969001 h 8542484"/>
                    <a:gd name="connsiteX9" fmla="*/ 2096868 w 8134812"/>
                    <a:gd name="connsiteY9" fmla="*/ 835401 h 8542484"/>
                    <a:gd name="connsiteX10" fmla="*/ 3170925 w 8134812"/>
                    <a:gd name="connsiteY10" fmla="*/ 269344 h 8542484"/>
                    <a:gd name="connsiteX11" fmla="*/ 6538239 w 8134812"/>
                    <a:gd name="connsiteY11" fmla="*/ 3723742 h 8542484"/>
                    <a:gd name="connsiteX12" fmla="*/ 6090619 w 8134812"/>
                    <a:gd name="connsiteY12" fmla="*/ 2231095 h 8542484"/>
                    <a:gd name="connsiteX13" fmla="*/ 6639839 w 8134812"/>
                    <a:gd name="connsiteY13" fmla="*/ 1024087 h 8542484"/>
                    <a:gd name="connsiteX14" fmla="*/ 7757440 w 8134812"/>
                    <a:gd name="connsiteY14" fmla="*/ 2968999 h 8542484"/>
                    <a:gd name="connsiteX15" fmla="*/ 7989669 w 8134812"/>
                    <a:gd name="connsiteY15" fmla="*/ 4333342 h 8542484"/>
                    <a:gd name="connsiteX16" fmla="*/ 8134812 w 8134812"/>
                    <a:gd name="connsiteY16" fmla="*/ 5538027 h 8542484"/>
                    <a:gd name="connsiteX17" fmla="*/ 5333553 w 8134812"/>
                    <a:gd name="connsiteY17" fmla="*/ 8542484 h 8542484"/>
                    <a:gd name="connsiteX18" fmla="*/ 5057784 w 8134812"/>
                    <a:gd name="connsiteY18" fmla="*/ 8455398 h 8542484"/>
                    <a:gd name="connsiteX19" fmla="*/ 541518 w 8134812"/>
                    <a:gd name="connsiteY19" fmla="*/ 4043055 h 8542484"/>
                    <a:gd name="connsiteX0" fmla="*/ 541518 w 8134812"/>
                    <a:gd name="connsiteY0" fmla="*/ 4043055 h 8542484"/>
                    <a:gd name="connsiteX1" fmla="*/ 1163309 w 8134812"/>
                    <a:gd name="connsiteY1" fmla="*/ 3360886 h 8542484"/>
                    <a:gd name="connsiteX2" fmla="*/ 2967723 w 8134812"/>
                    <a:gd name="connsiteY2" fmla="*/ 5189686 h 8542484"/>
                    <a:gd name="connsiteX3" fmla="*/ 108411 w 8134812"/>
                    <a:gd name="connsiteY3" fmla="*/ 2214256 h 8542484"/>
                    <a:gd name="connsiteX4" fmla="*/ 1008296 w 8134812"/>
                    <a:gd name="connsiteY4" fmla="*/ 1503057 h 8542484"/>
                    <a:gd name="connsiteX5" fmla="*/ 3432182 w 8134812"/>
                    <a:gd name="connsiteY5" fmla="*/ 3941457 h 8542484"/>
                    <a:gd name="connsiteX6" fmla="*/ 718011 w 8134812"/>
                    <a:gd name="connsiteY6" fmla="*/ 1183743 h 8542484"/>
                    <a:gd name="connsiteX7" fmla="*/ 1719497 w 8134812"/>
                    <a:gd name="connsiteY7" fmla="*/ 487058 h 8542484"/>
                    <a:gd name="connsiteX8" fmla="*/ 4085326 w 8134812"/>
                    <a:gd name="connsiteY8" fmla="*/ 2969001 h 8542484"/>
                    <a:gd name="connsiteX9" fmla="*/ 2096868 w 8134812"/>
                    <a:gd name="connsiteY9" fmla="*/ 835401 h 8542484"/>
                    <a:gd name="connsiteX10" fmla="*/ 3170925 w 8134812"/>
                    <a:gd name="connsiteY10" fmla="*/ 269344 h 8542484"/>
                    <a:gd name="connsiteX11" fmla="*/ 6538239 w 8134812"/>
                    <a:gd name="connsiteY11" fmla="*/ 3723742 h 8542484"/>
                    <a:gd name="connsiteX12" fmla="*/ 6090619 w 8134812"/>
                    <a:gd name="connsiteY12" fmla="*/ 2231095 h 8542484"/>
                    <a:gd name="connsiteX13" fmla="*/ 6639839 w 8134812"/>
                    <a:gd name="connsiteY13" fmla="*/ 1024087 h 8542484"/>
                    <a:gd name="connsiteX14" fmla="*/ 7757440 w 8134812"/>
                    <a:gd name="connsiteY14" fmla="*/ 2968999 h 8542484"/>
                    <a:gd name="connsiteX15" fmla="*/ 7989669 w 8134812"/>
                    <a:gd name="connsiteY15" fmla="*/ 4333342 h 8542484"/>
                    <a:gd name="connsiteX16" fmla="*/ 8134812 w 8134812"/>
                    <a:gd name="connsiteY16" fmla="*/ 5538027 h 8542484"/>
                    <a:gd name="connsiteX17" fmla="*/ 5333553 w 8134812"/>
                    <a:gd name="connsiteY17" fmla="*/ 8542484 h 8542484"/>
                    <a:gd name="connsiteX18" fmla="*/ 5057784 w 8134812"/>
                    <a:gd name="connsiteY18" fmla="*/ 8455398 h 8542484"/>
                    <a:gd name="connsiteX19" fmla="*/ 541518 w 8134812"/>
                    <a:gd name="connsiteY19" fmla="*/ 4043055 h 8542484"/>
                    <a:gd name="connsiteX0" fmla="*/ 541518 w 8134812"/>
                    <a:gd name="connsiteY0" fmla="*/ 4036746 h 8536175"/>
                    <a:gd name="connsiteX1" fmla="*/ 1163309 w 8134812"/>
                    <a:gd name="connsiteY1" fmla="*/ 3354577 h 8536175"/>
                    <a:gd name="connsiteX2" fmla="*/ 2967723 w 8134812"/>
                    <a:gd name="connsiteY2" fmla="*/ 5183377 h 8536175"/>
                    <a:gd name="connsiteX3" fmla="*/ 108411 w 8134812"/>
                    <a:gd name="connsiteY3" fmla="*/ 2207947 h 8536175"/>
                    <a:gd name="connsiteX4" fmla="*/ 1008296 w 8134812"/>
                    <a:gd name="connsiteY4" fmla="*/ 1496748 h 8536175"/>
                    <a:gd name="connsiteX5" fmla="*/ 3432182 w 8134812"/>
                    <a:gd name="connsiteY5" fmla="*/ 3935148 h 8536175"/>
                    <a:gd name="connsiteX6" fmla="*/ 718011 w 8134812"/>
                    <a:gd name="connsiteY6" fmla="*/ 1177434 h 8536175"/>
                    <a:gd name="connsiteX7" fmla="*/ 1719497 w 8134812"/>
                    <a:gd name="connsiteY7" fmla="*/ 480749 h 8536175"/>
                    <a:gd name="connsiteX8" fmla="*/ 4085326 w 8134812"/>
                    <a:gd name="connsiteY8" fmla="*/ 2962692 h 8536175"/>
                    <a:gd name="connsiteX9" fmla="*/ 2133444 w 8134812"/>
                    <a:gd name="connsiteY9" fmla="*/ 853476 h 8536175"/>
                    <a:gd name="connsiteX10" fmla="*/ 3170925 w 8134812"/>
                    <a:gd name="connsiteY10" fmla="*/ 263035 h 8536175"/>
                    <a:gd name="connsiteX11" fmla="*/ 6538239 w 8134812"/>
                    <a:gd name="connsiteY11" fmla="*/ 3717433 h 8536175"/>
                    <a:gd name="connsiteX12" fmla="*/ 6090619 w 8134812"/>
                    <a:gd name="connsiteY12" fmla="*/ 2224786 h 8536175"/>
                    <a:gd name="connsiteX13" fmla="*/ 6639839 w 8134812"/>
                    <a:gd name="connsiteY13" fmla="*/ 1017778 h 8536175"/>
                    <a:gd name="connsiteX14" fmla="*/ 7757440 w 8134812"/>
                    <a:gd name="connsiteY14" fmla="*/ 2962690 h 8536175"/>
                    <a:gd name="connsiteX15" fmla="*/ 7989669 w 8134812"/>
                    <a:gd name="connsiteY15" fmla="*/ 4327033 h 8536175"/>
                    <a:gd name="connsiteX16" fmla="*/ 8134812 w 8134812"/>
                    <a:gd name="connsiteY16" fmla="*/ 5531718 h 8536175"/>
                    <a:gd name="connsiteX17" fmla="*/ 5333553 w 8134812"/>
                    <a:gd name="connsiteY17" fmla="*/ 8536175 h 8536175"/>
                    <a:gd name="connsiteX18" fmla="*/ 5057784 w 8134812"/>
                    <a:gd name="connsiteY18" fmla="*/ 8449089 h 8536175"/>
                    <a:gd name="connsiteX19" fmla="*/ 541518 w 8134812"/>
                    <a:gd name="connsiteY19" fmla="*/ 4036746 h 8536175"/>
                    <a:gd name="connsiteX0" fmla="*/ 541518 w 8134812"/>
                    <a:gd name="connsiteY0" fmla="*/ 4036746 h 8536175"/>
                    <a:gd name="connsiteX1" fmla="*/ 1163309 w 8134812"/>
                    <a:gd name="connsiteY1" fmla="*/ 3354577 h 8536175"/>
                    <a:gd name="connsiteX2" fmla="*/ 2967723 w 8134812"/>
                    <a:gd name="connsiteY2" fmla="*/ 5183377 h 8536175"/>
                    <a:gd name="connsiteX3" fmla="*/ 108411 w 8134812"/>
                    <a:gd name="connsiteY3" fmla="*/ 2207947 h 8536175"/>
                    <a:gd name="connsiteX4" fmla="*/ 1008296 w 8134812"/>
                    <a:gd name="connsiteY4" fmla="*/ 1496748 h 8536175"/>
                    <a:gd name="connsiteX5" fmla="*/ 3432182 w 8134812"/>
                    <a:gd name="connsiteY5" fmla="*/ 3935148 h 8536175"/>
                    <a:gd name="connsiteX6" fmla="*/ 718011 w 8134812"/>
                    <a:gd name="connsiteY6" fmla="*/ 1177434 h 8536175"/>
                    <a:gd name="connsiteX7" fmla="*/ 1719497 w 8134812"/>
                    <a:gd name="connsiteY7" fmla="*/ 480749 h 8536175"/>
                    <a:gd name="connsiteX8" fmla="*/ 4085326 w 8134812"/>
                    <a:gd name="connsiteY8" fmla="*/ 2962692 h 8536175"/>
                    <a:gd name="connsiteX9" fmla="*/ 2133444 w 8134812"/>
                    <a:gd name="connsiteY9" fmla="*/ 853476 h 8536175"/>
                    <a:gd name="connsiteX10" fmla="*/ 3170925 w 8134812"/>
                    <a:gd name="connsiteY10" fmla="*/ 263035 h 8536175"/>
                    <a:gd name="connsiteX11" fmla="*/ 6538239 w 8134812"/>
                    <a:gd name="connsiteY11" fmla="*/ 3717433 h 8536175"/>
                    <a:gd name="connsiteX12" fmla="*/ 6090619 w 8134812"/>
                    <a:gd name="connsiteY12" fmla="*/ 2224786 h 8536175"/>
                    <a:gd name="connsiteX13" fmla="*/ 6639839 w 8134812"/>
                    <a:gd name="connsiteY13" fmla="*/ 1017778 h 8536175"/>
                    <a:gd name="connsiteX14" fmla="*/ 7757440 w 8134812"/>
                    <a:gd name="connsiteY14" fmla="*/ 2962690 h 8536175"/>
                    <a:gd name="connsiteX15" fmla="*/ 7989669 w 8134812"/>
                    <a:gd name="connsiteY15" fmla="*/ 4327033 h 8536175"/>
                    <a:gd name="connsiteX16" fmla="*/ 8134812 w 8134812"/>
                    <a:gd name="connsiteY16" fmla="*/ 5531718 h 8536175"/>
                    <a:gd name="connsiteX17" fmla="*/ 5333553 w 8134812"/>
                    <a:gd name="connsiteY17" fmla="*/ 8536175 h 8536175"/>
                    <a:gd name="connsiteX18" fmla="*/ 5057784 w 8134812"/>
                    <a:gd name="connsiteY18" fmla="*/ 8449089 h 8536175"/>
                    <a:gd name="connsiteX19" fmla="*/ 541518 w 8134812"/>
                    <a:gd name="connsiteY19" fmla="*/ 4036746 h 8536175"/>
                    <a:gd name="connsiteX0" fmla="*/ 541518 w 8134812"/>
                    <a:gd name="connsiteY0" fmla="*/ 4036746 h 8536175"/>
                    <a:gd name="connsiteX1" fmla="*/ 1163309 w 8134812"/>
                    <a:gd name="connsiteY1" fmla="*/ 3354577 h 8536175"/>
                    <a:gd name="connsiteX2" fmla="*/ 2967723 w 8134812"/>
                    <a:gd name="connsiteY2" fmla="*/ 5183377 h 8536175"/>
                    <a:gd name="connsiteX3" fmla="*/ 108411 w 8134812"/>
                    <a:gd name="connsiteY3" fmla="*/ 2207947 h 8536175"/>
                    <a:gd name="connsiteX4" fmla="*/ 1008296 w 8134812"/>
                    <a:gd name="connsiteY4" fmla="*/ 1496748 h 8536175"/>
                    <a:gd name="connsiteX5" fmla="*/ 3432182 w 8134812"/>
                    <a:gd name="connsiteY5" fmla="*/ 3935148 h 8536175"/>
                    <a:gd name="connsiteX6" fmla="*/ 718011 w 8134812"/>
                    <a:gd name="connsiteY6" fmla="*/ 1177434 h 8536175"/>
                    <a:gd name="connsiteX7" fmla="*/ 1719497 w 8134812"/>
                    <a:gd name="connsiteY7" fmla="*/ 480749 h 8536175"/>
                    <a:gd name="connsiteX8" fmla="*/ 4085326 w 8134812"/>
                    <a:gd name="connsiteY8" fmla="*/ 2962692 h 8536175"/>
                    <a:gd name="connsiteX9" fmla="*/ 2133444 w 8134812"/>
                    <a:gd name="connsiteY9" fmla="*/ 853476 h 8536175"/>
                    <a:gd name="connsiteX10" fmla="*/ 3170925 w 8134812"/>
                    <a:gd name="connsiteY10" fmla="*/ 263035 h 8536175"/>
                    <a:gd name="connsiteX11" fmla="*/ 6538239 w 8134812"/>
                    <a:gd name="connsiteY11" fmla="*/ 3717433 h 8536175"/>
                    <a:gd name="connsiteX12" fmla="*/ 6090619 w 8134812"/>
                    <a:gd name="connsiteY12" fmla="*/ 2224786 h 8536175"/>
                    <a:gd name="connsiteX13" fmla="*/ 6639839 w 8134812"/>
                    <a:gd name="connsiteY13" fmla="*/ 1017778 h 8536175"/>
                    <a:gd name="connsiteX14" fmla="*/ 7757440 w 8134812"/>
                    <a:gd name="connsiteY14" fmla="*/ 2962690 h 8536175"/>
                    <a:gd name="connsiteX15" fmla="*/ 7989669 w 8134812"/>
                    <a:gd name="connsiteY15" fmla="*/ 4327033 h 8536175"/>
                    <a:gd name="connsiteX16" fmla="*/ 8134812 w 8134812"/>
                    <a:gd name="connsiteY16" fmla="*/ 5531718 h 8536175"/>
                    <a:gd name="connsiteX17" fmla="*/ 5333553 w 8134812"/>
                    <a:gd name="connsiteY17" fmla="*/ 8536175 h 8536175"/>
                    <a:gd name="connsiteX18" fmla="*/ 5057784 w 8134812"/>
                    <a:gd name="connsiteY18" fmla="*/ 8449089 h 8536175"/>
                    <a:gd name="connsiteX19" fmla="*/ 541518 w 8134812"/>
                    <a:gd name="connsiteY19" fmla="*/ 4036746 h 8536175"/>
                    <a:gd name="connsiteX0" fmla="*/ 541518 w 8134812"/>
                    <a:gd name="connsiteY0" fmla="*/ 4053000 h 8552429"/>
                    <a:gd name="connsiteX1" fmla="*/ 1163309 w 8134812"/>
                    <a:gd name="connsiteY1" fmla="*/ 3370831 h 8552429"/>
                    <a:gd name="connsiteX2" fmla="*/ 2967723 w 8134812"/>
                    <a:gd name="connsiteY2" fmla="*/ 5199631 h 8552429"/>
                    <a:gd name="connsiteX3" fmla="*/ 108411 w 8134812"/>
                    <a:gd name="connsiteY3" fmla="*/ 2224201 h 8552429"/>
                    <a:gd name="connsiteX4" fmla="*/ 1008296 w 8134812"/>
                    <a:gd name="connsiteY4" fmla="*/ 1513002 h 8552429"/>
                    <a:gd name="connsiteX5" fmla="*/ 3432182 w 8134812"/>
                    <a:gd name="connsiteY5" fmla="*/ 3951402 h 8552429"/>
                    <a:gd name="connsiteX6" fmla="*/ 718011 w 8134812"/>
                    <a:gd name="connsiteY6" fmla="*/ 1193688 h 8552429"/>
                    <a:gd name="connsiteX7" fmla="*/ 1719497 w 8134812"/>
                    <a:gd name="connsiteY7" fmla="*/ 497003 h 8552429"/>
                    <a:gd name="connsiteX8" fmla="*/ 4085326 w 8134812"/>
                    <a:gd name="connsiteY8" fmla="*/ 2978946 h 8552429"/>
                    <a:gd name="connsiteX9" fmla="*/ 2133444 w 8134812"/>
                    <a:gd name="connsiteY9" fmla="*/ 869730 h 8552429"/>
                    <a:gd name="connsiteX10" fmla="*/ 3170925 w 8134812"/>
                    <a:gd name="connsiteY10" fmla="*/ 279289 h 8552429"/>
                    <a:gd name="connsiteX11" fmla="*/ 6538239 w 8134812"/>
                    <a:gd name="connsiteY11" fmla="*/ 3733687 h 8552429"/>
                    <a:gd name="connsiteX12" fmla="*/ 6090619 w 8134812"/>
                    <a:gd name="connsiteY12" fmla="*/ 2241040 h 8552429"/>
                    <a:gd name="connsiteX13" fmla="*/ 6639839 w 8134812"/>
                    <a:gd name="connsiteY13" fmla="*/ 1034032 h 8552429"/>
                    <a:gd name="connsiteX14" fmla="*/ 7757440 w 8134812"/>
                    <a:gd name="connsiteY14" fmla="*/ 2978944 h 8552429"/>
                    <a:gd name="connsiteX15" fmla="*/ 7989669 w 8134812"/>
                    <a:gd name="connsiteY15" fmla="*/ 4343287 h 8552429"/>
                    <a:gd name="connsiteX16" fmla="*/ 8134812 w 8134812"/>
                    <a:gd name="connsiteY16" fmla="*/ 5547972 h 8552429"/>
                    <a:gd name="connsiteX17" fmla="*/ 5333553 w 8134812"/>
                    <a:gd name="connsiteY17" fmla="*/ 8552429 h 8552429"/>
                    <a:gd name="connsiteX18" fmla="*/ 5057784 w 8134812"/>
                    <a:gd name="connsiteY18" fmla="*/ 8465343 h 8552429"/>
                    <a:gd name="connsiteX19" fmla="*/ 541518 w 8134812"/>
                    <a:gd name="connsiteY19" fmla="*/ 4053000 h 8552429"/>
                    <a:gd name="connsiteX0" fmla="*/ 541518 w 8134812"/>
                    <a:gd name="connsiteY0" fmla="*/ 4050353 h 8549782"/>
                    <a:gd name="connsiteX1" fmla="*/ 1163309 w 8134812"/>
                    <a:gd name="connsiteY1" fmla="*/ 3368184 h 8549782"/>
                    <a:gd name="connsiteX2" fmla="*/ 2967723 w 8134812"/>
                    <a:gd name="connsiteY2" fmla="*/ 5196984 h 8549782"/>
                    <a:gd name="connsiteX3" fmla="*/ 108411 w 8134812"/>
                    <a:gd name="connsiteY3" fmla="*/ 2221554 h 8549782"/>
                    <a:gd name="connsiteX4" fmla="*/ 1008296 w 8134812"/>
                    <a:gd name="connsiteY4" fmla="*/ 1510355 h 8549782"/>
                    <a:gd name="connsiteX5" fmla="*/ 3432182 w 8134812"/>
                    <a:gd name="connsiteY5" fmla="*/ 3948755 h 8549782"/>
                    <a:gd name="connsiteX6" fmla="*/ 718011 w 8134812"/>
                    <a:gd name="connsiteY6" fmla="*/ 1191041 h 8549782"/>
                    <a:gd name="connsiteX7" fmla="*/ 1719497 w 8134812"/>
                    <a:gd name="connsiteY7" fmla="*/ 494356 h 8549782"/>
                    <a:gd name="connsiteX8" fmla="*/ 4085326 w 8134812"/>
                    <a:gd name="connsiteY8" fmla="*/ 2976299 h 8549782"/>
                    <a:gd name="connsiteX9" fmla="*/ 2133444 w 8134812"/>
                    <a:gd name="connsiteY9" fmla="*/ 867083 h 8549782"/>
                    <a:gd name="connsiteX10" fmla="*/ 3170925 w 8134812"/>
                    <a:gd name="connsiteY10" fmla="*/ 276642 h 8549782"/>
                    <a:gd name="connsiteX11" fmla="*/ 6538239 w 8134812"/>
                    <a:gd name="connsiteY11" fmla="*/ 3731040 h 8549782"/>
                    <a:gd name="connsiteX12" fmla="*/ 6090619 w 8134812"/>
                    <a:gd name="connsiteY12" fmla="*/ 2238393 h 8549782"/>
                    <a:gd name="connsiteX13" fmla="*/ 6639839 w 8134812"/>
                    <a:gd name="connsiteY13" fmla="*/ 1031385 h 8549782"/>
                    <a:gd name="connsiteX14" fmla="*/ 7757440 w 8134812"/>
                    <a:gd name="connsiteY14" fmla="*/ 2976297 h 8549782"/>
                    <a:gd name="connsiteX15" fmla="*/ 7989669 w 8134812"/>
                    <a:gd name="connsiteY15" fmla="*/ 4340640 h 8549782"/>
                    <a:gd name="connsiteX16" fmla="*/ 8134812 w 8134812"/>
                    <a:gd name="connsiteY16" fmla="*/ 5545325 h 8549782"/>
                    <a:gd name="connsiteX17" fmla="*/ 5333553 w 8134812"/>
                    <a:gd name="connsiteY17" fmla="*/ 8549782 h 8549782"/>
                    <a:gd name="connsiteX18" fmla="*/ 5057784 w 8134812"/>
                    <a:gd name="connsiteY18" fmla="*/ 8462696 h 8549782"/>
                    <a:gd name="connsiteX19" fmla="*/ 541518 w 8134812"/>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9315726"/>
                    <a:gd name="connsiteX1" fmla="*/ 1163309 w 8389877"/>
                    <a:gd name="connsiteY1" fmla="*/ 3368184 h 9315726"/>
                    <a:gd name="connsiteX2" fmla="*/ 2967723 w 8389877"/>
                    <a:gd name="connsiteY2" fmla="*/ 5196984 h 9315726"/>
                    <a:gd name="connsiteX3" fmla="*/ 108411 w 8389877"/>
                    <a:gd name="connsiteY3" fmla="*/ 2221554 h 9315726"/>
                    <a:gd name="connsiteX4" fmla="*/ 1008296 w 8389877"/>
                    <a:gd name="connsiteY4" fmla="*/ 1510355 h 9315726"/>
                    <a:gd name="connsiteX5" fmla="*/ 3432182 w 8389877"/>
                    <a:gd name="connsiteY5" fmla="*/ 3948755 h 9315726"/>
                    <a:gd name="connsiteX6" fmla="*/ 718011 w 8389877"/>
                    <a:gd name="connsiteY6" fmla="*/ 1191041 h 9315726"/>
                    <a:gd name="connsiteX7" fmla="*/ 1719497 w 8389877"/>
                    <a:gd name="connsiteY7" fmla="*/ 494356 h 9315726"/>
                    <a:gd name="connsiteX8" fmla="*/ 4085326 w 8389877"/>
                    <a:gd name="connsiteY8" fmla="*/ 2976299 h 9315726"/>
                    <a:gd name="connsiteX9" fmla="*/ 2133444 w 8389877"/>
                    <a:gd name="connsiteY9" fmla="*/ 867083 h 9315726"/>
                    <a:gd name="connsiteX10" fmla="*/ 3170925 w 8389877"/>
                    <a:gd name="connsiteY10" fmla="*/ 276642 h 9315726"/>
                    <a:gd name="connsiteX11" fmla="*/ 6538239 w 8389877"/>
                    <a:gd name="connsiteY11" fmla="*/ 3731040 h 9315726"/>
                    <a:gd name="connsiteX12" fmla="*/ 6090619 w 8389877"/>
                    <a:gd name="connsiteY12" fmla="*/ 2238393 h 9315726"/>
                    <a:gd name="connsiteX13" fmla="*/ 6639839 w 8389877"/>
                    <a:gd name="connsiteY13" fmla="*/ 1031385 h 9315726"/>
                    <a:gd name="connsiteX14" fmla="*/ 7757440 w 8389877"/>
                    <a:gd name="connsiteY14" fmla="*/ 2976297 h 9315726"/>
                    <a:gd name="connsiteX15" fmla="*/ 7989669 w 8389877"/>
                    <a:gd name="connsiteY15" fmla="*/ 4340640 h 9315726"/>
                    <a:gd name="connsiteX16" fmla="*/ 8389877 w 8389877"/>
                    <a:gd name="connsiteY16" fmla="*/ 5777404 h 9315726"/>
                    <a:gd name="connsiteX17" fmla="*/ 6336452 w 8389877"/>
                    <a:gd name="connsiteY17" fmla="*/ 9315727 h 9315726"/>
                    <a:gd name="connsiteX18" fmla="*/ 5057784 w 8389877"/>
                    <a:gd name="connsiteY18" fmla="*/ 8462696 h 9315726"/>
                    <a:gd name="connsiteX19" fmla="*/ 541518 w 8389877"/>
                    <a:gd name="connsiteY19" fmla="*/ 4050353 h 9315726"/>
                    <a:gd name="connsiteX0" fmla="*/ 541518 w 8389877"/>
                    <a:gd name="connsiteY0" fmla="*/ 4050353 h 9224165"/>
                    <a:gd name="connsiteX1" fmla="*/ 1163309 w 8389877"/>
                    <a:gd name="connsiteY1" fmla="*/ 3368184 h 9224165"/>
                    <a:gd name="connsiteX2" fmla="*/ 2967723 w 8389877"/>
                    <a:gd name="connsiteY2" fmla="*/ 5196984 h 9224165"/>
                    <a:gd name="connsiteX3" fmla="*/ 108411 w 8389877"/>
                    <a:gd name="connsiteY3" fmla="*/ 2221554 h 9224165"/>
                    <a:gd name="connsiteX4" fmla="*/ 1008296 w 8389877"/>
                    <a:gd name="connsiteY4" fmla="*/ 1510355 h 9224165"/>
                    <a:gd name="connsiteX5" fmla="*/ 3432182 w 8389877"/>
                    <a:gd name="connsiteY5" fmla="*/ 3948755 h 9224165"/>
                    <a:gd name="connsiteX6" fmla="*/ 718011 w 8389877"/>
                    <a:gd name="connsiteY6" fmla="*/ 1191041 h 9224165"/>
                    <a:gd name="connsiteX7" fmla="*/ 1719497 w 8389877"/>
                    <a:gd name="connsiteY7" fmla="*/ 494356 h 9224165"/>
                    <a:gd name="connsiteX8" fmla="*/ 4085326 w 8389877"/>
                    <a:gd name="connsiteY8" fmla="*/ 2976299 h 9224165"/>
                    <a:gd name="connsiteX9" fmla="*/ 2133444 w 8389877"/>
                    <a:gd name="connsiteY9" fmla="*/ 867083 h 9224165"/>
                    <a:gd name="connsiteX10" fmla="*/ 3170925 w 8389877"/>
                    <a:gd name="connsiteY10" fmla="*/ 276642 h 9224165"/>
                    <a:gd name="connsiteX11" fmla="*/ 6538239 w 8389877"/>
                    <a:gd name="connsiteY11" fmla="*/ 3731040 h 9224165"/>
                    <a:gd name="connsiteX12" fmla="*/ 6090619 w 8389877"/>
                    <a:gd name="connsiteY12" fmla="*/ 2238393 h 9224165"/>
                    <a:gd name="connsiteX13" fmla="*/ 6639839 w 8389877"/>
                    <a:gd name="connsiteY13" fmla="*/ 1031385 h 9224165"/>
                    <a:gd name="connsiteX14" fmla="*/ 7757440 w 8389877"/>
                    <a:gd name="connsiteY14" fmla="*/ 2976297 h 9224165"/>
                    <a:gd name="connsiteX15" fmla="*/ 7989669 w 8389877"/>
                    <a:gd name="connsiteY15" fmla="*/ 4340640 h 9224165"/>
                    <a:gd name="connsiteX16" fmla="*/ 8389877 w 8389877"/>
                    <a:gd name="connsiteY16" fmla="*/ 5777404 h 9224165"/>
                    <a:gd name="connsiteX17" fmla="*/ 6266896 w 8389877"/>
                    <a:gd name="connsiteY17" fmla="*/ 9224162 h 9224165"/>
                    <a:gd name="connsiteX18" fmla="*/ 5057784 w 8389877"/>
                    <a:gd name="connsiteY18" fmla="*/ 8462696 h 9224165"/>
                    <a:gd name="connsiteX19" fmla="*/ 541518 w 8389877"/>
                    <a:gd name="connsiteY19" fmla="*/ 4050353 h 9224165"/>
                    <a:gd name="connsiteX0" fmla="*/ 541518 w 8389877"/>
                    <a:gd name="connsiteY0" fmla="*/ 4050353 h 9224165"/>
                    <a:gd name="connsiteX1" fmla="*/ 1163309 w 8389877"/>
                    <a:gd name="connsiteY1" fmla="*/ 3368184 h 9224165"/>
                    <a:gd name="connsiteX2" fmla="*/ 2967723 w 8389877"/>
                    <a:gd name="connsiteY2" fmla="*/ 5196984 h 9224165"/>
                    <a:gd name="connsiteX3" fmla="*/ 108411 w 8389877"/>
                    <a:gd name="connsiteY3" fmla="*/ 2221554 h 9224165"/>
                    <a:gd name="connsiteX4" fmla="*/ 1008296 w 8389877"/>
                    <a:gd name="connsiteY4" fmla="*/ 1510355 h 9224165"/>
                    <a:gd name="connsiteX5" fmla="*/ 3432182 w 8389877"/>
                    <a:gd name="connsiteY5" fmla="*/ 3948755 h 9224165"/>
                    <a:gd name="connsiteX6" fmla="*/ 718011 w 8389877"/>
                    <a:gd name="connsiteY6" fmla="*/ 1191041 h 9224165"/>
                    <a:gd name="connsiteX7" fmla="*/ 1719497 w 8389877"/>
                    <a:gd name="connsiteY7" fmla="*/ 494356 h 9224165"/>
                    <a:gd name="connsiteX8" fmla="*/ 4085326 w 8389877"/>
                    <a:gd name="connsiteY8" fmla="*/ 2976299 h 9224165"/>
                    <a:gd name="connsiteX9" fmla="*/ 2133444 w 8389877"/>
                    <a:gd name="connsiteY9" fmla="*/ 867083 h 9224165"/>
                    <a:gd name="connsiteX10" fmla="*/ 3170925 w 8389877"/>
                    <a:gd name="connsiteY10" fmla="*/ 276642 h 9224165"/>
                    <a:gd name="connsiteX11" fmla="*/ 6538239 w 8389877"/>
                    <a:gd name="connsiteY11" fmla="*/ 3731040 h 9224165"/>
                    <a:gd name="connsiteX12" fmla="*/ 6090619 w 8389877"/>
                    <a:gd name="connsiteY12" fmla="*/ 2238393 h 9224165"/>
                    <a:gd name="connsiteX13" fmla="*/ 6639839 w 8389877"/>
                    <a:gd name="connsiteY13" fmla="*/ 1031385 h 9224165"/>
                    <a:gd name="connsiteX14" fmla="*/ 7757440 w 8389877"/>
                    <a:gd name="connsiteY14" fmla="*/ 2976297 h 9224165"/>
                    <a:gd name="connsiteX15" fmla="*/ 7989669 w 8389877"/>
                    <a:gd name="connsiteY15" fmla="*/ 4340640 h 9224165"/>
                    <a:gd name="connsiteX16" fmla="*/ 8389877 w 8389877"/>
                    <a:gd name="connsiteY16" fmla="*/ 5777404 h 9224165"/>
                    <a:gd name="connsiteX17" fmla="*/ 6266896 w 8389877"/>
                    <a:gd name="connsiteY17" fmla="*/ 9224162 h 9224165"/>
                    <a:gd name="connsiteX18" fmla="*/ 5057784 w 8389877"/>
                    <a:gd name="connsiteY18" fmla="*/ 8462696 h 9224165"/>
                    <a:gd name="connsiteX19" fmla="*/ 541518 w 8389877"/>
                    <a:gd name="connsiteY19" fmla="*/ 4050353 h 9224165"/>
                    <a:gd name="connsiteX0" fmla="*/ 541518 w 8389877"/>
                    <a:gd name="connsiteY0" fmla="*/ 4050353 h 9224165"/>
                    <a:gd name="connsiteX1" fmla="*/ 1163309 w 8389877"/>
                    <a:gd name="connsiteY1" fmla="*/ 3368184 h 9224165"/>
                    <a:gd name="connsiteX2" fmla="*/ 2967723 w 8389877"/>
                    <a:gd name="connsiteY2" fmla="*/ 5196984 h 9224165"/>
                    <a:gd name="connsiteX3" fmla="*/ 108411 w 8389877"/>
                    <a:gd name="connsiteY3" fmla="*/ 2221554 h 9224165"/>
                    <a:gd name="connsiteX4" fmla="*/ 1008296 w 8389877"/>
                    <a:gd name="connsiteY4" fmla="*/ 1510355 h 9224165"/>
                    <a:gd name="connsiteX5" fmla="*/ 3432182 w 8389877"/>
                    <a:gd name="connsiteY5" fmla="*/ 3948755 h 9224165"/>
                    <a:gd name="connsiteX6" fmla="*/ 718011 w 8389877"/>
                    <a:gd name="connsiteY6" fmla="*/ 1191041 h 9224165"/>
                    <a:gd name="connsiteX7" fmla="*/ 1719497 w 8389877"/>
                    <a:gd name="connsiteY7" fmla="*/ 494356 h 9224165"/>
                    <a:gd name="connsiteX8" fmla="*/ 4085326 w 8389877"/>
                    <a:gd name="connsiteY8" fmla="*/ 2976299 h 9224165"/>
                    <a:gd name="connsiteX9" fmla="*/ 2133444 w 8389877"/>
                    <a:gd name="connsiteY9" fmla="*/ 867083 h 9224165"/>
                    <a:gd name="connsiteX10" fmla="*/ 3170925 w 8389877"/>
                    <a:gd name="connsiteY10" fmla="*/ 276642 h 9224165"/>
                    <a:gd name="connsiteX11" fmla="*/ 6538239 w 8389877"/>
                    <a:gd name="connsiteY11" fmla="*/ 3731040 h 9224165"/>
                    <a:gd name="connsiteX12" fmla="*/ 6090619 w 8389877"/>
                    <a:gd name="connsiteY12" fmla="*/ 2238393 h 9224165"/>
                    <a:gd name="connsiteX13" fmla="*/ 6639839 w 8389877"/>
                    <a:gd name="connsiteY13" fmla="*/ 1031385 h 9224165"/>
                    <a:gd name="connsiteX14" fmla="*/ 7757440 w 8389877"/>
                    <a:gd name="connsiteY14" fmla="*/ 2976297 h 9224165"/>
                    <a:gd name="connsiteX15" fmla="*/ 7989669 w 8389877"/>
                    <a:gd name="connsiteY15" fmla="*/ 4340640 h 9224165"/>
                    <a:gd name="connsiteX16" fmla="*/ 8389877 w 8389877"/>
                    <a:gd name="connsiteY16" fmla="*/ 5777404 h 9224165"/>
                    <a:gd name="connsiteX17" fmla="*/ 6266896 w 8389877"/>
                    <a:gd name="connsiteY17" fmla="*/ 9224162 h 9224165"/>
                    <a:gd name="connsiteX18" fmla="*/ 5057784 w 8389877"/>
                    <a:gd name="connsiteY18" fmla="*/ 8462696 h 9224165"/>
                    <a:gd name="connsiteX19" fmla="*/ 541518 w 8389877"/>
                    <a:gd name="connsiteY19" fmla="*/ 4050353 h 9224165"/>
                    <a:gd name="connsiteX0" fmla="*/ 541518 w 8359910"/>
                    <a:gd name="connsiteY0" fmla="*/ 4050353 h 9224165"/>
                    <a:gd name="connsiteX1" fmla="*/ 1163309 w 8359910"/>
                    <a:gd name="connsiteY1" fmla="*/ 3368184 h 9224165"/>
                    <a:gd name="connsiteX2" fmla="*/ 2967723 w 8359910"/>
                    <a:gd name="connsiteY2" fmla="*/ 5196984 h 9224165"/>
                    <a:gd name="connsiteX3" fmla="*/ 108411 w 8359910"/>
                    <a:gd name="connsiteY3" fmla="*/ 2221554 h 9224165"/>
                    <a:gd name="connsiteX4" fmla="*/ 1008296 w 8359910"/>
                    <a:gd name="connsiteY4" fmla="*/ 1510355 h 9224165"/>
                    <a:gd name="connsiteX5" fmla="*/ 3432182 w 8359910"/>
                    <a:gd name="connsiteY5" fmla="*/ 3948755 h 9224165"/>
                    <a:gd name="connsiteX6" fmla="*/ 718011 w 8359910"/>
                    <a:gd name="connsiteY6" fmla="*/ 1191041 h 9224165"/>
                    <a:gd name="connsiteX7" fmla="*/ 1719497 w 8359910"/>
                    <a:gd name="connsiteY7" fmla="*/ 494356 h 9224165"/>
                    <a:gd name="connsiteX8" fmla="*/ 4085326 w 8359910"/>
                    <a:gd name="connsiteY8" fmla="*/ 2976299 h 9224165"/>
                    <a:gd name="connsiteX9" fmla="*/ 2133444 w 8359910"/>
                    <a:gd name="connsiteY9" fmla="*/ 867083 h 9224165"/>
                    <a:gd name="connsiteX10" fmla="*/ 3170925 w 8359910"/>
                    <a:gd name="connsiteY10" fmla="*/ 276642 h 9224165"/>
                    <a:gd name="connsiteX11" fmla="*/ 6538239 w 8359910"/>
                    <a:gd name="connsiteY11" fmla="*/ 3731040 h 9224165"/>
                    <a:gd name="connsiteX12" fmla="*/ 6090619 w 8359910"/>
                    <a:gd name="connsiteY12" fmla="*/ 2238393 h 9224165"/>
                    <a:gd name="connsiteX13" fmla="*/ 6639839 w 8359910"/>
                    <a:gd name="connsiteY13" fmla="*/ 1031385 h 9224165"/>
                    <a:gd name="connsiteX14" fmla="*/ 7757440 w 8359910"/>
                    <a:gd name="connsiteY14" fmla="*/ 2976297 h 9224165"/>
                    <a:gd name="connsiteX15" fmla="*/ 7989669 w 8359910"/>
                    <a:gd name="connsiteY15" fmla="*/ 4340640 h 9224165"/>
                    <a:gd name="connsiteX16" fmla="*/ 8359907 w 8359910"/>
                    <a:gd name="connsiteY16" fmla="*/ 5645609 h 9224165"/>
                    <a:gd name="connsiteX17" fmla="*/ 6266896 w 8359910"/>
                    <a:gd name="connsiteY17" fmla="*/ 9224162 h 9224165"/>
                    <a:gd name="connsiteX18" fmla="*/ 5057784 w 8359910"/>
                    <a:gd name="connsiteY18" fmla="*/ 8462696 h 9224165"/>
                    <a:gd name="connsiteX19" fmla="*/ 541518 w 8359910"/>
                    <a:gd name="connsiteY19" fmla="*/ 4050353 h 9224165"/>
                    <a:gd name="connsiteX0" fmla="*/ 541518 w 8636226"/>
                    <a:gd name="connsiteY0" fmla="*/ 4050353 h 9224165"/>
                    <a:gd name="connsiteX1" fmla="*/ 1163309 w 8636226"/>
                    <a:gd name="connsiteY1" fmla="*/ 3368184 h 9224165"/>
                    <a:gd name="connsiteX2" fmla="*/ 2967723 w 8636226"/>
                    <a:gd name="connsiteY2" fmla="*/ 5196984 h 9224165"/>
                    <a:gd name="connsiteX3" fmla="*/ 108411 w 8636226"/>
                    <a:gd name="connsiteY3" fmla="*/ 2221554 h 9224165"/>
                    <a:gd name="connsiteX4" fmla="*/ 1008296 w 8636226"/>
                    <a:gd name="connsiteY4" fmla="*/ 1510355 h 9224165"/>
                    <a:gd name="connsiteX5" fmla="*/ 3432182 w 8636226"/>
                    <a:gd name="connsiteY5" fmla="*/ 3948755 h 9224165"/>
                    <a:gd name="connsiteX6" fmla="*/ 718011 w 8636226"/>
                    <a:gd name="connsiteY6" fmla="*/ 1191041 h 9224165"/>
                    <a:gd name="connsiteX7" fmla="*/ 1719497 w 8636226"/>
                    <a:gd name="connsiteY7" fmla="*/ 494356 h 9224165"/>
                    <a:gd name="connsiteX8" fmla="*/ 4085326 w 8636226"/>
                    <a:gd name="connsiteY8" fmla="*/ 2976299 h 9224165"/>
                    <a:gd name="connsiteX9" fmla="*/ 2133444 w 8636226"/>
                    <a:gd name="connsiteY9" fmla="*/ 867083 h 9224165"/>
                    <a:gd name="connsiteX10" fmla="*/ 3170925 w 8636226"/>
                    <a:gd name="connsiteY10" fmla="*/ 276642 h 9224165"/>
                    <a:gd name="connsiteX11" fmla="*/ 6538239 w 8636226"/>
                    <a:gd name="connsiteY11" fmla="*/ 3731040 h 9224165"/>
                    <a:gd name="connsiteX12" fmla="*/ 6090619 w 8636226"/>
                    <a:gd name="connsiteY12" fmla="*/ 2238393 h 9224165"/>
                    <a:gd name="connsiteX13" fmla="*/ 6639839 w 8636226"/>
                    <a:gd name="connsiteY13" fmla="*/ 1031385 h 9224165"/>
                    <a:gd name="connsiteX14" fmla="*/ 7757440 w 8636226"/>
                    <a:gd name="connsiteY14" fmla="*/ 2976297 h 9224165"/>
                    <a:gd name="connsiteX15" fmla="*/ 7989669 w 8636226"/>
                    <a:gd name="connsiteY15" fmla="*/ 4340640 h 9224165"/>
                    <a:gd name="connsiteX16" fmla="*/ 8636220 w 8636226"/>
                    <a:gd name="connsiteY16" fmla="*/ 6034120 h 9224165"/>
                    <a:gd name="connsiteX17" fmla="*/ 6266896 w 8636226"/>
                    <a:gd name="connsiteY17" fmla="*/ 9224162 h 9224165"/>
                    <a:gd name="connsiteX18" fmla="*/ 5057784 w 8636226"/>
                    <a:gd name="connsiteY18" fmla="*/ 8462696 h 9224165"/>
                    <a:gd name="connsiteX19" fmla="*/ 541518 w 8636226"/>
                    <a:gd name="connsiteY19" fmla="*/ 4050353 h 9224165"/>
                    <a:gd name="connsiteX0" fmla="*/ 541518 w 8752649"/>
                    <a:gd name="connsiteY0" fmla="*/ 4050353 h 9224165"/>
                    <a:gd name="connsiteX1" fmla="*/ 1163309 w 8752649"/>
                    <a:gd name="connsiteY1" fmla="*/ 3368184 h 9224165"/>
                    <a:gd name="connsiteX2" fmla="*/ 2967723 w 8752649"/>
                    <a:gd name="connsiteY2" fmla="*/ 5196984 h 9224165"/>
                    <a:gd name="connsiteX3" fmla="*/ 108411 w 8752649"/>
                    <a:gd name="connsiteY3" fmla="*/ 2221554 h 9224165"/>
                    <a:gd name="connsiteX4" fmla="*/ 1008296 w 8752649"/>
                    <a:gd name="connsiteY4" fmla="*/ 1510355 h 9224165"/>
                    <a:gd name="connsiteX5" fmla="*/ 3432182 w 8752649"/>
                    <a:gd name="connsiteY5" fmla="*/ 3948755 h 9224165"/>
                    <a:gd name="connsiteX6" fmla="*/ 718011 w 8752649"/>
                    <a:gd name="connsiteY6" fmla="*/ 1191041 h 9224165"/>
                    <a:gd name="connsiteX7" fmla="*/ 1719497 w 8752649"/>
                    <a:gd name="connsiteY7" fmla="*/ 494356 h 9224165"/>
                    <a:gd name="connsiteX8" fmla="*/ 4085326 w 8752649"/>
                    <a:gd name="connsiteY8" fmla="*/ 2976299 h 9224165"/>
                    <a:gd name="connsiteX9" fmla="*/ 2133444 w 8752649"/>
                    <a:gd name="connsiteY9" fmla="*/ 867083 h 9224165"/>
                    <a:gd name="connsiteX10" fmla="*/ 3170925 w 8752649"/>
                    <a:gd name="connsiteY10" fmla="*/ 276642 h 9224165"/>
                    <a:gd name="connsiteX11" fmla="*/ 6538239 w 8752649"/>
                    <a:gd name="connsiteY11" fmla="*/ 3731040 h 9224165"/>
                    <a:gd name="connsiteX12" fmla="*/ 6090619 w 8752649"/>
                    <a:gd name="connsiteY12" fmla="*/ 2238393 h 9224165"/>
                    <a:gd name="connsiteX13" fmla="*/ 6639839 w 8752649"/>
                    <a:gd name="connsiteY13" fmla="*/ 1031385 h 9224165"/>
                    <a:gd name="connsiteX14" fmla="*/ 7757440 w 8752649"/>
                    <a:gd name="connsiteY14" fmla="*/ 2976297 h 9224165"/>
                    <a:gd name="connsiteX15" fmla="*/ 7989669 w 8752649"/>
                    <a:gd name="connsiteY15" fmla="*/ 4340640 h 9224165"/>
                    <a:gd name="connsiteX16" fmla="*/ 8752654 w 8752649"/>
                    <a:gd name="connsiteY16" fmla="*/ 6193162 h 9224165"/>
                    <a:gd name="connsiteX17" fmla="*/ 6266896 w 8752649"/>
                    <a:gd name="connsiteY17" fmla="*/ 9224162 h 9224165"/>
                    <a:gd name="connsiteX18" fmla="*/ 5057784 w 8752649"/>
                    <a:gd name="connsiteY18" fmla="*/ 8462696 h 9224165"/>
                    <a:gd name="connsiteX19" fmla="*/ 541518 w 8752649"/>
                    <a:gd name="connsiteY19" fmla="*/ 4050353 h 9224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752649" h="9224165">
                      <a:moveTo>
                        <a:pt x="541518" y="4050353"/>
                      </a:moveTo>
                      <a:cubicBezTo>
                        <a:pt x="125441" y="3629439"/>
                        <a:pt x="694015" y="2947268"/>
                        <a:pt x="1163309" y="3368184"/>
                      </a:cubicBezTo>
                      <a:lnTo>
                        <a:pt x="2967723" y="5196984"/>
                      </a:lnTo>
                      <a:lnTo>
                        <a:pt x="108411" y="2221554"/>
                      </a:lnTo>
                      <a:cubicBezTo>
                        <a:pt x="-288312" y="1549060"/>
                        <a:pt x="493523" y="1038543"/>
                        <a:pt x="1008296" y="1510355"/>
                      </a:cubicBezTo>
                      <a:lnTo>
                        <a:pt x="3432182" y="3948755"/>
                      </a:lnTo>
                      <a:lnTo>
                        <a:pt x="718011" y="1191041"/>
                      </a:lnTo>
                      <a:cubicBezTo>
                        <a:pt x="330963" y="465328"/>
                        <a:pt x="1235688" y="29898"/>
                        <a:pt x="1719497" y="494356"/>
                      </a:cubicBezTo>
                      <a:lnTo>
                        <a:pt x="4085326" y="2976299"/>
                      </a:lnTo>
                      <a:lnTo>
                        <a:pt x="2133444" y="867083"/>
                      </a:lnTo>
                      <a:cubicBezTo>
                        <a:pt x="1689694" y="110019"/>
                        <a:pt x="2618995" y="-311477"/>
                        <a:pt x="3170925" y="276642"/>
                      </a:cubicBezTo>
                      <a:lnTo>
                        <a:pt x="6538239" y="3731040"/>
                      </a:lnTo>
                      <a:cubicBezTo>
                        <a:pt x="6567268" y="3498812"/>
                        <a:pt x="6433736" y="2847992"/>
                        <a:pt x="6090619" y="2238393"/>
                      </a:cubicBezTo>
                      <a:cubicBezTo>
                        <a:pt x="5902707" y="1832574"/>
                        <a:pt x="6141515" y="1249099"/>
                        <a:pt x="6639839" y="1031385"/>
                      </a:cubicBezTo>
                      <a:cubicBezTo>
                        <a:pt x="7026887" y="1679688"/>
                        <a:pt x="7384906" y="2327993"/>
                        <a:pt x="7757440" y="2976297"/>
                      </a:cubicBezTo>
                      <a:lnTo>
                        <a:pt x="7989669" y="4340640"/>
                      </a:lnTo>
                      <a:cubicBezTo>
                        <a:pt x="8085131" y="4794167"/>
                        <a:pt x="8594837" y="6050116"/>
                        <a:pt x="8752654" y="6193162"/>
                      </a:cubicBezTo>
                      <a:cubicBezTo>
                        <a:pt x="7977375" y="7437758"/>
                        <a:pt x="7007393" y="7933774"/>
                        <a:pt x="6266896" y="9224162"/>
                      </a:cubicBezTo>
                      <a:cubicBezTo>
                        <a:pt x="6129010" y="9197551"/>
                        <a:pt x="5181156" y="8530430"/>
                        <a:pt x="5057784" y="8462696"/>
                      </a:cubicBezTo>
                      <a:cubicBezTo>
                        <a:pt x="4397384" y="8046620"/>
                        <a:pt x="768618" y="4236716"/>
                        <a:pt x="541518" y="4050353"/>
                      </a:cubicBezTo>
                      <a:close/>
                    </a:path>
                  </a:pathLst>
                </a:custGeom>
                <a:solidFill>
                  <a:srgbClr val="F19E6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sp>
              <p:nvSpPr>
                <p:cNvPr id="144" name="Rectangle 2"/>
                <p:cNvSpPr/>
                <p:nvPr/>
              </p:nvSpPr>
              <p:spPr>
                <a:xfrm rot="2574033" flipH="1" flipV="1">
                  <a:off x="2311208" y="1422956"/>
                  <a:ext cx="255314" cy="232762"/>
                </a:xfrm>
                <a:custGeom>
                  <a:avLst/>
                  <a:gdLst>
                    <a:gd name="connsiteX0" fmla="*/ 0 w 4659086"/>
                    <a:gd name="connsiteY0" fmla="*/ 0 h 2017485"/>
                    <a:gd name="connsiteX1" fmla="*/ 4659086 w 4659086"/>
                    <a:gd name="connsiteY1" fmla="*/ 0 h 2017485"/>
                    <a:gd name="connsiteX2" fmla="*/ 4659086 w 4659086"/>
                    <a:gd name="connsiteY2" fmla="*/ 2017485 h 2017485"/>
                    <a:gd name="connsiteX3" fmla="*/ 0 w 4659086"/>
                    <a:gd name="connsiteY3" fmla="*/ 2017485 h 2017485"/>
                    <a:gd name="connsiteX4" fmla="*/ 0 w 4659086"/>
                    <a:gd name="connsiteY4" fmla="*/ 0 h 2017485"/>
                    <a:gd name="connsiteX0" fmla="*/ 0 w 4804229"/>
                    <a:gd name="connsiteY0" fmla="*/ 0 h 2017485"/>
                    <a:gd name="connsiteX1" fmla="*/ 4659086 w 4804229"/>
                    <a:gd name="connsiteY1" fmla="*/ 0 h 2017485"/>
                    <a:gd name="connsiteX2" fmla="*/ 4804229 w 4804229"/>
                    <a:gd name="connsiteY2" fmla="*/ 1204685 h 2017485"/>
                    <a:gd name="connsiteX3" fmla="*/ 0 w 4804229"/>
                    <a:gd name="connsiteY3" fmla="*/ 2017485 h 2017485"/>
                    <a:gd name="connsiteX4" fmla="*/ 0 w 4804229"/>
                    <a:gd name="connsiteY4" fmla="*/ 0 h 2017485"/>
                    <a:gd name="connsiteX0" fmla="*/ 0 w 4804229"/>
                    <a:gd name="connsiteY0" fmla="*/ 0 h 4223656"/>
                    <a:gd name="connsiteX1" fmla="*/ 4659086 w 4804229"/>
                    <a:gd name="connsiteY1" fmla="*/ 0 h 4223656"/>
                    <a:gd name="connsiteX2" fmla="*/ 4804229 w 4804229"/>
                    <a:gd name="connsiteY2" fmla="*/ 1204685 h 4223656"/>
                    <a:gd name="connsiteX3" fmla="*/ 2002971 w 4804229"/>
                    <a:gd name="connsiteY3" fmla="*/ 4223656 h 4223656"/>
                    <a:gd name="connsiteX4" fmla="*/ 0 w 4804229"/>
                    <a:gd name="connsiteY4" fmla="*/ 0 h 4223656"/>
                    <a:gd name="connsiteX0" fmla="*/ 0 w 7634515"/>
                    <a:gd name="connsiteY0" fmla="*/ 0 h 4499428"/>
                    <a:gd name="connsiteX1" fmla="*/ 7489372 w 7634515"/>
                    <a:gd name="connsiteY1" fmla="*/ 275772 h 4499428"/>
                    <a:gd name="connsiteX2" fmla="*/ 7634515 w 7634515"/>
                    <a:gd name="connsiteY2" fmla="*/ 1480457 h 4499428"/>
                    <a:gd name="connsiteX3" fmla="*/ 4833257 w 7634515"/>
                    <a:gd name="connsiteY3" fmla="*/ 4499428 h 4499428"/>
                    <a:gd name="connsiteX4" fmla="*/ 0 w 7634515"/>
                    <a:gd name="connsiteY4" fmla="*/ 0 h 4499428"/>
                    <a:gd name="connsiteX0" fmla="*/ 0 w 7634515"/>
                    <a:gd name="connsiteY0" fmla="*/ 0 h 4499428"/>
                    <a:gd name="connsiteX1" fmla="*/ 7489372 w 7634515"/>
                    <a:gd name="connsiteY1" fmla="*/ 275772 h 4499428"/>
                    <a:gd name="connsiteX2" fmla="*/ 7634515 w 7634515"/>
                    <a:gd name="connsiteY2" fmla="*/ 1480457 h 4499428"/>
                    <a:gd name="connsiteX3" fmla="*/ 4833257 w 7634515"/>
                    <a:gd name="connsiteY3" fmla="*/ 4499428 h 4499428"/>
                    <a:gd name="connsiteX4" fmla="*/ 0 w 7634515"/>
                    <a:gd name="connsiteY4" fmla="*/ 0 h 4499428"/>
                    <a:gd name="connsiteX0" fmla="*/ 39552 w 7674067"/>
                    <a:gd name="connsiteY0" fmla="*/ 0 h 4895853"/>
                    <a:gd name="connsiteX1" fmla="*/ 7528924 w 7674067"/>
                    <a:gd name="connsiteY1" fmla="*/ 275772 h 4895853"/>
                    <a:gd name="connsiteX2" fmla="*/ 7674067 w 7674067"/>
                    <a:gd name="connsiteY2" fmla="*/ 1480457 h 4895853"/>
                    <a:gd name="connsiteX3" fmla="*/ 4872809 w 7674067"/>
                    <a:gd name="connsiteY3" fmla="*/ 4499428 h 4895853"/>
                    <a:gd name="connsiteX4" fmla="*/ 4582524 w 7674067"/>
                    <a:gd name="connsiteY4" fmla="*/ 4368799 h 4895853"/>
                    <a:gd name="connsiteX5" fmla="*/ 39552 w 7674067"/>
                    <a:gd name="connsiteY5" fmla="*/ 0 h 4895853"/>
                    <a:gd name="connsiteX0" fmla="*/ 38817 w 7673332"/>
                    <a:gd name="connsiteY0" fmla="*/ 0 h 4715686"/>
                    <a:gd name="connsiteX1" fmla="*/ 7528189 w 7673332"/>
                    <a:gd name="connsiteY1" fmla="*/ 275772 h 4715686"/>
                    <a:gd name="connsiteX2" fmla="*/ 7673332 w 7673332"/>
                    <a:gd name="connsiteY2" fmla="*/ 1480457 h 4715686"/>
                    <a:gd name="connsiteX3" fmla="*/ 4872074 w 7673332"/>
                    <a:gd name="connsiteY3" fmla="*/ 4499428 h 4715686"/>
                    <a:gd name="connsiteX4" fmla="*/ 4668875 w 7673332"/>
                    <a:gd name="connsiteY4" fmla="*/ 3860799 h 4715686"/>
                    <a:gd name="connsiteX5" fmla="*/ 38817 w 7673332"/>
                    <a:gd name="connsiteY5" fmla="*/ 0 h 4715686"/>
                    <a:gd name="connsiteX0" fmla="*/ 38817 w 7673332"/>
                    <a:gd name="connsiteY0" fmla="*/ 0 h 4614939"/>
                    <a:gd name="connsiteX1" fmla="*/ 7528189 w 7673332"/>
                    <a:gd name="connsiteY1" fmla="*/ 275772 h 4614939"/>
                    <a:gd name="connsiteX2" fmla="*/ 7673332 w 7673332"/>
                    <a:gd name="connsiteY2" fmla="*/ 1480457 h 4614939"/>
                    <a:gd name="connsiteX3" fmla="*/ 4872074 w 7673332"/>
                    <a:gd name="connsiteY3" fmla="*/ 4499428 h 4614939"/>
                    <a:gd name="connsiteX4" fmla="*/ 4668875 w 7673332"/>
                    <a:gd name="connsiteY4" fmla="*/ 3860799 h 4614939"/>
                    <a:gd name="connsiteX5" fmla="*/ 38817 w 7673332"/>
                    <a:gd name="connsiteY5" fmla="*/ 0 h 4614939"/>
                    <a:gd name="connsiteX0" fmla="*/ 38817 w 7673332"/>
                    <a:gd name="connsiteY0" fmla="*/ 0 h 4499428"/>
                    <a:gd name="connsiteX1" fmla="*/ 7528189 w 7673332"/>
                    <a:gd name="connsiteY1" fmla="*/ 275772 h 4499428"/>
                    <a:gd name="connsiteX2" fmla="*/ 7673332 w 7673332"/>
                    <a:gd name="connsiteY2" fmla="*/ 1480457 h 4499428"/>
                    <a:gd name="connsiteX3" fmla="*/ 4872074 w 7673332"/>
                    <a:gd name="connsiteY3" fmla="*/ 4499428 h 4499428"/>
                    <a:gd name="connsiteX4" fmla="*/ 4668875 w 7673332"/>
                    <a:gd name="connsiteY4" fmla="*/ 3860799 h 4499428"/>
                    <a:gd name="connsiteX5" fmla="*/ 38817 w 7673332"/>
                    <a:gd name="connsiteY5" fmla="*/ 0 h 4499428"/>
                    <a:gd name="connsiteX0" fmla="*/ 39428 w 7673943"/>
                    <a:gd name="connsiteY0" fmla="*/ 0 h 4499428"/>
                    <a:gd name="connsiteX1" fmla="*/ 7528800 w 7673943"/>
                    <a:gd name="connsiteY1" fmla="*/ 275772 h 4499428"/>
                    <a:gd name="connsiteX2" fmla="*/ 7673943 w 7673943"/>
                    <a:gd name="connsiteY2" fmla="*/ 1480457 h 4499428"/>
                    <a:gd name="connsiteX3" fmla="*/ 4872685 w 7673943"/>
                    <a:gd name="connsiteY3" fmla="*/ 4499428 h 4499428"/>
                    <a:gd name="connsiteX4" fmla="*/ 4596915 w 7673943"/>
                    <a:gd name="connsiteY4" fmla="*/ 4397828 h 4499428"/>
                    <a:gd name="connsiteX5" fmla="*/ 39428 w 7673943"/>
                    <a:gd name="connsiteY5" fmla="*/ 0 h 4499428"/>
                    <a:gd name="connsiteX0" fmla="*/ 39428 w 7673943"/>
                    <a:gd name="connsiteY0" fmla="*/ 0 h 4499428"/>
                    <a:gd name="connsiteX1" fmla="*/ 7528800 w 7673943"/>
                    <a:gd name="connsiteY1" fmla="*/ 275772 h 4499428"/>
                    <a:gd name="connsiteX2" fmla="*/ 7673943 w 7673943"/>
                    <a:gd name="connsiteY2" fmla="*/ 1480457 h 4499428"/>
                    <a:gd name="connsiteX3" fmla="*/ 4872685 w 7673943"/>
                    <a:gd name="connsiteY3" fmla="*/ 4499428 h 4499428"/>
                    <a:gd name="connsiteX4" fmla="*/ 4596915 w 7673943"/>
                    <a:gd name="connsiteY4" fmla="*/ 4397828 h 4499428"/>
                    <a:gd name="connsiteX5" fmla="*/ 39428 w 7673943"/>
                    <a:gd name="connsiteY5" fmla="*/ 0 h 4499428"/>
                    <a:gd name="connsiteX0" fmla="*/ 39428 w 7673943"/>
                    <a:gd name="connsiteY0" fmla="*/ 0 h 4499428"/>
                    <a:gd name="connsiteX1" fmla="*/ 7528800 w 7673943"/>
                    <a:gd name="connsiteY1" fmla="*/ 275772 h 4499428"/>
                    <a:gd name="connsiteX2" fmla="*/ 7673943 w 7673943"/>
                    <a:gd name="connsiteY2" fmla="*/ 1480457 h 4499428"/>
                    <a:gd name="connsiteX3" fmla="*/ 4872685 w 7673943"/>
                    <a:gd name="connsiteY3" fmla="*/ 4499428 h 4499428"/>
                    <a:gd name="connsiteX4" fmla="*/ 4596915 w 7673943"/>
                    <a:gd name="connsiteY4" fmla="*/ 4397828 h 4499428"/>
                    <a:gd name="connsiteX5" fmla="*/ 39428 w 7673943"/>
                    <a:gd name="connsiteY5" fmla="*/ 0 h 4499428"/>
                    <a:gd name="connsiteX0" fmla="*/ 39428 w 7673943"/>
                    <a:gd name="connsiteY0" fmla="*/ 0 h 4499428"/>
                    <a:gd name="connsiteX1" fmla="*/ 7528800 w 7673943"/>
                    <a:gd name="connsiteY1" fmla="*/ 275772 h 4499428"/>
                    <a:gd name="connsiteX2" fmla="*/ 7673943 w 7673943"/>
                    <a:gd name="connsiteY2" fmla="*/ 1480457 h 4499428"/>
                    <a:gd name="connsiteX3" fmla="*/ 4872685 w 7673943"/>
                    <a:gd name="connsiteY3" fmla="*/ 4499428 h 4499428"/>
                    <a:gd name="connsiteX4" fmla="*/ 4596915 w 7673943"/>
                    <a:gd name="connsiteY4" fmla="*/ 4397828 h 4499428"/>
                    <a:gd name="connsiteX5" fmla="*/ 39428 w 7673943"/>
                    <a:gd name="connsiteY5" fmla="*/ 0 h 4499428"/>
                    <a:gd name="connsiteX0" fmla="*/ 38245 w 7672760"/>
                    <a:gd name="connsiteY0" fmla="*/ 0 h 4499428"/>
                    <a:gd name="connsiteX1" fmla="*/ 7527617 w 7672760"/>
                    <a:gd name="connsiteY1" fmla="*/ 275772 h 4499428"/>
                    <a:gd name="connsiteX2" fmla="*/ 7672760 w 7672760"/>
                    <a:gd name="connsiteY2" fmla="*/ 1480457 h 4499428"/>
                    <a:gd name="connsiteX3" fmla="*/ 4871502 w 7672760"/>
                    <a:gd name="connsiteY3" fmla="*/ 4499428 h 4499428"/>
                    <a:gd name="connsiteX4" fmla="*/ 4595732 w 7672760"/>
                    <a:gd name="connsiteY4" fmla="*/ 4397828 h 4499428"/>
                    <a:gd name="connsiteX5" fmla="*/ 38245 w 7672760"/>
                    <a:gd name="connsiteY5" fmla="*/ 0 h 4499428"/>
                    <a:gd name="connsiteX0" fmla="*/ 0 w 7634515"/>
                    <a:gd name="connsiteY0" fmla="*/ 0 h 4499428"/>
                    <a:gd name="connsiteX1" fmla="*/ 7489372 w 7634515"/>
                    <a:gd name="connsiteY1" fmla="*/ 275772 h 4499428"/>
                    <a:gd name="connsiteX2" fmla="*/ 7634515 w 7634515"/>
                    <a:gd name="connsiteY2" fmla="*/ 1480457 h 4499428"/>
                    <a:gd name="connsiteX3" fmla="*/ 4833257 w 7634515"/>
                    <a:gd name="connsiteY3" fmla="*/ 4499428 h 4499428"/>
                    <a:gd name="connsiteX4" fmla="*/ 4557487 w 7634515"/>
                    <a:gd name="connsiteY4" fmla="*/ 4397828 h 4499428"/>
                    <a:gd name="connsiteX5" fmla="*/ 0 w 7634515"/>
                    <a:gd name="connsiteY5" fmla="*/ 0 h 4499428"/>
                    <a:gd name="connsiteX0" fmla="*/ 0 w 7634515"/>
                    <a:gd name="connsiteY0" fmla="*/ 0 h 4455885"/>
                    <a:gd name="connsiteX1" fmla="*/ 7489372 w 7634515"/>
                    <a:gd name="connsiteY1" fmla="*/ 275772 h 4455885"/>
                    <a:gd name="connsiteX2" fmla="*/ 7634515 w 7634515"/>
                    <a:gd name="connsiteY2" fmla="*/ 1480457 h 4455885"/>
                    <a:gd name="connsiteX3" fmla="*/ 4862285 w 7634515"/>
                    <a:gd name="connsiteY3" fmla="*/ 4455885 h 4455885"/>
                    <a:gd name="connsiteX4" fmla="*/ 4557487 w 7634515"/>
                    <a:gd name="connsiteY4" fmla="*/ 4397828 h 4455885"/>
                    <a:gd name="connsiteX5" fmla="*/ 0 w 7634515"/>
                    <a:gd name="connsiteY5" fmla="*/ 0 h 4455885"/>
                    <a:gd name="connsiteX0" fmla="*/ 0 w 7634515"/>
                    <a:gd name="connsiteY0" fmla="*/ 0 h 4484914"/>
                    <a:gd name="connsiteX1" fmla="*/ 7489372 w 7634515"/>
                    <a:gd name="connsiteY1" fmla="*/ 275772 h 4484914"/>
                    <a:gd name="connsiteX2" fmla="*/ 7634515 w 7634515"/>
                    <a:gd name="connsiteY2" fmla="*/ 1480457 h 4484914"/>
                    <a:gd name="connsiteX3" fmla="*/ 4833256 w 7634515"/>
                    <a:gd name="connsiteY3" fmla="*/ 4484914 h 4484914"/>
                    <a:gd name="connsiteX4" fmla="*/ 4557487 w 7634515"/>
                    <a:gd name="connsiteY4" fmla="*/ 4397828 h 4484914"/>
                    <a:gd name="connsiteX5" fmla="*/ 0 w 7634515"/>
                    <a:gd name="connsiteY5" fmla="*/ 0 h 4484914"/>
                    <a:gd name="connsiteX0" fmla="*/ 0 w 7634515"/>
                    <a:gd name="connsiteY0" fmla="*/ 0 h 4484914"/>
                    <a:gd name="connsiteX1" fmla="*/ 7489372 w 7634515"/>
                    <a:gd name="connsiteY1" fmla="*/ 275772 h 4484914"/>
                    <a:gd name="connsiteX2" fmla="*/ 7634515 w 7634515"/>
                    <a:gd name="connsiteY2" fmla="*/ 1480457 h 4484914"/>
                    <a:gd name="connsiteX3" fmla="*/ 4833256 w 7634515"/>
                    <a:gd name="connsiteY3" fmla="*/ 4484914 h 4484914"/>
                    <a:gd name="connsiteX4" fmla="*/ 4557487 w 7634515"/>
                    <a:gd name="connsiteY4" fmla="*/ 4397828 h 4484914"/>
                    <a:gd name="connsiteX5" fmla="*/ 0 w 7634515"/>
                    <a:gd name="connsiteY5" fmla="*/ 0 h 4484914"/>
                    <a:gd name="connsiteX0" fmla="*/ 0 w 7634515"/>
                    <a:gd name="connsiteY0" fmla="*/ 0 h 4484914"/>
                    <a:gd name="connsiteX1" fmla="*/ 5573485 w 7634515"/>
                    <a:gd name="connsiteY1" fmla="*/ 203200 h 4484914"/>
                    <a:gd name="connsiteX2" fmla="*/ 7489372 w 7634515"/>
                    <a:gd name="connsiteY2" fmla="*/ 275772 h 4484914"/>
                    <a:gd name="connsiteX3" fmla="*/ 7634515 w 7634515"/>
                    <a:gd name="connsiteY3" fmla="*/ 1480457 h 4484914"/>
                    <a:gd name="connsiteX4" fmla="*/ 4833256 w 7634515"/>
                    <a:gd name="connsiteY4" fmla="*/ 4484914 h 4484914"/>
                    <a:gd name="connsiteX5" fmla="*/ 4557487 w 7634515"/>
                    <a:gd name="connsiteY5" fmla="*/ 4397828 h 4484914"/>
                    <a:gd name="connsiteX6" fmla="*/ 0 w 7634515"/>
                    <a:gd name="connsiteY6" fmla="*/ 0 h 4484914"/>
                    <a:gd name="connsiteX0" fmla="*/ 0 w 7634515"/>
                    <a:gd name="connsiteY0" fmla="*/ 798285 h 5283199"/>
                    <a:gd name="connsiteX1" fmla="*/ 7082971 w 7634515"/>
                    <a:gd name="connsiteY1" fmla="*/ 0 h 5283199"/>
                    <a:gd name="connsiteX2" fmla="*/ 7489372 w 7634515"/>
                    <a:gd name="connsiteY2" fmla="*/ 1074057 h 5283199"/>
                    <a:gd name="connsiteX3" fmla="*/ 7634515 w 7634515"/>
                    <a:gd name="connsiteY3" fmla="*/ 2278742 h 5283199"/>
                    <a:gd name="connsiteX4" fmla="*/ 4833256 w 7634515"/>
                    <a:gd name="connsiteY4" fmla="*/ 5283199 h 5283199"/>
                    <a:gd name="connsiteX5" fmla="*/ 4557487 w 7634515"/>
                    <a:gd name="connsiteY5" fmla="*/ 5196113 h 5283199"/>
                    <a:gd name="connsiteX6" fmla="*/ 0 w 7634515"/>
                    <a:gd name="connsiteY6" fmla="*/ 798285 h 5283199"/>
                    <a:gd name="connsiteX0" fmla="*/ 0 w 7634515"/>
                    <a:gd name="connsiteY0" fmla="*/ 1088571 h 5573485"/>
                    <a:gd name="connsiteX1" fmla="*/ 7257143 w 7634515"/>
                    <a:gd name="connsiteY1" fmla="*/ 0 h 5573485"/>
                    <a:gd name="connsiteX2" fmla="*/ 7489372 w 7634515"/>
                    <a:gd name="connsiteY2" fmla="*/ 1364343 h 5573485"/>
                    <a:gd name="connsiteX3" fmla="*/ 7634515 w 7634515"/>
                    <a:gd name="connsiteY3" fmla="*/ 2569028 h 5573485"/>
                    <a:gd name="connsiteX4" fmla="*/ 4833256 w 7634515"/>
                    <a:gd name="connsiteY4" fmla="*/ 5573485 h 5573485"/>
                    <a:gd name="connsiteX5" fmla="*/ 4557487 w 7634515"/>
                    <a:gd name="connsiteY5" fmla="*/ 5486399 h 5573485"/>
                    <a:gd name="connsiteX6" fmla="*/ 0 w 7634515"/>
                    <a:gd name="connsiteY6" fmla="*/ 1088571 h 5573485"/>
                    <a:gd name="connsiteX0" fmla="*/ 0 w 7634515"/>
                    <a:gd name="connsiteY0" fmla="*/ 1088571 h 5573485"/>
                    <a:gd name="connsiteX1" fmla="*/ 5660571 w 7634515"/>
                    <a:gd name="connsiteY1" fmla="*/ 217715 h 5573485"/>
                    <a:gd name="connsiteX2" fmla="*/ 7257143 w 7634515"/>
                    <a:gd name="connsiteY2" fmla="*/ 0 h 5573485"/>
                    <a:gd name="connsiteX3" fmla="*/ 7489372 w 7634515"/>
                    <a:gd name="connsiteY3" fmla="*/ 1364343 h 5573485"/>
                    <a:gd name="connsiteX4" fmla="*/ 7634515 w 7634515"/>
                    <a:gd name="connsiteY4" fmla="*/ 2569028 h 5573485"/>
                    <a:gd name="connsiteX5" fmla="*/ 4833256 w 7634515"/>
                    <a:gd name="connsiteY5" fmla="*/ 5573485 h 5573485"/>
                    <a:gd name="connsiteX6" fmla="*/ 4557487 w 7634515"/>
                    <a:gd name="connsiteY6" fmla="*/ 5486399 h 5573485"/>
                    <a:gd name="connsiteX7" fmla="*/ 0 w 7634515"/>
                    <a:gd name="connsiteY7" fmla="*/ 1088571 h 5573485"/>
                    <a:gd name="connsiteX0" fmla="*/ 0 w 7634515"/>
                    <a:gd name="connsiteY0" fmla="*/ 1088571 h 5573485"/>
                    <a:gd name="connsiteX1" fmla="*/ 6110514 w 7634515"/>
                    <a:gd name="connsiteY1" fmla="*/ 740229 h 5573485"/>
                    <a:gd name="connsiteX2" fmla="*/ 7257143 w 7634515"/>
                    <a:gd name="connsiteY2" fmla="*/ 0 h 5573485"/>
                    <a:gd name="connsiteX3" fmla="*/ 7489372 w 7634515"/>
                    <a:gd name="connsiteY3" fmla="*/ 1364343 h 5573485"/>
                    <a:gd name="connsiteX4" fmla="*/ 7634515 w 7634515"/>
                    <a:gd name="connsiteY4" fmla="*/ 2569028 h 5573485"/>
                    <a:gd name="connsiteX5" fmla="*/ 4833256 w 7634515"/>
                    <a:gd name="connsiteY5" fmla="*/ 5573485 h 5573485"/>
                    <a:gd name="connsiteX6" fmla="*/ 4557487 w 7634515"/>
                    <a:gd name="connsiteY6" fmla="*/ 5486399 h 5573485"/>
                    <a:gd name="connsiteX7" fmla="*/ 0 w 7634515"/>
                    <a:gd name="connsiteY7" fmla="*/ 1088571 h 5573485"/>
                    <a:gd name="connsiteX0" fmla="*/ 0 w 7634515"/>
                    <a:gd name="connsiteY0" fmla="*/ 1088571 h 5573485"/>
                    <a:gd name="connsiteX1" fmla="*/ 6037942 w 7634515"/>
                    <a:gd name="connsiteY1" fmla="*/ 754743 h 5573485"/>
                    <a:gd name="connsiteX2" fmla="*/ 7257143 w 7634515"/>
                    <a:gd name="connsiteY2" fmla="*/ 0 h 5573485"/>
                    <a:gd name="connsiteX3" fmla="*/ 7489372 w 7634515"/>
                    <a:gd name="connsiteY3" fmla="*/ 1364343 h 5573485"/>
                    <a:gd name="connsiteX4" fmla="*/ 7634515 w 7634515"/>
                    <a:gd name="connsiteY4" fmla="*/ 2569028 h 5573485"/>
                    <a:gd name="connsiteX5" fmla="*/ 4833256 w 7634515"/>
                    <a:gd name="connsiteY5" fmla="*/ 5573485 h 5573485"/>
                    <a:gd name="connsiteX6" fmla="*/ 4557487 w 7634515"/>
                    <a:gd name="connsiteY6" fmla="*/ 5486399 h 5573485"/>
                    <a:gd name="connsiteX7" fmla="*/ 0 w 7634515"/>
                    <a:gd name="connsiteY7" fmla="*/ 1088571 h 5573485"/>
                    <a:gd name="connsiteX0" fmla="*/ 0 w 7634515"/>
                    <a:gd name="connsiteY0" fmla="*/ 1088571 h 5573485"/>
                    <a:gd name="connsiteX1" fmla="*/ 3164114 w 7634515"/>
                    <a:gd name="connsiteY1" fmla="*/ 914401 h 5573485"/>
                    <a:gd name="connsiteX2" fmla="*/ 6037942 w 7634515"/>
                    <a:gd name="connsiteY2" fmla="*/ 754743 h 5573485"/>
                    <a:gd name="connsiteX3" fmla="*/ 7257143 w 7634515"/>
                    <a:gd name="connsiteY3" fmla="*/ 0 h 5573485"/>
                    <a:gd name="connsiteX4" fmla="*/ 7489372 w 7634515"/>
                    <a:gd name="connsiteY4" fmla="*/ 1364343 h 5573485"/>
                    <a:gd name="connsiteX5" fmla="*/ 7634515 w 7634515"/>
                    <a:gd name="connsiteY5" fmla="*/ 2569028 h 5573485"/>
                    <a:gd name="connsiteX6" fmla="*/ 4833256 w 7634515"/>
                    <a:gd name="connsiteY6" fmla="*/ 5573485 h 5573485"/>
                    <a:gd name="connsiteX7" fmla="*/ 4557487 w 7634515"/>
                    <a:gd name="connsiteY7" fmla="*/ 5486399 h 5573485"/>
                    <a:gd name="connsiteX8" fmla="*/ 0 w 7634515"/>
                    <a:gd name="connsiteY8" fmla="*/ 1088571 h 5573485"/>
                    <a:gd name="connsiteX0" fmla="*/ 0 w 7634515"/>
                    <a:gd name="connsiteY0" fmla="*/ 1088571 h 5573485"/>
                    <a:gd name="connsiteX1" fmla="*/ 711199 w 7634515"/>
                    <a:gd name="connsiteY1" fmla="*/ 435430 h 5573485"/>
                    <a:gd name="connsiteX2" fmla="*/ 6037942 w 7634515"/>
                    <a:gd name="connsiteY2" fmla="*/ 754743 h 5573485"/>
                    <a:gd name="connsiteX3" fmla="*/ 7257143 w 7634515"/>
                    <a:gd name="connsiteY3" fmla="*/ 0 h 5573485"/>
                    <a:gd name="connsiteX4" fmla="*/ 7489372 w 7634515"/>
                    <a:gd name="connsiteY4" fmla="*/ 1364343 h 5573485"/>
                    <a:gd name="connsiteX5" fmla="*/ 7634515 w 7634515"/>
                    <a:gd name="connsiteY5" fmla="*/ 2569028 h 5573485"/>
                    <a:gd name="connsiteX6" fmla="*/ 4833256 w 7634515"/>
                    <a:gd name="connsiteY6" fmla="*/ 5573485 h 5573485"/>
                    <a:gd name="connsiteX7" fmla="*/ 4557487 w 7634515"/>
                    <a:gd name="connsiteY7" fmla="*/ 5486399 h 5573485"/>
                    <a:gd name="connsiteX8" fmla="*/ 0 w 7634515"/>
                    <a:gd name="connsiteY8" fmla="*/ 1088571 h 5573485"/>
                    <a:gd name="connsiteX0" fmla="*/ 0 w 7634515"/>
                    <a:gd name="connsiteY0" fmla="*/ 1088571 h 5573485"/>
                    <a:gd name="connsiteX1" fmla="*/ 711199 w 7634515"/>
                    <a:gd name="connsiteY1" fmla="*/ 435430 h 5573485"/>
                    <a:gd name="connsiteX2" fmla="*/ 6037942 w 7634515"/>
                    <a:gd name="connsiteY2" fmla="*/ 754743 h 5573485"/>
                    <a:gd name="connsiteX3" fmla="*/ 7257143 w 7634515"/>
                    <a:gd name="connsiteY3" fmla="*/ 0 h 5573485"/>
                    <a:gd name="connsiteX4" fmla="*/ 7489372 w 7634515"/>
                    <a:gd name="connsiteY4" fmla="*/ 1364343 h 5573485"/>
                    <a:gd name="connsiteX5" fmla="*/ 7634515 w 7634515"/>
                    <a:gd name="connsiteY5" fmla="*/ 2569028 h 5573485"/>
                    <a:gd name="connsiteX6" fmla="*/ 4833256 w 7634515"/>
                    <a:gd name="connsiteY6" fmla="*/ 5573485 h 5573485"/>
                    <a:gd name="connsiteX7" fmla="*/ 4557487 w 7634515"/>
                    <a:gd name="connsiteY7" fmla="*/ 5486399 h 5573485"/>
                    <a:gd name="connsiteX8" fmla="*/ 0 w 7634515"/>
                    <a:gd name="connsiteY8" fmla="*/ 1088571 h 5573485"/>
                    <a:gd name="connsiteX0" fmla="*/ 0 w 7605486"/>
                    <a:gd name="connsiteY0" fmla="*/ 1074056 h 5573485"/>
                    <a:gd name="connsiteX1" fmla="*/ 682170 w 7605486"/>
                    <a:gd name="connsiteY1" fmla="*/ 435430 h 5573485"/>
                    <a:gd name="connsiteX2" fmla="*/ 6008913 w 7605486"/>
                    <a:gd name="connsiteY2" fmla="*/ 754743 h 5573485"/>
                    <a:gd name="connsiteX3" fmla="*/ 7228114 w 7605486"/>
                    <a:gd name="connsiteY3" fmla="*/ 0 h 5573485"/>
                    <a:gd name="connsiteX4" fmla="*/ 7460343 w 7605486"/>
                    <a:gd name="connsiteY4" fmla="*/ 1364343 h 5573485"/>
                    <a:gd name="connsiteX5" fmla="*/ 7605486 w 7605486"/>
                    <a:gd name="connsiteY5" fmla="*/ 2569028 h 5573485"/>
                    <a:gd name="connsiteX6" fmla="*/ 4804227 w 7605486"/>
                    <a:gd name="connsiteY6" fmla="*/ 5573485 h 5573485"/>
                    <a:gd name="connsiteX7" fmla="*/ 4528458 w 7605486"/>
                    <a:gd name="connsiteY7" fmla="*/ 5486399 h 5573485"/>
                    <a:gd name="connsiteX8" fmla="*/ 0 w 7605486"/>
                    <a:gd name="connsiteY8" fmla="*/ 1074056 h 5573485"/>
                    <a:gd name="connsiteX0" fmla="*/ 145217 w 7750703"/>
                    <a:gd name="connsiteY0" fmla="*/ 1074056 h 5573485"/>
                    <a:gd name="connsiteX1" fmla="*/ 827387 w 7750703"/>
                    <a:gd name="connsiteY1" fmla="*/ 435430 h 5573485"/>
                    <a:gd name="connsiteX2" fmla="*/ 6154130 w 7750703"/>
                    <a:gd name="connsiteY2" fmla="*/ 754743 h 5573485"/>
                    <a:gd name="connsiteX3" fmla="*/ 7373331 w 7750703"/>
                    <a:gd name="connsiteY3" fmla="*/ 0 h 5573485"/>
                    <a:gd name="connsiteX4" fmla="*/ 7605560 w 7750703"/>
                    <a:gd name="connsiteY4" fmla="*/ 1364343 h 5573485"/>
                    <a:gd name="connsiteX5" fmla="*/ 7750703 w 7750703"/>
                    <a:gd name="connsiteY5" fmla="*/ 2569028 h 5573485"/>
                    <a:gd name="connsiteX6" fmla="*/ 4949444 w 7750703"/>
                    <a:gd name="connsiteY6" fmla="*/ 5573485 h 5573485"/>
                    <a:gd name="connsiteX7" fmla="*/ 4673675 w 7750703"/>
                    <a:gd name="connsiteY7" fmla="*/ 5486399 h 5573485"/>
                    <a:gd name="connsiteX8" fmla="*/ 145217 w 7750703"/>
                    <a:gd name="connsiteY8" fmla="*/ 1074056 h 5573485"/>
                    <a:gd name="connsiteX0" fmla="*/ 143276 w 7748762"/>
                    <a:gd name="connsiteY0" fmla="*/ 1074056 h 5573485"/>
                    <a:gd name="connsiteX1" fmla="*/ 825446 w 7748762"/>
                    <a:gd name="connsiteY1" fmla="*/ 435430 h 5573485"/>
                    <a:gd name="connsiteX2" fmla="*/ 6152189 w 7748762"/>
                    <a:gd name="connsiteY2" fmla="*/ 754743 h 5573485"/>
                    <a:gd name="connsiteX3" fmla="*/ 7371390 w 7748762"/>
                    <a:gd name="connsiteY3" fmla="*/ 0 h 5573485"/>
                    <a:gd name="connsiteX4" fmla="*/ 7603619 w 7748762"/>
                    <a:gd name="connsiteY4" fmla="*/ 1364343 h 5573485"/>
                    <a:gd name="connsiteX5" fmla="*/ 7748762 w 7748762"/>
                    <a:gd name="connsiteY5" fmla="*/ 2569028 h 5573485"/>
                    <a:gd name="connsiteX6" fmla="*/ 4947503 w 7748762"/>
                    <a:gd name="connsiteY6" fmla="*/ 5573485 h 5573485"/>
                    <a:gd name="connsiteX7" fmla="*/ 4671734 w 7748762"/>
                    <a:gd name="connsiteY7" fmla="*/ 5486399 h 5573485"/>
                    <a:gd name="connsiteX8" fmla="*/ 143276 w 7748762"/>
                    <a:gd name="connsiteY8" fmla="*/ 1074056 h 5573485"/>
                    <a:gd name="connsiteX0" fmla="*/ 143276 w 7748762"/>
                    <a:gd name="connsiteY0" fmla="*/ 1074056 h 5573485"/>
                    <a:gd name="connsiteX1" fmla="*/ 825446 w 7748762"/>
                    <a:gd name="connsiteY1" fmla="*/ 435430 h 5573485"/>
                    <a:gd name="connsiteX2" fmla="*/ 3365445 w 7748762"/>
                    <a:gd name="connsiteY2" fmla="*/ 566058 h 5573485"/>
                    <a:gd name="connsiteX3" fmla="*/ 6152189 w 7748762"/>
                    <a:gd name="connsiteY3" fmla="*/ 754743 h 5573485"/>
                    <a:gd name="connsiteX4" fmla="*/ 7371390 w 7748762"/>
                    <a:gd name="connsiteY4" fmla="*/ 0 h 5573485"/>
                    <a:gd name="connsiteX5" fmla="*/ 7603619 w 7748762"/>
                    <a:gd name="connsiteY5" fmla="*/ 1364343 h 5573485"/>
                    <a:gd name="connsiteX6" fmla="*/ 7748762 w 7748762"/>
                    <a:gd name="connsiteY6" fmla="*/ 2569028 h 5573485"/>
                    <a:gd name="connsiteX7" fmla="*/ 4947503 w 7748762"/>
                    <a:gd name="connsiteY7" fmla="*/ 5573485 h 5573485"/>
                    <a:gd name="connsiteX8" fmla="*/ 4671734 w 7748762"/>
                    <a:gd name="connsiteY8" fmla="*/ 5486399 h 5573485"/>
                    <a:gd name="connsiteX9" fmla="*/ 143276 w 7748762"/>
                    <a:gd name="connsiteY9" fmla="*/ 1074056 h 5573485"/>
                    <a:gd name="connsiteX0" fmla="*/ 143276 w 7748762"/>
                    <a:gd name="connsiteY0" fmla="*/ 1074056 h 5573485"/>
                    <a:gd name="connsiteX1" fmla="*/ 825446 w 7748762"/>
                    <a:gd name="connsiteY1" fmla="*/ 435430 h 5573485"/>
                    <a:gd name="connsiteX2" fmla="*/ 2494588 w 7748762"/>
                    <a:gd name="connsiteY2" fmla="*/ 2249715 h 5573485"/>
                    <a:gd name="connsiteX3" fmla="*/ 6152189 w 7748762"/>
                    <a:gd name="connsiteY3" fmla="*/ 754743 h 5573485"/>
                    <a:gd name="connsiteX4" fmla="*/ 7371390 w 7748762"/>
                    <a:gd name="connsiteY4" fmla="*/ 0 h 5573485"/>
                    <a:gd name="connsiteX5" fmla="*/ 7603619 w 7748762"/>
                    <a:gd name="connsiteY5" fmla="*/ 1364343 h 5573485"/>
                    <a:gd name="connsiteX6" fmla="*/ 7748762 w 7748762"/>
                    <a:gd name="connsiteY6" fmla="*/ 2569028 h 5573485"/>
                    <a:gd name="connsiteX7" fmla="*/ 4947503 w 7748762"/>
                    <a:gd name="connsiteY7" fmla="*/ 5573485 h 5573485"/>
                    <a:gd name="connsiteX8" fmla="*/ 4671734 w 7748762"/>
                    <a:gd name="connsiteY8" fmla="*/ 5486399 h 5573485"/>
                    <a:gd name="connsiteX9" fmla="*/ 143276 w 7748762"/>
                    <a:gd name="connsiteY9" fmla="*/ 1074056 h 5573485"/>
                    <a:gd name="connsiteX0" fmla="*/ 225462 w 7830948"/>
                    <a:gd name="connsiteY0" fmla="*/ 1074056 h 5573485"/>
                    <a:gd name="connsiteX1" fmla="*/ 530261 w 7830948"/>
                    <a:gd name="connsiteY1" fmla="*/ 595087 h 5573485"/>
                    <a:gd name="connsiteX2" fmla="*/ 2576774 w 7830948"/>
                    <a:gd name="connsiteY2" fmla="*/ 2249715 h 5573485"/>
                    <a:gd name="connsiteX3" fmla="*/ 6234375 w 7830948"/>
                    <a:gd name="connsiteY3" fmla="*/ 754743 h 5573485"/>
                    <a:gd name="connsiteX4" fmla="*/ 7453576 w 7830948"/>
                    <a:gd name="connsiteY4" fmla="*/ 0 h 5573485"/>
                    <a:gd name="connsiteX5" fmla="*/ 7685805 w 7830948"/>
                    <a:gd name="connsiteY5" fmla="*/ 1364343 h 5573485"/>
                    <a:gd name="connsiteX6" fmla="*/ 7830948 w 7830948"/>
                    <a:gd name="connsiteY6" fmla="*/ 2569028 h 5573485"/>
                    <a:gd name="connsiteX7" fmla="*/ 5029689 w 7830948"/>
                    <a:gd name="connsiteY7" fmla="*/ 5573485 h 5573485"/>
                    <a:gd name="connsiteX8" fmla="*/ 4753920 w 7830948"/>
                    <a:gd name="connsiteY8" fmla="*/ 5486399 h 5573485"/>
                    <a:gd name="connsiteX9" fmla="*/ 225462 w 7830948"/>
                    <a:gd name="connsiteY9" fmla="*/ 1074056 h 5573485"/>
                    <a:gd name="connsiteX0" fmla="*/ 154662 w 7760148"/>
                    <a:gd name="connsiteY0" fmla="*/ 1074056 h 5573485"/>
                    <a:gd name="connsiteX1" fmla="*/ 764261 w 7760148"/>
                    <a:gd name="connsiteY1" fmla="*/ 391887 h 5573485"/>
                    <a:gd name="connsiteX2" fmla="*/ 2505974 w 7760148"/>
                    <a:gd name="connsiteY2" fmla="*/ 2249715 h 5573485"/>
                    <a:gd name="connsiteX3" fmla="*/ 6163575 w 7760148"/>
                    <a:gd name="connsiteY3" fmla="*/ 754743 h 5573485"/>
                    <a:gd name="connsiteX4" fmla="*/ 7382776 w 7760148"/>
                    <a:gd name="connsiteY4" fmla="*/ 0 h 5573485"/>
                    <a:gd name="connsiteX5" fmla="*/ 7615005 w 7760148"/>
                    <a:gd name="connsiteY5" fmla="*/ 1364343 h 5573485"/>
                    <a:gd name="connsiteX6" fmla="*/ 7760148 w 7760148"/>
                    <a:gd name="connsiteY6" fmla="*/ 2569028 h 5573485"/>
                    <a:gd name="connsiteX7" fmla="*/ 4958889 w 7760148"/>
                    <a:gd name="connsiteY7" fmla="*/ 5573485 h 5573485"/>
                    <a:gd name="connsiteX8" fmla="*/ 4683120 w 7760148"/>
                    <a:gd name="connsiteY8" fmla="*/ 5486399 h 5573485"/>
                    <a:gd name="connsiteX9" fmla="*/ 154662 w 7760148"/>
                    <a:gd name="connsiteY9" fmla="*/ 1074056 h 5573485"/>
                    <a:gd name="connsiteX0" fmla="*/ 146294 w 7751780"/>
                    <a:gd name="connsiteY0" fmla="*/ 1074056 h 5573485"/>
                    <a:gd name="connsiteX1" fmla="*/ 755893 w 7751780"/>
                    <a:gd name="connsiteY1" fmla="*/ 391887 h 5573485"/>
                    <a:gd name="connsiteX2" fmla="*/ 2497606 w 7751780"/>
                    <a:gd name="connsiteY2" fmla="*/ 2249715 h 5573485"/>
                    <a:gd name="connsiteX3" fmla="*/ 6155207 w 7751780"/>
                    <a:gd name="connsiteY3" fmla="*/ 754743 h 5573485"/>
                    <a:gd name="connsiteX4" fmla="*/ 7374408 w 7751780"/>
                    <a:gd name="connsiteY4" fmla="*/ 0 h 5573485"/>
                    <a:gd name="connsiteX5" fmla="*/ 7606637 w 7751780"/>
                    <a:gd name="connsiteY5" fmla="*/ 1364343 h 5573485"/>
                    <a:gd name="connsiteX6" fmla="*/ 7751780 w 7751780"/>
                    <a:gd name="connsiteY6" fmla="*/ 2569028 h 5573485"/>
                    <a:gd name="connsiteX7" fmla="*/ 4950521 w 7751780"/>
                    <a:gd name="connsiteY7" fmla="*/ 5573485 h 5573485"/>
                    <a:gd name="connsiteX8" fmla="*/ 4674752 w 7751780"/>
                    <a:gd name="connsiteY8" fmla="*/ 5486399 h 5573485"/>
                    <a:gd name="connsiteX9" fmla="*/ 146294 w 7751780"/>
                    <a:gd name="connsiteY9" fmla="*/ 1074056 h 5573485"/>
                    <a:gd name="connsiteX0" fmla="*/ 146294 w 7751780"/>
                    <a:gd name="connsiteY0" fmla="*/ 1074056 h 5573485"/>
                    <a:gd name="connsiteX1" fmla="*/ 755893 w 7751780"/>
                    <a:gd name="connsiteY1" fmla="*/ 391887 h 5573485"/>
                    <a:gd name="connsiteX2" fmla="*/ 2584691 w 7751780"/>
                    <a:gd name="connsiteY2" fmla="*/ 2220687 h 5573485"/>
                    <a:gd name="connsiteX3" fmla="*/ 6155207 w 7751780"/>
                    <a:gd name="connsiteY3" fmla="*/ 754743 h 5573485"/>
                    <a:gd name="connsiteX4" fmla="*/ 7374408 w 7751780"/>
                    <a:gd name="connsiteY4" fmla="*/ 0 h 5573485"/>
                    <a:gd name="connsiteX5" fmla="*/ 7606637 w 7751780"/>
                    <a:gd name="connsiteY5" fmla="*/ 1364343 h 5573485"/>
                    <a:gd name="connsiteX6" fmla="*/ 7751780 w 7751780"/>
                    <a:gd name="connsiteY6" fmla="*/ 2569028 h 5573485"/>
                    <a:gd name="connsiteX7" fmla="*/ 4950521 w 7751780"/>
                    <a:gd name="connsiteY7" fmla="*/ 5573485 h 5573485"/>
                    <a:gd name="connsiteX8" fmla="*/ 4674752 w 7751780"/>
                    <a:gd name="connsiteY8" fmla="*/ 5486399 h 5573485"/>
                    <a:gd name="connsiteX9" fmla="*/ 146294 w 7751780"/>
                    <a:gd name="connsiteY9" fmla="*/ 1074056 h 5573485"/>
                    <a:gd name="connsiteX0" fmla="*/ 146294 w 7751780"/>
                    <a:gd name="connsiteY0" fmla="*/ 1074056 h 5573485"/>
                    <a:gd name="connsiteX1" fmla="*/ 755893 w 7751780"/>
                    <a:gd name="connsiteY1" fmla="*/ 391887 h 5573485"/>
                    <a:gd name="connsiteX2" fmla="*/ 2584691 w 7751780"/>
                    <a:gd name="connsiteY2" fmla="*/ 2220687 h 5573485"/>
                    <a:gd name="connsiteX3" fmla="*/ 4094178 w 7751780"/>
                    <a:gd name="connsiteY3" fmla="*/ 1611086 h 5573485"/>
                    <a:gd name="connsiteX4" fmla="*/ 6155207 w 7751780"/>
                    <a:gd name="connsiteY4" fmla="*/ 754743 h 5573485"/>
                    <a:gd name="connsiteX5" fmla="*/ 7374408 w 7751780"/>
                    <a:gd name="connsiteY5" fmla="*/ 0 h 5573485"/>
                    <a:gd name="connsiteX6" fmla="*/ 7606637 w 7751780"/>
                    <a:gd name="connsiteY6" fmla="*/ 1364343 h 5573485"/>
                    <a:gd name="connsiteX7" fmla="*/ 7751780 w 7751780"/>
                    <a:gd name="connsiteY7" fmla="*/ 2569028 h 5573485"/>
                    <a:gd name="connsiteX8" fmla="*/ 4950521 w 7751780"/>
                    <a:gd name="connsiteY8" fmla="*/ 5573485 h 5573485"/>
                    <a:gd name="connsiteX9" fmla="*/ 4674752 w 7751780"/>
                    <a:gd name="connsiteY9" fmla="*/ 5486399 h 5573485"/>
                    <a:gd name="connsiteX10" fmla="*/ 146294 w 7751780"/>
                    <a:gd name="connsiteY10" fmla="*/ 1074056 h 5573485"/>
                    <a:gd name="connsiteX0" fmla="*/ 362859 w 7968345"/>
                    <a:gd name="connsiteY0" fmla="*/ 1944913 h 6444342"/>
                    <a:gd name="connsiteX1" fmla="*/ 972458 w 7968345"/>
                    <a:gd name="connsiteY1" fmla="*/ 1262744 h 6444342"/>
                    <a:gd name="connsiteX2" fmla="*/ 2801256 w 7968345"/>
                    <a:gd name="connsiteY2" fmla="*/ 3091544 h 6444342"/>
                    <a:gd name="connsiteX3" fmla="*/ 0 w 7968345"/>
                    <a:gd name="connsiteY3" fmla="*/ 0 h 6444342"/>
                    <a:gd name="connsiteX4" fmla="*/ 6371772 w 7968345"/>
                    <a:gd name="connsiteY4" fmla="*/ 1625600 h 6444342"/>
                    <a:gd name="connsiteX5" fmla="*/ 7590973 w 7968345"/>
                    <a:gd name="connsiteY5" fmla="*/ 870857 h 6444342"/>
                    <a:gd name="connsiteX6" fmla="*/ 7823202 w 7968345"/>
                    <a:gd name="connsiteY6" fmla="*/ 2235200 h 6444342"/>
                    <a:gd name="connsiteX7" fmla="*/ 7968345 w 7968345"/>
                    <a:gd name="connsiteY7" fmla="*/ 3439885 h 6444342"/>
                    <a:gd name="connsiteX8" fmla="*/ 5167086 w 7968345"/>
                    <a:gd name="connsiteY8" fmla="*/ 6444342 h 6444342"/>
                    <a:gd name="connsiteX9" fmla="*/ 4891317 w 7968345"/>
                    <a:gd name="connsiteY9" fmla="*/ 6357256 h 6444342"/>
                    <a:gd name="connsiteX10" fmla="*/ 362859 w 7968345"/>
                    <a:gd name="connsiteY10" fmla="*/ 1944913 h 6444342"/>
                    <a:gd name="connsiteX0" fmla="*/ 449944 w 8055430"/>
                    <a:gd name="connsiteY0" fmla="*/ 1857827 h 6357256"/>
                    <a:gd name="connsiteX1" fmla="*/ 1059543 w 8055430"/>
                    <a:gd name="connsiteY1" fmla="*/ 1175658 h 6357256"/>
                    <a:gd name="connsiteX2" fmla="*/ 2888341 w 8055430"/>
                    <a:gd name="connsiteY2" fmla="*/ 3004458 h 6357256"/>
                    <a:gd name="connsiteX3" fmla="*/ 0 w 8055430"/>
                    <a:gd name="connsiteY3" fmla="*/ 0 h 6357256"/>
                    <a:gd name="connsiteX4" fmla="*/ 6458857 w 8055430"/>
                    <a:gd name="connsiteY4" fmla="*/ 1538514 h 6357256"/>
                    <a:gd name="connsiteX5" fmla="*/ 7678058 w 8055430"/>
                    <a:gd name="connsiteY5" fmla="*/ 783771 h 6357256"/>
                    <a:gd name="connsiteX6" fmla="*/ 7910287 w 8055430"/>
                    <a:gd name="connsiteY6" fmla="*/ 2148114 h 6357256"/>
                    <a:gd name="connsiteX7" fmla="*/ 8055430 w 8055430"/>
                    <a:gd name="connsiteY7" fmla="*/ 3352799 h 6357256"/>
                    <a:gd name="connsiteX8" fmla="*/ 5254171 w 8055430"/>
                    <a:gd name="connsiteY8" fmla="*/ 6357256 h 6357256"/>
                    <a:gd name="connsiteX9" fmla="*/ 4978402 w 8055430"/>
                    <a:gd name="connsiteY9" fmla="*/ 6270170 h 6357256"/>
                    <a:gd name="connsiteX10" fmla="*/ 449944 w 8055430"/>
                    <a:gd name="connsiteY10" fmla="*/ 1857827 h 6357256"/>
                    <a:gd name="connsiteX0" fmla="*/ 406401 w 8011887"/>
                    <a:gd name="connsiteY0" fmla="*/ 1828799 h 6328228"/>
                    <a:gd name="connsiteX1" fmla="*/ 1016000 w 8011887"/>
                    <a:gd name="connsiteY1" fmla="*/ 1146630 h 6328228"/>
                    <a:gd name="connsiteX2" fmla="*/ 2844798 w 8011887"/>
                    <a:gd name="connsiteY2" fmla="*/ 2975430 h 6328228"/>
                    <a:gd name="connsiteX3" fmla="*/ 0 w 8011887"/>
                    <a:gd name="connsiteY3" fmla="*/ 0 h 6328228"/>
                    <a:gd name="connsiteX4" fmla="*/ 6415314 w 8011887"/>
                    <a:gd name="connsiteY4" fmla="*/ 1509486 h 6328228"/>
                    <a:gd name="connsiteX5" fmla="*/ 7634515 w 8011887"/>
                    <a:gd name="connsiteY5" fmla="*/ 754743 h 6328228"/>
                    <a:gd name="connsiteX6" fmla="*/ 7866744 w 8011887"/>
                    <a:gd name="connsiteY6" fmla="*/ 2119086 h 6328228"/>
                    <a:gd name="connsiteX7" fmla="*/ 8011887 w 8011887"/>
                    <a:gd name="connsiteY7" fmla="*/ 3323771 h 6328228"/>
                    <a:gd name="connsiteX8" fmla="*/ 5210628 w 8011887"/>
                    <a:gd name="connsiteY8" fmla="*/ 6328228 h 6328228"/>
                    <a:gd name="connsiteX9" fmla="*/ 4934859 w 8011887"/>
                    <a:gd name="connsiteY9" fmla="*/ 6241142 h 6328228"/>
                    <a:gd name="connsiteX10" fmla="*/ 406401 w 8011887"/>
                    <a:gd name="connsiteY10" fmla="*/ 1828799 h 6328228"/>
                    <a:gd name="connsiteX0" fmla="*/ 420915 w 8026401"/>
                    <a:gd name="connsiteY0" fmla="*/ 1828799 h 6328228"/>
                    <a:gd name="connsiteX1" fmla="*/ 1030514 w 8026401"/>
                    <a:gd name="connsiteY1" fmla="*/ 1146630 h 6328228"/>
                    <a:gd name="connsiteX2" fmla="*/ 2859312 w 8026401"/>
                    <a:gd name="connsiteY2" fmla="*/ 2975430 h 6328228"/>
                    <a:gd name="connsiteX3" fmla="*/ 0 w 8026401"/>
                    <a:gd name="connsiteY3" fmla="*/ 0 h 6328228"/>
                    <a:gd name="connsiteX4" fmla="*/ 6429828 w 8026401"/>
                    <a:gd name="connsiteY4" fmla="*/ 1509486 h 6328228"/>
                    <a:gd name="connsiteX5" fmla="*/ 7649029 w 8026401"/>
                    <a:gd name="connsiteY5" fmla="*/ 754743 h 6328228"/>
                    <a:gd name="connsiteX6" fmla="*/ 7881258 w 8026401"/>
                    <a:gd name="connsiteY6" fmla="*/ 2119086 h 6328228"/>
                    <a:gd name="connsiteX7" fmla="*/ 8026401 w 8026401"/>
                    <a:gd name="connsiteY7" fmla="*/ 3323771 h 6328228"/>
                    <a:gd name="connsiteX8" fmla="*/ 5225142 w 8026401"/>
                    <a:gd name="connsiteY8" fmla="*/ 6328228 h 6328228"/>
                    <a:gd name="connsiteX9" fmla="*/ 4949373 w 8026401"/>
                    <a:gd name="connsiteY9" fmla="*/ 6241142 h 6328228"/>
                    <a:gd name="connsiteX10" fmla="*/ 420915 w 8026401"/>
                    <a:gd name="connsiteY10" fmla="*/ 1828799 h 6328228"/>
                    <a:gd name="connsiteX0" fmla="*/ 420915 w 8026401"/>
                    <a:gd name="connsiteY0" fmla="*/ 1828799 h 6328228"/>
                    <a:gd name="connsiteX1" fmla="*/ 1030514 w 8026401"/>
                    <a:gd name="connsiteY1" fmla="*/ 1146630 h 6328228"/>
                    <a:gd name="connsiteX2" fmla="*/ 2859312 w 8026401"/>
                    <a:gd name="connsiteY2" fmla="*/ 2975430 h 6328228"/>
                    <a:gd name="connsiteX3" fmla="*/ 0 w 8026401"/>
                    <a:gd name="connsiteY3" fmla="*/ 0 h 6328228"/>
                    <a:gd name="connsiteX4" fmla="*/ 1698171 w 8026401"/>
                    <a:gd name="connsiteY4" fmla="*/ 377372 h 6328228"/>
                    <a:gd name="connsiteX5" fmla="*/ 6429828 w 8026401"/>
                    <a:gd name="connsiteY5" fmla="*/ 1509486 h 6328228"/>
                    <a:gd name="connsiteX6" fmla="*/ 7649029 w 8026401"/>
                    <a:gd name="connsiteY6" fmla="*/ 754743 h 6328228"/>
                    <a:gd name="connsiteX7" fmla="*/ 7881258 w 8026401"/>
                    <a:gd name="connsiteY7" fmla="*/ 2119086 h 6328228"/>
                    <a:gd name="connsiteX8" fmla="*/ 8026401 w 8026401"/>
                    <a:gd name="connsiteY8" fmla="*/ 3323771 h 6328228"/>
                    <a:gd name="connsiteX9" fmla="*/ 5225142 w 8026401"/>
                    <a:gd name="connsiteY9" fmla="*/ 6328228 h 6328228"/>
                    <a:gd name="connsiteX10" fmla="*/ 4949373 w 8026401"/>
                    <a:gd name="connsiteY10" fmla="*/ 6241142 h 6328228"/>
                    <a:gd name="connsiteX11" fmla="*/ 420915 w 8026401"/>
                    <a:gd name="connsiteY11" fmla="*/ 1828799 h 6328228"/>
                    <a:gd name="connsiteX0" fmla="*/ 420915 w 8026401"/>
                    <a:gd name="connsiteY0" fmla="*/ 2539998 h 7039427"/>
                    <a:gd name="connsiteX1" fmla="*/ 1030514 w 8026401"/>
                    <a:gd name="connsiteY1" fmla="*/ 1857829 h 7039427"/>
                    <a:gd name="connsiteX2" fmla="*/ 2859312 w 8026401"/>
                    <a:gd name="connsiteY2" fmla="*/ 3686629 h 7039427"/>
                    <a:gd name="connsiteX3" fmla="*/ 0 w 8026401"/>
                    <a:gd name="connsiteY3" fmla="*/ 711199 h 7039427"/>
                    <a:gd name="connsiteX4" fmla="*/ 899885 w 8026401"/>
                    <a:gd name="connsiteY4" fmla="*/ 0 h 7039427"/>
                    <a:gd name="connsiteX5" fmla="*/ 6429828 w 8026401"/>
                    <a:gd name="connsiteY5" fmla="*/ 2220685 h 7039427"/>
                    <a:gd name="connsiteX6" fmla="*/ 7649029 w 8026401"/>
                    <a:gd name="connsiteY6" fmla="*/ 1465942 h 7039427"/>
                    <a:gd name="connsiteX7" fmla="*/ 7881258 w 8026401"/>
                    <a:gd name="connsiteY7" fmla="*/ 2830285 h 7039427"/>
                    <a:gd name="connsiteX8" fmla="*/ 8026401 w 8026401"/>
                    <a:gd name="connsiteY8" fmla="*/ 4034970 h 7039427"/>
                    <a:gd name="connsiteX9" fmla="*/ 5225142 w 8026401"/>
                    <a:gd name="connsiteY9" fmla="*/ 7039427 h 7039427"/>
                    <a:gd name="connsiteX10" fmla="*/ 4949373 w 8026401"/>
                    <a:gd name="connsiteY10" fmla="*/ 6952341 h 7039427"/>
                    <a:gd name="connsiteX11" fmla="*/ 420915 w 8026401"/>
                    <a:gd name="connsiteY11" fmla="*/ 2539998 h 7039427"/>
                    <a:gd name="connsiteX0" fmla="*/ 420915 w 8026401"/>
                    <a:gd name="connsiteY0" fmla="*/ 2665438 h 7164867"/>
                    <a:gd name="connsiteX1" fmla="*/ 1030514 w 8026401"/>
                    <a:gd name="connsiteY1" fmla="*/ 1983269 h 7164867"/>
                    <a:gd name="connsiteX2" fmla="*/ 2859312 w 8026401"/>
                    <a:gd name="connsiteY2" fmla="*/ 3812069 h 7164867"/>
                    <a:gd name="connsiteX3" fmla="*/ 0 w 8026401"/>
                    <a:gd name="connsiteY3" fmla="*/ 836639 h 7164867"/>
                    <a:gd name="connsiteX4" fmla="*/ 899885 w 8026401"/>
                    <a:gd name="connsiteY4" fmla="*/ 125440 h 7164867"/>
                    <a:gd name="connsiteX5" fmla="*/ 6429828 w 8026401"/>
                    <a:gd name="connsiteY5" fmla="*/ 2346125 h 7164867"/>
                    <a:gd name="connsiteX6" fmla="*/ 7649029 w 8026401"/>
                    <a:gd name="connsiteY6" fmla="*/ 1591382 h 7164867"/>
                    <a:gd name="connsiteX7" fmla="*/ 7881258 w 8026401"/>
                    <a:gd name="connsiteY7" fmla="*/ 2955725 h 7164867"/>
                    <a:gd name="connsiteX8" fmla="*/ 8026401 w 8026401"/>
                    <a:gd name="connsiteY8" fmla="*/ 4160410 h 7164867"/>
                    <a:gd name="connsiteX9" fmla="*/ 5225142 w 8026401"/>
                    <a:gd name="connsiteY9" fmla="*/ 7164867 h 7164867"/>
                    <a:gd name="connsiteX10" fmla="*/ 4949373 w 8026401"/>
                    <a:gd name="connsiteY10" fmla="*/ 7077781 h 7164867"/>
                    <a:gd name="connsiteX11" fmla="*/ 420915 w 8026401"/>
                    <a:gd name="connsiteY11" fmla="*/ 2665438 h 7164867"/>
                    <a:gd name="connsiteX0" fmla="*/ 534938 w 8140424"/>
                    <a:gd name="connsiteY0" fmla="*/ 2718214 h 7217643"/>
                    <a:gd name="connsiteX1" fmla="*/ 1144537 w 8140424"/>
                    <a:gd name="connsiteY1" fmla="*/ 2036045 h 7217643"/>
                    <a:gd name="connsiteX2" fmla="*/ 2973335 w 8140424"/>
                    <a:gd name="connsiteY2" fmla="*/ 3864845 h 7217643"/>
                    <a:gd name="connsiteX3" fmla="*/ 114023 w 8140424"/>
                    <a:gd name="connsiteY3" fmla="*/ 889415 h 7217643"/>
                    <a:gd name="connsiteX4" fmla="*/ 1013908 w 8140424"/>
                    <a:gd name="connsiteY4" fmla="*/ 178216 h 7217643"/>
                    <a:gd name="connsiteX5" fmla="*/ 6543851 w 8140424"/>
                    <a:gd name="connsiteY5" fmla="*/ 2398901 h 7217643"/>
                    <a:gd name="connsiteX6" fmla="*/ 7763052 w 8140424"/>
                    <a:gd name="connsiteY6" fmla="*/ 1644158 h 7217643"/>
                    <a:gd name="connsiteX7" fmla="*/ 7995281 w 8140424"/>
                    <a:gd name="connsiteY7" fmla="*/ 3008501 h 7217643"/>
                    <a:gd name="connsiteX8" fmla="*/ 8140424 w 8140424"/>
                    <a:gd name="connsiteY8" fmla="*/ 4213186 h 7217643"/>
                    <a:gd name="connsiteX9" fmla="*/ 5339165 w 8140424"/>
                    <a:gd name="connsiteY9" fmla="*/ 7217643 h 7217643"/>
                    <a:gd name="connsiteX10" fmla="*/ 5063396 w 8140424"/>
                    <a:gd name="connsiteY10" fmla="*/ 7130557 h 7217643"/>
                    <a:gd name="connsiteX11" fmla="*/ 534938 w 8140424"/>
                    <a:gd name="connsiteY11" fmla="*/ 2718214 h 7217643"/>
                    <a:gd name="connsiteX0" fmla="*/ 534938 w 8140424"/>
                    <a:gd name="connsiteY0" fmla="*/ 2718214 h 7217643"/>
                    <a:gd name="connsiteX1" fmla="*/ 1144537 w 8140424"/>
                    <a:gd name="connsiteY1" fmla="*/ 2036045 h 7217643"/>
                    <a:gd name="connsiteX2" fmla="*/ 2973335 w 8140424"/>
                    <a:gd name="connsiteY2" fmla="*/ 3864845 h 7217643"/>
                    <a:gd name="connsiteX3" fmla="*/ 114023 w 8140424"/>
                    <a:gd name="connsiteY3" fmla="*/ 889415 h 7217643"/>
                    <a:gd name="connsiteX4" fmla="*/ 1013908 w 8140424"/>
                    <a:gd name="connsiteY4" fmla="*/ 178216 h 7217643"/>
                    <a:gd name="connsiteX5" fmla="*/ 3510366 w 8140424"/>
                    <a:gd name="connsiteY5" fmla="*/ 1194217 h 7217643"/>
                    <a:gd name="connsiteX6" fmla="*/ 6543851 w 8140424"/>
                    <a:gd name="connsiteY6" fmla="*/ 2398901 h 7217643"/>
                    <a:gd name="connsiteX7" fmla="*/ 7763052 w 8140424"/>
                    <a:gd name="connsiteY7" fmla="*/ 1644158 h 7217643"/>
                    <a:gd name="connsiteX8" fmla="*/ 7995281 w 8140424"/>
                    <a:gd name="connsiteY8" fmla="*/ 3008501 h 7217643"/>
                    <a:gd name="connsiteX9" fmla="*/ 8140424 w 8140424"/>
                    <a:gd name="connsiteY9" fmla="*/ 4213186 h 7217643"/>
                    <a:gd name="connsiteX10" fmla="*/ 5339165 w 8140424"/>
                    <a:gd name="connsiteY10" fmla="*/ 7217643 h 7217643"/>
                    <a:gd name="connsiteX11" fmla="*/ 5063396 w 8140424"/>
                    <a:gd name="connsiteY11" fmla="*/ 7130557 h 7217643"/>
                    <a:gd name="connsiteX12" fmla="*/ 534938 w 8140424"/>
                    <a:gd name="connsiteY12" fmla="*/ 2718214 h 7217643"/>
                    <a:gd name="connsiteX0" fmla="*/ 534938 w 8140424"/>
                    <a:gd name="connsiteY0" fmla="*/ 2718214 h 7217643"/>
                    <a:gd name="connsiteX1" fmla="*/ 1144537 w 8140424"/>
                    <a:gd name="connsiteY1" fmla="*/ 2036045 h 7217643"/>
                    <a:gd name="connsiteX2" fmla="*/ 2973335 w 8140424"/>
                    <a:gd name="connsiteY2" fmla="*/ 3864845 h 7217643"/>
                    <a:gd name="connsiteX3" fmla="*/ 114023 w 8140424"/>
                    <a:gd name="connsiteY3" fmla="*/ 889415 h 7217643"/>
                    <a:gd name="connsiteX4" fmla="*/ 1013908 w 8140424"/>
                    <a:gd name="connsiteY4" fmla="*/ 178216 h 7217643"/>
                    <a:gd name="connsiteX5" fmla="*/ 3379737 w 8140424"/>
                    <a:gd name="connsiteY5" fmla="*/ 2631131 h 7217643"/>
                    <a:gd name="connsiteX6" fmla="*/ 6543851 w 8140424"/>
                    <a:gd name="connsiteY6" fmla="*/ 2398901 h 7217643"/>
                    <a:gd name="connsiteX7" fmla="*/ 7763052 w 8140424"/>
                    <a:gd name="connsiteY7" fmla="*/ 1644158 h 7217643"/>
                    <a:gd name="connsiteX8" fmla="*/ 7995281 w 8140424"/>
                    <a:gd name="connsiteY8" fmla="*/ 3008501 h 7217643"/>
                    <a:gd name="connsiteX9" fmla="*/ 8140424 w 8140424"/>
                    <a:gd name="connsiteY9" fmla="*/ 4213186 h 7217643"/>
                    <a:gd name="connsiteX10" fmla="*/ 5339165 w 8140424"/>
                    <a:gd name="connsiteY10" fmla="*/ 7217643 h 7217643"/>
                    <a:gd name="connsiteX11" fmla="*/ 5063396 w 8140424"/>
                    <a:gd name="connsiteY11" fmla="*/ 7130557 h 7217643"/>
                    <a:gd name="connsiteX12" fmla="*/ 534938 w 8140424"/>
                    <a:gd name="connsiteY12" fmla="*/ 2718214 h 7217643"/>
                    <a:gd name="connsiteX0" fmla="*/ 534938 w 8140424"/>
                    <a:gd name="connsiteY0" fmla="*/ 2718214 h 7217643"/>
                    <a:gd name="connsiteX1" fmla="*/ 1144537 w 8140424"/>
                    <a:gd name="connsiteY1" fmla="*/ 2036045 h 7217643"/>
                    <a:gd name="connsiteX2" fmla="*/ 2973335 w 8140424"/>
                    <a:gd name="connsiteY2" fmla="*/ 3864845 h 7217643"/>
                    <a:gd name="connsiteX3" fmla="*/ 114023 w 8140424"/>
                    <a:gd name="connsiteY3" fmla="*/ 889415 h 7217643"/>
                    <a:gd name="connsiteX4" fmla="*/ 1013908 w 8140424"/>
                    <a:gd name="connsiteY4" fmla="*/ 178216 h 7217643"/>
                    <a:gd name="connsiteX5" fmla="*/ 3437794 w 8140424"/>
                    <a:gd name="connsiteY5" fmla="*/ 2616616 h 7217643"/>
                    <a:gd name="connsiteX6" fmla="*/ 6543851 w 8140424"/>
                    <a:gd name="connsiteY6" fmla="*/ 2398901 h 7217643"/>
                    <a:gd name="connsiteX7" fmla="*/ 7763052 w 8140424"/>
                    <a:gd name="connsiteY7" fmla="*/ 1644158 h 7217643"/>
                    <a:gd name="connsiteX8" fmla="*/ 7995281 w 8140424"/>
                    <a:gd name="connsiteY8" fmla="*/ 3008501 h 7217643"/>
                    <a:gd name="connsiteX9" fmla="*/ 8140424 w 8140424"/>
                    <a:gd name="connsiteY9" fmla="*/ 4213186 h 7217643"/>
                    <a:gd name="connsiteX10" fmla="*/ 5339165 w 8140424"/>
                    <a:gd name="connsiteY10" fmla="*/ 7217643 h 7217643"/>
                    <a:gd name="connsiteX11" fmla="*/ 5063396 w 8140424"/>
                    <a:gd name="connsiteY11" fmla="*/ 7130557 h 7217643"/>
                    <a:gd name="connsiteX12" fmla="*/ 534938 w 8140424"/>
                    <a:gd name="connsiteY12" fmla="*/ 2718214 h 7217643"/>
                    <a:gd name="connsiteX0" fmla="*/ 534938 w 8140424"/>
                    <a:gd name="connsiteY0" fmla="*/ 2718214 h 7217643"/>
                    <a:gd name="connsiteX1" fmla="*/ 1144537 w 8140424"/>
                    <a:gd name="connsiteY1" fmla="*/ 2036045 h 7217643"/>
                    <a:gd name="connsiteX2" fmla="*/ 2973335 w 8140424"/>
                    <a:gd name="connsiteY2" fmla="*/ 3864845 h 7217643"/>
                    <a:gd name="connsiteX3" fmla="*/ 114023 w 8140424"/>
                    <a:gd name="connsiteY3" fmla="*/ 889415 h 7217643"/>
                    <a:gd name="connsiteX4" fmla="*/ 1013908 w 8140424"/>
                    <a:gd name="connsiteY4" fmla="*/ 178216 h 7217643"/>
                    <a:gd name="connsiteX5" fmla="*/ 3437794 w 8140424"/>
                    <a:gd name="connsiteY5" fmla="*/ 2616616 h 7217643"/>
                    <a:gd name="connsiteX6" fmla="*/ 4932766 w 8140424"/>
                    <a:gd name="connsiteY6" fmla="*/ 2471474 h 7217643"/>
                    <a:gd name="connsiteX7" fmla="*/ 6543851 w 8140424"/>
                    <a:gd name="connsiteY7" fmla="*/ 2398901 h 7217643"/>
                    <a:gd name="connsiteX8" fmla="*/ 7763052 w 8140424"/>
                    <a:gd name="connsiteY8" fmla="*/ 1644158 h 7217643"/>
                    <a:gd name="connsiteX9" fmla="*/ 7995281 w 8140424"/>
                    <a:gd name="connsiteY9" fmla="*/ 3008501 h 7217643"/>
                    <a:gd name="connsiteX10" fmla="*/ 8140424 w 8140424"/>
                    <a:gd name="connsiteY10" fmla="*/ 4213186 h 7217643"/>
                    <a:gd name="connsiteX11" fmla="*/ 5339165 w 8140424"/>
                    <a:gd name="connsiteY11" fmla="*/ 7217643 h 7217643"/>
                    <a:gd name="connsiteX12" fmla="*/ 5063396 w 8140424"/>
                    <a:gd name="connsiteY12" fmla="*/ 7130557 h 7217643"/>
                    <a:gd name="connsiteX13" fmla="*/ 534938 w 8140424"/>
                    <a:gd name="connsiteY13" fmla="*/ 2718214 h 7217643"/>
                    <a:gd name="connsiteX0" fmla="*/ 534938 w 8140424"/>
                    <a:gd name="connsiteY0" fmla="*/ 2859312 h 7358741"/>
                    <a:gd name="connsiteX1" fmla="*/ 1144537 w 8140424"/>
                    <a:gd name="connsiteY1" fmla="*/ 2177143 h 7358741"/>
                    <a:gd name="connsiteX2" fmla="*/ 2973335 w 8140424"/>
                    <a:gd name="connsiteY2" fmla="*/ 4005943 h 7358741"/>
                    <a:gd name="connsiteX3" fmla="*/ 114023 w 8140424"/>
                    <a:gd name="connsiteY3" fmla="*/ 1030513 h 7358741"/>
                    <a:gd name="connsiteX4" fmla="*/ 1013908 w 8140424"/>
                    <a:gd name="connsiteY4" fmla="*/ 319314 h 7358741"/>
                    <a:gd name="connsiteX5" fmla="*/ 3437794 w 8140424"/>
                    <a:gd name="connsiteY5" fmla="*/ 2757714 h 7358741"/>
                    <a:gd name="connsiteX6" fmla="*/ 723623 w 8140424"/>
                    <a:gd name="connsiteY6" fmla="*/ 0 h 7358741"/>
                    <a:gd name="connsiteX7" fmla="*/ 6543851 w 8140424"/>
                    <a:gd name="connsiteY7" fmla="*/ 2539999 h 7358741"/>
                    <a:gd name="connsiteX8" fmla="*/ 7763052 w 8140424"/>
                    <a:gd name="connsiteY8" fmla="*/ 1785256 h 7358741"/>
                    <a:gd name="connsiteX9" fmla="*/ 7995281 w 8140424"/>
                    <a:gd name="connsiteY9" fmla="*/ 3149599 h 7358741"/>
                    <a:gd name="connsiteX10" fmla="*/ 8140424 w 8140424"/>
                    <a:gd name="connsiteY10" fmla="*/ 4354284 h 7358741"/>
                    <a:gd name="connsiteX11" fmla="*/ 5339165 w 8140424"/>
                    <a:gd name="connsiteY11" fmla="*/ 7358741 h 7358741"/>
                    <a:gd name="connsiteX12" fmla="*/ 5063396 w 8140424"/>
                    <a:gd name="connsiteY12" fmla="*/ 7271655 h 7358741"/>
                    <a:gd name="connsiteX13" fmla="*/ 534938 w 8140424"/>
                    <a:gd name="connsiteY13" fmla="*/ 2859312 h 7358741"/>
                    <a:gd name="connsiteX0" fmla="*/ 534938 w 8140424"/>
                    <a:gd name="connsiteY0" fmla="*/ 2859312 h 7358741"/>
                    <a:gd name="connsiteX1" fmla="*/ 1144537 w 8140424"/>
                    <a:gd name="connsiteY1" fmla="*/ 2177143 h 7358741"/>
                    <a:gd name="connsiteX2" fmla="*/ 2973335 w 8140424"/>
                    <a:gd name="connsiteY2" fmla="*/ 4005943 h 7358741"/>
                    <a:gd name="connsiteX3" fmla="*/ 114023 w 8140424"/>
                    <a:gd name="connsiteY3" fmla="*/ 1030513 h 7358741"/>
                    <a:gd name="connsiteX4" fmla="*/ 1013908 w 8140424"/>
                    <a:gd name="connsiteY4" fmla="*/ 319314 h 7358741"/>
                    <a:gd name="connsiteX5" fmla="*/ 3437794 w 8140424"/>
                    <a:gd name="connsiteY5" fmla="*/ 2757714 h 7358741"/>
                    <a:gd name="connsiteX6" fmla="*/ 723623 w 8140424"/>
                    <a:gd name="connsiteY6" fmla="*/ 0 h 7358741"/>
                    <a:gd name="connsiteX7" fmla="*/ 3713566 w 8140424"/>
                    <a:gd name="connsiteY7" fmla="*/ 1291772 h 7358741"/>
                    <a:gd name="connsiteX8" fmla="*/ 6543851 w 8140424"/>
                    <a:gd name="connsiteY8" fmla="*/ 2539999 h 7358741"/>
                    <a:gd name="connsiteX9" fmla="*/ 7763052 w 8140424"/>
                    <a:gd name="connsiteY9" fmla="*/ 1785256 h 7358741"/>
                    <a:gd name="connsiteX10" fmla="*/ 7995281 w 8140424"/>
                    <a:gd name="connsiteY10" fmla="*/ 3149599 h 7358741"/>
                    <a:gd name="connsiteX11" fmla="*/ 8140424 w 8140424"/>
                    <a:gd name="connsiteY11" fmla="*/ 4354284 h 7358741"/>
                    <a:gd name="connsiteX12" fmla="*/ 5339165 w 8140424"/>
                    <a:gd name="connsiteY12" fmla="*/ 7358741 h 7358741"/>
                    <a:gd name="connsiteX13" fmla="*/ 5063396 w 8140424"/>
                    <a:gd name="connsiteY13" fmla="*/ 7271655 h 7358741"/>
                    <a:gd name="connsiteX14" fmla="*/ 534938 w 8140424"/>
                    <a:gd name="connsiteY14" fmla="*/ 2859312 h 7358741"/>
                    <a:gd name="connsiteX0" fmla="*/ 534938 w 8140424"/>
                    <a:gd name="connsiteY0" fmla="*/ 3555997 h 8055426"/>
                    <a:gd name="connsiteX1" fmla="*/ 1144537 w 8140424"/>
                    <a:gd name="connsiteY1" fmla="*/ 2873828 h 8055426"/>
                    <a:gd name="connsiteX2" fmla="*/ 2973335 w 8140424"/>
                    <a:gd name="connsiteY2" fmla="*/ 4702628 h 8055426"/>
                    <a:gd name="connsiteX3" fmla="*/ 114023 w 8140424"/>
                    <a:gd name="connsiteY3" fmla="*/ 1727198 h 8055426"/>
                    <a:gd name="connsiteX4" fmla="*/ 1013908 w 8140424"/>
                    <a:gd name="connsiteY4" fmla="*/ 1015999 h 8055426"/>
                    <a:gd name="connsiteX5" fmla="*/ 3437794 w 8140424"/>
                    <a:gd name="connsiteY5" fmla="*/ 3454399 h 8055426"/>
                    <a:gd name="connsiteX6" fmla="*/ 723623 w 8140424"/>
                    <a:gd name="connsiteY6" fmla="*/ 696685 h 8055426"/>
                    <a:gd name="connsiteX7" fmla="*/ 1696080 w 8140424"/>
                    <a:gd name="connsiteY7" fmla="*/ 0 h 8055426"/>
                    <a:gd name="connsiteX8" fmla="*/ 6543851 w 8140424"/>
                    <a:gd name="connsiteY8" fmla="*/ 3236684 h 8055426"/>
                    <a:gd name="connsiteX9" fmla="*/ 7763052 w 8140424"/>
                    <a:gd name="connsiteY9" fmla="*/ 2481941 h 8055426"/>
                    <a:gd name="connsiteX10" fmla="*/ 7995281 w 8140424"/>
                    <a:gd name="connsiteY10" fmla="*/ 3846284 h 8055426"/>
                    <a:gd name="connsiteX11" fmla="*/ 8140424 w 8140424"/>
                    <a:gd name="connsiteY11" fmla="*/ 5050969 h 8055426"/>
                    <a:gd name="connsiteX12" fmla="*/ 5339165 w 8140424"/>
                    <a:gd name="connsiteY12" fmla="*/ 8055426 h 8055426"/>
                    <a:gd name="connsiteX13" fmla="*/ 5063396 w 8140424"/>
                    <a:gd name="connsiteY13" fmla="*/ 7968340 h 8055426"/>
                    <a:gd name="connsiteX14" fmla="*/ 534938 w 8140424"/>
                    <a:gd name="connsiteY14" fmla="*/ 3555997 h 8055426"/>
                    <a:gd name="connsiteX0" fmla="*/ 534938 w 8140424"/>
                    <a:gd name="connsiteY0" fmla="*/ 3662537 h 8161966"/>
                    <a:gd name="connsiteX1" fmla="*/ 1144537 w 8140424"/>
                    <a:gd name="connsiteY1" fmla="*/ 2980368 h 8161966"/>
                    <a:gd name="connsiteX2" fmla="*/ 2973335 w 8140424"/>
                    <a:gd name="connsiteY2" fmla="*/ 4809168 h 8161966"/>
                    <a:gd name="connsiteX3" fmla="*/ 114023 w 8140424"/>
                    <a:gd name="connsiteY3" fmla="*/ 1833738 h 8161966"/>
                    <a:gd name="connsiteX4" fmla="*/ 1013908 w 8140424"/>
                    <a:gd name="connsiteY4" fmla="*/ 1122539 h 8161966"/>
                    <a:gd name="connsiteX5" fmla="*/ 3437794 w 8140424"/>
                    <a:gd name="connsiteY5" fmla="*/ 3560939 h 8161966"/>
                    <a:gd name="connsiteX6" fmla="*/ 723623 w 8140424"/>
                    <a:gd name="connsiteY6" fmla="*/ 803225 h 8161966"/>
                    <a:gd name="connsiteX7" fmla="*/ 1696080 w 8140424"/>
                    <a:gd name="connsiteY7" fmla="*/ 106540 h 8161966"/>
                    <a:gd name="connsiteX8" fmla="*/ 6543851 w 8140424"/>
                    <a:gd name="connsiteY8" fmla="*/ 3343224 h 8161966"/>
                    <a:gd name="connsiteX9" fmla="*/ 7763052 w 8140424"/>
                    <a:gd name="connsiteY9" fmla="*/ 2588481 h 8161966"/>
                    <a:gd name="connsiteX10" fmla="*/ 7995281 w 8140424"/>
                    <a:gd name="connsiteY10" fmla="*/ 3952824 h 8161966"/>
                    <a:gd name="connsiteX11" fmla="*/ 8140424 w 8140424"/>
                    <a:gd name="connsiteY11" fmla="*/ 5157509 h 8161966"/>
                    <a:gd name="connsiteX12" fmla="*/ 5339165 w 8140424"/>
                    <a:gd name="connsiteY12" fmla="*/ 8161966 h 8161966"/>
                    <a:gd name="connsiteX13" fmla="*/ 5063396 w 8140424"/>
                    <a:gd name="connsiteY13" fmla="*/ 8074880 h 8161966"/>
                    <a:gd name="connsiteX14" fmla="*/ 534938 w 8140424"/>
                    <a:gd name="connsiteY14" fmla="*/ 3662537 h 8161966"/>
                    <a:gd name="connsiteX0" fmla="*/ 534938 w 8140424"/>
                    <a:gd name="connsiteY0" fmla="*/ 3662537 h 8161966"/>
                    <a:gd name="connsiteX1" fmla="*/ 1144537 w 8140424"/>
                    <a:gd name="connsiteY1" fmla="*/ 2980368 h 8161966"/>
                    <a:gd name="connsiteX2" fmla="*/ 2973335 w 8140424"/>
                    <a:gd name="connsiteY2" fmla="*/ 4809168 h 8161966"/>
                    <a:gd name="connsiteX3" fmla="*/ 114023 w 8140424"/>
                    <a:gd name="connsiteY3" fmla="*/ 1833738 h 8161966"/>
                    <a:gd name="connsiteX4" fmla="*/ 1013908 w 8140424"/>
                    <a:gd name="connsiteY4" fmla="*/ 1122539 h 8161966"/>
                    <a:gd name="connsiteX5" fmla="*/ 3437794 w 8140424"/>
                    <a:gd name="connsiteY5" fmla="*/ 3560939 h 8161966"/>
                    <a:gd name="connsiteX6" fmla="*/ 723623 w 8140424"/>
                    <a:gd name="connsiteY6" fmla="*/ 803225 h 8161966"/>
                    <a:gd name="connsiteX7" fmla="*/ 1725109 w 8140424"/>
                    <a:gd name="connsiteY7" fmla="*/ 106540 h 8161966"/>
                    <a:gd name="connsiteX8" fmla="*/ 6543851 w 8140424"/>
                    <a:gd name="connsiteY8" fmla="*/ 3343224 h 8161966"/>
                    <a:gd name="connsiteX9" fmla="*/ 7763052 w 8140424"/>
                    <a:gd name="connsiteY9" fmla="*/ 2588481 h 8161966"/>
                    <a:gd name="connsiteX10" fmla="*/ 7995281 w 8140424"/>
                    <a:gd name="connsiteY10" fmla="*/ 3952824 h 8161966"/>
                    <a:gd name="connsiteX11" fmla="*/ 8140424 w 8140424"/>
                    <a:gd name="connsiteY11" fmla="*/ 5157509 h 8161966"/>
                    <a:gd name="connsiteX12" fmla="*/ 5339165 w 8140424"/>
                    <a:gd name="connsiteY12" fmla="*/ 8161966 h 8161966"/>
                    <a:gd name="connsiteX13" fmla="*/ 5063396 w 8140424"/>
                    <a:gd name="connsiteY13" fmla="*/ 8074880 h 8161966"/>
                    <a:gd name="connsiteX14" fmla="*/ 534938 w 8140424"/>
                    <a:gd name="connsiteY14" fmla="*/ 3662537 h 8161966"/>
                    <a:gd name="connsiteX0" fmla="*/ 534938 w 8140424"/>
                    <a:gd name="connsiteY0" fmla="*/ 3722591 h 8222020"/>
                    <a:gd name="connsiteX1" fmla="*/ 1144537 w 8140424"/>
                    <a:gd name="connsiteY1" fmla="*/ 3040422 h 8222020"/>
                    <a:gd name="connsiteX2" fmla="*/ 2973335 w 8140424"/>
                    <a:gd name="connsiteY2" fmla="*/ 4869222 h 8222020"/>
                    <a:gd name="connsiteX3" fmla="*/ 114023 w 8140424"/>
                    <a:gd name="connsiteY3" fmla="*/ 1893792 h 8222020"/>
                    <a:gd name="connsiteX4" fmla="*/ 1013908 w 8140424"/>
                    <a:gd name="connsiteY4" fmla="*/ 1182593 h 8222020"/>
                    <a:gd name="connsiteX5" fmla="*/ 3437794 w 8140424"/>
                    <a:gd name="connsiteY5" fmla="*/ 3620993 h 8222020"/>
                    <a:gd name="connsiteX6" fmla="*/ 723623 w 8140424"/>
                    <a:gd name="connsiteY6" fmla="*/ 863279 h 8222020"/>
                    <a:gd name="connsiteX7" fmla="*/ 1725109 w 8140424"/>
                    <a:gd name="connsiteY7" fmla="*/ 166594 h 8222020"/>
                    <a:gd name="connsiteX8" fmla="*/ 6543851 w 8140424"/>
                    <a:gd name="connsiteY8" fmla="*/ 3403278 h 8222020"/>
                    <a:gd name="connsiteX9" fmla="*/ 7763052 w 8140424"/>
                    <a:gd name="connsiteY9" fmla="*/ 2648535 h 8222020"/>
                    <a:gd name="connsiteX10" fmla="*/ 7995281 w 8140424"/>
                    <a:gd name="connsiteY10" fmla="*/ 4012878 h 8222020"/>
                    <a:gd name="connsiteX11" fmla="*/ 8140424 w 8140424"/>
                    <a:gd name="connsiteY11" fmla="*/ 5217563 h 8222020"/>
                    <a:gd name="connsiteX12" fmla="*/ 5339165 w 8140424"/>
                    <a:gd name="connsiteY12" fmla="*/ 8222020 h 8222020"/>
                    <a:gd name="connsiteX13" fmla="*/ 5063396 w 8140424"/>
                    <a:gd name="connsiteY13" fmla="*/ 8134934 h 8222020"/>
                    <a:gd name="connsiteX14" fmla="*/ 534938 w 8140424"/>
                    <a:gd name="connsiteY14" fmla="*/ 3722591 h 822202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6543851 w 8140424"/>
                    <a:gd name="connsiteY8" fmla="*/ 3428628 h 8247370"/>
                    <a:gd name="connsiteX9" fmla="*/ 7763052 w 8140424"/>
                    <a:gd name="connsiteY9" fmla="*/ 2673885 h 8247370"/>
                    <a:gd name="connsiteX10" fmla="*/ 7995281 w 8140424"/>
                    <a:gd name="connsiteY10" fmla="*/ 4038228 h 8247370"/>
                    <a:gd name="connsiteX11" fmla="*/ 8140424 w 8140424"/>
                    <a:gd name="connsiteY11" fmla="*/ 5242913 h 8247370"/>
                    <a:gd name="connsiteX12" fmla="*/ 5339165 w 8140424"/>
                    <a:gd name="connsiteY12" fmla="*/ 8247370 h 8247370"/>
                    <a:gd name="connsiteX13" fmla="*/ 5063396 w 8140424"/>
                    <a:gd name="connsiteY13" fmla="*/ 8160284 h 8247370"/>
                    <a:gd name="connsiteX14" fmla="*/ 534938 w 8140424"/>
                    <a:gd name="connsiteY14" fmla="*/ 3747941 h 824737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3931280 w 8140424"/>
                    <a:gd name="connsiteY8" fmla="*/ 1672401 h 8247370"/>
                    <a:gd name="connsiteX9" fmla="*/ 6543851 w 8140424"/>
                    <a:gd name="connsiteY9" fmla="*/ 3428628 h 8247370"/>
                    <a:gd name="connsiteX10" fmla="*/ 7763052 w 8140424"/>
                    <a:gd name="connsiteY10" fmla="*/ 2673885 h 8247370"/>
                    <a:gd name="connsiteX11" fmla="*/ 7995281 w 8140424"/>
                    <a:gd name="connsiteY11" fmla="*/ 4038228 h 8247370"/>
                    <a:gd name="connsiteX12" fmla="*/ 8140424 w 8140424"/>
                    <a:gd name="connsiteY12" fmla="*/ 5242913 h 8247370"/>
                    <a:gd name="connsiteX13" fmla="*/ 5339165 w 8140424"/>
                    <a:gd name="connsiteY13" fmla="*/ 8247370 h 8247370"/>
                    <a:gd name="connsiteX14" fmla="*/ 5063396 w 8140424"/>
                    <a:gd name="connsiteY14" fmla="*/ 8160284 h 8247370"/>
                    <a:gd name="connsiteX15" fmla="*/ 534938 w 8140424"/>
                    <a:gd name="connsiteY15" fmla="*/ 3747941 h 824737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4090938 w 8140424"/>
                    <a:gd name="connsiteY8" fmla="*/ 2673887 h 8247370"/>
                    <a:gd name="connsiteX9" fmla="*/ 6543851 w 8140424"/>
                    <a:gd name="connsiteY9" fmla="*/ 3428628 h 8247370"/>
                    <a:gd name="connsiteX10" fmla="*/ 7763052 w 8140424"/>
                    <a:gd name="connsiteY10" fmla="*/ 2673885 h 8247370"/>
                    <a:gd name="connsiteX11" fmla="*/ 7995281 w 8140424"/>
                    <a:gd name="connsiteY11" fmla="*/ 4038228 h 8247370"/>
                    <a:gd name="connsiteX12" fmla="*/ 8140424 w 8140424"/>
                    <a:gd name="connsiteY12" fmla="*/ 5242913 h 8247370"/>
                    <a:gd name="connsiteX13" fmla="*/ 5339165 w 8140424"/>
                    <a:gd name="connsiteY13" fmla="*/ 8247370 h 8247370"/>
                    <a:gd name="connsiteX14" fmla="*/ 5063396 w 8140424"/>
                    <a:gd name="connsiteY14" fmla="*/ 8160284 h 8247370"/>
                    <a:gd name="connsiteX15" fmla="*/ 534938 w 8140424"/>
                    <a:gd name="connsiteY15" fmla="*/ 3747941 h 824737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4090938 w 8140424"/>
                    <a:gd name="connsiteY8" fmla="*/ 2673887 h 8247370"/>
                    <a:gd name="connsiteX9" fmla="*/ 5847166 w 8140424"/>
                    <a:gd name="connsiteY9" fmla="*/ 3196401 h 8247370"/>
                    <a:gd name="connsiteX10" fmla="*/ 6543851 w 8140424"/>
                    <a:gd name="connsiteY10" fmla="*/ 3428628 h 8247370"/>
                    <a:gd name="connsiteX11" fmla="*/ 7763052 w 8140424"/>
                    <a:gd name="connsiteY11" fmla="*/ 2673885 h 8247370"/>
                    <a:gd name="connsiteX12" fmla="*/ 7995281 w 8140424"/>
                    <a:gd name="connsiteY12" fmla="*/ 4038228 h 8247370"/>
                    <a:gd name="connsiteX13" fmla="*/ 8140424 w 8140424"/>
                    <a:gd name="connsiteY13" fmla="*/ 5242913 h 8247370"/>
                    <a:gd name="connsiteX14" fmla="*/ 5339165 w 8140424"/>
                    <a:gd name="connsiteY14" fmla="*/ 8247370 h 8247370"/>
                    <a:gd name="connsiteX15" fmla="*/ 5063396 w 8140424"/>
                    <a:gd name="connsiteY15" fmla="*/ 8160284 h 8247370"/>
                    <a:gd name="connsiteX16" fmla="*/ 534938 w 8140424"/>
                    <a:gd name="connsiteY16" fmla="*/ 3747941 h 824737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4090938 w 8140424"/>
                    <a:gd name="connsiteY8" fmla="*/ 2673887 h 8247370"/>
                    <a:gd name="connsiteX9" fmla="*/ 2058937 w 8140424"/>
                    <a:gd name="connsiteY9" fmla="*/ 540287 h 8247370"/>
                    <a:gd name="connsiteX10" fmla="*/ 6543851 w 8140424"/>
                    <a:gd name="connsiteY10" fmla="*/ 3428628 h 8247370"/>
                    <a:gd name="connsiteX11" fmla="*/ 7763052 w 8140424"/>
                    <a:gd name="connsiteY11" fmla="*/ 2673885 h 8247370"/>
                    <a:gd name="connsiteX12" fmla="*/ 7995281 w 8140424"/>
                    <a:gd name="connsiteY12" fmla="*/ 4038228 h 8247370"/>
                    <a:gd name="connsiteX13" fmla="*/ 8140424 w 8140424"/>
                    <a:gd name="connsiteY13" fmla="*/ 5242913 h 8247370"/>
                    <a:gd name="connsiteX14" fmla="*/ 5339165 w 8140424"/>
                    <a:gd name="connsiteY14" fmla="*/ 8247370 h 8247370"/>
                    <a:gd name="connsiteX15" fmla="*/ 5063396 w 8140424"/>
                    <a:gd name="connsiteY15" fmla="*/ 8160284 h 8247370"/>
                    <a:gd name="connsiteX16" fmla="*/ 534938 w 8140424"/>
                    <a:gd name="connsiteY16" fmla="*/ 3747941 h 824737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4090938 w 8140424"/>
                    <a:gd name="connsiteY8" fmla="*/ 2673887 h 8247370"/>
                    <a:gd name="connsiteX9" fmla="*/ 2102480 w 8140424"/>
                    <a:gd name="connsiteY9" fmla="*/ 540287 h 8247370"/>
                    <a:gd name="connsiteX10" fmla="*/ 6543851 w 8140424"/>
                    <a:gd name="connsiteY10" fmla="*/ 3428628 h 8247370"/>
                    <a:gd name="connsiteX11" fmla="*/ 7763052 w 8140424"/>
                    <a:gd name="connsiteY11" fmla="*/ 2673885 h 8247370"/>
                    <a:gd name="connsiteX12" fmla="*/ 7995281 w 8140424"/>
                    <a:gd name="connsiteY12" fmla="*/ 4038228 h 8247370"/>
                    <a:gd name="connsiteX13" fmla="*/ 8140424 w 8140424"/>
                    <a:gd name="connsiteY13" fmla="*/ 5242913 h 8247370"/>
                    <a:gd name="connsiteX14" fmla="*/ 5339165 w 8140424"/>
                    <a:gd name="connsiteY14" fmla="*/ 8247370 h 8247370"/>
                    <a:gd name="connsiteX15" fmla="*/ 5063396 w 8140424"/>
                    <a:gd name="connsiteY15" fmla="*/ 8160284 h 8247370"/>
                    <a:gd name="connsiteX16" fmla="*/ 534938 w 8140424"/>
                    <a:gd name="connsiteY16" fmla="*/ 3747941 h 824737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4090938 w 8140424"/>
                    <a:gd name="connsiteY8" fmla="*/ 2673887 h 8247370"/>
                    <a:gd name="connsiteX9" fmla="*/ 2102480 w 8140424"/>
                    <a:gd name="connsiteY9" fmla="*/ 540287 h 8247370"/>
                    <a:gd name="connsiteX10" fmla="*/ 3887737 w 8140424"/>
                    <a:gd name="connsiteY10" fmla="*/ 1730458 h 8247370"/>
                    <a:gd name="connsiteX11" fmla="*/ 6543851 w 8140424"/>
                    <a:gd name="connsiteY11" fmla="*/ 3428628 h 8247370"/>
                    <a:gd name="connsiteX12" fmla="*/ 7763052 w 8140424"/>
                    <a:gd name="connsiteY12" fmla="*/ 2673885 h 8247370"/>
                    <a:gd name="connsiteX13" fmla="*/ 7995281 w 8140424"/>
                    <a:gd name="connsiteY13" fmla="*/ 4038228 h 8247370"/>
                    <a:gd name="connsiteX14" fmla="*/ 8140424 w 8140424"/>
                    <a:gd name="connsiteY14" fmla="*/ 5242913 h 8247370"/>
                    <a:gd name="connsiteX15" fmla="*/ 5339165 w 8140424"/>
                    <a:gd name="connsiteY15" fmla="*/ 8247370 h 8247370"/>
                    <a:gd name="connsiteX16" fmla="*/ 5063396 w 8140424"/>
                    <a:gd name="connsiteY16" fmla="*/ 8160284 h 8247370"/>
                    <a:gd name="connsiteX17" fmla="*/ 534938 w 8140424"/>
                    <a:gd name="connsiteY17" fmla="*/ 3747941 h 8247370"/>
                    <a:gd name="connsiteX0" fmla="*/ 534938 w 8140424"/>
                    <a:gd name="connsiteY0" fmla="*/ 3773711 h 8273140"/>
                    <a:gd name="connsiteX1" fmla="*/ 1144537 w 8140424"/>
                    <a:gd name="connsiteY1" fmla="*/ 3091542 h 8273140"/>
                    <a:gd name="connsiteX2" fmla="*/ 2973335 w 8140424"/>
                    <a:gd name="connsiteY2" fmla="*/ 4920342 h 8273140"/>
                    <a:gd name="connsiteX3" fmla="*/ 114023 w 8140424"/>
                    <a:gd name="connsiteY3" fmla="*/ 1944912 h 8273140"/>
                    <a:gd name="connsiteX4" fmla="*/ 1013908 w 8140424"/>
                    <a:gd name="connsiteY4" fmla="*/ 1233713 h 8273140"/>
                    <a:gd name="connsiteX5" fmla="*/ 3437794 w 8140424"/>
                    <a:gd name="connsiteY5" fmla="*/ 3672113 h 8273140"/>
                    <a:gd name="connsiteX6" fmla="*/ 723623 w 8140424"/>
                    <a:gd name="connsiteY6" fmla="*/ 914399 h 8273140"/>
                    <a:gd name="connsiteX7" fmla="*/ 1725109 w 8140424"/>
                    <a:gd name="connsiteY7" fmla="*/ 217714 h 8273140"/>
                    <a:gd name="connsiteX8" fmla="*/ 4090938 w 8140424"/>
                    <a:gd name="connsiteY8" fmla="*/ 2699657 h 8273140"/>
                    <a:gd name="connsiteX9" fmla="*/ 2102480 w 8140424"/>
                    <a:gd name="connsiteY9" fmla="*/ 566057 h 8273140"/>
                    <a:gd name="connsiteX10" fmla="*/ 3176537 w 8140424"/>
                    <a:gd name="connsiteY10" fmla="*/ 0 h 8273140"/>
                    <a:gd name="connsiteX11" fmla="*/ 6543851 w 8140424"/>
                    <a:gd name="connsiteY11" fmla="*/ 3454398 h 8273140"/>
                    <a:gd name="connsiteX12" fmla="*/ 7763052 w 8140424"/>
                    <a:gd name="connsiteY12" fmla="*/ 2699655 h 8273140"/>
                    <a:gd name="connsiteX13" fmla="*/ 7995281 w 8140424"/>
                    <a:gd name="connsiteY13" fmla="*/ 4063998 h 8273140"/>
                    <a:gd name="connsiteX14" fmla="*/ 8140424 w 8140424"/>
                    <a:gd name="connsiteY14" fmla="*/ 5268683 h 8273140"/>
                    <a:gd name="connsiteX15" fmla="*/ 5339165 w 8140424"/>
                    <a:gd name="connsiteY15" fmla="*/ 8273140 h 8273140"/>
                    <a:gd name="connsiteX16" fmla="*/ 5063396 w 8140424"/>
                    <a:gd name="connsiteY16" fmla="*/ 8186054 h 8273140"/>
                    <a:gd name="connsiteX17" fmla="*/ 534938 w 8140424"/>
                    <a:gd name="connsiteY17" fmla="*/ 3773711 h 8273140"/>
                    <a:gd name="connsiteX0" fmla="*/ 534938 w 8140424"/>
                    <a:gd name="connsiteY0" fmla="*/ 3773711 h 8273140"/>
                    <a:gd name="connsiteX1" fmla="*/ 1144537 w 8140424"/>
                    <a:gd name="connsiteY1" fmla="*/ 3091542 h 8273140"/>
                    <a:gd name="connsiteX2" fmla="*/ 2973335 w 8140424"/>
                    <a:gd name="connsiteY2" fmla="*/ 4920342 h 8273140"/>
                    <a:gd name="connsiteX3" fmla="*/ 114023 w 8140424"/>
                    <a:gd name="connsiteY3" fmla="*/ 1944912 h 8273140"/>
                    <a:gd name="connsiteX4" fmla="*/ 1013908 w 8140424"/>
                    <a:gd name="connsiteY4" fmla="*/ 1233713 h 8273140"/>
                    <a:gd name="connsiteX5" fmla="*/ 3437794 w 8140424"/>
                    <a:gd name="connsiteY5" fmla="*/ 3672113 h 8273140"/>
                    <a:gd name="connsiteX6" fmla="*/ 723623 w 8140424"/>
                    <a:gd name="connsiteY6" fmla="*/ 914399 h 8273140"/>
                    <a:gd name="connsiteX7" fmla="*/ 1725109 w 8140424"/>
                    <a:gd name="connsiteY7" fmla="*/ 217714 h 8273140"/>
                    <a:gd name="connsiteX8" fmla="*/ 4090938 w 8140424"/>
                    <a:gd name="connsiteY8" fmla="*/ 2699657 h 8273140"/>
                    <a:gd name="connsiteX9" fmla="*/ 2175052 w 8140424"/>
                    <a:gd name="connsiteY9" fmla="*/ 566057 h 8273140"/>
                    <a:gd name="connsiteX10" fmla="*/ 3176537 w 8140424"/>
                    <a:gd name="connsiteY10" fmla="*/ 0 h 8273140"/>
                    <a:gd name="connsiteX11" fmla="*/ 6543851 w 8140424"/>
                    <a:gd name="connsiteY11" fmla="*/ 3454398 h 8273140"/>
                    <a:gd name="connsiteX12" fmla="*/ 7763052 w 8140424"/>
                    <a:gd name="connsiteY12" fmla="*/ 2699655 h 8273140"/>
                    <a:gd name="connsiteX13" fmla="*/ 7995281 w 8140424"/>
                    <a:gd name="connsiteY13" fmla="*/ 4063998 h 8273140"/>
                    <a:gd name="connsiteX14" fmla="*/ 8140424 w 8140424"/>
                    <a:gd name="connsiteY14" fmla="*/ 5268683 h 8273140"/>
                    <a:gd name="connsiteX15" fmla="*/ 5339165 w 8140424"/>
                    <a:gd name="connsiteY15" fmla="*/ 8273140 h 8273140"/>
                    <a:gd name="connsiteX16" fmla="*/ 5063396 w 8140424"/>
                    <a:gd name="connsiteY16" fmla="*/ 8186054 h 8273140"/>
                    <a:gd name="connsiteX17" fmla="*/ 534938 w 8140424"/>
                    <a:gd name="connsiteY17" fmla="*/ 3773711 h 8273140"/>
                    <a:gd name="connsiteX0" fmla="*/ 534938 w 8140424"/>
                    <a:gd name="connsiteY0" fmla="*/ 3773711 h 8273140"/>
                    <a:gd name="connsiteX1" fmla="*/ 1144537 w 8140424"/>
                    <a:gd name="connsiteY1" fmla="*/ 3091542 h 8273140"/>
                    <a:gd name="connsiteX2" fmla="*/ 2973335 w 8140424"/>
                    <a:gd name="connsiteY2" fmla="*/ 4920342 h 8273140"/>
                    <a:gd name="connsiteX3" fmla="*/ 114023 w 8140424"/>
                    <a:gd name="connsiteY3" fmla="*/ 1944912 h 8273140"/>
                    <a:gd name="connsiteX4" fmla="*/ 1013908 w 8140424"/>
                    <a:gd name="connsiteY4" fmla="*/ 1233713 h 8273140"/>
                    <a:gd name="connsiteX5" fmla="*/ 3437794 w 8140424"/>
                    <a:gd name="connsiteY5" fmla="*/ 3672113 h 8273140"/>
                    <a:gd name="connsiteX6" fmla="*/ 723623 w 8140424"/>
                    <a:gd name="connsiteY6" fmla="*/ 914399 h 8273140"/>
                    <a:gd name="connsiteX7" fmla="*/ 1725109 w 8140424"/>
                    <a:gd name="connsiteY7" fmla="*/ 217714 h 8273140"/>
                    <a:gd name="connsiteX8" fmla="*/ 4090938 w 8140424"/>
                    <a:gd name="connsiteY8" fmla="*/ 2699657 h 8273140"/>
                    <a:gd name="connsiteX9" fmla="*/ 2102480 w 8140424"/>
                    <a:gd name="connsiteY9" fmla="*/ 566057 h 8273140"/>
                    <a:gd name="connsiteX10" fmla="*/ 3176537 w 8140424"/>
                    <a:gd name="connsiteY10" fmla="*/ 0 h 8273140"/>
                    <a:gd name="connsiteX11" fmla="*/ 6543851 w 8140424"/>
                    <a:gd name="connsiteY11" fmla="*/ 3454398 h 8273140"/>
                    <a:gd name="connsiteX12" fmla="*/ 7763052 w 8140424"/>
                    <a:gd name="connsiteY12" fmla="*/ 2699655 h 8273140"/>
                    <a:gd name="connsiteX13" fmla="*/ 7995281 w 8140424"/>
                    <a:gd name="connsiteY13" fmla="*/ 4063998 h 8273140"/>
                    <a:gd name="connsiteX14" fmla="*/ 8140424 w 8140424"/>
                    <a:gd name="connsiteY14" fmla="*/ 5268683 h 8273140"/>
                    <a:gd name="connsiteX15" fmla="*/ 5339165 w 8140424"/>
                    <a:gd name="connsiteY15" fmla="*/ 8273140 h 8273140"/>
                    <a:gd name="connsiteX16" fmla="*/ 5063396 w 8140424"/>
                    <a:gd name="connsiteY16" fmla="*/ 8186054 h 8273140"/>
                    <a:gd name="connsiteX17" fmla="*/ 534938 w 8140424"/>
                    <a:gd name="connsiteY17" fmla="*/ 3773711 h 8273140"/>
                    <a:gd name="connsiteX0" fmla="*/ 534938 w 8140424"/>
                    <a:gd name="connsiteY0" fmla="*/ 3773711 h 8273140"/>
                    <a:gd name="connsiteX1" fmla="*/ 1144537 w 8140424"/>
                    <a:gd name="connsiteY1" fmla="*/ 3091542 h 8273140"/>
                    <a:gd name="connsiteX2" fmla="*/ 2973335 w 8140424"/>
                    <a:gd name="connsiteY2" fmla="*/ 4920342 h 8273140"/>
                    <a:gd name="connsiteX3" fmla="*/ 114023 w 8140424"/>
                    <a:gd name="connsiteY3" fmla="*/ 1944912 h 8273140"/>
                    <a:gd name="connsiteX4" fmla="*/ 1013908 w 8140424"/>
                    <a:gd name="connsiteY4" fmla="*/ 1233713 h 8273140"/>
                    <a:gd name="connsiteX5" fmla="*/ 3437794 w 8140424"/>
                    <a:gd name="connsiteY5" fmla="*/ 3672113 h 8273140"/>
                    <a:gd name="connsiteX6" fmla="*/ 723623 w 8140424"/>
                    <a:gd name="connsiteY6" fmla="*/ 914399 h 8273140"/>
                    <a:gd name="connsiteX7" fmla="*/ 1725109 w 8140424"/>
                    <a:gd name="connsiteY7" fmla="*/ 217714 h 8273140"/>
                    <a:gd name="connsiteX8" fmla="*/ 4090938 w 8140424"/>
                    <a:gd name="connsiteY8" fmla="*/ 2699657 h 8273140"/>
                    <a:gd name="connsiteX9" fmla="*/ 2102480 w 8140424"/>
                    <a:gd name="connsiteY9" fmla="*/ 566057 h 8273140"/>
                    <a:gd name="connsiteX10" fmla="*/ 3176537 w 8140424"/>
                    <a:gd name="connsiteY10" fmla="*/ 0 h 8273140"/>
                    <a:gd name="connsiteX11" fmla="*/ 6543851 w 8140424"/>
                    <a:gd name="connsiteY11" fmla="*/ 3454398 h 8273140"/>
                    <a:gd name="connsiteX12" fmla="*/ 7763052 w 8140424"/>
                    <a:gd name="connsiteY12" fmla="*/ 2699655 h 8273140"/>
                    <a:gd name="connsiteX13" fmla="*/ 7995281 w 8140424"/>
                    <a:gd name="connsiteY13" fmla="*/ 4063998 h 8273140"/>
                    <a:gd name="connsiteX14" fmla="*/ 8140424 w 8140424"/>
                    <a:gd name="connsiteY14" fmla="*/ 5268683 h 8273140"/>
                    <a:gd name="connsiteX15" fmla="*/ 5339165 w 8140424"/>
                    <a:gd name="connsiteY15" fmla="*/ 8273140 h 8273140"/>
                    <a:gd name="connsiteX16" fmla="*/ 5063396 w 8140424"/>
                    <a:gd name="connsiteY16" fmla="*/ 8186054 h 8273140"/>
                    <a:gd name="connsiteX17" fmla="*/ 534938 w 8140424"/>
                    <a:gd name="connsiteY17" fmla="*/ 3773711 h 8273140"/>
                    <a:gd name="connsiteX0" fmla="*/ 534938 w 8140424"/>
                    <a:gd name="connsiteY0" fmla="*/ 4045114 h 8544543"/>
                    <a:gd name="connsiteX1" fmla="*/ 1144537 w 8140424"/>
                    <a:gd name="connsiteY1" fmla="*/ 3362945 h 8544543"/>
                    <a:gd name="connsiteX2" fmla="*/ 2973335 w 8140424"/>
                    <a:gd name="connsiteY2" fmla="*/ 5191745 h 8544543"/>
                    <a:gd name="connsiteX3" fmla="*/ 114023 w 8140424"/>
                    <a:gd name="connsiteY3" fmla="*/ 2216315 h 8544543"/>
                    <a:gd name="connsiteX4" fmla="*/ 1013908 w 8140424"/>
                    <a:gd name="connsiteY4" fmla="*/ 1505116 h 8544543"/>
                    <a:gd name="connsiteX5" fmla="*/ 3437794 w 8140424"/>
                    <a:gd name="connsiteY5" fmla="*/ 3943516 h 8544543"/>
                    <a:gd name="connsiteX6" fmla="*/ 723623 w 8140424"/>
                    <a:gd name="connsiteY6" fmla="*/ 1185802 h 8544543"/>
                    <a:gd name="connsiteX7" fmla="*/ 1725109 w 8140424"/>
                    <a:gd name="connsiteY7" fmla="*/ 489117 h 8544543"/>
                    <a:gd name="connsiteX8" fmla="*/ 4090938 w 8140424"/>
                    <a:gd name="connsiteY8" fmla="*/ 2971060 h 8544543"/>
                    <a:gd name="connsiteX9" fmla="*/ 2102480 w 8140424"/>
                    <a:gd name="connsiteY9" fmla="*/ 837460 h 8544543"/>
                    <a:gd name="connsiteX10" fmla="*/ 3176537 w 8140424"/>
                    <a:gd name="connsiteY10" fmla="*/ 271403 h 8544543"/>
                    <a:gd name="connsiteX11" fmla="*/ 6543851 w 8140424"/>
                    <a:gd name="connsiteY11" fmla="*/ 3725801 h 8544543"/>
                    <a:gd name="connsiteX12" fmla="*/ 7763052 w 8140424"/>
                    <a:gd name="connsiteY12" fmla="*/ 2971058 h 8544543"/>
                    <a:gd name="connsiteX13" fmla="*/ 7995281 w 8140424"/>
                    <a:gd name="connsiteY13" fmla="*/ 4335401 h 8544543"/>
                    <a:gd name="connsiteX14" fmla="*/ 8140424 w 8140424"/>
                    <a:gd name="connsiteY14" fmla="*/ 5540086 h 8544543"/>
                    <a:gd name="connsiteX15" fmla="*/ 5339165 w 8140424"/>
                    <a:gd name="connsiteY15" fmla="*/ 8544543 h 8544543"/>
                    <a:gd name="connsiteX16" fmla="*/ 5063396 w 8140424"/>
                    <a:gd name="connsiteY16" fmla="*/ 8457457 h 8544543"/>
                    <a:gd name="connsiteX17" fmla="*/ 534938 w 8140424"/>
                    <a:gd name="connsiteY17" fmla="*/ 4045114 h 8544543"/>
                    <a:gd name="connsiteX0" fmla="*/ 534938 w 8140424"/>
                    <a:gd name="connsiteY0" fmla="*/ 4041454 h 8540883"/>
                    <a:gd name="connsiteX1" fmla="*/ 1144537 w 8140424"/>
                    <a:gd name="connsiteY1" fmla="*/ 3359285 h 8540883"/>
                    <a:gd name="connsiteX2" fmla="*/ 2973335 w 8140424"/>
                    <a:gd name="connsiteY2" fmla="*/ 5188085 h 8540883"/>
                    <a:gd name="connsiteX3" fmla="*/ 114023 w 8140424"/>
                    <a:gd name="connsiteY3" fmla="*/ 2212655 h 8540883"/>
                    <a:gd name="connsiteX4" fmla="*/ 1013908 w 8140424"/>
                    <a:gd name="connsiteY4" fmla="*/ 1501456 h 8540883"/>
                    <a:gd name="connsiteX5" fmla="*/ 3437794 w 8140424"/>
                    <a:gd name="connsiteY5" fmla="*/ 3939856 h 8540883"/>
                    <a:gd name="connsiteX6" fmla="*/ 723623 w 8140424"/>
                    <a:gd name="connsiteY6" fmla="*/ 1182142 h 8540883"/>
                    <a:gd name="connsiteX7" fmla="*/ 1725109 w 8140424"/>
                    <a:gd name="connsiteY7" fmla="*/ 485457 h 8540883"/>
                    <a:gd name="connsiteX8" fmla="*/ 4090938 w 8140424"/>
                    <a:gd name="connsiteY8" fmla="*/ 2967400 h 8540883"/>
                    <a:gd name="connsiteX9" fmla="*/ 2102480 w 8140424"/>
                    <a:gd name="connsiteY9" fmla="*/ 833800 h 8540883"/>
                    <a:gd name="connsiteX10" fmla="*/ 3176537 w 8140424"/>
                    <a:gd name="connsiteY10" fmla="*/ 267743 h 8540883"/>
                    <a:gd name="connsiteX11" fmla="*/ 6543851 w 8140424"/>
                    <a:gd name="connsiteY11" fmla="*/ 3722141 h 8540883"/>
                    <a:gd name="connsiteX12" fmla="*/ 7763052 w 8140424"/>
                    <a:gd name="connsiteY12" fmla="*/ 2967398 h 8540883"/>
                    <a:gd name="connsiteX13" fmla="*/ 7995281 w 8140424"/>
                    <a:gd name="connsiteY13" fmla="*/ 4331741 h 8540883"/>
                    <a:gd name="connsiteX14" fmla="*/ 8140424 w 8140424"/>
                    <a:gd name="connsiteY14" fmla="*/ 5536426 h 8540883"/>
                    <a:gd name="connsiteX15" fmla="*/ 5339165 w 8140424"/>
                    <a:gd name="connsiteY15" fmla="*/ 8540883 h 8540883"/>
                    <a:gd name="connsiteX16" fmla="*/ 5063396 w 8140424"/>
                    <a:gd name="connsiteY16" fmla="*/ 8453797 h 8540883"/>
                    <a:gd name="connsiteX17" fmla="*/ 534938 w 8140424"/>
                    <a:gd name="connsiteY17" fmla="*/ 4041454 h 8540883"/>
                    <a:gd name="connsiteX0" fmla="*/ 534938 w 8140424"/>
                    <a:gd name="connsiteY0" fmla="*/ 4047870 h 8547299"/>
                    <a:gd name="connsiteX1" fmla="*/ 1144537 w 8140424"/>
                    <a:gd name="connsiteY1" fmla="*/ 3365701 h 8547299"/>
                    <a:gd name="connsiteX2" fmla="*/ 2973335 w 8140424"/>
                    <a:gd name="connsiteY2" fmla="*/ 5194501 h 8547299"/>
                    <a:gd name="connsiteX3" fmla="*/ 114023 w 8140424"/>
                    <a:gd name="connsiteY3" fmla="*/ 2219071 h 8547299"/>
                    <a:gd name="connsiteX4" fmla="*/ 1013908 w 8140424"/>
                    <a:gd name="connsiteY4" fmla="*/ 1507872 h 8547299"/>
                    <a:gd name="connsiteX5" fmla="*/ 3437794 w 8140424"/>
                    <a:gd name="connsiteY5" fmla="*/ 3946272 h 8547299"/>
                    <a:gd name="connsiteX6" fmla="*/ 723623 w 8140424"/>
                    <a:gd name="connsiteY6" fmla="*/ 1188558 h 8547299"/>
                    <a:gd name="connsiteX7" fmla="*/ 1725109 w 8140424"/>
                    <a:gd name="connsiteY7" fmla="*/ 491873 h 8547299"/>
                    <a:gd name="connsiteX8" fmla="*/ 4090938 w 8140424"/>
                    <a:gd name="connsiteY8" fmla="*/ 2973816 h 8547299"/>
                    <a:gd name="connsiteX9" fmla="*/ 2102480 w 8140424"/>
                    <a:gd name="connsiteY9" fmla="*/ 840216 h 8547299"/>
                    <a:gd name="connsiteX10" fmla="*/ 3176537 w 8140424"/>
                    <a:gd name="connsiteY10" fmla="*/ 274159 h 8547299"/>
                    <a:gd name="connsiteX11" fmla="*/ 6543851 w 8140424"/>
                    <a:gd name="connsiteY11" fmla="*/ 3728557 h 8547299"/>
                    <a:gd name="connsiteX12" fmla="*/ 7763052 w 8140424"/>
                    <a:gd name="connsiteY12" fmla="*/ 2973814 h 8547299"/>
                    <a:gd name="connsiteX13" fmla="*/ 7995281 w 8140424"/>
                    <a:gd name="connsiteY13" fmla="*/ 4338157 h 8547299"/>
                    <a:gd name="connsiteX14" fmla="*/ 8140424 w 8140424"/>
                    <a:gd name="connsiteY14" fmla="*/ 5542842 h 8547299"/>
                    <a:gd name="connsiteX15" fmla="*/ 5339165 w 8140424"/>
                    <a:gd name="connsiteY15" fmla="*/ 8547299 h 8547299"/>
                    <a:gd name="connsiteX16" fmla="*/ 5063396 w 8140424"/>
                    <a:gd name="connsiteY16" fmla="*/ 8460213 h 8547299"/>
                    <a:gd name="connsiteX17" fmla="*/ 534938 w 8140424"/>
                    <a:gd name="connsiteY17" fmla="*/ 4047870 h 8547299"/>
                    <a:gd name="connsiteX0" fmla="*/ 534938 w 8140424"/>
                    <a:gd name="connsiteY0" fmla="*/ 4023705 h 8523134"/>
                    <a:gd name="connsiteX1" fmla="*/ 1144537 w 8140424"/>
                    <a:gd name="connsiteY1" fmla="*/ 3341536 h 8523134"/>
                    <a:gd name="connsiteX2" fmla="*/ 2973335 w 8140424"/>
                    <a:gd name="connsiteY2" fmla="*/ 5170336 h 8523134"/>
                    <a:gd name="connsiteX3" fmla="*/ 114023 w 8140424"/>
                    <a:gd name="connsiteY3" fmla="*/ 2194906 h 8523134"/>
                    <a:gd name="connsiteX4" fmla="*/ 1013908 w 8140424"/>
                    <a:gd name="connsiteY4" fmla="*/ 1483707 h 8523134"/>
                    <a:gd name="connsiteX5" fmla="*/ 3437794 w 8140424"/>
                    <a:gd name="connsiteY5" fmla="*/ 3922107 h 8523134"/>
                    <a:gd name="connsiteX6" fmla="*/ 723623 w 8140424"/>
                    <a:gd name="connsiteY6" fmla="*/ 1164393 h 8523134"/>
                    <a:gd name="connsiteX7" fmla="*/ 1725109 w 8140424"/>
                    <a:gd name="connsiteY7" fmla="*/ 467708 h 8523134"/>
                    <a:gd name="connsiteX8" fmla="*/ 4090938 w 8140424"/>
                    <a:gd name="connsiteY8" fmla="*/ 2949651 h 8523134"/>
                    <a:gd name="connsiteX9" fmla="*/ 2102480 w 8140424"/>
                    <a:gd name="connsiteY9" fmla="*/ 816051 h 8523134"/>
                    <a:gd name="connsiteX10" fmla="*/ 3176537 w 8140424"/>
                    <a:gd name="connsiteY10" fmla="*/ 249994 h 8523134"/>
                    <a:gd name="connsiteX11" fmla="*/ 6543851 w 8140424"/>
                    <a:gd name="connsiteY11" fmla="*/ 3704392 h 8523134"/>
                    <a:gd name="connsiteX12" fmla="*/ 7763052 w 8140424"/>
                    <a:gd name="connsiteY12" fmla="*/ 2949649 h 8523134"/>
                    <a:gd name="connsiteX13" fmla="*/ 7995281 w 8140424"/>
                    <a:gd name="connsiteY13" fmla="*/ 4313992 h 8523134"/>
                    <a:gd name="connsiteX14" fmla="*/ 8140424 w 8140424"/>
                    <a:gd name="connsiteY14" fmla="*/ 5518677 h 8523134"/>
                    <a:gd name="connsiteX15" fmla="*/ 5339165 w 8140424"/>
                    <a:gd name="connsiteY15" fmla="*/ 8523134 h 8523134"/>
                    <a:gd name="connsiteX16" fmla="*/ 5063396 w 8140424"/>
                    <a:gd name="connsiteY16" fmla="*/ 8436048 h 8523134"/>
                    <a:gd name="connsiteX17" fmla="*/ 534938 w 8140424"/>
                    <a:gd name="connsiteY17" fmla="*/ 4023705 h 852313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7763052 w 8140424"/>
                    <a:gd name="connsiteY12" fmla="*/ 2968999 h 8542484"/>
                    <a:gd name="connsiteX13" fmla="*/ 7995281 w 8140424"/>
                    <a:gd name="connsiteY13" fmla="*/ 4333342 h 8542484"/>
                    <a:gd name="connsiteX14" fmla="*/ 8140424 w 8140424"/>
                    <a:gd name="connsiteY14" fmla="*/ 5538027 h 8542484"/>
                    <a:gd name="connsiteX15" fmla="*/ 5339165 w 8140424"/>
                    <a:gd name="connsiteY15" fmla="*/ 8542484 h 8542484"/>
                    <a:gd name="connsiteX16" fmla="*/ 5063396 w 8140424"/>
                    <a:gd name="connsiteY16" fmla="*/ 8455398 h 8542484"/>
                    <a:gd name="connsiteX17" fmla="*/ 534938 w 8140424"/>
                    <a:gd name="connsiteY17"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7037337 w 8140424"/>
                    <a:gd name="connsiteY12" fmla="*/ 3389915 h 8542484"/>
                    <a:gd name="connsiteX13" fmla="*/ 7763052 w 8140424"/>
                    <a:gd name="connsiteY13" fmla="*/ 2968999 h 8542484"/>
                    <a:gd name="connsiteX14" fmla="*/ 7995281 w 8140424"/>
                    <a:gd name="connsiteY14" fmla="*/ 4333342 h 8542484"/>
                    <a:gd name="connsiteX15" fmla="*/ 8140424 w 8140424"/>
                    <a:gd name="connsiteY15" fmla="*/ 5538027 h 8542484"/>
                    <a:gd name="connsiteX16" fmla="*/ 5339165 w 8140424"/>
                    <a:gd name="connsiteY16" fmla="*/ 8542484 h 8542484"/>
                    <a:gd name="connsiteX17" fmla="*/ 5063396 w 8140424"/>
                    <a:gd name="connsiteY17" fmla="*/ 8455398 h 8542484"/>
                    <a:gd name="connsiteX18" fmla="*/ 534938 w 8140424"/>
                    <a:gd name="connsiteY18"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51966 w 8140424"/>
                    <a:gd name="connsiteY12" fmla="*/ 2243287 h 8542484"/>
                    <a:gd name="connsiteX13" fmla="*/ 7763052 w 8140424"/>
                    <a:gd name="connsiteY13" fmla="*/ 2968999 h 8542484"/>
                    <a:gd name="connsiteX14" fmla="*/ 7995281 w 8140424"/>
                    <a:gd name="connsiteY14" fmla="*/ 4333342 h 8542484"/>
                    <a:gd name="connsiteX15" fmla="*/ 8140424 w 8140424"/>
                    <a:gd name="connsiteY15" fmla="*/ 5538027 h 8542484"/>
                    <a:gd name="connsiteX16" fmla="*/ 5339165 w 8140424"/>
                    <a:gd name="connsiteY16" fmla="*/ 8542484 h 8542484"/>
                    <a:gd name="connsiteX17" fmla="*/ 5063396 w 8140424"/>
                    <a:gd name="connsiteY17" fmla="*/ 8455398 h 8542484"/>
                    <a:gd name="connsiteX18" fmla="*/ 534938 w 8140424"/>
                    <a:gd name="connsiteY18"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51966 w 8140424"/>
                    <a:gd name="connsiteY12" fmla="*/ 2243287 h 8542484"/>
                    <a:gd name="connsiteX13" fmla="*/ 7763052 w 8140424"/>
                    <a:gd name="connsiteY13" fmla="*/ 2968999 h 8542484"/>
                    <a:gd name="connsiteX14" fmla="*/ 7995281 w 8140424"/>
                    <a:gd name="connsiteY14" fmla="*/ 4333342 h 8542484"/>
                    <a:gd name="connsiteX15" fmla="*/ 8140424 w 8140424"/>
                    <a:gd name="connsiteY15" fmla="*/ 5538027 h 8542484"/>
                    <a:gd name="connsiteX16" fmla="*/ 5339165 w 8140424"/>
                    <a:gd name="connsiteY16" fmla="*/ 8542484 h 8542484"/>
                    <a:gd name="connsiteX17" fmla="*/ 5063396 w 8140424"/>
                    <a:gd name="connsiteY17" fmla="*/ 8455398 h 8542484"/>
                    <a:gd name="connsiteX18" fmla="*/ 534938 w 8140424"/>
                    <a:gd name="connsiteY18"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51966 w 8140424"/>
                    <a:gd name="connsiteY12" fmla="*/ 2243287 h 8542484"/>
                    <a:gd name="connsiteX13" fmla="*/ 7763052 w 8140424"/>
                    <a:gd name="connsiteY13" fmla="*/ 2968999 h 8542484"/>
                    <a:gd name="connsiteX14" fmla="*/ 7995281 w 8140424"/>
                    <a:gd name="connsiteY14" fmla="*/ 4333342 h 8542484"/>
                    <a:gd name="connsiteX15" fmla="*/ 8140424 w 8140424"/>
                    <a:gd name="connsiteY15" fmla="*/ 5538027 h 8542484"/>
                    <a:gd name="connsiteX16" fmla="*/ 5339165 w 8140424"/>
                    <a:gd name="connsiteY16" fmla="*/ 8542484 h 8542484"/>
                    <a:gd name="connsiteX17" fmla="*/ 5063396 w 8140424"/>
                    <a:gd name="connsiteY17" fmla="*/ 8455398 h 8542484"/>
                    <a:gd name="connsiteX18" fmla="*/ 534938 w 8140424"/>
                    <a:gd name="connsiteY18"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7763052 w 8140424"/>
                    <a:gd name="connsiteY13" fmla="*/ 2968999 h 8542484"/>
                    <a:gd name="connsiteX14" fmla="*/ 7995281 w 8140424"/>
                    <a:gd name="connsiteY14" fmla="*/ 4333342 h 8542484"/>
                    <a:gd name="connsiteX15" fmla="*/ 8140424 w 8140424"/>
                    <a:gd name="connsiteY15" fmla="*/ 5538027 h 8542484"/>
                    <a:gd name="connsiteX16" fmla="*/ 5339165 w 8140424"/>
                    <a:gd name="connsiteY16" fmla="*/ 8542484 h 8542484"/>
                    <a:gd name="connsiteX17" fmla="*/ 5063396 w 8140424"/>
                    <a:gd name="connsiteY17" fmla="*/ 8455398 h 8542484"/>
                    <a:gd name="connsiteX18" fmla="*/ 534938 w 8140424"/>
                    <a:gd name="connsiteY18"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7269566 w 8140424"/>
                    <a:gd name="connsiteY13" fmla="*/ 2780315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68921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47130 w 8140424"/>
                    <a:gd name="connsiteY0" fmla="*/ 4043055 h 8542484"/>
                    <a:gd name="connsiteX1" fmla="*/ 1168921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47130 w 8140424"/>
                    <a:gd name="connsiteY19" fmla="*/ 4043055 h 8542484"/>
                    <a:gd name="connsiteX0" fmla="*/ 547130 w 8140424"/>
                    <a:gd name="connsiteY0" fmla="*/ 4043055 h 8542484"/>
                    <a:gd name="connsiteX1" fmla="*/ 1168921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47130 w 8140424"/>
                    <a:gd name="connsiteY19" fmla="*/ 4043055 h 8542484"/>
                    <a:gd name="connsiteX0" fmla="*/ 541518 w 8134812"/>
                    <a:gd name="connsiteY0" fmla="*/ 4043055 h 8542484"/>
                    <a:gd name="connsiteX1" fmla="*/ 1163309 w 8134812"/>
                    <a:gd name="connsiteY1" fmla="*/ 3360886 h 8542484"/>
                    <a:gd name="connsiteX2" fmla="*/ 2967723 w 8134812"/>
                    <a:gd name="connsiteY2" fmla="*/ 5189686 h 8542484"/>
                    <a:gd name="connsiteX3" fmla="*/ 108411 w 8134812"/>
                    <a:gd name="connsiteY3" fmla="*/ 2214256 h 8542484"/>
                    <a:gd name="connsiteX4" fmla="*/ 1008296 w 8134812"/>
                    <a:gd name="connsiteY4" fmla="*/ 1503057 h 8542484"/>
                    <a:gd name="connsiteX5" fmla="*/ 3432182 w 8134812"/>
                    <a:gd name="connsiteY5" fmla="*/ 3941457 h 8542484"/>
                    <a:gd name="connsiteX6" fmla="*/ 718011 w 8134812"/>
                    <a:gd name="connsiteY6" fmla="*/ 1183743 h 8542484"/>
                    <a:gd name="connsiteX7" fmla="*/ 1719497 w 8134812"/>
                    <a:gd name="connsiteY7" fmla="*/ 487058 h 8542484"/>
                    <a:gd name="connsiteX8" fmla="*/ 4085326 w 8134812"/>
                    <a:gd name="connsiteY8" fmla="*/ 2969001 h 8542484"/>
                    <a:gd name="connsiteX9" fmla="*/ 2096868 w 8134812"/>
                    <a:gd name="connsiteY9" fmla="*/ 835401 h 8542484"/>
                    <a:gd name="connsiteX10" fmla="*/ 3170925 w 8134812"/>
                    <a:gd name="connsiteY10" fmla="*/ 269344 h 8542484"/>
                    <a:gd name="connsiteX11" fmla="*/ 6538239 w 8134812"/>
                    <a:gd name="connsiteY11" fmla="*/ 3723742 h 8542484"/>
                    <a:gd name="connsiteX12" fmla="*/ 6102811 w 8134812"/>
                    <a:gd name="connsiteY12" fmla="*/ 2243287 h 8542484"/>
                    <a:gd name="connsiteX13" fmla="*/ 6639839 w 8134812"/>
                    <a:gd name="connsiteY13" fmla="*/ 1024087 h 8542484"/>
                    <a:gd name="connsiteX14" fmla="*/ 7757440 w 8134812"/>
                    <a:gd name="connsiteY14" fmla="*/ 2968999 h 8542484"/>
                    <a:gd name="connsiteX15" fmla="*/ 7989669 w 8134812"/>
                    <a:gd name="connsiteY15" fmla="*/ 4333342 h 8542484"/>
                    <a:gd name="connsiteX16" fmla="*/ 8134812 w 8134812"/>
                    <a:gd name="connsiteY16" fmla="*/ 5538027 h 8542484"/>
                    <a:gd name="connsiteX17" fmla="*/ 5333553 w 8134812"/>
                    <a:gd name="connsiteY17" fmla="*/ 8542484 h 8542484"/>
                    <a:gd name="connsiteX18" fmla="*/ 5057784 w 8134812"/>
                    <a:gd name="connsiteY18" fmla="*/ 8455398 h 8542484"/>
                    <a:gd name="connsiteX19" fmla="*/ 541518 w 8134812"/>
                    <a:gd name="connsiteY19" fmla="*/ 4043055 h 8542484"/>
                    <a:gd name="connsiteX0" fmla="*/ 541518 w 8134812"/>
                    <a:gd name="connsiteY0" fmla="*/ 4043055 h 8542484"/>
                    <a:gd name="connsiteX1" fmla="*/ 1163309 w 8134812"/>
                    <a:gd name="connsiteY1" fmla="*/ 3360886 h 8542484"/>
                    <a:gd name="connsiteX2" fmla="*/ 2967723 w 8134812"/>
                    <a:gd name="connsiteY2" fmla="*/ 5189686 h 8542484"/>
                    <a:gd name="connsiteX3" fmla="*/ 108411 w 8134812"/>
                    <a:gd name="connsiteY3" fmla="*/ 2214256 h 8542484"/>
                    <a:gd name="connsiteX4" fmla="*/ 1008296 w 8134812"/>
                    <a:gd name="connsiteY4" fmla="*/ 1503057 h 8542484"/>
                    <a:gd name="connsiteX5" fmla="*/ 3432182 w 8134812"/>
                    <a:gd name="connsiteY5" fmla="*/ 3941457 h 8542484"/>
                    <a:gd name="connsiteX6" fmla="*/ 718011 w 8134812"/>
                    <a:gd name="connsiteY6" fmla="*/ 1183743 h 8542484"/>
                    <a:gd name="connsiteX7" fmla="*/ 1719497 w 8134812"/>
                    <a:gd name="connsiteY7" fmla="*/ 487058 h 8542484"/>
                    <a:gd name="connsiteX8" fmla="*/ 4085326 w 8134812"/>
                    <a:gd name="connsiteY8" fmla="*/ 2969001 h 8542484"/>
                    <a:gd name="connsiteX9" fmla="*/ 2096868 w 8134812"/>
                    <a:gd name="connsiteY9" fmla="*/ 835401 h 8542484"/>
                    <a:gd name="connsiteX10" fmla="*/ 3170925 w 8134812"/>
                    <a:gd name="connsiteY10" fmla="*/ 269344 h 8542484"/>
                    <a:gd name="connsiteX11" fmla="*/ 6538239 w 8134812"/>
                    <a:gd name="connsiteY11" fmla="*/ 3723742 h 8542484"/>
                    <a:gd name="connsiteX12" fmla="*/ 6090619 w 8134812"/>
                    <a:gd name="connsiteY12" fmla="*/ 2231095 h 8542484"/>
                    <a:gd name="connsiteX13" fmla="*/ 6639839 w 8134812"/>
                    <a:gd name="connsiteY13" fmla="*/ 1024087 h 8542484"/>
                    <a:gd name="connsiteX14" fmla="*/ 7757440 w 8134812"/>
                    <a:gd name="connsiteY14" fmla="*/ 2968999 h 8542484"/>
                    <a:gd name="connsiteX15" fmla="*/ 7989669 w 8134812"/>
                    <a:gd name="connsiteY15" fmla="*/ 4333342 h 8542484"/>
                    <a:gd name="connsiteX16" fmla="*/ 8134812 w 8134812"/>
                    <a:gd name="connsiteY16" fmla="*/ 5538027 h 8542484"/>
                    <a:gd name="connsiteX17" fmla="*/ 5333553 w 8134812"/>
                    <a:gd name="connsiteY17" fmla="*/ 8542484 h 8542484"/>
                    <a:gd name="connsiteX18" fmla="*/ 5057784 w 8134812"/>
                    <a:gd name="connsiteY18" fmla="*/ 8455398 h 8542484"/>
                    <a:gd name="connsiteX19" fmla="*/ 541518 w 8134812"/>
                    <a:gd name="connsiteY19" fmla="*/ 4043055 h 8542484"/>
                    <a:gd name="connsiteX0" fmla="*/ 541518 w 8134812"/>
                    <a:gd name="connsiteY0" fmla="*/ 4043055 h 8542484"/>
                    <a:gd name="connsiteX1" fmla="*/ 1163309 w 8134812"/>
                    <a:gd name="connsiteY1" fmla="*/ 3360886 h 8542484"/>
                    <a:gd name="connsiteX2" fmla="*/ 2967723 w 8134812"/>
                    <a:gd name="connsiteY2" fmla="*/ 5189686 h 8542484"/>
                    <a:gd name="connsiteX3" fmla="*/ 108411 w 8134812"/>
                    <a:gd name="connsiteY3" fmla="*/ 2214256 h 8542484"/>
                    <a:gd name="connsiteX4" fmla="*/ 1008296 w 8134812"/>
                    <a:gd name="connsiteY4" fmla="*/ 1503057 h 8542484"/>
                    <a:gd name="connsiteX5" fmla="*/ 3432182 w 8134812"/>
                    <a:gd name="connsiteY5" fmla="*/ 3941457 h 8542484"/>
                    <a:gd name="connsiteX6" fmla="*/ 718011 w 8134812"/>
                    <a:gd name="connsiteY6" fmla="*/ 1183743 h 8542484"/>
                    <a:gd name="connsiteX7" fmla="*/ 1719497 w 8134812"/>
                    <a:gd name="connsiteY7" fmla="*/ 487058 h 8542484"/>
                    <a:gd name="connsiteX8" fmla="*/ 4085326 w 8134812"/>
                    <a:gd name="connsiteY8" fmla="*/ 2969001 h 8542484"/>
                    <a:gd name="connsiteX9" fmla="*/ 2096868 w 8134812"/>
                    <a:gd name="connsiteY9" fmla="*/ 835401 h 8542484"/>
                    <a:gd name="connsiteX10" fmla="*/ 3170925 w 8134812"/>
                    <a:gd name="connsiteY10" fmla="*/ 269344 h 8542484"/>
                    <a:gd name="connsiteX11" fmla="*/ 6538239 w 8134812"/>
                    <a:gd name="connsiteY11" fmla="*/ 3723742 h 8542484"/>
                    <a:gd name="connsiteX12" fmla="*/ 6090619 w 8134812"/>
                    <a:gd name="connsiteY12" fmla="*/ 2231095 h 8542484"/>
                    <a:gd name="connsiteX13" fmla="*/ 6639839 w 8134812"/>
                    <a:gd name="connsiteY13" fmla="*/ 1024087 h 8542484"/>
                    <a:gd name="connsiteX14" fmla="*/ 7757440 w 8134812"/>
                    <a:gd name="connsiteY14" fmla="*/ 2968999 h 8542484"/>
                    <a:gd name="connsiteX15" fmla="*/ 7989669 w 8134812"/>
                    <a:gd name="connsiteY15" fmla="*/ 4333342 h 8542484"/>
                    <a:gd name="connsiteX16" fmla="*/ 8134812 w 8134812"/>
                    <a:gd name="connsiteY16" fmla="*/ 5538027 h 8542484"/>
                    <a:gd name="connsiteX17" fmla="*/ 5333553 w 8134812"/>
                    <a:gd name="connsiteY17" fmla="*/ 8542484 h 8542484"/>
                    <a:gd name="connsiteX18" fmla="*/ 5057784 w 8134812"/>
                    <a:gd name="connsiteY18" fmla="*/ 8455398 h 8542484"/>
                    <a:gd name="connsiteX19" fmla="*/ 541518 w 8134812"/>
                    <a:gd name="connsiteY19" fmla="*/ 4043055 h 8542484"/>
                    <a:gd name="connsiteX0" fmla="*/ 541518 w 8134812"/>
                    <a:gd name="connsiteY0" fmla="*/ 4043055 h 8542484"/>
                    <a:gd name="connsiteX1" fmla="*/ 1163309 w 8134812"/>
                    <a:gd name="connsiteY1" fmla="*/ 3360886 h 8542484"/>
                    <a:gd name="connsiteX2" fmla="*/ 2967723 w 8134812"/>
                    <a:gd name="connsiteY2" fmla="*/ 5189686 h 8542484"/>
                    <a:gd name="connsiteX3" fmla="*/ 108411 w 8134812"/>
                    <a:gd name="connsiteY3" fmla="*/ 2214256 h 8542484"/>
                    <a:gd name="connsiteX4" fmla="*/ 1008296 w 8134812"/>
                    <a:gd name="connsiteY4" fmla="*/ 1503057 h 8542484"/>
                    <a:gd name="connsiteX5" fmla="*/ 3432182 w 8134812"/>
                    <a:gd name="connsiteY5" fmla="*/ 3941457 h 8542484"/>
                    <a:gd name="connsiteX6" fmla="*/ 718011 w 8134812"/>
                    <a:gd name="connsiteY6" fmla="*/ 1183743 h 8542484"/>
                    <a:gd name="connsiteX7" fmla="*/ 1719497 w 8134812"/>
                    <a:gd name="connsiteY7" fmla="*/ 487058 h 8542484"/>
                    <a:gd name="connsiteX8" fmla="*/ 4085326 w 8134812"/>
                    <a:gd name="connsiteY8" fmla="*/ 2969001 h 8542484"/>
                    <a:gd name="connsiteX9" fmla="*/ 2096868 w 8134812"/>
                    <a:gd name="connsiteY9" fmla="*/ 835401 h 8542484"/>
                    <a:gd name="connsiteX10" fmla="*/ 3170925 w 8134812"/>
                    <a:gd name="connsiteY10" fmla="*/ 269344 h 8542484"/>
                    <a:gd name="connsiteX11" fmla="*/ 6538239 w 8134812"/>
                    <a:gd name="connsiteY11" fmla="*/ 3723742 h 8542484"/>
                    <a:gd name="connsiteX12" fmla="*/ 6090619 w 8134812"/>
                    <a:gd name="connsiteY12" fmla="*/ 2231095 h 8542484"/>
                    <a:gd name="connsiteX13" fmla="*/ 6639839 w 8134812"/>
                    <a:gd name="connsiteY13" fmla="*/ 1024087 h 8542484"/>
                    <a:gd name="connsiteX14" fmla="*/ 7757440 w 8134812"/>
                    <a:gd name="connsiteY14" fmla="*/ 2968999 h 8542484"/>
                    <a:gd name="connsiteX15" fmla="*/ 7989669 w 8134812"/>
                    <a:gd name="connsiteY15" fmla="*/ 4333342 h 8542484"/>
                    <a:gd name="connsiteX16" fmla="*/ 8134812 w 8134812"/>
                    <a:gd name="connsiteY16" fmla="*/ 5538027 h 8542484"/>
                    <a:gd name="connsiteX17" fmla="*/ 5333553 w 8134812"/>
                    <a:gd name="connsiteY17" fmla="*/ 8542484 h 8542484"/>
                    <a:gd name="connsiteX18" fmla="*/ 5057784 w 8134812"/>
                    <a:gd name="connsiteY18" fmla="*/ 8455398 h 8542484"/>
                    <a:gd name="connsiteX19" fmla="*/ 541518 w 8134812"/>
                    <a:gd name="connsiteY19" fmla="*/ 4043055 h 8542484"/>
                    <a:gd name="connsiteX0" fmla="*/ 541518 w 8134812"/>
                    <a:gd name="connsiteY0" fmla="*/ 4043055 h 8542484"/>
                    <a:gd name="connsiteX1" fmla="*/ 1163309 w 8134812"/>
                    <a:gd name="connsiteY1" fmla="*/ 3360886 h 8542484"/>
                    <a:gd name="connsiteX2" fmla="*/ 2967723 w 8134812"/>
                    <a:gd name="connsiteY2" fmla="*/ 5189686 h 8542484"/>
                    <a:gd name="connsiteX3" fmla="*/ 108411 w 8134812"/>
                    <a:gd name="connsiteY3" fmla="*/ 2214256 h 8542484"/>
                    <a:gd name="connsiteX4" fmla="*/ 1008296 w 8134812"/>
                    <a:gd name="connsiteY4" fmla="*/ 1503057 h 8542484"/>
                    <a:gd name="connsiteX5" fmla="*/ 3432182 w 8134812"/>
                    <a:gd name="connsiteY5" fmla="*/ 3941457 h 8542484"/>
                    <a:gd name="connsiteX6" fmla="*/ 718011 w 8134812"/>
                    <a:gd name="connsiteY6" fmla="*/ 1183743 h 8542484"/>
                    <a:gd name="connsiteX7" fmla="*/ 1719497 w 8134812"/>
                    <a:gd name="connsiteY7" fmla="*/ 487058 h 8542484"/>
                    <a:gd name="connsiteX8" fmla="*/ 4085326 w 8134812"/>
                    <a:gd name="connsiteY8" fmla="*/ 2969001 h 8542484"/>
                    <a:gd name="connsiteX9" fmla="*/ 2096868 w 8134812"/>
                    <a:gd name="connsiteY9" fmla="*/ 835401 h 8542484"/>
                    <a:gd name="connsiteX10" fmla="*/ 3170925 w 8134812"/>
                    <a:gd name="connsiteY10" fmla="*/ 269344 h 8542484"/>
                    <a:gd name="connsiteX11" fmla="*/ 6538239 w 8134812"/>
                    <a:gd name="connsiteY11" fmla="*/ 3723742 h 8542484"/>
                    <a:gd name="connsiteX12" fmla="*/ 6090619 w 8134812"/>
                    <a:gd name="connsiteY12" fmla="*/ 2231095 h 8542484"/>
                    <a:gd name="connsiteX13" fmla="*/ 6639839 w 8134812"/>
                    <a:gd name="connsiteY13" fmla="*/ 1024087 h 8542484"/>
                    <a:gd name="connsiteX14" fmla="*/ 7757440 w 8134812"/>
                    <a:gd name="connsiteY14" fmla="*/ 2968999 h 8542484"/>
                    <a:gd name="connsiteX15" fmla="*/ 7989669 w 8134812"/>
                    <a:gd name="connsiteY15" fmla="*/ 4333342 h 8542484"/>
                    <a:gd name="connsiteX16" fmla="*/ 8134812 w 8134812"/>
                    <a:gd name="connsiteY16" fmla="*/ 5538027 h 8542484"/>
                    <a:gd name="connsiteX17" fmla="*/ 5333553 w 8134812"/>
                    <a:gd name="connsiteY17" fmla="*/ 8542484 h 8542484"/>
                    <a:gd name="connsiteX18" fmla="*/ 5057784 w 8134812"/>
                    <a:gd name="connsiteY18" fmla="*/ 8455398 h 8542484"/>
                    <a:gd name="connsiteX19" fmla="*/ 541518 w 8134812"/>
                    <a:gd name="connsiteY19" fmla="*/ 4043055 h 8542484"/>
                    <a:gd name="connsiteX0" fmla="*/ 541518 w 8134812"/>
                    <a:gd name="connsiteY0" fmla="*/ 4036746 h 8536175"/>
                    <a:gd name="connsiteX1" fmla="*/ 1163309 w 8134812"/>
                    <a:gd name="connsiteY1" fmla="*/ 3354577 h 8536175"/>
                    <a:gd name="connsiteX2" fmla="*/ 2967723 w 8134812"/>
                    <a:gd name="connsiteY2" fmla="*/ 5183377 h 8536175"/>
                    <a:gd name="connsiteX3" fmla="*/ 108411 w 8134812"/>
                    <a:gd name="connsiteY3" fmla="*/ 2207947 h 8536175"/>
                    <a:gd name="connsiteX4" fmla="*/ 1008296 w 8134812"/>
                    <a:gd name="connsiteY4" fmla="*/ 1496748 h 8536175"/>
                    <a:gd name="connsiteX5" fmla="*/ 3432182 w 8134812"/>
                    <a:gd name="connsiteY5" fmla="*/ 3935148 h 8536175"/>
                    <a:gd name="connsiteX6" fmla="*/ 718011 w 8134812"/>
                    <a:gd name="connsiteY6" fmla="*/ 1177434 h 8536175"/>
                    <a:gd name="connsiteX7" fmla="*/ 1719497 w 8134812"/>
                    <a:gd name="connsiteY7" fmla="*/ 480749 h 8536175"/>
                    <a:gd name="connsiteX8" fmla="*/ 4085326 w 8134812"/>
                    <a:gd name="connsiteY8" fmla="*/ 2962692 h 8536175"/>
                    <a:gd name="connsiteX9" fmla="*/ 2133444 w 8134812"/>
                    <a:gd name="connsiteY9" fmla="*/ 853476 h 8536175"/>
                    <a:gd name="connsiteX10" fmla="*/ 3170925 w 8134812"/>
                    <a:gd name="connsiteY10" fmla="*/ 263035 h 8536175"/>
                    <a:gd name="connsiteX11" fmla="*/ 6538239 w 8134812"/>
                    <a:gd name="connsiteY11" fmla="*/ 3717433 h 8536175"/>
                    <a:gd name="connsiteX12" fmla="*/ 6090619 w 8134812"/>
                    <a:gd name="connsiteY12" fmla="*/ 2224786 h 8536175"/>
                    <a:gd name="connsiteX13" fmla="*/ 6639839 w 8134812"/>
                    <a:gd name="connsiteY13" fmla="*/ 1017778 h 8536175"/>
                    <a:gd name="connsiteX14" fmla="*/ 7757440 w 8134812"/>
                    <a:gd name="connsiteY14" fmla="*/ 2962690 h 8536175"/>
                    <a:gd name="connsiteX15" fmla="*/ 7989669 w 8134812"/>
                    <a:gd name="connsiteY15" fmla="*/ 4327033 h 8536175"/>
                    <a:gd name="connsiteX16" fmla="*/ 8134812 w 8134812"/>
                    <a:gd name="connsiteY16" fmla="*/ 5531718 h 8536175"/>
                    <a:gd name="connsiteX17" fmla="*/ 5333553 w 8134812"/>
                    <a:gd name="connsiteY17" fmla="*/ 8536175 h 8536175"/>
                    <a:gd name="connsiteX18" fmla="*/ 5057784 w 8134812"/>
                    <a:gd name="connsiteY18" fmla="*/ 8449089 h 8536175"/>
                    <a:gd name="connsiteX19" fmla="*/ 541518 w 8134812"/>
                    <a:gd name="connsiteY19" fmla="*/ 4036746 h 8536175"/>
                    <a:gd name="connsiteX0" fmla="*/ 541518 w 8134812"/>
                    <a:gd name="connsiteY0" fmla="*/ 4036746 h 8536175"/>
                    <a:gd name="connsiteX1" fmla="*/ 1163309 w 8134812"/>
                    <a:gd name="connsiteY1" fmla="*/ 3354577 h 8536175"/>
                    <a:gd name="connsiteX2" fmla="*/ 2967723 w 8134812"/>
                    <a:gd name="connsiteY2" fmla="*/ 5183377 h 8536175"/>
                    <a:gd name="connsiteX3" fmla="*/ 108411 w 8134812"/>
                    <a:gd name="connsiteY3" fmla="*/ 2207947 h 8536175"/>
                    <a:gd name="connsiteX4" fmla="*/ 1008296 w 8134812"/>
                    <a:gd name="connsiteY4" fmla="*/ 1496748 h 8536175"/>
                    <a:gd name="connsiteX5" fmla="*/ 3432182 w 8134812"/>
                    <a:gd name="connsiteY5" fmla="*/ 3935148 h 8536175"/>
                    <a:gd name="connsiteX6" fmla="*/ 718011 w 8134812"/>
                    <a:gd name="connsiteY6" fmla="*/ 1177434 h 8536175"/>
                    <a:gd name="connsiteX7" fmla="*/ 1719497 w 8134812"/>
                    <a:gd name="connsiteY7" fmla="*/ 480749 h 8536175"/>
                    <a:gd name="connsiteX8" fmla="*/ 4085326 w 8134812"/>
                    <a:gd name="connsiteY8" fmla="*/ 2962692 h 8536175"/>
                    <a:gd name="connsiteX9" fmla="*/ 2133444 w 8134812"/>
                    <a:gd name="connsiteY9" fmla="*/ 853476 h 8536175"/>
                    <a:gd name="connsiteX10" fmla="*/ 3170925 w 8134812"/>
                    <a:gd name="connsiteY10" fmla="*/ 263035 h 8536175"/>
                    <a:gd name="connsiteX11" fmla="*/ 6538239 w 8134812"/>
                    <a:gd name="connsiteY11" fmla="*/ 3717433 h 8536175"/>
                    <a:gd name="connsiteX12" fmla="*/ 6090619 w 8134812"/>
                    <a:gd name="connsiteY12" fmla="*/ 2224786 h 8536175"/>
                    <a:gd name="connsiteX13" fmla="*/ 6639839 w 8134812"/>
                    <a:gd name="connsiteY13" fmla="*/ 1017778 h 8536175"/>
                    <a:gd name="connsiteX14" fmla="*/ 7757440 w 8134812"/>
                    <a:gd name="connsiteY14" fmla="*/ 2962690 h 8536175"/>
                    <a:gd name="connsiteX15" fmla="*/ 7989669 w 8134812"/>
                    <a:gd name="connsiteY15" fmla="*/ 4327033 h 8536175"/>
                    <a:gd name="connsiteX16" fmla="*/ 8134812 w 8134812"/>
                    <a:gd name="connsiteY16" fmla="*/ 5531718 h 8536175"/>
                    <a:gd name="connsiteX17" fmla="*/ 5333553 w 8134812"/>
                    <a:gd name="connsiteY17" fmla="*/ 8536175 h 8536175"/>
                    <a:gd name="connsiteX18" fmla="*/ 5057784 w 8134812"/>
                    <a:gd name="connsiteY18" fmla="*/ 8449089 h 8536175"/>
                    <a:gd name="connsiteX19" fmla="*/ 541518 w 8134812"/>
                    <a:gd name="connsiteY19" fmla="*/ 4036746 h 8536175"/>
                    <a:gd name="connsiteX0" fmla="*/ 541518 w 8134812"/>
                    <a:gd name="connsiteY0" fmla="*/ 4036746 h 8536175"/>
                    <a:gd name="connsiteX1" fmla="*/ 1163309 w 8134812"/>
                    <a:gd name="connsiteY1" fmla="*/ 3354577 h 8536175"/>
                    <a:gd name="connsiteX2" fmla="*/ 2967723 w 8134812"/>
                    <a:gd name="connsiteY2" fmla="*/ 5183377 h 8536175"/>
                    <a:gd name="connsiteX3" fmla="*/ 108411 w 8134812"/>
                    <a:gd name="connsiteY3" fmla="*/ 2207947 h 8536175"/>
                    <a:gd name="connsiteX4" fmla="*/ 1008296 w 8134812"/>
                    <a:gd name="connsiteY4" fmla="*/ 1496748 h 8536175"/>
                    <a:gd name="connsiteX5" fmla="*/ 3432182 w 8134812"/>
                    <a:gd name="connsiteY5" fmla="*/ 3935148 h 8536175"/>
                    <a:gd name="connsiteX6" fmla="*/ 718011 w 8134812"/>
                    <a:gd name="connsiteY6" fmla="*/ 1177434 h 8536175"/>
                    <a:gd name="connsiteX7" fmla="*/ 1719497 w 8134812"/>
                    <a:gd name="connsiteY7" fmla="*/ 480749 h 8536175"/>
                    <a:gd name="connsiteX8" fmla="*/ 4085326 w 8134812"/>
                    <a:gd name="connsiteY8" fmla="*/ 2962692 h 8536175"/>
                    <a:gd name="connsiteX9" fmla="*/ 2133444 w 8134812"/>
                    <a:gd name="connsiteY9" fmla="*/ 853476 h 8536175"/>
                    <a:gd name="connsiteX10" fmla="*/ 3170925 w 8134812"/>
                    <a:gd name="connsiteY10" fmla="*/ 263035 h 8536175"/>
                    <a:gd name="connsiteX11" fmla="*/ 6538239 w 8134812"/>
                    <a:gd name="connsiteY11" fmla="*/ 3717433 h 8536175"/>
                    <a:gd name="connsiteX12" fmla="*/ 6090619 w 8134812"/>
                    <a:gd name="connsiteY12" fmla="*/ 2224786 h 8536175"/>
                    <a:gd name="connsiteX13" fmla="*/ 6639839 w 8134812"/>
                    <a:gd name="connsiteY13" fmla="*/ 1017778 h 8536175"/>
                    <a:gd name="connsiteX14" fmla="*/ 7757440 w 8134812"/>
                    <a:gd name="connsiteY14" fmla="*/ 2962690 h 8536175"/>
                    <a:gd name="connsiteX15" fmla="*/ 7989669 w 8134812"/>
                    <a:gd name="connsiteY15" fmla="*/ 4327033 h 8536175"/>
                    <a:gd name="connsiteX16" fmla="*/ 8134812 w 8134812"/>
                    <a:gd name="connsiteY16" fmla="*/ 5531718 h 8536175"/>
                    <a:gd name="connsiteX17" fmla="*/ 5333553 w 8134812"/>
                    <a:gd name="connsiteY17" fmla="*/ 8536175 h 8536175"/>
                    <a:gd name="connsiteX18" fmla="*/ 5057784 w 8134812"/>
                    <a:gd name="connsiteY18" fmla="*/ 8449089 h 8536175"/>
                    <a:gd name="connsiteX19" fmla="*/ 541518 w 8134812"/>
                    <a:gd name="connsiteY19" fmla="*/ 4036746 h 8536175"/>
                    <a:gd name="connsiteX0" fmla="*/ 541518 w 8134812"/>
                    <a:gd name="connsiteY0" fmla="*/ 4053000 h 8552429"/>
                    <a:gd name="connsiteX1" fmla="*/ 1163309 w 8134812"/>
                    <a:gd name="connsiteY1" fmla="*/ 3370831 h 8552429"/>
                    <a:gd name="connsiteX2" fmla="*/ 2967723 w 8134812"/>
                    <a:gd name="connsiteY2" fmla="*/ 5199631 h 8552429"/>
                    <a:gd name="connsiteX3" fmla="*/ 108411 w 8134812"/>
                    <a:gd name="connsiteY3" fmla="*/ 2224201 h 8552429"/>
                    <a:gd name="connsiteX4" fmla="*/ 1008296 w 8134812"/>
                    <a:gd name="connsiteY4" fmla="*/ 1513002 h 8552429"/>
                    <a:gd name="connsiteX5" fmla="*/ 3432182 w 8134812"/>
                    <a:gd name="connsiteY5" fmla="*/ 3951402 h 8552429"/>
                    <a:gd name="connsiteX6" fmla="*/ 718011 w 8134812"/>
                    <a:gd name="connsiteY6" fmla="*/ 1193688 h 8552429"/>
                    <a:gd name="connsiteX7" fmla="*/ 1719497 w 8134812"/>
                    <a:gd name="connsiteY7" fmla="*/ 497003 h 8552429"/>
                    <a:gd name="connsiteX8" fmla="*/ 4085326 w 8134812"/>
                    <a:gd name="connsiteY8" fmla="*/ 2978946 h 8552429"/>
                    <a:gd name="connsiteX9" fmla="*/ 2133444 w 8134812"/>
                    <a:gd name="connsiteY9" fmla="*/ 869730 h 8552429"/>
                    <a:gd name="connsiteX10" fmla="*/ 3170925 w 8134812"/>
                    <a:gd name="connsiteY10" fmla="*/ 279289 h 8552429"/>
                    <a:gd name="connsiteX11" fmla="*/ 6538239 w 8134812"/>
                    <a:gd name="connsiteY11" fmla="*/ 3733687 h 8552429"/>
                    <a:gd name="connsiteX12" fmla="*/ 6090619 w 8134812"/>
                    <a:gd name="connsiteY12" fmla="*/ 2241040 h 8552429"/>
                    <a:gd name="connsiteX13" fmla="*/ 6639839 w 8134812"/>
                    <a:gd name="connsiteY13" fmla="*/ 1034032 h 8552429"/>
                    <a:gd name="connsiteX14" fmla="*/ 7757440 w 8134812"/>
                    <a:gd name="connsiteY14" fmla="*/ 2978944 h 8552429"/>
                    <a:gd name="connsiteX15" fmla="*/ 7989669 w 8134812"/>
                    <a:gd name="connsiteY15" fmla="*/ 4343287 h 8552429"/>
                    <a:gd name="connsiteX16" fmla="*/ 8134812 w 8134812"/>
                    <a:gd name="connsiteY16" fmla="*/ 5547972 h 8552429"/>
                    <a:gd name="connsiteX17" fmla="*/ 5333553 w 8134812"/>
                    <a:gd name="connsiteY17" fmla="*/ 8552429 h 8552429"/>
                    <a:gd name="connsiteX18" fmla="*/ 5057784 w 8134812"/>
                    <a:gd name="connsiteY18" fmla="*/ 8465343 h 8552429"/>
                    <a:gd name="connsiteX19" fmla="*/ 541518 w 8134812"/>
                    <a:gd name="connsiteY19" fmla="*/ 4053000 h 8552429"/>
                    <a:gd name="connsiteX0" fmla="*/ 541518 w 8134812"/>
                    <a:gd name="connsiteY0" fmla="*/ 4050353 h 8549782"/>
                    <a:gd name="connsiteX1" fmla="*/ 1163309 w 8134812"/>
                    <a:gd name="connsiteY1" fmla="*/ 3368184 h 8549782"/>
                    <a:gd name="connsiteX2" fmla="*/ 2967723 w 8134812"/>
                    <a:gd name="connsiteY2" fmla="*/ 5196984 h 8549782"/>
                    <a:gd name="connsiteX3" fmla="*/ 108411 w 8134812"/>
                    <a:gd name="connsiteY3" fmla="*/ 2221554 h 8549782"/>
                    <a:gd name="connsiteX4" fmla="*/ 1008296 w 8134812"/>
                    <a:gd name="connsiteY4" fmla="*/ 1510355 h 8549782"/>
                    <a:gd name="connsiteX5" fmla="*/ 3432182 w 8134812"/>
                    <a:gd name="connsiteY5" fmla="*/ 3948755 h 8549782"/>
                    <a:gd name="connsiteX6" fmla="*/ 718011 w 8134812"/>
                    <a:gd name="connsiteY6" fmla="*/ 1191041 h 8549782"/>
                    <a:gd name="connsiteX7" fmla="*/ 1719497 w 8134812"/>
                    <a:gd name="connsiteY7" fmla="*/ 494356 h 8549782"/>
                    <a:gd name="connsiteX8" fmla="*/ 4085326 w 8134812"/>
                    <a:gd name="connsiteY8" fmla="*/ 2976299 h 8549782"/>
                    <a:gd name="connsiteX9" fmla="*/ 2133444 w 8134812"/>
                    <a:gd name="connsiteY9" fmla="*/ 867083 h 8549782"/>
                    <a:gd name="connsiteX10" fmla="*/ 3170925 w 8134812"/>
                    <a:gd name="connsiteY10" fmla="*/ 276642 h 8549782"/>
                    <a:gd name="connsiteX11" fmla="*/ 6538239 w 8134812"/>
                    <a:gd name="connsiteY11" fmla="*/ 3731040 h 8549782"/>
                    <a:gd name="connsiteX12" fmla="*/ 6090619 w 8134812"/>
                    <a:gd name="connsiteY12" fmla="*/ 2238393 h 8549782"/>
                    <a:gd name="connsiteX13" fmla="*/ 6639839 w 8134812"/>
                    <a:gd name="connsiteY13" fmla="*/ 1031385 h 8549782"/>
                    <a:gd name="connsiteX14" fmla="*/ 7757440 w 8134812"/>
                    <a:gd name="connsiteY14" fmla="*/ 2976297 h 8549782"/>
                    <a:gd name="connsiteX15" fmla="*/ 7989669 w 8134812"/>
                    <a:gd name="connsiteY15" fmla="*/ 4340640 h 8549782"/>
                    <a:gd name="connsiteX16" fmla="*/ 8134812 w 8134812"/>
                    <a:gd name="connsiteY16" fmla="*/ 5545325 h 8549782"/>
                    <a:gd name="connsiteX17" fmla="*/ 5333553 w 8134812"/>
                    <a:gd name="connsiteY17" fmla="*/ 8549782 h 8549782"/>
                    <a:gd name="connsiteX18" fmla="*/ 5057784 w 8134812"/>
                    <a:gd name="connsiteY18" fmla="*/ 8462696 h 8549782"/>
                    <a:gd name="connsiteX19" fmla="*/ 541518 w 8134812"/>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9315726"/>
                    <a:gd name="connsiteX1" fmla="*/ 1163309 w 8389877"/>
                    <a:gd name="connsiteY1" fmla="*/ 3368184 h 9315726"/>
                    <a:gd name="connsiteX2" fmla="*/ 2967723 w 8389877"/>
                    <a:gd name="connsiteY2" fmla="*/ 5196984 h 9315726"/>
                    <a:gd name="connsiteX3" fmla="*/ 108411 w 8389877"/>
                    <a:gd name="connsiteY3" fmla="*/ 2221554 h 9315726"/>
                    <a:gd name="connsiteX4" fmla="*/ 1008296 w 8389877"/>
                    <a:gd name="connsiteY4" fmla="*/ 1510355 h 9315726"/>
                    <a:gd name="connsiteX5" fmla="*/ 3432182 w 8389877"/>
                    <a:gd name="connsiteY5" fmla="*/ 3948755 h 9315726"/>
                    <a:gd name="connsiteX6" fmla="*/ 718011 w 8389877"/>
                    <a:gd name="connsiteY6" fmla="*/ 1191041 h 9315726"/>
                    <a:gd name="connsiteX7" fmla="*/ 1719497 w 8389877"/>
                    <a:gd name="connsiteY7" fmla="*/ 494356 h 9315726"/>
                    <a:gd name="connsiteX8" fmla="*/ 4085326 w 8389877"/>
                    <a:gd name="connsiteY8" fmla="*/ 2976299 h 9315726"/>
                    <a:gd name="connsiteX9" fmla="*/ 2133444 w 8389877"/>
                    <a:gd name="connsiteY9" fmla="*/ 867083 h 9315726"/>
                    <a:gd name="connsiteX10" fmla="*/ 3170925 w 8389877"/>
                    <a:gd name="connsiteY10" fmla="*/ 276642 h 9315726"/>
                    <a:gd name="connsiteX11" fmla="*/ 6538239 w 8389877"/>
                    <a:gd name="connsiteY11" fmla="*/ 3731040 h 9315726"/>
                    <a:gd name="connsiteX12" fmla="*/ 6090619 w 8389877"/>
                    <a:gd name="connsiteY12" fmla="*/ 2238393 h 9315726"/>
                    <a:gd name="connsiteX13" fmla="*/ 6639839 w 8389877"/>
                    <a:gd name="connsiteY13" fmla="*/ 1031385 h 9315726"/>
                    <a:gd name="connsiteX14" fmla="*/ 7757440 w 8389877"/>
                    <a:gd name="connsiteY14" fmla="*/ 2976297 h 9315726"/>
                    <a:gd name="connsiteX15" fmla="*/ 7989669 w 8389877"/>
                    <a:gd name="connsiteY15" fmla="*/ 4340640 h 9315726"/>
                    <a:gd name="connsiteX16" fmla="*/ 8389877 w 8389877"/>
                    <a:gd name="connsiteY16" fmla="*/ 5777404 h 9315726"/>
                    <a:gd name="connsiteX17" fmla="*/ 6336452 w 8389877"/>
                    <a:gd name="connsiteY17" fmla="*/ 9315727 h 9315726"/>
                    <a:gd name="connsiteX18" fmla="*/ 5057784 w 8389877"/>
                    <a:gd name="connsiteY18" fmla="*/ 8462696 h 9315726"/>
                    <a:gd name="connsiteX19" fmla="*/ 541518 w 8389877"/>
                    <a:gd name="connsiteY19" fmla="*/ 4050353 h 9315726"/>
                    <a:gd name="connsiteX0" fmla="*/ 541518 w 8389877"/>
                    <a:gd name="connsiteY0" fmla="*/ 4050353 h 9224165"/>
                    <a:gd name="connsiteX1" fmla="*/ 1163309 w 8389877"/>
                    <a:gd name="connsiteY1" fmla="*/ 3368184 h 9224165"/>
                    <a:gd name="connsiteX2" fmla="*/ 2967723 w 8389877"/>
                    <a:gd name="connsiteY2" fmla="*/ 5196984 h 9224165"/>
                    <a:gd name="connsiteX3" fmla="*/ 108411 w 8389877"/>
                    <a:gd name="connsiteY3" fmla="*/ 2221554 h 9224165"/>
                    <a:gd name="connsiteX4" fmla="*/ 1008296 w 8389877"/>
                    <a:gd name="connsiteY4" fmla="*/ 1510355 h 9224165"/>
                    <a:gd name="connsiteX5" fmla="*/ 3432182 w 8389877"/>
                    <a:gd name="connsiteY5" fmla="*/ 3948755 h 9224165"/>
                    <a:gd name="connsiteX6" fmla="*/ 718011 w 8389877"/>
                    <a:gd name="connsiteY6" fmla="*/ 1191041 h 9224165"/>
                    <a:gd name="connsiteX7" fmla="*/ 1719497 w 8389877"/>
                    <a:gd name="connsiteY7" fmla="*/ 494356 h 9224165"/>
                    <a:gd name="connsiteX8" fmla="*/ 4085326 w 8389877"/>
                    <a:gd name="connsiteY8" fmla="*/ 2976299 h 9224165"/>
                    <a:gd name="connsiteX9" fmla="*/ 2133444 w 8389877"/>
                    <a:gd name="connsiteY9" fmla="*/ 867083 h 9224165"/>
                    <a:gd name="connsiteX10" fmla="*/ 3170925 w 8389877"/>
                    <a:gd name="connsiteY10" fmla="*/ 276642 h 9224165"/>
                    <a:gd name="connsiteX11" fmla="*/ 6538239 w 8389877"/>
                    <a:gd name="connsiteY11" fmla="*/ 3731040 h 9224165"/>
                    <a:gd name="connsiteX12" fmla="*/ 6090619 w 8389877"/>
                    <a:gd name="connsiteY12" fmla="*/ 2238393 h 9224165"/>
                    <a:gd name="connsiteX13" fmla="*/ 6639839 w 8389877"/>
                    <a:gd name="connsiteY13" fmla="*/ 1031385 h 9224165"/>
                    <a:gd name="connsiteX14" fmla="*/ 7757440 w 8389877"/>
                    <a:gd name="connsiteY14" fmla="*/ 2976297 h 9224165"/>
                    <a:gd name="connsiteX15" fmla="*/ 7989669 w 8389877"/>
                    <a:gd name="connsiteY15" fmla="*/ 4340640 h 9224165"/>
                    <a:gd name="connsiteX16" fmla="*/ 8389877 w 8389877"/>
                    <a:gd name="connsiteY16" fmla="*/ 5777404 h 9224165"/>
                    <a:gd name="connsiteX17" fmla="*/ 6266896 w 8389877"/>
                    <a:gd name="connsiteY17" fmla="*/ 9224162 h 9224165"/>
                    <a:gd name="connsiteX18" fmla="*/ 5057784 w 8389877"/>
                    <a:gd name="connsiteY18" fmla="*/ 8462696 h 9224165"/>
                    <a:gd name="connsiteX19" fmla="*/ 541518 w 8389877"/>
                    <a:gd name="connsiteY19" fmla="*/ 4050353 h 9224165"/>
                    <a:gd name="connsiteX0" fmla="*/ 541518 w 8389877"/>
                    <a:gd name="connsiteY0" fmla="*/ 4050353 h 9224165"/>
                    <a:gd name="connsiteX1" fmla="*/ 1163309 w 8389877"/>
                    <a:gd name="connsiteY1" fmla="*/ 3368184 h 9224165"/>
                    <a:gd name="connsiteX2" fmla="*/ 2967723 w 8389877"/>
                    <a:gd name="connsiteY2" fmla="*/ 5196984 h 9224165"/>
                    <a:gd name="connsiteX3" fmla="*/ 108411 w 8389877"/>
                    <a:gd name="connsiteY3" fmla="*/ 2221554 h 9224165"/>
                    <a:gd name="connsiteX4" fmla="*/ 1008296 w 8389877"/>
                    <a:gd name="connsiteY4" fmla="*/ 1510355 h 9224165"/>
                    <a:gd name="connsiteX5" fmla="*/ 3432182 w 8389877"/>
                    <a:gd name="connsiteY5" fmla="*/ 3948755 h 9224165"/>
                    <a:gd name="connsiteX6" fmla="*/ 718011 w 8389877"/>
                    <a:gd name="connsiteY6" fmla="*/ 1191041 h 9224165"/>
                    <a:gd name="connsiteX7" fmla="*/ 1719497 w 8389877"/>
                    <a:gd name="connsiteY7" fmla="*/ 494356 h 9224165"/>
                    <a:gd name="connsiteX8" fmla="*/ 4085326 w 8389877"/>
                    <a:gd name="connsiteY8" fmla="*/ 2976299 h 9224165"/>
                    <a:gd name="connsiteX9" fmla="*/ 2133444 w 8389877"/>
                    <a:gd name="connsiteY9" fmla="*/ 867083 h 9224165"/>
                    <a:gd name="connsiteX10" fmla="*/ 3170925 w 8389877"/>
                    <a:gd name="connsiteY10" fmla="*/ 276642 h 9224165"/>
                    <a:gd name="connsiteX11" fmla="*/ 6538239 w 8389877"/>
                    <a:gd name="connsiteY11" fmla="*/ 3731040 h 9224165"/>
                    <a:gd name="connsiteX12" fmla="*/ 6090619 w 8389877"/>
                    <a:gd name="connsiteY12" fmla="*/ 2238393 h 9224165"/>
                    <a:gd name="connsiteX13" fmla="*/ 6639839 w 8389877"/>
                    <a:gd name="connsiteY13" fmla="*/ 1031385 h 9224165"/>
                    <a:gd name="connsiteX14" fmla="*/ 7757440 w 8389877"/>
                    <a:gd name="connsiteY14" fmla="*/ 2976297 h 9224165"/>
                    <a:gd name="connsiteX15" fmla="*/ 7989669 w 8389877"/>
                    <a:gd name="connsiteY15" fmla="*/ 4340640 h 9224165"/>
                    <a:gd name="connsiteX16" fmla="*/ 8389877 w 8389877"/>
                    <a:gd name="connsiteY16" fmla="*/ 5777404 h 9224165"/>
                    <a:gd name="connsiteX17" fmla="*/ 6266896 w 8389877"/>
                    <a:gd name="connsiteY17" fmla="*/ 9224162 h 9224165"/>
                    <a:gd name="connsiteX18" fmla="*/ 5057784 w 8389877"/>
                    <a:gd name="connsiteY18" fmla="*/ 8462696 h 9224165"/>
                    <a:gd name="connsiteX19" fmla="*/ 541518 w 8389877"/>
                    <a:gd name="connsiteY19" fmla="*/ 4050353 h 9224165"/>
                    <a:gd name="connsiteX0" fmla="*/ 541518 w 8389877"/>
                    <a:gd name="connsiteY0" fmla="*/ 4050353 h 9224165"/>
                    <a:gd name="connsiteX1" fmla="*/ 1163309 w 8389877"/>
                    <a:gd name="connsiteY1" fmla="*/ 3368184 h 9224165"/>
                    <a:gd name="connsiteX2" fmla="*/ 2967723 w 8389877"/>
                    <a:gd name="connsiteY2" fmla="*/ 5196984 h 9224165"/>
                    <a:gd name="connsiteX3" fmla="*/ 108411 w 8389877"/>
                    <a:gd name="connsiteY3" fmla="*/ 2221554 h 9224165"/>
                    <a:gd name="connsiteX4" fmla="*/ 1008296 w 8389877"/>
                    <a:gd name="connsiteY4" fmla="*/ 1510355 h 9224165"/>
                    <a:gd name="connsiteX5" fmla="*/ 3432182 w 8389877"/>
                    <a:gd name="connsiteY5" fmla="*/ 3948755 h 9224165"/>
                    <a:gd name="connsiteX6" fmla="*/ 718011 w 8389877"/>
                    <a:gd name="connsiteY6" fmla="*/ 1191041 h 9224165"/>
                    <a:gd name="connsiteX7" fmla="*/ 1719497 w 8389877"/>
                    <a:gd name="connsiteY7" fmla="*/ 494356 h 9224165"/>
                    <a:gd name="connsiteX8" fmla="*/ 4085326 w 8389877"/>
                    <a:gd name="connsiteY8" fmla="*/ 2976299 h 9224165"/>
                    <a:gd name="connsiteX9" fmla="*/ 2133444 w 8389877"/>
                    <a:gd name="connsiteY9" fmla="*/ 867083 h 9224165"/>
                    <a:gd name="connsiteX10" fmla="*/ 3170925 w 8389877"/>
                    <a:gd name="connsiteY10" fmla="*/ 276642 h 9224165"/>
                    <a:gd name="connsiteX11" fmla="*/ 6538239 w 8389877"/>
                    <a:gd name="connsiteY11" fmla="*/ 3731040 h 9224165"/>
                    <a:gd name="connsiteX12" fmla="*/ 6090619 w 8389877"/>
                    <a:gd name="connsiteY12" fmla="*/ 2238393 h 9224165"/>
                    <a:gd name="connsiteX13" fmla="*/ 6639839 w 8389877"/>
                    <a:gd name="connsiteY13" fmla="*/ 1031385 h 9224165"/>
                    <a:gd name="connsiteX14" fmla="*/ 7757440 w 8389877"/>
                    <a:gd name="connsiteY14" fmla="*/ 2976297 h 9224165"/>
                    <a:gd name="connsiteX15" fmla="*/ 7989669 w 8389877"/>
                    <a:gd name="connsiteY15" fmla="*/ 4340640 h 9224165"/>
                    <a:gd name="connsiteX16" fmla="*/ 8389877 w 8389877"/>
                    <a:gd name="connsiteY16" fmla="*/ 5777404 h 9224165"/>
                    <a:gd name="connsiteX17" fmla="*/ 6266896 w 8389877"/>
                    <a:gd name="connsiteY17" fmla="*/ 9224162 h 9224165"/>
                    <a:gd name="connsiteX18" fmla="*/ 5057784 w 8389877"/>
                    <a:gd name="connsiteY18" fmla="*/ 8462696 h 9224165"/>
                    <a:gd name="connsiteX19" fmla="*/ 541518 w 8389877"/>
                    <a:gd name="connsiteY19" fmla="*/ 4050353 h 9224165"/>
                    <a:gd name="connsiteX0" fmla="*/ 541518 w 8359910"/>
                    <a:gd name="connsiteY0" fmla="*/ 4050353 h 9224165"/>
                    <a:gd name="connsiteX1" fmla="*/ 1163309 w 8359910"/>
                    <a:gd name="connsiteY1" fmla="*/ 3368184 h 9224165"/>
                    <a:gd name="connsiteX2" fmla="*/ 2967723 w 8359910"/>
                    <a:gd name="connsiteY2" fmla="*/ 5196984 h 9224165"/>
                    <a:gd name="connsiteX3" fmla="*/ 108411 w 8359910"/>
                    <a:gd name="connsiteY3" fmla="*/ 2221554 h 9224165"/>
                    <a:gd name="connsiteX4" fmla="*/ 1008296 w 8359910"/>
                    <a:gd name="connsiteY4" fmla="*/ 1510355 h 9224165"/>
                    <a:gd name="connsiteX5" fmla="*/ 3432182 w 8359910"/>
                    <a:gd name="connsiteY5" fmla="*/ 3948755 h 9224165"/>
                    <a:gd name="connsiteX6" fmla="*/ 718011 w 8359910"/>
                    <a:gd name="connsiteY6" fmla="*/ 1191041 h 9224165"/>
                    <a:gd name="connsiteX7" fmla="*/ 1719497 w 8359910"/>
                    <a:gd name="connsiteY7" fmla="*/ 494356 h 9224165"/>
                    <a:gd name="connsiteX8" fmla="*/ 4085326 w 8359910"/>
                    <a:gd name="connsiteY8" fmla="*/ 2976299 h 9224165"/>
                    <a:gd name="connsiteX9" fmla="*/ 2133444 w 8359910"/>
                    <a:gd name="connsiteY9" fmla="*/ 867083 h 9224165"/>
                    <a:gd name="connsiteX10" fmla="*/ 3170925 w 8359910"/>
                    <a:gd name="connsiteY10" fmla="*/ 276642 h 9224165"/>
                    <a:gd name="connsiteX11" fmla="*/ 6538239 w 8359910"/>
                    <a:gd name="connsiteY11" fmla="*/ 3731040 h 9224165"/>
                    <a:gd name="connsiteX12" fmla="*/ 6090619 w 8359910"/>
                    <a:gd name="connsiteY12" fmla="*/ 2238393 h 9224165"/>
                    <a:gd name="connsiteX13" fmla="*/ 6639839 w 8359910"/>
                    <a:gd name="connsiteY13" fmla="*/ 1031385 h 9224165"/>
                    <a:gd name="connsiteX14" fmla="*/ 7757440 w 8359910"/>
                    <a:gd name="connsiteY14" fmla="*/ 2976297 h 9224165"/>
                    <a:gd name="connsiteX15" fmla="*/ 7989669 w 8359910"/>
                    <a:gd name="connsiteY15" fmla="*/ 4340640 h 9224165"/>
                    <a:gd name="connsiteX16" fmla="*/ 8359907 w 8359910"/>
                    <a:gd name="connsiteY16" fmla="*/ 5645609 h 9224165"/>
                    <a:gd name="connsiteX17" fmla="*/ 6266896 w 8359910"/>
                    <a:gd name="connsiteY17" fmla="*/ 9224162 h 9224165"/>
                    <a:gd name="connsiteX18" fmla="*/ 5057784 w 8359910"/>
                    <a:gd name="connsiteY18" fmla="*/ 8462696 h 9224165"/>
                    <a:gd name="connsiteX19" fmla="*/ 541518 w 8359910"/>
                    <a:gd name="connsiteY19" fmla="*/ 4050353 h 9224165"/>
                    <a:gd name="connsiteX0" fmla="*/ 541518 w 8636226"/>
                    <a:gd name="connsiteY0" fmla="*/ 4050353 h 9224165"/>
                    <a:gd name="connsiteX1" fmla="*/ 1163309 w 8636226"/>
                    <a:gd name="connsiteY1" fmla="*/ 3368184 h 9224165"/>
                    <a:gd name="connsiteX2" fmla="*/ 2967723 w 8636226"/>
                    <a:gd name="connsiteY2" fmla="*/ 5196984 h 9224165"/>
                    <a:gd name="connsiteX3" fmla="*/ 108411 w 8636226"/>
                    <a:gd name="connsiteY3" fmla="*/ 2221554 h 9224165"/>
                    <a:gd name="connsiteX4" fmla="*/ 1008296 w 8636226"/>
                    <a:gd name="connsiteY4" fmla="*/ 1510355 h 9224165"/>
                    <a:gd name="connsiteX5" fmla="*/ 3432182 w 8636226"/>
                    <a:gd name="connsiteY5" fmla="*/ 3948755 h 9224165"/>
                    <a:gd name="connsiteX6" fmla="*/ 718011 w 8636226"/>
                    <a:gd name="connsiteY6" fmla="*/ 1191041 h 9224165"/>
                    <a:gd name="connsiteX7" fmla="*/ 1719497 w 8636226"/>
                    <a:gd name="connsiteY7" fmla="*/ 494356 h 9224165"/>
                    <a:gd name="connsiteX8" fmla="*/ 4085326 w 8636226"/>
                    <a:gd name="connsiteY8" fmla="*/ 2976299 h 9224165"/>
                    <a:gd name="connsiteX9" fmla="*/ 2133444 w 8636226"/>
                    <a:gd name="connsiteY9" fmla="*/ 867083 h 9224165"/>
                    <a:gd name="connsiteX10" fmla="*/ 3170925 w 8636226"/>
                    <a:gd name="connsiteY10" fmla="*/ 276642 h 9224165"/>
                    <a:gd name="connsiteX11" fmla="*/ 6538239 w 8636226"/>
                    <a:gd name="connsiteY11" fmla="*/ 3731040 h 9224165"/>
                    <a:gd name="connsiteX12" fmla="*/ 6090619 w 8636226"/>
                    <a:gd name="connsiteY12" fmla="*/ 2238393 h 9224165"/>
                    <a:gd name="connsiteX13" fmla="*/ 6639839 w 8636226"/>
                    <a:gd name="connsiteY13" fmla="*/ 1031385 h 9224165"/>
                    <a:gd name="connsiteX14" fmla="*/ 7757440 w 8636226"/>
                    <a:gd name="connsiteY14" fmla="*/ 2976297 h 9224165"/>
                    <a:gd name="connsiteX15" fmla="*/ 7989669 w 8636226"/>
                    <a:gd name="connsiteY15" fmla="*/ 4340640 h 9224165"/>
                    <a:gd name="connsiteX16" fmla="*/ 8636220 w 8636226"/>
                    <a:gd name="connsiteY16" fmla="*/ 6034120 h 9224165"/>
                    <a:gd name="connsiteX17" fmla="*/ 6266896 w 8636226"/>
                    <a:gd name="connsiteY17" fmla="*/ 9224162 h 9224165"/>
                    <a:gd name="connsiteX18" fmla="*/ 5057784 w 8636226"/>
                    <a:gd name="connsiteY18" fmla="*/ 8462696 h 9224165"/>
                    <a:gd name="connsiteX19" fmla="*/ 541518 w 8636226"/>
                    <a:gd name="connsiteY19" fmla="*/ 4050353 h 9224165"/>
                    <a:gd name="connsiteX0" fmla="*/ 541518 w 8752649"/>
                    <a:gd name="connsiteY0" fmla="*/ 4050353 h 9224165"/>
                    <a:gd name="connsiteX1" fmla="*/ 1163309 w 8752649"/>
                    <a:gd name="connsiteY1" fmla="*/ 3368184 h 9224165"/>
                    <a:gd name="connsiteX2" fmla="*/ 2967723 w 8752649"/>
                    <a:gd name="connsiteY2" fmla="*/ 5196984 h 9224165"/>
                    <a:gd name="connsiteX3" fmla="*/ 108411 w 8752649"/>
                    <a:gd name="connsiteY3" fmla="*/ 2221554 h 9224165"/>
                    <a:gd name="connsiteX4" fmla="*/ 1008296 w 8752649"/>
                    <a:gd name="connsiteY4" fmla="*/ 1510355 h 9224165"/>
                    <a:gd name="connsiteX5" fmla="*/ 3432182 w 8752649"/>
                    <a:gd name="connsiteY5" fmla="*/ 3948755 h 9224165"/>
                    <a:gd name="connsiteX6" fmla="*/ 718011 w 8752649"/>
                    <a:gd name="connsiteY6" fmla="*/ 1191041 h 9224165"/>
                    <a:gd name="connsiteX7" fmla="*/ 1719497 w 8752649"/>
                    <a:gd name="connsiteY7" fmla="*/ 494356 h 9224165"/>
                    <a:gd name="connsiteX8" fmla="*/ 4085326 w 8752649"/>
                    <a:gd name="connsiteY8" fmla="*/ 2976299 h 9224165"/>
                    <a:gd name="connsiteX9" fmla="*/ 2133444 w 8752649"/>
                    <a:gd name="connsiteY9" fmla="*/ 867083 h 9224165"/>
                    <a:gd name="connsiteX10" fmla="*/ 3170925 w 8752649"/>
                    <a:gd name="connsiteY10" fmla="*/ 276642 h 9224165"/>
                    <a:gd name="connsiteX11" fmla="*/ 6538239 w 8752649"/>
                    <a:gd name="connsiteY11" fmla="*/ 3731040 h 9224165"/>
                    <a:gd name="connsiteX12" fmla="*/ 6090619 w 8752649"/>
                    <a:gd name="connsiteY12" fmla="*/ 2238393 h 9224165"/>
                    <a:gd name="connsiteX13" fmla="*/ 6639839 w 8752649"/>
                    <a:gd name="connsiteY13" fmla="*/ 1031385 h 9224165"/>
                    <a:gd name="connsiteX14" fmla="*/ 7757440 w 8752649"/>
                    <a:gd name="connsiteY14" fmla="*/ 2976297 h 9224165"/>
                    <a:gd name="connsiteX15" fmla="*/ 7989669 w 8752649"/>
                    <a:gd name="connsiteY15" fmla="*/ 4340640 h 9224165"/>
                    <a:gd name="connsiteX16" fmla="*/ 8752654 w 8752649"/>
                    <a:gd name="connsiteY16" fmla="*/ 6193162 h 9224165"/>
                    <a:gd name="connsiteX17" fmla="*/ 6266896 w 8752649"/>
                    <a:gd name="connsiteY17" fmla="*/ 9224162 h 9224165"/>
                    <a:gd name="connsiteX18" fmla="*/ 5057784 w 8752649"/>
                    <a:gd name="connsiteY18" fmla="*/ 8462696 h 9224165"/>
                    <a:gd name="connsiteX19" fmla="*/ 541518 w 8752649"/>
                    <a:gd name="connsiteY19" fmla="*/ 4050353 h 9224165"/>
                    <a:gd name="connsiteX0" fmla="*/ 541518 w 8752649"/>
                    <a:gd name="connsiteY0" fmla="*/ 4050353 h 9224165"/>
                    <a:gd name="connsiteX1" fmla="*/ 1163309 w 8752649"/>
                    <a:gd name="connsiteY1" fmla="*/ 3368184 h 9224165"/>
                    <a:gd name="connsiteX2" fmla="*/ 2967723 w 8752649"/>
                    <a:gd name="connsiteY2" fmla="*/ 5196984 h 9224165"/>
                    <a:gd name="connsiteX3" fmla="*/ 108411 w 8752649"/>
                    <a:gd name="connsiteY3" fmla="*/ 2221554 h 9224165"/>
                    <a:gd name="connsiteX4" fmla="*/ 1008296 w 8752649"/>
                    <a:gd name="connsiteY4" fmla="*/ 1510355 h 9224165"/>
                    <a:gd name="connsiteX5" fmla="*/ 3432182 w 8752649"/>
                    <a:gd name="connsiteY5" fmla="*/ 3948755 h 9224165"/>
                    <a:gd name="connsiteX6" fmla="*/ 718011 w 8752649"/>
                    <a:gd name="connsiteY6" fmla="*/ 1191041 h 9224165"/>
                    <a:gd name="connsiteX7" fmla="*/ 1719497 w 8752649"/>
                    <a:gd name="connsiteY7" fmla="*/ 494356 h 9224165"/>
                    <a:gd name="connsiteX8" fmla="*/ 4085326 w 8752649"/>
                    <a:gd name="connsiteY8" fmla="*/ 2976299 h 9224165"/>
                    <a:gd name="connsiteX9" fmla="*/ 2133444 w 8752649"/>
                    <a:gd name="connsiteY9" fmla="*/ 867083 h 9224165"/>
                    <a:gd name="connsiteX10" fmla="*/ 3170925 w 8752649"/>
                    <a:gd name="connsiteY10" fmla="*/ 276642 h 9224165"/>
                    <a:gd name="connsiteX11" fmla="*/ 6538239 w 8752649"/>
                    <a:gd name="connsiteY11" fmla="*/ 3731040 h 9224165"/>
                    <a:gd name="connsiteX12" fmla="*/ 6090619 w 8752649"/>
                    <a:gd name="connsiteY12" fmla="*/ 2238393 h 9224165"/>
                    <a:gd name="connsiteX13" fmla="*/ 6639839 w 8752649"/>
                    <a:gd name="connsiteY13" fmla="*/ 1031385 h 9224165"/>
                    <a:gd name="connsiteX14" fmla="*/ 7757440 w 8752649"/>
                    <a:gd name="connsiteY14" fmla="*/ 2976297 h 9224165"/>
                    <a:gd name="connsiteX15" fmla="*/ 7989669 w 8752649"/>
                    <a:gd name="connsiteY15" fmla="*/ 4340640 h 9224165"/>
                    <a:gd name="connsiteX16" fmla="*/ 8752654 w 8752649"/>
                    <a:gd name="connsiteY16" fmla="*/ 6193162 h 9224165"/>
                    <a:gd name="connsiteX17" fmla="*/ 6266896 w 8752649"/>
                    <a:gd name="connsiteY17" fmla="*/ 9224162 h 9224165"/>
                    <a:gd name="connsiteX18" fmla="*/ 5057784 w 8752649"/>
                    <a:gd name="connsiteY18" fmla="*/ 8462696 h 9224165"/>
                    <a:gd name="connsiteX19" fmla="*/ 541518 w 8752649"/>
                    <a:gd name="connsiteY19" fmla="*/ 4050353 h 9224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752649" h="9224165">
                      <a:moveTo>
                        <a:pt x="541518" y="4050353"/>
                      </a:moveTo>
                      <a:cubicBezTo>
                        <a:pt x="125441" y="3629439"/>
                        <a:pt x="694015" y="2947268"/>
                        <a:pt x="1163309" y="3368184"/>
                      </a:cubicBezTo>
                      <a:lnTo>
                        <a:pt x="2967723" y="5196984"/>
                      </a:lnTo>
                      <a:lnTo>
                        <a:pt x="108411" y="2221554"/>
                      </a:lnTo>
                      <a:cubicBezTo>
                        <a:pt x="-288312" y="1549060"/>
                        <a:pt x="493523" y="1038543"/>
                        <a:pt x="1008296" y="1510355"/>
                      </a:cubicBezTo>
                      <a:lnTo>
                        <a:pt x="3432182" y="3948755"/>
                      </a:lnTo>
                      <a:lnTo>
                        <a:pt x="718011" y="1191041"/>
                      </a:lnTo>
                      <a:cubicBezTo>
                        <a:pt x="330963" y="465328"/>
                        <a:pt x="1235688" y="29898"/>
                        <a:pt x="1719497" y="494356"/>
                      </a:cubicBezTo>
                      <a:lnTo>
                        <a:pt x="4085326" y="2976299"/>
                      </a:lnTo>
                      <a:lnTo>
                        <a:pt x="2133444" y="867083"/>
                      </a:lnTo>
                      <a:cubicBezTo>
                        <a:pt x="1689694" y="110019"/>
                        <a:pt x="2618995" y="-311477"/>
                        <a:pt x="3170925" y="276642"/>
                      </a:cubicBezTo>
                      <a:lnTo>
                        <a:pt x="6538239" y="3731040"/>
                      </a:lnTo>
                      <a:cubicBezTo>
                        <a:pt x="6567268" y="3498812"/>
                        <a:pt x="6433736" y="2847992"/>
                        <a:pt x="6090619" y="2238393"/>
                      </a:cubicBezTo>
                      <a:cubicBezTo>
                        <a:pt x="5902707" y="1832574"/>
                        <a:pt x="6141515" y="1249099"/>
                        <a:pt x="6639839" y="1031385"/>
                      </a:cubicBezTo>
                      <a:cubicBezTo>
                        <a:pt x="7026887" y="1679688"/>
                        <a:pt x="7384906" y="2327993"/>
                        <a:pt x="7757440" y="2976297"/>
                      </a:cubicBezTo>
                      <a:lnTo>
                        <a:pt x="7989669" y="4340640"/>
                      </a:lnTo>
                      <a:cubicBezTo>
                        <a:pt x="8085131" y="4794167"/>
                        <a:pt x="8594837" y="6050116"/>
                        <a:pt x="8752654" y="6193162"/>
                      </a:cubicBezTo>
                      <a:cubicBezTo>
                        <a:pt x="7977375" y="7437758"/>
                        <a:pt x="7170303" y="8195142"/>
                        <a:pt x="6266896" y="9224162"/>
                      </a:cubicBezTo>
                      <a:cubicBezTo>
                        <a:pt x="6129010" y="9197551"/>
                        <a:pt x="5181156" y="8530430"/>
                        <a:pt x="5057784" y="8462696"/>
                      </a:cubicBezTo>
                      <a:cubicBezTo>
                        <a:pt x="4397384" y="8046620"/>
                        <a:pt x="768618" y="4236716"/>
                        <a:pt x="541518" y="4050353"/>
                      </a:cubicBezTo>
                      <a:close/>
                    </a:path>
                  </a:pathLst>
                </a:custGeom>
                <a:solidFill>
                  <a:srgbClr val="F19E6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sp>
              <p:nvSpPr>
                <p:cNvPr id="145" name="Rectangle 12"/>
                <p:cNvSpPr/>
                <p:nvPr/>
              </p:nvSpPr>
              <p:spPr>
                <a:xfrm>
                  <a:off x="1366035" y="380983"/>
                  <a:ext cx="1141446" cy="1072706"/>
                </a:xfrm>
                <a:custGeom>
                  <a:avLst/>
                  <a:gdLst>
                    <a:gd name="connsiteX0" fmla="*/ 0 w 2869809"/>
                    <a:gd name="connsiteY0" fmla="*/ 0 h 2791482"/>
                    <a:gd name="connsiteX1" fmla="*/ 2869809 w 2869809"/>
                    <a:gd name="connsiteY1" fmla="*/ 0 h 2791482"/>
                    <a:gd name="connsiteX2" fmla="*/ 2869809 w 2869809"/>
                    <a:gd name="connsiteY2" fmla="*/ 2791482 h 2791482"/>
                    <a:gd name="connsiteX3" fmla="*/ 0 w 2869809"/>
                    <a:gd name="connsiteY3" fmla="*/ 2791482 h 2791482"/>
                    <a:gd name="connsiteX4" fmla="*/ 0 w 2869809"/>
                    <a:gd name="connsiteY4" fmla="*/ 0 h 2791482"/>
                    <a:gd name="connsiteX0" fmla="*/ 14068 w 2869809"/>
                    <a:gd name="connsiteY0" fmla="*/ 386861 h 2791482"/>
                    <a:gd name="connsiteX1" fmla="*/ 2869809 w 2869809"/>
                    <a:gd name="connsiteY1" fmla="*/ 0 h 2791482"/>
                    <a:gd name="connsiteX2" fmla="*/ 2869809 w 2869809"/>
                    <a:gd name="connsiteY2" fmla="*/ 2791482 h 2791482"/>
                    <a:gd name="connsiteX3" fmla="*/ 0 w 2869809"/>
                    <a:gd name="connsiteY3" fmla="*/ 2791482 h 2791482"/>
                    <a:gd name="connsiteX4" fmla="*/ 14068 w 2869809"/>
                    <a:gd name="connsiteY4" fmla="*/ 386861 h 2791482"/>
                    <a:gd name="connsiteX0" fmla="*/ 14068 w 2869809"/>
                    <a:gd name="connsiteY0" fmla="*/ 316522 h 2721143"/>
                    <a:gd name="connsiteX1" fmla="*/ 2461846 w 2869809"/>
                    <a:gd name="connsiteY1" fmla="*/ 0 h 2721143"/>
                    <a:gd name="connsiteX2" fmla="*/ 2869809 w 2869809"/>
                    <a:gd name="connsiteY2" fmla="*/ 2721143 h 2721143"/>
                    <a:gd name="connsiteX3" fmla="*/ 0 w 2869809"/>
                    <a:gd name="connsiteY3" fmla="*/ 2721143 h 2721143"/>
                    <a:gd name="connsiteX4" fmla="*/ 14068 w 2869809"/>
                    <a:gd name="connsiteY4" fmla="*/ 316522 h 2721143"/>
                    <a:gd name="connsiteX0" fmla="*/ 35169 w 2869809"/>
                    <a:gd name="connsiteY0" fmla="*/ 337623 h 2721143"/>
                    <a:gd name="connsiteX1" fmla="*/ 2461846 w 2869809"/>
                    <a:gd name="connsiteY1" fmla="*/ 0 h 2721143"/>
                    <a:gd name="connsiteX2" fmla="*/ 2869809 w 2869809"/>
                    <a:gd name="connsiteY2" fmla="*/ 2721143 h 2721143"/>
                    <a:gd name="connsiteX3" fmla="*/ 0 w 2869809"/>
                    <a:gd name="connsiteY3" fmla="*/ 2721143 h 2721143"/>
                    <a:gd name="connsiteX4" fmla="*/ 35169 w 2869809"/>
                    <a:gd name="connsiteY4" fmla="*/ 337623 h 2721143"/>
                    <a:gd name="connsiteX0" fmla="*/ 21101 w 2869809"/>
                    <a:gd name="connsiteY0" fmla="*/ 302454 h 2721143"/>
                    <a:gd name="connsiteX1" fmla="*/ 2461846 w 2869809"/>
                    <a:gd name="connsiteY1" fmla="*/ 0 h 2721143"/>
                    <a:gd name="connsiteX2" fmla="*/ 2869809 w 2869809"/>
                    <a:gd name="connsiteY2" fmla="*/ 2721143 h 2721143"/>
                    <a:gd name="connsiteX3" fmla="*/ 0 w 2869809"/>
                    <a:gd name="connsiteY3" fmla="*/ 2721143 h 2721143"/>
                    <a:gd name="connsiteX4" fmla="*/ 21101 w 2869809"/>
                    <a:gd name="connsiteY4" fmla="*/ 302454 h 2721143"/>
                    <a:gd name="connsiteX0" fmla="*/ 21101 w 2869809"/>
                    <a:gd name="connsiteY0" fmla="*/ 326022 h 2744711"/>
                    <a:gd name="connsiteX1" fmla="*/ 2461846 w 2869809"/>
                    <a:gd name="connsiteY1" fmla="*/ 23568 h 2744711"/>
                    <a:gd name="connsiteX2" fmla="*/ 2869809 w 2869809"/>
                    <a:gd name="connsiteY2" fmla="*/ 2744711 h 2744711"/>
                    <a:gd name="connsiteX3" fmla="*/ 0 w 2869809"/>
                    <a:gd name="connsiteY3" fmla="*/ 2744711 h 2744711"/>
                    <a:gd name="connsiteX4" fmla="*/ 21101 w 2869809"/>
                    <a:gd name="connsiteY4" fmla="*/ 326022 h 2744711"/>
                    <a:gd name="connsiteX0" fmla="*/ 21101 w 2869809"/>
                    <a:gd name="connsiteY0" fmla="*/ 515823 h 2934512"/>
                    <a:gd name="connsiteX1" fmla="*/ 2461846 w 2869809"/>
                    <a:gd name="connsiteY1" fmla="*/ 213369 h 2934512"/>
                    <a:gd name="connsiteX2" fmla="*/ 2869809 w 2869809"/>
                    <a:gd name="connsiteY2" fmla="*/ 2934512 h 2934512"/>
                    <a:gd name="connsiteX3" fmla="*/ 0 w 2869809"/>
                    <a:gd name="connsiteY3" fmla="*/ 2934512 h 2934512"/>
                    <a:gd name="connsiteX4" fmla="*/ 21101 w 2869809"/>
                    <a:gd name="connsiteY4" fmla="*/ 515823 h 2934512"/>
                    <a:gd name="connsiteX0" fmla="*/ 21101 w 2869809"/>
                    <a:gd name="connsiteY0" fmla="*/ 515823 h 2934512"/>
                    <a:gd name="connsiteX1" fmla="*/ 2461846 w 2869809"/>
                    <a:gd name="connsiteY1" fmla="*/ 213369 h 2934512"/>
                    <a:gd name="connsiteX2" fmla="*/ 2609557 w 2869809"/>
                    <a:gd name="connsiteY2" fmla="*/ 1284952 h 2934512"/>
                    <a:gd name="connsiteX3" fmla="*/ 2869809 w 2869809"/>
                    <a:gd name="connsiteY3" fmla="*/ 2934512 h 2934512"/>
                    <a:gd name="connsiteX4" fmla="*/ 0 w 2869809"/>
                    <a:gd name="connsiteY4" fmla="*/ 2934512 h 2934512"/>
                    <a:gd name="connsiteX5" fmla="*/ 21101 w 2869809"/>
                    <a:gd name="connsiteY5" fmla="*/ 515823 h 2934512"/>
                    <a:gd name="connsiteX0" fmla="*/ 21101 w 2869809"/>
                    <a:gd name="connsiteY0" fmla="*/ 515823 h 2934512"/>
                    <a:gd name="connsiteX1" fmla="*/ 2461846 w 2869809"/>
                    <a:gd name="connsiteY1" fmla="*/ 213369 h 2934512"/>
                    <a:gd name="connsiteX2" fmla="*/ 2644726 w 2869809"/>
                    <a:gd name="connsiteY2" fmla="*/ 813684 h 2934512"/>
                    <a:gd name="connsiteX3" fmla="*/ 2869809 w 2869809"/>
                    <a:gd name="connsiteY3" fmla="*/ 2934512 h 2934512"/>
                    <a:gd name="connsiteX4" fmla="*/ 0 w 2869809"/>
                    <a:gd name="connsiteY4" fmla="*/ 2934512 h 2934512"/>
                    <a:gd name="connsiteX5" fmla="*/ 21101 w 2869809"/>
                    <a:gd name="connsiteY5" fmla="*/ 515823 h 2934512"/>
                    <a:gd name="connsiteX0" fmla="*/ 21101 w 2869809"/>
                    <a:gd name="connsiteY0" fmla="*/ 515823 h 2934512"/>
                    <a:gd name="connsiteX1" fmla="*/ 2461846 w 2869809"/>
                    <a:gd name="connsiteY1" fmla="*/ 213369 h 2934512"/>
                    <a:gd name="connsiteX2" fmla="*/ 2644726 w 2869809"/>
                    <a:gd name="connsiteY2" fmla="*/ 813684 h 2934512"/>
                    <a:gd name="connsiteX3" fmla="*/ 2869809 w 2869809"/>
                    <a:gd name="connsiteY3" fmla="*/ 2934512 h 2934512"/>
                    <a:gd name="connsiteX4" fmla="*/ 0 w 2869809"/>
                    <a:gd name="connsiteY4" fmla="*/ 2934512 h 2934512"/>
                    <a:gd name="connsiteX5" fmla="*/ 21101 w 2869809"/>
                    <a:gd name="connsiteY5" fmla="*/ 515823 h 2934512"/>
                    <a:gd name="connsiteX0" fmla="*/ 21101 w 2869809"/>
                    <a:gd name="connsiteY0" fmla="*/ 515823 h 2934512"/>
                    <a:gd name="connsiteX1" fmla="*/ 2461846 w 2869809"/>
                    <a:gd name="connsiteY1" fmla="*/ 213369 h 2934512"/>
                    <a:gd name="connsiteX2" fmla="*/ 2644726 w 2869809"/>
                    <a:gd name="connsiteY2" fmla="*/ 813684 h 2934512"/>
                    <a:gd name="connsiteX3" fmla="*/ 2869809 w 2869809"/>
                    <a:gd name="connsiteY3" fmla="*/ 2934512 h 2934512"/>
                    <a:gd name="connsiteX4" fmla="*/ 0 w 2869809"/>
                    <a:gd name="connsiteY4" fmla="*/ 2934512 h 2934512"/>
                    <a:gd name="connsiteX5" fmla="*/ 21101 w 2869809"/>
                    <a:gd name="connsiteY5" fmla="*/ 515823 h 2934512"/>
                    <a:gd name="connsiteX0" fmla="*/ 21101 w 2869809"/>
                    <a:gd name="connsiteY0" fmla="*/ 511198 h 2929887"/>
                    <a:gd name="connsiteX1" fmla="*/ 2447779 w 2869809"/>
                    <a:gd name="connsiteY1" fmla="*/ 215777 h 2929887"/>
                    <a:gd name="connsiteX2" fmla="*/ 2644726 w 2869809"/>
                    <a:gd name="connsiteY2" fmla="*/ 809059 h 2929887"/>
                    <a:gd name="connsiteX3" fmla="*/ 2869809 w 2869809"/>
                    <a:gd name="connsiteY3" fmla="*/ 2929887 h 2929887"/>
                    <a:gd name="connsiteX4" fmla="*/ 0 w 2869809"/>
                    <a:gd name="connsiteY4" fmla="*/ 2929887 h 2929887"/>
                    <a:gd name="connsiteX5" fmla="*/ 21101 w 2869809"/>
                    <a:gd name="connsiteY5" fmla="*/ 511198 h 2929887"/>
                    <a:gd name="connsiteX0" fmla="*/ 21101 w 2869809"/>
                    <a:gd name="connsiteY0" fmla="*/ 511198 h 2929887"/>
                    <a:gd name="connsiteX1" fmla="*/ 2447779 w 2869809"/>
                    <a:gd name="connsiteY1" fmla="*/ 215777 h 2929887"/>
                    <a:gd name="connsiteX2" fmla="*/ 2644726 w 2869809"/>
                    <a:gd name="connsiteY2" fmla="*/ 809059 h 2929887"/>
                    <a:gd name="connsiteX3" fmla="*/ 2869809 w 2869809"/>
                    <a:gd name="connsiteY3" fmla="*/ 2929887 h 2929887"/>
                    <a:gd name="connsiteX4" fmla="*/ 0 w 2869809"/>
                    <a:gd name="connsiteY4" fmla="*/ 2929887 h 2929887"/>
                    <a:gd name="connsiteX5" fmla="*/ 21101 w 2869809"/>
                    <a:gd name="connsiteY5" fmla="*/ 511198 h 2929887"/>
                    <a:gd name="connsiteX0" fmla="*/ 21101 w 2869809"/>
                    <a:gd name="connsiteY0" fmla="*/ 511198 h 2929887"/>
                    <a:gd name="connsiteX1" fmla="*/ 2447779 w 2869809"/>
                    <a:gd name="connsiteY1" fmla="*/ 215777 h 2929887"/>
                    <a:gd name="connsiteX2" fmla="*/ 2644726 w 2869809"/>
                    <a:gd name="connsiteY2" fmla="*/ 809059 h 2929887"/>
                    <a:gd name="connsiteX3" fmla="*/ 2869809 w 2869809"/>
                    <a:gd name="connsiteY3" fmla="*/ 2929887 h 2929887"/>
                    <a:gd name="connsiteX4" fmla="*/ 0 w 2869809"/>
                    <a:gd name="connsiteY4" fmla="*/ 2929887 h 2929887"/>
                    <a:gd name="connsiteX5" fmla="*/ 21101 w 2869809"/>
                    <a:gd name="connsiteY5" fmla="*/ 511198 h 2929887"/>
                    <a:gd name="connsiteX0" fmla="*/ 21101 w 2869809"/>
                    <a:gd name="connsiteY0" fmla="*/ 511198 h 2929887"/>
                    <a:gd name="connsiteX1" fmla="*/ 2447779 w 2869809"/>
                    <a:gd name="connsiteY1" fmla="*/ 215777 h 2929887"/>
                    <a:gd name="connsiteX2" fmla="*/ 2644726 w 2869809"/>
                    <a:gd name="connsiteY2" fmla="*/ 809059 h 2929887"/>
                    <a:gd name="connsiteX3" fmla="*/ 2869809 w 2869809"/>
                    <a:gd name="connsiteY3" fmla="*/ 2929887 h 2929887"/>
                    <a:gd name="connsiteX4" fmla="*/ 0 w 2869809"/>
                    <a:gd name="connsiteY4" fmla="*/ 2929887 h 2929887"/>
                    <a:gd name="connsiteX5" fmla="*/ 21101 w 2869809"/>
                    <a:gd name="connsiteY5" fmla="*/ 511198 h 2929887"/>
                    <a:gd name="connsiteX0" fmla="*/ 21101 w 2757267"/>
                    <a:gd name="connsiteY0" fmla="*/ 511198 h 2929887"/>
                    <a:gd name="connsiteX1" fmla="*/ 2447779 w 2757267"/>
                    <a:gd name="connsiteY1" fmla="*/ 215777 h 2929887"/>
                    <a:gd name="connsiteX2" fmla="*/ 2644726 w 2757267"/>
                    <a:gd name="connsiteY2" fmla="*/ 809059 h 2929887"/>
                    <a:gd name="connsiteX3" fmla="*/ 2757267 w 2757267"/>
                    <a:gd name="connsiteY3" fmla="*/ 2479720 h 2929887"/>
                    <a:gd name="connsiteX4" fmla="*/ 0 w 2757267"/>
                    <a:gd name="connsiteY4" fmla="*/ 2929887 h 2929887"/>
                    <a:gd name="connsiteX5" fmla="*/ 21101 w 2757267"/>
                    <a:gd name="connsiteY5"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0 w 2757267"/>
                    <a:gd name="connsiteY4" fmla="*/ 2929887 h 2929887"/>
                    <a:gd name="connsiteX5" fmla="*/ 21101 w 2757267"/>
                    <a:gd name="connsiteY5"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0 w 2757267"/>
                    <a:gd name="connsiteY4" fmla="*/ 2929887 h 2929887"/>
                    <a:gd name="connsiteX5" fmla="*/ 21101 w 2757267"/>
                    <a:gd name="connsiteY5"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13991 w 2757267"/>
                    <a:gd name="connsiteY4" fmla="*/ 2547435 h 2929887"/>
                    <a:gd name="connsiteX5" fmla="*/ 0 w 2757267"/>
                    <a:gd name="connsiteY5" fmla="*/ 2929887 h 2929887"/>
                    <a:gd name="connsiteX6" fmla="*/ 21101 w 2757267"/>
                    <a:gd name="connsiteY6"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61125 w 2757267"/>
                    <a:gd name="connsiteY4" fmla="*/ 2516012 h 2929887"/>
                    <a:gd name="connsiteX5" fmla="*/ 0 w 2757267"/>
                    <a:gd name="connsiteY5" fmla="*/ 2929887 h 2929887"/>
                    <a:gd name="connsiteX6" fmla="*/ 21101 w 2757267"/>
                    <a:gd name="connsiteY6"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61125 w 2757267"/>
                    <a:gd name="connsiteY4" fmla="*/ 2516012 h 2929887"/>
                    <a:gd name="connsiteX5" fmla="*/ 1412160 w 2757267"/>
                    <a:gd name="connsiteY5" fmla="*/ 2679410 h 2929887"/>
                    <a:gd name="connsiteX6" fmla="*/ 0 w 2757267"/>
                    <a:gd name="connsiteY6" fmla="*/ 2929887 h 2929887"/>
                    <a:gd name="connsiteX7" fmla="*/ 21101 w 2757267"/>
                    <a:gd name="connsiteY7"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61125 w 2757267"/>
                    <a:gd name="connsiteY4" fmla="*/ 2516012 h 2929887"/>
                    <a:gd name="connsiteX5" fmla="*/ 2288853 w 2757267"/>
                    <a:gd name="connsiteY5" fmla="*/ 1837283 h 2929887"/>
                    <a:gd name="connsiteX6" fmla="*/ 0 w 2757267"/>
                    <a:gd name="connsiteY6" fmla="*/ 2929887 h 2929887"/>
                    <a:gd name="connsiteX7" fmla="*/ 21101 w 2757267"/>
                    <a:gd name="connsiteY7"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61125 w 2757267"/>
                    <a:gd name="connsiteY4" fmla="*/ 2516012 h 2929887"/>
                    <a:gd name="connsiteX5" fmla="*/ 2317134 w 2757267"/>
                    <a:gd name="connsiteY5" fmla="*/ 1058000 h 2929887"/>
                    <a:gd name="connsiteX6" fmla="*/ 0 w 2757267"/>
                    <a:gd name="connsiteY6" fmla="*/ 2929887 h 2929887"/>
                    <a:gd name="connsiteX7" fmla="*/ 21101 w 2757267"/>
                    <a:gd name="connsiteY7"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61125 w 2757267"/>
                    <a:gd name="connsiteY4" fmla="*/ 2516012 h 2929887"/>
                    <a:gd name="connsiteX5" fmla="*/ 2182017 w 2757267"/>
                    <a:gd name="connsiteY5" fmla="*/ 753200 h 2929887"/>
                    <a:gd name="connsiteX6" fmla="*/ 0 w 2757267"/>
                    <a:gd name="connsiteY6" fmla="*/ 2929887 h 2929887"/>
                    <a:gd name="connsiteX7" fmla="*/ 21101 w 2757267"/>
                    <a:gd name="connsiteY7"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2017 w 2757267"/>
                    <a:gd name="connsiteY5" fmla="*/ 753200 h 2929887"/>
                    <a:gd name="connsiteX6" fmla="*/ 0 w 2757267"/>
                    <a:gd name="connsiteY6" fmla="*/ 2929887 h 2929887"/>
                    <a:gd name="connsiteX7" fmla="*/ 21101 w 2757267"/>
                    <a:gd name="connsiteY7"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0 w 2757267"/>
                    <a:gd name="connsiteY6" fmla="*/ 2929887 h 2929887"/>
                    <a:gd name="connsiteX7" fmla="*/ 21101 w 2757267"/>
                    <a:gd name="connsiteY7"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358741 w 2757267"/>
                    <a:gd name="connsiteY6" fmla="*/ 1582759 h 2929887"/>
                    <a:gd name="connsiteX7" fmla="*/ 0 w 2757267"/>
                    <a:gd name="connsiteY7" fmla="*/ 2929887 h 2929887"/>
                    <a:gd name="connsiteX8" fmla="*/ 21101 w 2757267"/>
                    <a:gd name="connsiteY8"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99211 w 2757267"/>
                    <a:gd name="connsiteY6" fmla="*/ 904029 h 2929887"/>
                    <a:gd name="connsiteX7" fmla="*/ 0 w 2757267"/>
                    <a:gd name="connsiteY7" fmla="*/ 2929887 h 2929887"/>
                    <a:gd name="connsiteX8" fmla="*/ 21101 w 2757267"/>
                    <a:gd name="connsiteY8"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99211 w 2757267"/>
                    <a:gd name="connsiteY6" fmla="*/ 904029 h 2929887"/>
                    <a:gd name="connsiteX7" fmla="*/ 0 w 2757267"/>
                    <a:gd name="connsiteY7" fmla="*/ 2929887 h 2929887"/>
                    <a:gd name="connsiteX8" fmla="*/ 21101 w 2757267"/>
                    <a:gd name="connsiteY8"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99211 w 2757267"/>
                    <a:gd name="connsiteY6" fmla="*/ 904029 h 2929887"/>
                    <a:gd name="connsiteX7" fmla="*/ 0 w 2757267"/>
                    <a:gd name="connsiteY7" fmla="*/ 2929887 h 2929887"/>
                    <a:gd name="connsiteX8" fmla="*/ 21101 w 2757267"/>
                    <a:gd name="connsiteY8"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99211 w 2757267"/>
                    <a:gd name="connsiteY6" fmla="*/ 904029 h 2929887"/>
                    <a:gd name="connsiteX7" fmla="*/ 0 w 2757267"/>
                    <a:gd name="connsiteY7" fmla="*/ 2929887 h 2929887"/>
                    <a:gd name="connsiteX8" fmla="*/ 21101 w 2757267"/>
                    <a:gd name="connsiteY8"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0 w 2757267"/>
                    <a:gd name="connsiteY7" fmla="*/ 2929887 h 2929887"/>
                    <a:gd name="connsiteX8" fmla="*/ 21101 w 2757267"/>
                    <a:gd name="connsiteY8"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0 w 2757267"/>
                    <a:gd name="connsiteY7" fmla="*/ 2929887 h 2929887"/>
                    <a:gd name="connsiteX8" fmla="*/ 21101 w 2757267"/>
                    <a:gd name="connsiteY8"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859120 w 2757267"/>
                    <a:gd name="connsiteY7" fmla="*/ 1997538 h 2929887"/>
                    <a:gd name="connsiteX8" fmla="*/ 0 w 2757267"/>
                    <a:gd name="connsiteY8" fmla="*/ 2929887 h 2929887"/>
                    <a:gd name="connsiteX9" fmla="*/ 21101 w 2757267"/>
                    <a:gd name="connsiteY9"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774279 w 2757267"/>
                    <a:gd name="connsiteY7" fmla="*/ 1463352 h 2929887"/>
                    <a:gd name="connsiteX8" fmla="*/ 0 w 2757267"/>
                    <a:gd name="connsiteY8" fmla="*/ 2929887 h 2929887"/>
                    <a:gd name="connsiteX9" fmla="*/ 21101 w 2757267"/>
                    <a:gd name="connsiteY9"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789990 w 2757267"/>
                    <a:gd name="connsiteY7" fmla="*/ 963731 h 2929887"/>
                    <a:gd name="connsiteX8" fmla="*/ 0 w 2757267"/>
                    <a:gd name="connsiteY8" fmla="*/ 2929887 h 2929887"/>
                    <a:gd name="connsiteX9" fmla="*/ 21101 w 2757267"/>
                    <a:gd name="connsiteY9"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789990 w 2757267"/>
                    <a:gd name="connsiteY7" fmla="*/ 963731 h 2929887"/>
                    <a:gd name="connsiteX8" fmla="*/ 478906 w 2757267"/>
                    <a:gd name="connsiteY8" fmla="*/ 1733587 h 2929887"/>
                    <a:gd name="connsiteX9" fmla="*/ 0 w 2757267"/>
                    <a:gd name="connsiteY9" fmla="*/ 2929887 h 2929887"/>
                    <a:gd name="connsiteX10" fmla="*/ 21101 w 2757267"/>
                    <a:gd name="connsiteY10"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789990 w 2757267"/>
                    <a:gd name="connsiteY7" fmla="*/ 963731 h 2929887"/>
                    <a:gd name="connsiteX8" fmla="*/ 573174 w 2757267"/>
                    <a:gd name="connsiteY8" fmla="*/ 860036 h 2929887"/>
                    <a:gd name="connsiteX9" fmla="*/ 0 w 2757267"/>
                    <a:gd name="connsiteY9" fmla="*/ 2929887 h 2929887"/>
                    <a:gd name="connsiteX10" fmla="*/ 21101 w 2757267"/>
                    <a:gd name="connsiteY10"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789990 w 2757267"/>
                    <a:gd name="connsiteY7" fmla="*/ 963731 h 2929887"/>
                    <a:gd name="connsiteX8" fmla="*/ 573174 w 2757267"/>
                    <a:gd name="connsiteY8" fmla="*/ 860036 h 2929887"/>
                    <a:gd name="connsiteX9" fmla="*/ 0 w 2757267"/>
                    <a:gd name="connsiteY9" fmla="*/ 2929887 h 2929887"/>
                    <a:gd name="connsiteX10" fmla="*/ 21101 w 2757267"/>
                    <a:gd name="connsiteY10"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789990 w 2757267"/>
                    <a:gd name="connsiteY7" fmla="*/ 963731 h 2929887"/>
                    <a:gd name="connsiteX8" fmla="*/ 573174 w 2757267"/>
                    <a:gd name="connsiteY8" fmla="*/ 860036 h 2929887"/>
                    <a:gd name="connsiteX9" fmla="*/ 0 w 2757267"/>
                    <a:gd name="connsiteY9" fmla="*/ 2929887 h 2929887"/>
                    <a:gd name="connsiteX10" fmla="*/ 21101 w 2757267"/>
                    <a:gd name="connsiteY10"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789990 w 2757267"/>
                    <a:gd name="connsiteY7" fmla="*/ 963731 h 2929887"/>
                    <a:gd name="connsiteX8" fmla="*/ 573174 w 2757267"/>
                    <a:gd name="connsiteY8" fmla="*/ 860036 h 2929887"/>
                    <a:gd name="connsiteX9" fmla="*/ 507186 w 2757267"/>
                    <a:gd name="connsiteY9" fmla="*/ 1083138 h 2929887"/>
                    <a:gd name="connsiteX10" fmla="*/ 0 w 2757267"/>
                    <a:gd name="connsiteY10" fmla="*/ 2929887 h 2929887"/>
                    <a:gd name="connsiteX11" fmla="*/ 21101 w 2757267"/>
                    <a:gd name="connsiteY11"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789990 w 2757267"/>
                    <a:gd name="connsiteY7" fmla="*/ 963731 h 2929887"/>
                    <a:gd name="connsiteX8" fmla="*/ 573174 w 2757267"/>
                    <a:gd name="connsiteY8" fmla="*/ 860036 h 2929887"/>
                    <a:gd name="connsiteX9" fmla="*/ 469479 w 2757267"/>
                    <a:gd name="connsiteY9" fmla="*/ 1048573 h 2929887"/>
                    <a:gd name="connsiteX10" fmla="*/ 0 w 2757267"/>
                    <a:gd name="connsiteY10" fmla="*/ 2929887 h 2929887"/>
                    <a:gd name="connsiteX11" fmla="*/ 21101 w 2757267"/>
                    <a:gd name="connsiteY11"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789990 w 2757267"/>
                    <a:gd name="connsiteY7" fmla="*/ 963731 h 2929887"/>
                    <a:gd name="connsiteX8" fmla="*/ 573174 w 2757267"/>
                    <a:gd name="connsiteY8" fmla="*/ 860036 h 2929887"/>
                    <a:gd name="connsiteX9" fmla="*/ 469479 w 2757267"/>
                    <a:gd name="connsiteY9" fmla="*/ 1048573 h 2929887"/>
                    <a:gd name="connsiteX10" fmla="*/ 0 w 2757267"/>
                    <a:gd name="connsiteY10" fmla="*/ 2929887 h 2929887"/>
                    <a:gd name="connsiteX11" fmla="*/ 21101 w 2757267"/>
                    <a:gd name="connsiteY11"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789990 w 2757267"/>
                    <a:gd name="connsiteY7" fmla="*/ 963731 h 2929887"/>
                    <a:gd name="connsiteX8" fmla="*/ 588885 w 2757267"/>
                    <a:gd name="connsiteY8" fmla="*/ 882032 h 2929887"/>
                    <a:gd name="connsiteX9" fmla="*/ 469479 w 2757267"/>
                    <a:gd name="connsiteY9" fmla="*/ 1048573 h 2929887"/>
                    <a:gd name="connsiteX10" fmla="*/ 0 w 2757267"/>
                    <a:gd name="connsiteY10" fmla="*/ 2929887 h 2929887"/>
                    <a:gd name="connsiteX11" fmla="*/ 21101 w 2757267"/>
                    <a:gd name="connsiteY11"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789990 w 2757267"/>
                    <a:gd name="connsiteY7" fmla="*/ 963731 h 2929887"/>
                    <a:gd name="connsiteX8" fmla="*/ 604596 w 2757267"/>
                    <a:gd name="connsiteY8" fmla="*/ 891459 h 2929887"/>
                    <a:gd name="connsiteX9" fmla="*/ 469479 w 2757267"/>
                    <a:gd name="connsiteY9" fmla="*/ 1048573 h 2929887"/>
                    <a:gd name="connsiteX10" fmla="*/ 0 w 2757267"/>
                    <a:gd name="connsiteY10" fmla="*/ 2929887 h 2929887"/>
                    <a:gd name="connsiteX11" fmla="*/ 21101 w 2757267"/>
                    <a:gd name="connsiteY11"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789990 w 2757267"/>
                    <a:gd name="connsiteY7" fmla="*/ 963731 h 2929887"/>
                    <a:gd name="connsiteX8" fmla="*/ 604596 w 2757267"/>
                    <a:gd name="connsiteY8" fmla="*/ 891459 h 2929887"/>
                    <a:gd name="connsiteX9" fmla="*/ 469479 w 2757267"/>
                    <a:gd name="connsiteY9" fmla="*/ 1048573 h 2929887"/>
                    <a:gd name="connsiteX10" fmla="*/ 0 w 2757267"/>
                    <a:gd name="connsiteY10" fmla="*/ 2929887 h 2929887"/>
                    <a:gd name="connsiteX11" fmla="*/ 21101 w 2757267"/>
                    <a:gd name="connsiteY11"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789990 w 2757267"/>
                    <a:gd name="connsiteY7" fmla="*/ 963731 h 2929887"/>
                    <a:gd name="connsiteX8" fmla="*/ 604596 w 2757267"/>
                    <a:gd name="connsiteY8" fmla="*/ 891459 h 2929887"/>
                    <a:gd name="connsiteX9" fmla="*/ 469479 w 2757267"/>
                    <a:gd name="connsiteY9" fmla="*/ 1057999 h 2929887"/>
                    <a:gd name="connsiteX10" fmla="*/ 0 w 2757267"/>
                    <a:gd name="connsiteY10" fmla="*/ 2929887 h 2929887"/>
                    <a:gd name="connsiteX11" fmla="*/ 21101 w 2757267"/>
                    <a:gd name="connsiteY11"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789990 w 2757267"/>
                    <a:gd name="connsiteY7" fmla="*/ 963731 h 2929887"/>
                    <a:gd name="connsiteX8" fmla="*/ 604596 w 2757267"/>
                    <a:gd name="connsiteY8" fmla="*/ 891459 h 2929887"/>
                    <a:gd name="connsiteX9" fmla="*/ 469479 w 2757267"/>
                    <a:gd name="connsiteY9" fmla="*/ 1057999 h 2929887"/>
                    <a:gd name="connsiteX10" fmla="*/ 0 w 2757267"/>
                    <a:gd name="connsiteY10" fmla="*/ 2929887 h 2929887"/>
                    <a:gd name="connsiteX11" fmla="*/ 21101 w 2757267"/>
                    <a:gd name="connsiteY11"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789990 w 2757267"/>
                    <a:gd name="connsiteY7" fmla="*/ 963731 h 2929887"/>
                    <a:gd name="connsiteX8" fmla="*/ 604596 w 2757267"/>
                    <a:gd name="connsiteY8" fmla="*/ 891459 h 2929887"/>
                    <a:gd name="connsiteX9" fmla="*/ 469479 w 2757267"/>
                    <a:gd name="connsiteY9" fmla="*/ 1057999 h 2929887"/>
                    <a:gd name="connsiteX10" fmla="*/ 0 w 2757267"/>
                    <a:gd name="connsiteY10" fmla="*/ 2929887 h 2929887"/>
                    <a:gd name="connsiteX11" fmla="*/ 21101 w 2757267"/>
                    <a:gd name="connsiteY11"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789990 w 2757267"/>
                    <a:gd name="connsiteY7" fmla="*/ 963731 h 2929887"/>
                    <a:gd name="connsiteX8" fmla="*/ 604596 w 2757267"/>
                    <a:gd name="connsiteY8" fmla="*/ 891459 h 2929887"/>
                    <a:gd name="connsiteX9" fmla="*/ 478905 w 2757267"/>
                    <a:gd name="connsiteY9" fmla="*/ 1054857 h 2929887"/>
                    <a:gd name="connsiteX10" fmla="*/ 0 w 2757267"/>
                    <a:gd name="connsiteY10" fmla="*/ 2929887 h 2929887"/>
                    <a:gd name="connsiteX11" fmla="*/ 21101 w 2757267"/>
                    <a:gd name="connsiteY11"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789990 w 2757267"/>
                    <a:gd name="connsiteY7" fmla="*/ 963731 h 2929887"/>
                    <a:gd name="connsiteX8" fmla="*/ 604596 w 2757267"/>
                    <a:gd name="connsiteY8" fmla="*/ 891459 h 2929887"/>
                    <a:gd name="connsiteX9" fmla="*/ 478905 w 2757267"/>
                    <a:gd name="connsiteY9" fmla="*/ 1054857 h 2929887"/>
                    <a:gd name="connsiteX10" fmla="*/ 0 w 2757267"/>
                    <a:gd name="connsiteY10" fmla="*/ 2929887 h 2929887"/>
                    <a:gd name="connsiteX11" fmla="*/ 21101 w 2757267"/>
                    <a:gd name="connsiteY11"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789990 w 2757267"/>
                    <a:gd name="connsiteY7" fmla="*/ 963731 h 2929887"/>
                    <a:gd name="connsiteX8" fmla="*/ 604596 w 2757267"/>
                    <a:gd name="connsiteY8" fmla="*/ 891459 h 2929887"/>
                    <a:gd name="connsiteX9" fmla="*/ 478905 w 2757267"/>
                    <a:gd name="connsiteY9" fmla="*/ 1054857 h 2929887"/>
                    <a:gd name="connsiteX10" fmla="*/ 0 w 2757267"/>
                    <a:gd name="connsiteY10" fmla="*/ 2929887 h 2929887"/>
                    <a:gd name="connsiteX11" fmla="*/ 21101 w 2757267"/>
                    <a:gd name="connsiteY11"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789990 w 2757267"/>
                    <a:gd name="connsiteY7" fmla="*/ 963731 h 2929887"/>
                    <a:gd name="connsiteX8" fmla="*/ 604596 w 2757267"/>
                    <a:gd name="connsiteY8" fmla="*/ 891459 h 2929887"/>
                    <a:gd name="connsiteX9" fmla="*/ 491474 w 2757267"/>
                    <a:gd name="connsiteY9" fmla="*/ 1058000 h 2929887"/>
                    <a:gd name="connsiteX10" fmla="*/ 0 w 2757267"/>
                    <a:gd name="connsiteY10" fmla="*/ 2929887 h 2929887"/>
                    <a:gd name="connsiteX11" fmla="*/ 21101 w 2757267"/>
                    <a:gd name="connsiteY11"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789990 w 2757267"/>
                    <a:gd name="connsiteY7" fmla="*/ 963731 h 2929887"/>
                    <a:gd name="connsiteX8" fmla="*/ 604596 w 2757267"/>
                    <a:gd name="connsiteY8" fmla="*/ 891459 h 2929887"/>
                    <a:gd name="connsiteX9" fmla="*/ 491474 w 2757267"/>
                    <a:gd name="connsiteY9" fmla="*/ 1058000 h 2929887"/>
                    <a:gd name="connsiteX10" fmla="*/ 126972 w 2757267"/>
                    <a:gd name="connsiteY10" fmla="*/ 2440598 h 2929887"/>
                    <a:gd name="connsiteX11" fmla="*/ 0 w 2757267"/>
                    <a:gd name="connsiteY11" fmla="*/ 2929887 h 2929887"/>
                    <a:gd name="connsiteX12" fmla="*/ 21101 w 2757267"/>
                    <a:gd name="connsiteY12"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789990 w 2757267"/>
                    <a:gd name="connsiteY7" fmla="*/ 963731 h 2929887"/>
                    <a:gd name="connsiteX8" fmla="*/ 604596 w 2757267"/>
                    <a:gd name="connsiteY8" fmla="*/ 891459 h 2929887"/>
                    <a:gd name="connsiteX9" fmla="*/ 491474 w 2757267"/>
                    <a:gd name="connsiteY9" fmla="*/ 1058000 h 2929887"/>
                    <a:gd name="connsiteX10" fmla="*/ 610881 w 2757267"/>
                    <a:gd name="connsiteY10" fmla="*/ 2494017 h 2929887"/>
                    <a:gd name="connsiteX11" fmla="*/ 0 w 2757267"/>
                    <a:gd name="connsiteY11" fmla="*/ 2929887 h 2929887"/>
                    <a:gd name="connsiteX12" fmla="*/ 21101 w 2757267"/>
                    <a:gd name="connsiteY12"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789990 w 2757267"/>
                    <a:gd name="connsiteY7" fmla="*/ 963731 h 2929887"/>
                    <a:gd name="connsiteX8" fmla="*/ 604596 w 2757267"/>
                    <a:gd name="connsiteY8" fmla="*/ 891459 h 2929887"/>
                    <a:gd name="connsiteX9" fmla="*/ 485190 w 2757267"/>
                    <a:gd name="connsiteY9" fmla="*/ 1058000 h 2929887"/>
                    <a:gd name="connsiteX10" fmla="*/ 610881 w 2757267"/>
                    <a:gd name="connsiteY10" fmla="*/ 2494017 h 2929887"/>
                    <a:gd name="connsiteX11" fmla="*/ 0 w 2757267"/>
                    <a:gd name="connsiteY11" fmla="*/ 2929887 h 2929887"/>
                    <a:gd name="connsiteX12" fmla="*/ 21101 w 2757267"/>
                    <a:gd name="connsiteY12"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789990 w 2757267"/>
                    <a:gd name="connsiteY7" fmla="*/ 963731 h 2929887"/>
                    <a:gd name="connsiteX8" fmla="*/ 604596 w 2757267"/>
                    <a:gd name="connsiteY8" fmla="*/ 891459 h 2929887"/>
                    <a:gd name="connsiteX9" fmla="*/ 485190 w 2757267"/>
                    <a:gd name="connsiteY9" fmla="*/ 1058000 h 2929887"/>
                    <a:gd name="connsiteX10" fmla="*/ 610881 w 2757267"/>
                    <a:gd name="connsiteY10" fmla="*/ 2494017 h 2929887"/>
                    <a:gd name="connsiteX11" fmla="*/ 0 w 2757267"/>
                    <a:gd name="connsiteY11" fmla="*/ 2929887 h 2929887"/>
                    <a:gd name="connsiteX12" fmla="*/ 21101 w 2757267"/>
                    <a:gd name="connsiteY12"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789990 w 2757267"/>
                    <a:gd name="connsiteY7" fmla="*/ 963731 h 2929887"/>
                    <a:gd name="connsiteX8" fmla="*/ 604596 w 2757267"/>
                    <a:gd name="connsiteY8" fmla="*/ 891459 h 2929887"/>
                    <a:gd name="connsiteX9" fmla="*/ 485190 w 2757267"/>
                    <a:gd name="connsiteY9" fmla="*/ 1058000 h 2929887"/>
                    <a:gd name="connsiteX10" fmla="*/ 610881 w 2757267"/>
                    <a:gd name="connsiteY10" fmla="*/ 2494017 h 2929887"/>
                    <a:gd name="connsiteX11" fmla="*/ 0 w 2757267"/>
                    <a:gd name="connsiteY11" fmla="*/ 2929887 h 2929887"/>
                    <a:gd name="connsiteX12" fmla="*/ 21101 w 2757267"/>
                    <a:gd name="connsiteY12"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789990 w 2757267"/>
                    <a:gd name="connsiteY7" fmla="*/ 963731 h 2929887"/>
                    <a:gd name="connsiteX8" fmla="*/ 604596 w 2757267"/>
                    <a:gd name="connsiteY8" fmla="*/ 891459 h 2929887"/>
                    <a:gd name="connsiteX9" fmla="*/ 485190 w 2757267"/>
                    <a:gd name="connsiteY9" fmla="*/ 1058000 h 2929887"/>
                    <a:gd name="connsiteX10" fmla="*/ 614023 w 2757267"/>
                    <a:gd name="connsiteY10" fmla="*/ 2525440 h 2929887"/>
                    <a:gd name="connsiteX11" fmla="*/ 0 w 2757267"/>
                    <a:gd name="connsiteY11" fmla="*/ 2929887 h 2929887"/>
                    <a:gd name="connsiteX12" fmla="*/ 21101 w 2757267"/>
                    <a:gd name="connsiteY12"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789990 w 2757267"/>
                    <a:gd name="connsiteY7" fmla="*/ 963731 h 2929887"/>
                    <a:gd name="connsiteX8" fmla="*/ 604596 w 2757267"/>
                    <a:gd name="connsiteY8" fmla="*/ 891459 h 2929887"/>
                    <a:gd name="connsiteX9" fmla="*/ 485190 w 2757267"/>
                    <a:gd name="connsiteY9" fmla="*/ 1058000 h 2929887"/>
                    <a:gd name="connsiteX10" fmla="*/ 614023 w 2757267"/>
                    <a:gd name="connsiteY10" fmla="*/ 2525440 h 2929887"/>
                    <a:gd name="connsiteX11" fmla="*/ 0 w 2757267"/>
                    <a:gd name="connsiteY11" fmla="*/ 2929887 h 2929887"/>
                    <a:gd name="connsiteX12" fmla="*/ 21101 w 2757267"/>
                    <a:gd name="connsiteY12" fmla="*/ 511198 h 2929887"/>
                    <a:gd name="connsiteX0" fmla="*/ 79 w 2736245"/>
                    <a:gd name="connsiteY0" fmla="*/ 511198 h 2653367"/>
                    <a:gd name="connsiteX1" fmla="*/ 2426757 w 2736245"/>
                    <a:gd name="connsiteY1" fmla="*/ 215777 h 2653367"/>
                    <a:gd name="connsiteX2" fmla="*/ 2637772 w 2736245"/>
                    <a:gd name="connsiteY2" fmla="*/ 816093 h 2653367"/>
                    <a:gd name="connsiteX3" fmla="*/ 2736245 w 2736245"/>
                    <a:gd name="connsiteY3" fmla="*/ 2479720 h 2653367"/>
                    <a:gd name="connsiteX4" fmla="*/ 2314965 w 2736245"/>
                    <a:gd name="connsiteY4" fmla="*/ 2512869 h 2653367"/>
                    <a:gd name="connsiteX5" fmla="*/ 2167279 w 2736245"/>
                    <a:gd name="connsiteY5" fmla="*/ 768911 h 2653367"/>
                    <a:gd name="connsiteX6" fmla="*/ 1859336 w 2736245"/>
                    <a:gd name="connsiteY6" fmla="*/ 910313 h 2653367"/>
                    <a:gd name="connsiteX7" fmla="*/ 768968 w 2736245"/>
                    <a:gd name="connsiteY7" fmla="*/ 963731 h 2653367"/>
                    <a:gd name="connsiteX8" fmla="*/ 583574 w 2736245"/>
                    <a:gd name="connsiteY8" fmla="*/ 891459 h 2653367"/>
                    <a:gd name="connsiteX9" fmla="*/ 464168 w 2736245"/>
                    <a:gd name="connsiteY9" fmla="*/ 1058000 h 2653367"/>
                    <a:gd name="connsiteX10" fmla="*/ 593001 w 2736245"/>
                    <a:gd name="connsiteY10" fmla="*/ 2525440 h 2653367"/>
                    <a:gd name="connsiteX11" fmla="*/ 198937 w 2736245"/>
                    <a:gd name="connsiteY11" fmla="*/ 2653367 h 2653367"/>
                    <a:gd name="connsiteX12" fmla="*/ 79 w 2736245"/>
                    <a:gd name="connsiteY12" fmla="*/ 511198 h 2653367"/>
                    <a:gd name="connsiteX0" fmla="*/ 81 w 2729962"/>
                    <a:gd name="connsiteY0" fmla="*/ 515330 h 2651214"/>
                    <a:gd name="connsiteX1" fmla="*/ 2420474 w 2729962"/>
                    <a:gd name="connsiteY1" fmla="*/ 213624 h 2651214"/>
                    <a:gd name="connsiteX2" fmla="*/ 2631489 w 2729962"/>
                    <a:gd name="connsiteY2" fmla="*/ 813940 h 2651214"/>
                    <a:gd name="connsiteX3" fmla="*/ 2729962 w 2729962"/>
                    <a:gd name="connsiteY3" fmla="*/ 2477567 h 2651214"/>
                    <a:gd name="connsiteX4" fmla="*/ 2308682 w 2729962"/>
                    <a:gd name="connsiteY4" fmla="*/ 2510716 h 2651214"/>
                    <a:gd name="connsiteX5" fmla="*/ 2160996 w 2729962"/>
                    <a:gd name="connsiteY5" fmla="*/ 766758 h 2651214"/>
                    <a:gd name="connsiteX6" fmla="*/ 1853053 w 2729962"/>
                    <a:gd name="connsiteY6" fmla="*/ 908160 h 2651214"/>
                    <a:gd name="connsiteX7" fmla="*/ 762685 w 2729962"/>
                    <a:gd name="connsiteY7" fmla="*/ 961578 h 2651214"/>
                    <a:gd name="connsiteX8" fmla="*/ 577291 w 2729962"/>
                    <a:gd name="connsiteY8" fmla="*/ 889306 h 2651214"/>
                    <a:gd name="connsiteX9" fmla="*/ 457885 w 2729962"/>
                    <a:gd name="connsiteY9" fmla="*/ 1055847 h 2651214"/>
                    <a:gd name="connsiteX10" fmla="*/ 586718 w 2729962"/>
                    <a:gd name="connsiteY10" fmla="*/ 2523287 h 2651214"/>
                    <a:gd name="connsiteX11" fmla="*/ 192654 w 2729962"/>
                    <a:gd name="connsiteY11" fmla="*/ 2651214 h 2651214"/>
                    <a:gd name="connsiteX12" fmla="*/ 81 w 2729962"/>
                    <a:gd name="connsiteY12" fmla="*/ 515330 h 2651214"/>
                    <a:gd name="connsiteX0" fmla="*/ 81 w 2729962"/>
                    <a:gd name="connsiteY0" fmla="*/ 508397 h 2644281"/>
                    <a:gd name="connsiteX1" fmla="*/ 2420474 w 2729962"/>
                    <a:gd name="connsiteY1" fmla="*/ 206691 h 2644281"/>
                    <a:gd name="connsiteX2" fmla="*/ 2631489 w 2729962"/>
                    <a:gd name="connsiteY2" fmla="*/ 807007 h 2644281"/>
                    <a:gd name="connsiteX3" fmla="*/ 2729962 w 2729962"/>
                    <a:gd name="connsiteY3" fmla="*/ 2470634 h 2644281"/>
                    <a:gd name="connsiteX4" fmla="*/ 2308682 w 2729962"/>
                    <a:gd name="connsiteY4" fmla="*/ 2503783 h 2644281"/>
                    <a:gd name="connsiteX5" fmla="*/ 2160996 w 2729962"/>
                    <a:gd name="connsiteY5" fmla="*/ 759825 h 2644281"/>
                    <a:gd name="connsiteX6" fmla="*/ 1853053 w 2729962"/>
                    <a:gd name="connsiteY6" fmla="*/ 901227 h 2644281"/>
                    <a:gd name="connsiteX7" fmla="*/ 762685 w 2729962"/>
                    <a:gd name="connsiteY7" fmla="*/ 954645 h 2644281"/>
                    <a:gd name="connsiteX8" fmla="*/ 577291 w 2729962"/>
                    <a:gd name="connsiteY8" fmla="*/ 882373 h 2644281"/>
                    <a:gd name="connsiteX9" fmla="*/ 457885 w 2729962"/>
                    <a:gd name="connsiteY9" fmla="*/ 1048914 h 2644281"/>
                    <a:gd name="connsiteX10" fmla="*/ 586718 w 2729962"/>
                    <a:gd name="connsiteY10" fmla="*/ 2516354 h 2644281"/>
                    <a:gd name="connsiteX11" fmla="*/ 192654 w 2729962"/>
                    <a:gd name="connsiteY11" fmla="*/ 2644281 h 2644281"/>
                    <a:gd name="connsiteX12" fmla="*/ 81 w 2729962"/>
                    <a:gd name="connsiteY12" fmla="*/ 508397 h 2644281"/>
                    <a:gd name="connsiteX0" fmla="*/ 81 w 2729962"/>
                    <a:gd name="connsiteY0" fmla="*/ 518023 h 2653907"/>
                    <a:gd name="connsiteX1" fmla="*/ 2420474 w 2729962"/>
                    <a:gd name="connsiteY1" fmla="*/ 216317 h 2653907"/>
                    <a:gd name="connsiteX2" fmla="*/ 2631489 w 2729962"/>
                    <a:gd name="connsiteY2" fmla="*/ 816633 h 2653907"/>
                    <a:gd name="connsiteX3" fmla="*/ 2729962 w 2729962"/>
                    <a:gd name="connsiteY3" fmla="*/ 2480260 h 2653907"/>
                    <a:gd name="connsiteX4" fmla="*/ 2308682 w 2729962"/>
                    <a:gd name="connsiteY4" fmla="*/ 2513409 h 2653907"/>
                    <a:gd name="connsiteX5" fmla="*/ 2160996 w 2729962"/>
                    <a:gd name="connsiteY5" fmla="*/ 769451 h 2653907"/>
                    <a:gd name="connsiteX6" fmla="*/ 1853053 w 2729962"/>
                    <a:gd name="connsiteY6" fmla="*/ 910853 h 2653907"/>
                    <a:gd name="connsiteX7" fmla="*/ 762685 w 2729962"/>
                    <a:gd name="connsiteY7" fmla="*/ 964271 h 2653907"/>
                    <a:gd name="connsiteX8" fmla="*/ 577291 w 2729962"/>
                    <a:gd name="connsiteY8" fmla="*/ 891999 h 2653907"/>
                    <a:gd name="connsiteX9" fmla="*/ 457885 w 2729962"/>
                    <a:gd name="connsiteY9" fmla="*/ 1058540 h 2653907"/>
                    <a:gd name="connsiteX10" fmla="*/ 586718 w 2729962"/>
                    <a:gd name="connsiteY10" fmla="*/ 2525980 h 2653907"/>
                    <a:gd name="connsiteX11" fmla="*/ 192654 w 2729962"/>
                    <a:gd name="connsiteY11" fmla="*/ 2653907 h 2653907"/>
                    <a:gd name="connsiteX12" fmla="*/ 81 w 2729962"/>
                    <a:gd name="connsiteY12" fmla="*/ 518023 h 2653907"/>
                    <a:gd name="connsiteX0" fmla="*/ 81 w 2729962"/>
                    <a:gd name="connsiteY0" fmla="*/ 522153 h 2658037"/>
                    <a:gd name="connsiteX1" fmla="*/ 2420474 w 2729962"/>
                    <a:gd name="connsiteY1" fmla="*/ 220447 h 2658037"/>
                    <a:gd name="connsiteX2" fmla="*/ 2631489 w 2729962"/>
                    <a:gd name="connsiteY2" fmla="*/ 820763 h 2658037"/>
                    <a:gd name="connsiteX3" fmla="*/ 2729962 w 2729962"/>
                    <a:gd name="connsiteY3" fmla="*/ 2484390 h 2658037"/>
                    <a:gd name="connsiteX4" fmla="*/ 2308682 w 2729962"/>
                    <a:gd name="connsiteY4" fmla="*/ 2517539 h 2658037"/>
                    <a:gd name="connsiteX5" fmla="*/ 2160996 w 2729962"/>
                    <a:gd name="connsiteY5" fmla="*/ 773581 h 2658037"/>
                    <a:gd name="connsiteX6" fmla="*/ 1853053 w 2729962"/>
                    <a:gd name="connsiteY6" fmla="*/ 914983 h 2658037"/>
                    <a:gd name="connsiteX7" fmla="*/ 762685 w 2729962"/>
                    <a:gd name="connsiteY7" fmla="*/ 968401 h 2658037"/>
                    <a:gd name="connsiteX8" fmla="*/ 577291 w 2729962"/>
                    <a:gd name="connsiteY8" fmla="*/ 896129 h 2658037"/>
                    <a:gd name="connsiteX9" fmla="*/ 457885 w 2729962"/>
                    <a:gd name="connsiteY9" fmla="*/ 1062670 h 2658037"/>
                    <a:gd name="connsiteX10" fmla="*/ 586718 w 2729962"/>
                    <a:gd name="connsiteY10" fmla="*/ 2530110 h 2658037"/>
                    <a:gd name="connsiteX11" fmla="*/ 192654 w 2729962"/>
                    <a:gd name="connsiteY11" fmla="*/ 2658037 h 2658037"/>
                    <a:gd name="connsiteX12" fmla="*/ 81 w 2729962"/>
                    <a:gd name="connsiteY12" fmla="*/ 522153 h 2658037"/>
                    <a:gd name="connsiteX0" fmla="*/ 172207 w 2902088"/>
                    <a:gd name="connsiteY0" fmla="*/ 522153 h 2658037"/>
                    <a:gd name="connsiteX1" fmla="*/ 2592600 w 2902088"/>
                    <a:gd name="connsiteY1" fmla="*/ 220447 h 2658037"/>
                    <a:gd name="connsiteX2" fmla="*/ 2803615 w 2902088"/>
                    <a:gd name="connsiteY2" fmla="*/ 820763 h 2658037"/>
                    <a:gd name="connsiteX3" fmla="*/ 2902088 w 2902088"/>
                    <a:gd name="connsiteY3" fmla="*/ 2484390 h 2658037"/>
                    <a:gd name="connsiteX4" fmla="*/ 2480808 w 2902088"/>
                    <a:gd name="connsiteY4" fmla="*/ 2517539 h 2658037"/>
                    <a:gd name="connsiteX5" fmla="*/ 2333122 w 2902088"/>
                    <a:gd name="connsiteY5" fmla="*/ 773581 h 2658037"/>
                    <a:gd name="connsiteX6" fmla="*/ 2025179 w 2902088"/>
                    <a:gd name="connsiteY6" fmla="*/ 914983 h 2658037"/>
                    <a:gd name="connsiteX7" fmla="*/ 934811 w 2902088"/>
                    <a:gd name="connsiteY7" fmla="*/ 968401 h 2658037"/>
                    <a:gd name="connsiteX8" fmla="*/ 749417 w 2902088"/>
                    <a:gd name="connsiteY8" fmla="*/ 896129 h 2658037"/>
                    <a:gd name="connsiteX9" fmla="*/ 630011 w 2902088"/>
                    <a:gd name="connsiteY9" fmla="*/ 1062670 h 2658037"/>
                    <a:gd name="connsiteX10" fmla="*/ 758844 w 2902088"/>
                    <a:gd name="connsiteY10" fmla="*/ 2530110 h 2658037"/>
                    <a:gd name="connsiteX11" fmla="*/ 364780 w 2902088"/>
                    <a:gd name="connsiteY11" fmla="*/ 2658037 h 2658037"/>
                    <a:gd name="connsiteX12" fmla="*/ 215231 w 2902088"/>
                    <a:gd name="connsiteY12" fmla="*/ 1213498 h 2658037"/>
                    <a:gd name="connsiteX13" fmla="*/ 172207 w 2902088"/>
                    <a:gd name="connsiteY13" fmla="*/ 522153 h 2658037"/>
                    <a:gd name="connsiteX0" fmla="*/ 196812 w 2926693"/>
                    <a:gd name="connsiteY0" fmla="*/ 522153 h 2658037"/>
                    <a:gd name="connsiteX1" fmla="*/ 2617205 w 2926693"/>
                    <a:gd name="connsiteY1" fmla="*/ 220447 h 2658037"/>
                    <a:gd name="connsiteX2" fmla="*/ 2828220 w 2926693"/>
                    <a:gd name="connsiteY2" fmla="*/ 820763 h 2658037"/>
                    <a:gd name="connsiteX3" fmla="*/ 2926693 w 2926693"/>
                    <a:gd name="connsiteY3" fmla="*/ 2484390 h 2658037"/>
                    <a:gd name="connsiteX4" fmla="*/ 2505413 w 2926693"/>
                    <a:gd name="connsiteY4" fmla="*/ 2517539 h 2658037"/>
                    <a:gd name="connsiteX5" fmla="*/ 2357727 w 2926693"/>
                    <a:gd name="connsiteY5" fmla="*/ 773581 h 2658037"/>
                    <a:gd name="connsiteX6" fmla="*/ 2049784 w 2926693"/>
                    <a:gd name="connsiteY6" fmla="*/ 914983 h 2658037"/>
                    <a:gd name="connsiteX7" fmla="*/ 959416 w 2926693"/>
                    <a:gd name="connsiteY7" fmla="*/ 968401 h 2658037"/>
                    <a:gd name="connsiteX8" fmla="*/ 774022 w 2926693"/>
                    <a:gd name="connsiteY8" fmla="*/ 896129 h 2658037"/>
                    <a:gd name="connsiteX9" fmla="*/ 654616 w 2926693"/>
                    <a:gd name="connsiteY9" fmla="*/ 1062670 h 2658037"/>
                    <a:gd name="connsiteX10" fmla="*/ 783449 w 2926693"/>
                    <a:gd name="connsiteY10" fmla="*/ 2530110 h 2658037"/>
                    <a:gd name="connsiteX11" fmla="*/ 389385 w 2926693"/>
                    <a:gd name="connsiteY11" fmla="*/ 2658037 h 2658037"/>
                    <a:gd name="connsiteX12" fmla="*/ 151852 w 2926693"/>
                    <a:gd name="connsiteY12" fmla="*/ 1197787 h 2658037"/>
                    <a:gd name="connsiteX13" fmla="*/ 196812 w 2926693"/>
                    <a:gd name="connsiteY13" fmla="*/ 522153 h 2658037"/>
                    <a:gd name="connsiteX0" fmla="*/ 80585 w 2810466"/>
                    <a:gd name="connsiteY0" fmla="*/ 522153 h 2658037"/>
                    <a:gd name="connsiteX1" fmla="*/ 2500978 w 2810466"/>
                    <a:gd name="connsiteY1" fmla="*/ 220447 h 2658037"/>
                    <a:gd name="connsiteX2" fmla="*/ 2711993 w 2810466"/>
                    <a:gd name="connsiteY2" fmla="*/ 820763 h 2658037"/>
                    <a:gd name="connsiteX3" fmla="*/ 2810466 w 2810466"/>
                    <a:gd name="connsiteY3" fmla="*/ 2484390 h 2658037"/>
                    <a:gd name="connsiteX4" fmla="*/ 2389186 w 2810466"/>
                    <a:gd name="connsiteY4" fmla="*/ 2517539 h 2658037"/>
                    <a:gd name="connsiteX5" fmla="*/ 2241500 w 2810466"/>
                    <a:gd name="connsiteY5" fmla="*/ 773581 h 2658037"/>
                    <a:gd name="connsiteX6" fmla="*/ 1933557 w 2810466"/>
                    <a:gd name="connsiteY6" fmla="*/ 914983 h 2658037"/>
                    <a:gd name="connsiteX7" fmla="*/ 843189 w 2810466"/>
                    <a:gd name="connsiteY7" fmla="*/ 968401 h 2658037"/>
                    <a:gd name="connsiteX8" fmla="*/ 657795 w 2810466"/>
                    <a:gd name="connsiteY8" fmla="*/ 896129 h 2658037"/>
                    <a:gd name="connsiteX9" fmla="*/ 538389 w 2810466"/>
                    <a:gd name="connsiteY9" fmla="*/ 1062670 h 2658037"/>
                    <a:gd name="connsiteX10" fmla="*/ 667222 w 2810466"/>
                    <a:gd name="connsiteY10" fmla="*/ 2530110 h 2658037"/>
                    <a:gd name="connsiteX11" fmla="*/ 273158 w 2810466"/>
                    <a:gd name="connsiteY11" fmla="*/ 2658037 h 2658037"/>
                    <a:gd name="connsiteX12" fmla="*/ 35625 w 2810466"/>
                    <a:gd name="connsiteY12" fmla="*/ 1197787 h 2658037"/>
                    <a:gd name="connsiteX13" fmla="*/ 80585 w 2810466"/>
                    <a:gd name="connsiteY13" fmla="*/ 522153 h 2658037"/>
                    <a:gd name="connsiteX0" fmla="*/ 85498 w 2815379"/>
                    <a:gd name="connsiteY0" fmla="*/ 522153 h 2658037"/>
                    <a:gd name="connsiteX1" fmla="*/ 2505891 w 2815379"/>
                    <a:gd name="connsiteY1" fmla="*/ 220447 h 2658037"/>
                    <a:gd name="connsiteX2" fmla="*/ 2716906 w 2815379"/>
                    <a:gd name="connsiteY2" fmla="*/ 820763 h 2658037"/>
                    <a:gd name="connsiteX3" fmla="*/ 2815379 w 2815379"/>
                    <a:gd name="connsiteY3" fmla="*/ 2484390 h 2658037"/>
                    <a:gd name="connsiteX4" fmla="*/ 2394099 w 2815379"/>
                    <a:gd name="connsiteY4" fmla="*/ 2517539 h 2658037"/>
                    <a:gd name="connsiteX5" fmla="*/ 2246413 w 2815379"/>
                    <a:gd name="connsiteY5" fmla="*/ 773581 h 2658037"/>
                    <a:gd name="connsiteX6" fmla="*/ 1938470 w 2815379"/>
                    <a:gd name="connsiteY6" fmla="*/ 914983 h 2658037"/>
                    <a:gd name="connsiteX7" fmla="*/ 848102 w 2815379"/>
                    <a:gd name="connsiteY7" fmla="*/ 968401 h 2658037"/>
                    <a:gd name="connsiteX8" fmla="*/ 662708 w 2815379"/>
                    <a:gd name="connsiteY8" fmla="*/ 896129 h 2658037"/>
                    <a:gd name="connsiteX9" fmla="*/ 543302 w 2815379"/>
                    <a:gd name="connsiteY9" fmla="*/ 1062670 h 2658037"/>
                    <a:gd name="connsiteX10" fmla="*/ 672135 w 2815379"/>
                    <a:gd name="connsiteY10" fmla="*/ 2530110 h 2658037"/>
                    <a:gd name="connsiteX11" fmla="*/ 278071 w 2815379"/>
                    <a:gd name="connsiteY11" fmla="*/ 2658037 h 2658037"/>
                    <a:gd name="connsiteX12" fmla="*/ 31111 w 2815379"/>
                    <a:gd name="connsiteY12" fmla="*/ 1210356 h 2658037"/>
                    <a:gd name="connsiteX13" fmla="*/ 85498 w 2815379"/>
                    <a:gd name="connsiteY13" fmla="*/ 522153 h 2658037"/>
                    <a:gd name="connsiteX0" fmla="*/ 98332 w 2828213"/>
                    <a:gd name="connsiteY0" fmla="*/ 522153 h 2658037"/>
                    <a:gd name="connsiteX1" fmla="*/ 2518725 w 2828213"/>
                    <a:gd name="connsiteY1" fmla="*/ 220447 h 2658037"/>
                    <a:gd name="connsiteX2" fmla="*/ 2729740 w 2828213"/>
                    <a:gd name="connsiteY2" fmla="*/ 820763 h 2658037"/>
                    <a:gd name="connsiteX3" fmla="*/ 2828213 w 2828213"/>
                    <a:gd name="connsiteY3" fmla="*/ 2484390 h 2658037"/>
                    <a:gd name="connsiteX4" fmla="*/ 2406933 w 2828213"/>
                    <a:gd name="connsiteY4" fmla="*/ 2517539 h 2658037"/>
                    <a:gd name="connsiteX5" fmla="*/ 2259247 w 2828213"/>
                    <a:gd name="connsiteY5" fmla="*/ 773581 h 2658037"/>
                    <a:gd name="connsiteX6" fmla="*/ 1951304 w 2828213"/>
                    <a:gd name="connsiteY6" fmla="*/ 914983 h 2658037"/>
                    <a:gd name="connsiteX7" fmla="*/ 860936 w 2828213"/>
                    <a:gd name="connsiteY7" fmla="*/ 968401 h 2658037"/>
                    <a:gd name="connsiteX8" fmla="*/ 675542 w 2828213"/>
                    <a:gd name="connsiteY8" fmla="*/ 896129 h 2658037"/>
                    <a:gd name="connsiteX9" fmla="*/ 556136 w 2828213"/>
                    <a:gd name="connsiteY9" fmla="*/ 1062670 h 2658037"/>
                    <a:gd name="connsiteX10" fmla="*/ 684969 w 2828213"/>
                    <a:gd name="connsiteY10" fmla="*/ 2530110 h 2658037"/>
                    <a:gd name="connsiteX11" fmla="*/ 290905 w 2828213"/>
                    <a:gd name="connsiteY11" fmla="*/ 2658037 h 2658037"/>
                    <a:gd name="connsiteX12" fmla="*/ 43945 w 2828213"/>
                    <a:gd name="connsiteY12" fmla="*/ 1210356 h 2658037"/>
                    <a:gd name="connsiteX13" fmla="*/ 98332 w 2828213"/>
                    <a:gd name="connsiteY13" fmla="*/ 522153 h 2658037"/>
                    <a:gd name="connsiteX0" fmla="*/ 99338 w 2829219"/>
                    <a:gd name="connsiteY0" fmla="*/ 522153 h 2658037"/>
                    <a:gd name="connsiteX1" fmla="*/ 2519731 w 2829219"/>
                    <a:gd name="connsiteY1" fmla="*/ 220447 h 2658037"/>
                    <a:gd name="connsiteX2" fmla="*/ 2730746 w 2829219"/>
                    <a:gd name="connsiteY2" fmla="*/ 820763 h 2658037"/>
                    <a:gd name="connsiteX3" fmla="*/ 2829219 w 2829219"/>
                    <a:gd name="connsiteY3" fmla="*/ 2484390 h 2658037"/>
                    <a:gd name="connsiteX4" fmla="*/ 2407939 w 2829219"/>
                    <a:gd name="connsiteY4" fmla="*/ 2517539 h 2658037"/>
                    <a:gd name="connsiteX5" fmla="*/ 2260253 w 2829219"/>
                    <a:gd name="connsiteY5" fmla="*/ 773581 h 2658037"/>
                    <a:gd name="connsiteX6" fmla="*/ 1952310 w 2829219"/>
                    <a:gd name="connsiteY6" fmla="*/ 914983 h 2658037"/>
                    <a:gd name="connsiteX7" fmla="*/ 861942 w 2829219"/>
                    <a:gd name="connsiteY7" fmla="*/ 968401 h 2658037"/>
                    <a:gd name="connsiteX8" fmla="*/ 676548 w 2829219"/>
                    <a:gd name="connsiteY8" fmla="*/ 896129 h 2658037"/>
                    <a:gd name="connsiteX9" fmla="*/ 557142 w 2829219"/>
                    <a:gd name="connsiteY9" fmla="*/ 1062670 h 2658037"/>
                    <a:gd name="connsiteX10" fmla="*/ 685975 w 2829219"/>
                    <a:gd name="connsiteY10" fmla="*/ 2530110 h 2658037"/>
                    <a:gd name="connsiteX11" fmla="*/ 291911 w 2829219"/>
                    <a:gd name="connsiteY11" fmla="*/ 2658037 h 2658037"/>
                    <a:gd name="connsiteX12" fmla="*/ 44951 w 2829219"/>
                    <a:gd name="connsiteY12" fmla="*/ 1210356 h 2658037"/>
                    <a:gd name="connsiteX13" fmla="*/ 99338 w 2829219"/>
                    <a:gd name="connsiteY13" fmla="*/ 522153 h 2658037"/>
                    <a:gd name="connsiteX0" fmla="*/ 94163 w 2824044"/>
                    <a:gd name="connsiteY0" fmla="*/ 522153 h 2658037"/>
                    <a:gd name="connsiteX1" fmla="*/ 2514556 w 2824044"/>
                    <a:gd name="connsiteY1" fmla="*/ 220447 h 2658037"/>
                    <a:gd name="connsiteX2" fmla="*/ 2725571 w 2824044"/>
                    <a:gd name="connsiteY2" fmla="*/ 820763 h 2658037"/>
                    <a:gd name="connsiteX3" fmla="*/ 2824044 w 2824044"/>
                    <a:gd name="connsiteY3" fmla="*/ 2484390 h 2658037"/>
                    <a:gd name="connsiteX4" fmla="*/ 2402764 w 2824044"/>
                    <a:gd name="connsiteY4" fmla="*/ 2517539 h 2658037"/>
                    <a:gd name="connsiteX5" fmla="*/ 2255078 w 2824044"/>
                    <a:gd name="connsiteY5" fmla="*/ 773581 h 2658037"/>
                    <a:gd name="connsiteX6" fmla="*/ 1947135 w 2824044"/>
                    <a:gd name="connsiteY6" fmla="*/ 914983 h 2658037"/>
                    <a:gd name="connsiteX7" fmla="*/ 856767 w 2824044"/>
                    <a:gd name="connsiteY7" fmla="*/ 968401 h 2658037"/>
                    <a:gd name="connsiteX8" fmla="*/ 671373 w 2824044"/>
                    <a:gd name="connsiteY8" fmla="*/ 896129 h 2658037"/>
                    <a:gd name="connsiteX9" fmla="*/ 551967 w 2824044"/>
                    <a:gd name="connsiteY9" fmla="*/ 1062670 h 2658037"/>
                    <a:gd name="connsiteX10" fmla="*/ 680800 w 2824044"/>
                    <a:gd name="connsiteY10" fmla="*/ 2530110 h 2658037"/>
                    <a:gd name="connsiteX11" fmla="*/ 286736 w 2824044"/>
                    <a:gd name="connsiteY11" fmla="*/ 2658037 h 2658037"/>
                    <a:gd name="connsiteX12" fmla="*/ 39776 w 2824044"/>
                    <a:gd name="connsiteY12" fmla="*/ 1210356 h 2658037"/>
                    <a:gd name="connsiteX13" fmla="*/ 94163 w 2824044"/>
                    <a:gd name="connsiteY13" fmla="*/ 522153 h 2658037"/>
                    <a:gd name="connsiteX0" fmla="*/ 98484 w 2828365"/>
                    <a:gd name="connsiteY0" fmla="*/ 522153 h 2658037"/>
                    <a:gd name="connsiteX1" fmla="*/ 2518877 w 2828365"/>
                    <a:gd name="connsiteY1" fmla="*/ 220447 h 2658037"/>
                    <a:gd name="connsiteX2" fmla="*/ 2729892 w 2828365"/>
                    <a:gd name="connsiteY2" fmla="*/ 820763 h 2658037"/>
                    <a:gd name="connsiteX3" fmla="*/ 2828365 w 2828365"/>
                    <a:gd name="connsiteY3" fmla="*/ 2484390 h 2658037"/>
                    <a:gd name="connsiteX4" fmla="*/ 2407085 w 2828365"/>
                    <a:gd name="connsiteY4" fmla="*/ 2517539 h 2658037"/>
                    <a:gd name="connsiteX5" fmla="*/ 2259399 w 2828365"/>
                    <a:gd name="connsiteY5" fmla="*/ 773581 h 2658037"/>
                    <a:gd name="connsiteX6" fmla="*/ 1951456 w 2828365"/>
                    <a:gd name="connsiteY6" fmla="*/ 914983 h 2658037"/>
                    <a:gd name="connsiteX7" fmla="*/ 861088 w 2828365"/>
                    <a:gd name="connsiteY7" fmla="*/ 968401 h 2658037"/>
                    <a:gd name="connsiteX8" fmla="*/ 675694 w 2828365"/>
                    <a:gd name="connsiteY8" fmla="*/ 896129 h 2658037"/>
                    <a:gd name="connsiteX9" fmla="*/ 556288 w 2828365"/>
                    <a:gd name="connsiteY9" fmla="*/ 1062670 h 2658037"/>
                    <a:gd name="connsiteX10" fmla="*/ 685121 w 2828365"/>
                    <a:gd name="connsiteY10" fmla="*/ 2530110 h 2658037"/>
                    <a:gd name="connsiteX11" fmla="*/ 291057 w 2828365"/>
                    <a:gd name="connsiteY11" fmla="*/ 2658037 h 2658037"/>
                    <a:gd name="connsiteX12" fmla="*/ 44097 w 2828365"/>
                    <a:gd name="connsiteY12" fmla="*/ 1210356 h 2658037"/>
                    <a:gd name="connsiteX13" fmla="*/ 98484 w 2828365"/>
                    <a:gd name="connsiteY13" fmla="*/ 522153 h 2658037"/>
                    <a:gd name="connsiteX0" fmla="*/ 98484 w 2828365"/>
                    <a:gd name="connsiteY0" fmla="*/ 522153 h 2658037"/>
                    <a:gd name="connsiteX1" fmla="*/ 2518877 w 2828365"/>
                    <a:gd name="connsiteY1" fmla="*/ 220447 h 2658037"/>
                    <a:gd name="connsiteX2" fmla="*/ 2729892 w 2828365"/>
                    <a:gd name="connsiteY2" fmla="*/ 820763 h 2658037"/>
                    <a:gd name="connsiteX3" fmla="*/ 2828365 w 2828365"/>
                    <a:gd name="connsiteY3" fmla="*/ 2484390 h 2658037"/>
                    <a:gd name="connsiteX4" fmla="*/ 2407085 w 2828365"/>
                    <a:gd name="connsiteY4" fmla="*/ 2517539 h 2658037"/>
                    <a:gd name="connsiteX5" fmla="*/ 2259399 w 2828365"/>
                    <a:gd name="connsiteY5" fmla="*/ 773581 h 2658037"/>
                    <a:gd name="connsiteX6" fmla="*/ 1951456 w 2828365"/>
                    <a:gd name="connsiteY6" fmla="*/ 914983 h 2658037"/>
                    <a:gd name="connsiteX7" fmla="*/ 861088 w 2828365"/>
                    <a:gd name="connsiteY7" fmla="*/ 968401 h 2658037"/>
                    <a:gd name="connsiteX8" fmla="*/ 675694 w 2828365"/>
                    <a:gd name="connsiteY8" fmla="*/ 896129 h 2658037"/>
                    <a:gd name="connsiteX9" fmla="*/ 556288 w 2828365"/>
                    <a:gd name="connsiteY9" fmla="*/ 1062670 h 2658037"/>
                    <a:gd name="connsiteX10" fmla="*/ 685121 w 2828365"/>
                    <a:gd name="connsiteY10" fmla="*/ 2530110 h 2658037"/>
                    <a:gd name="connsiteX11" fmla="*/ 291057 w 2828365"/>
                    <a:gd name="connsiteY11" fmla="*/ 2658037 h 2658037"/>
                    <a:gd name="connsiteX12" fmla="*/ 44097 w 2828365"/>
                    <a:gd name="connsiteY12" fmla="*/ 1210356 h 2658037"/>
                    <a:gd name="connsiteX13" fmla="*/ 98484 w 2828365"/>
                    <a:gd name="connsiteY13" fmla="*/ 522153 h 2658037"/>
                    <a:gd name="connsiteX0" fmla="*/ 98484 w 2828365"/>
                    <a:gd name="connsiteY0" fmla="*/ 522153 h 2658037"/>
                    <a:gd name="connsiteX1" fmla="*/ 2518877 w 2828365"/>
                    <a:gd name="connsiteY1" fmla="*/ 220447 h 2658037"/>
                    <a:gd name="connsiteX2" fmla="*/ 2729892 w 2828365"/>
                    <a:gd name="connsiteY2" fmla="*/ 820763 h 2658037"/>
                    <a:gd name="connsiteX3" fmla="*/ 2828365 w 2828365"/>
                    <a:gd name="connsiteY3" fmla="*/ 2484390 h 2658037"/>
                    <a:gd name="connsiteX4" fmla="*/ 2407085 w 2828365"/>
                    <a:gd name="connsiteY4" fmla="*/ 2517539 h 2658037"/>
                    <a:gd name="connsiteX5" fmla="*/ 2259399 w 2828365"/>
                    <a:gd name="connsiteY5" fmla="*/ 773581 h 2658037"/>
                    <a:gd name="connsiteX6" fmla="*/ 1951456 w 2828365"/>
                    <a:gd name="connsiteY6" fmla="*/ 914983 h 2658037"/>
                    <a:gd name="connsiteX7" fmla="*/ 861088 w 2828365"/>
                    <a:gd name="connsiteY7" fmla="*/ 968401 h 2658037"/>
                    <a:gd name="connsiteX8" fmla="*/ 675694 w 2828365"/>
                    <a:gd name="connsiteY8" fmla="*/ 896129 h 2658037"/>
                    <a:gd name="connsiteX9" fmla="*/ 556288 w 2828365"/>
                    <a:gd name="connsiteY9" fmla="*/ 1062670 h 2658037"/>
                    <a:gd name="connsiteX10" fmla="*/ 685121 w 2828365"/>
                    <a:gd name="connsiteY10" fmla="*/ 2530110 h 2658037"/>
                    <a:gd name="connsiteX11" fmla="*/ 291057 w 2828365"/>
                    <a:gd name="connsiteY11" fmla="*/ 2658037 h 2658037"/>
                    <a:gd name="connsiteX12" fmla="*/ 44097 w 2828365"/>
                    <a:gd name="connsiteY12" fmla="*/ 1210356 h 2658037"/>
                    <a:gd name="connsiteX13" fmla="*/ 98484 w 2828365"/>
                    <a:gd name="connsiteY13" fmla="*/ 522153 h 2658037"/>
                    <a:gd name="connsiteX0" fmla="*/ 98484 w 2828365"/>
                    <a:gd name="connsiteY0" fmla="*/ 522153 h 2658037"/>
                    <a:gd name="connsiteX1" fmla="*/ 2518877 w 2828365"/>
                    <a:gd name="connsiteY1" fmla="*/ 220447 h 2658037"/>
                    <a:gd name="connsiteX2" fmla="*/ 2729892 w 2828365"/>
                    <a:gd name="connsiteY2" fmla="*/ 820763 h 2658037"/>
                    <a:gd name="connsiteX3" fmla="*/ 2828365 w 2828365"/>
                    <a:gd name="connsiteY3" fmla="*/ 2484390 h 2658037"/>
                    <a:gd name="connsiteX4" fmla="*/ 2407085 w 2828365"/>
                    <a:gd name="connsiteY4" fmla="*/ 2517539 h 2658037"/>
                    <a:gd name="connsiteX5" fmla="*/ 2259399 w 2828365"/>
                    <a:gd name="connsiteY5" fmla="*/ 773581 h 2658037"/>
                    <a:gd name="connsiteX6" fmla="*/ 1951456 w 2828365"/>
                    <a:gd name="connsiteY6" fmla="*/ 914983 h 2658037"/>
                    <a:gd name="connsiteX7" fmla="*/ 861088 w 2828365"/>
                    <a:gd name="connsiteY7" fmla="*/ 968401 h 2658037"/>
                    <a:gd name="connsiteX8" fmla="*/ 675694 w 2828365"/>
                    <a:gd name="connsiteY8" fmla="*/ 896129 h 2658037"/>
                    <a:gd name="connsiteX9" fmla="*/ 556288 w 2828365"/>
                    <a:gd name="connsiteY9" fmla="*/ 1062670 h 2658037"/>
                    <a:gd name="connsiteX10" fmla="*/ 685121 w 2828365"/>
                    <a:gd name="connsiteY10" fmla="*/ 2530110 h 2658037"/>
                    <a:gd name="connsiteX11" fmla="*/ 291057 w 2828365"/>
                    <a:gd name="connsiteY11" fmla="*/ 2658037 h 2658037"/>
                    <a:gd name="connsiteX12" fmla="*/ 44097 w 2828365"/>
                    <a:gd name="connsiteY12" fmla="*/ 1210356 h 2658037"/>
                    <a:gd name="connsiteX13" fmla="*/ 98484 w 2828365"/>
                    <a:gd name="connsiteY13" fmla="*/ 522153 h 2658037"/>
                    <a:gd name="connsiteX0" fmla="*/ 98484 w 2828365"/>
                    <a:gd name="connsiteY0" fmla="*/ 522153 h 2658037"/>
                    <a:gd name="connsiteX1" fmla="*/ 2518877 w 2828365"/>
                    <a:gd name="connsiteY1" fmla="*/ 220447 h 2658037"/>
                    <a:gd name="connsiteX2" fmla="*/ 2729892 w 2828365"/>
                    <a:gd name="connsiteY2" fmla="*/ 820763 h 2658037"/>
                    <a:gd name="connsiteX3" fmla="*/ 2828365 w 2828365"/>
                    <a:gd name="connsiteY3" fmla="*/ 2484390 h 2658037"/>
                    <a:gd name="connsiteX4" fmla="*/ 2407085 w 2828365"/>
                    <a:gd name="connsiteY4" fmla="*/ 2517539 h 2658037"/>
                    <a:gd name="connsiteX5" fmla="*/ 2259399 w 2828365"/>
                    <a:gd name="connsiteY5" fmla="*/ 773581 h 2658037"/>
                    <a:gd name="connsiteX6" fmla="*/ 1951456 w 2828365"/>
                    <a:gd name="connsiteY6" fmla="*/ 914983 h 2658037"/>
                    <a:gd name="connsiteX7" fmla="*/ 861088 w 2828365"/>
                    <a:gd name="connsiteY7" fmla="*/ 968401 h 2658037"/>
                    <a:gd name="connsiteX8" fmla="*/ 675694 w 2828365"/>
                    <a:gd name="connsiteY8" fmla="*/ 896129 h 2658037"/>
                    <a:gd name="connsiteX9" fmla="*/ 556288 w 2828365"/>
                    <a:gd name="connsiteY9" fmla="*/ 1062670 h 2658037"/>
                    <a:gd name="connsiteX10" fmla="*/ 685121 w 2828365"/>
                    <a:gd name="connsiteY10" fmla="*/ 2530110 h 2658037"/>
                    <a:gd name="connsiteX11" fmla="*/ 291057 w 2828365"/>
                    <a:gd name="connsiteY11" fmla="*/ 2658037 h 2658037"/>
                    <a:gd name="connsiteX12" fmla="*/ 44097 w 2828365"/>
                    <a:gd name="connsiteY12" fmla="*/ 1210356 h 2658037"/>
                    <a:gd name="connsiteX13" fmla="*/ 98484 w 2828365"/>
                    <a:gd name="connsiteY13" fmla="*/ 522153 h 2658037"/>
                    <a:gd name="connsiteX0" fmla="*/ 98484 w 2828365"/>
                    <a:gd name="connsiteY0" fmla="*/ 522153 h 2658037"/>
                    <a:gd name="connsiteX1" fmla="*/ 2518877 w 2828365"/>
                    <a:gd name="connsiteY1" fmla="*/ 220447 h 2658037"/>
                    <a:gd name="connsiteX2" fmla="*/ 2729892 w 2828365"/>
                    <a:gd name="connsiteY2" fmla="*/ 820763 h 2658037"/>
                    <a:gd name="connsiteX3" fmla="*/ 2828365 w 2828365"/>
                    <a:gd name="connsiteY3" fmla="*/ 2484390 h 2658037"/>
                    <a:gd name="connsiteX4" fmla="*/ 2407085 w 2828365"/>
                    <a:gd name="connsiteY4" fmla="*/ 2517539 h 2658037"/>
                    <a:gd name="connsiteX5" fmla="*/ 2259399 w 2828365"/>
                    <a:gd name="connsiteY5" fmla="*/ 773581 h 2658037"/>
                    <a:gd name="connsiteX6" fmla="*/ 1951456 w 2828365"/>
                    <a:gd name="connsiteY6" fmla="*/ 914983 h 2658037"/>
                    <a:gd name="connsiteX7" fmla="*/ 861088 w 2828365"/>
                    <a:gd name="connsiteY7" fmla="*/ 968401 h 2658037"/>
                    <a:gd name="connsiteX8" fmla="*/ 675694 w 2828365"/>
                    <a:gd name="connsiteY8" fmla="*/ 896129 h 2658037"/>
                    <a:gd name="connsiteX9" fmla="*/ 556288 w 2828365"/>
                    <a:gd name="connsiteY9" fmla="*/ 1062670 h 2658037"/>
                    <a:gd name="connsiteX10" fmla="*/ 565715 w 2828365"/>
                    <a:gd name="connsiteY10" fmla="*/ 1169506 h 2658037"/>
                    <a:gd name="connsiteX11" fmla="*/ 685121 w 2828365"/>
                    <a:gd name="connsiteY11" fmla="*/ 2530110 h 2658037"/>
                    <a:gd name="connsiteX12" fmla="*/ 291057 w 2828365"/>
                    <a:gd name="connsiteY12" fmla="*/ 2658037 h 2658037"/>
                    <a:gd name="connsiteX13" fmla="*/ 44097 w 2828365"/>
                    <a:gd name="connsiteY13" fmla="*/ 1210356 h 2658037"/>
                    <a:gd name="connsiteX14" fmla="*/ 98484 w 2828365"/>
                    <a:gd name="connsiteY14" fmla="*/ 522153 h 2658037"/>
                    <a:gd name="connsiteX0" fmla="*/ 98484 w 2828365"/>
                    <a:gd name="connsiteY0" fmla="*/ 522153 h 2658037"/>
                    <a:gd name="connsiteX1" fmla="*/ 2518877 w 2828365"/>
                    <a:gd name="connsiteY1" fmla="*/ 220447 h 2658037"/>
                    <a:gd name="connsiteX2" fmla="*/ 2729892 w 2828365"/>
                    <a:gd name="connsiteY2" fmla="*/ 820763 h 2658037"/>
                    <a:gd name="connsiteX3" fmla="*/ 2828365 w 2828365"/>
                    <a:gd name="connsiteY3" fmla="*/ 2484390 h 2658037"/>
                    <a:gd name="connsiteX4" fmla="*/ 2407085 w 2828365"/>
                    <a:gd name="connsiteY4" fmla="*/ 2517539 h 2658037"/>
                    <a:gd name="connsiteX5" fmla="*/ 2259399 w 2828365"/>
                    <a:gd name="connsiteY5" fmla="*/ 773581 h 2658037"/>
                    <a:gd name="connsiteX6" fmla="*/ 1951456 w 2828365"/>
                    <a:gd name="connsiteY6" fmla="*/ 914983 h 2658037"/>
                    <a:gd name="connsiteX7" fmla="*/ 861088 w 2828365"/>
                    <a:gd name="connsiteY7" fmla="*/ 968401 h 2658037"/>
                    <a:gd name="connsiteX8" fmla="*/ 675694 w 2828365"/>
                    <a:gd name="connsiteY8" fmla="*/ 896129 h 2658037"/>
                    <a:gd name="connsiteX9" fmla="*/ 565715 w 2828365"/>
                    <a:gd name="connsiteY9" fmla="*/ 1169506 h 2658037"/>
                    <a:gd name="connsiteX10" fmla="*/ 685121 w 2828365"/>
                    <a:gd name="connsiteY10" fmla="*/ 2530110 h 2658037"/>
                    <a:gd name="connsiteX11" fmla="*/ 291057 w 2828365"/>
                    <a:gd name="connsiteY11" fmla="*/ 2658037 h 2658037"/>
                    <a:gd name="connsiteX12" fmla="*/ 44097 w 2828365"/>
                    <a:gd name="connsiteY12" fmla="*/ 1210356 h 2658037"/>
                    <a:gd name="connsiteX13" fmla="*/ 98484 w 2828365"/>
                    <a:gd name="connsiteY13" fmla="*/ 522153 h 2658037"/>
                    <a:gd name="connsiteX0" fmla="*/ 98484 w 2828365"/>
                    <a:gd name="connsiteY0" fmla="*/ 522153 h 2658037"/>
                    <a:gd name="connsiteX1" fmla="*/ 2518877 w 2828365"/>
                    <a:gd name="connsiteY1" fmla="*/ 220447 h 2658037"/>
                    <a:gd name="connsiteX2" fmla="*/ 2729892 w 2828365"/>
                    <a:gd name="connsiteY2" fmla="*/ 820763 h 2658037"/>
                    <a:gd name="connsiteX3" fmla="*/ 2828365 w 2828365"/>
                    <a:gd name="connsiteY3" fmla="*/ 2484390 h 2658037"/>
                    <a:gd name="connsiteX4" fmla="*/ 2407085 w 2828365"/>
                    <a:gd name="connsiteY4" fmla="*/ 2517539 h 2658037"/>
                    <a:gd name="connsiteX5" fmla="*/ 2259399 w 2828365"/>
                    <a:gd name="connsiteY5" fmla="*/ 773581 h 2658037"/>
                    <a:gd name="connsiteX6" fmla="*/ 1951456 w 2828365"/>
                    <a:gd name="connsiteY6" fmla="*/ 914983 h 2658037"/>
                    <a:gd name="connsiteX7" fmla="*/ 861088 w 2828365"/>
                    <a:gd name="connsiteY7" fmla="*/ 968401 h 2658037"/>
                    <a:gd name="connsiteX8" fmla="*/ 675694 w 2828365"/>
                    <a:gd name="connsiteY8" fmla="*/ 896129 h 2658037"/>
                    <a:gd name="connsiteX9" fmla="*/ 543719 w 2828365"/>
                    <a:gd name="connsiteY9" fmla="*/ 1119230 h 2658037"/>
                    <a:gd name="connsiteX10" fmla="*/ 685121 w 2828365"/>
                    <a:gd name="connsiteY10" fmla="*/ 2530110 h 2658037"/>
                    <a:gd name="connsiteX11" fmla="*/ 291057 w 2828365"/>
                    <a:gd name="connsiteY11" fmla="*/ 2658037 h 2658037"/>
                    <a:gd name="connsiteX12" fmla="*/ 44097 w 2828365"/>
                    <a:gd name="connsiteY12" fmla="*/ 1210356 h 2658037"/>
                    <a:gd name="connsiteX13" fmla="*/ 98484 w 2828365"/>
                    <a:gd name="connsiteY13" fmla="*/ 522153 h 2658037"/>
                    <a:gd name="connsiteX0" fmla="*/ 98484 w 2828365"/>
                    <a:gd name="connsiteY0" fmla="*/ 522153 h 2658037"/>
                    <a:gd name="connsiteX1" fmla="*/ 2518877 w 2828365"/>
                    <a:gd name="connsiteY1" fmla="*/ 220447 h 2658037"/>
                    <a:gd name="connsiteX2" fmla="*/ 2729892 w 2828365"/>
                    <a:gd name="connsiteY2" fmla="*/ 820763 h 2658037"/>
                    <a:gd name="connsiteX3" fmla="*/ 2828365 w 2828365"/>
                    <a:gd name="connsiteY3" fmla="*/ 2484390 h 2658037"/>
                    <a:gd name="connsiteX4" fmla="*/ 2407085 w 2828365"/>
                    <a:gd name="connsiteY4" fmla="*/ 2517539 h 2658037"/>
                    <a:gd name="connsiteX5" fmla="*/ 2259399 w 2828365"/>
                    <a:gd name="connsiteY5" fmla="*/ 773581 h 2658037"/>
                    <a:gd name="connsiteX6" fmla="*/ 1951456 w 2828365"/>
                    <a:gd name="connsiteY6" fmla="*/ 914983 h 2658037"/>
                    <a:gd name="connsiteX7" fmla="*/ 861088 w 2828365"/>
                    <a:gd name="connsiteY7" fmla="*/ 968401 h 2658037"/>
                    <a:gd name="connsiteX8" fmla="*/ 675694 w 2828365"/>
                    <a:gd name="connsiteY8" fmla="*/ 896129 h 2658037"/>
                    <a:gd name="connsiteX9" fmla="*/ 543719 w 2828365"/>
                    <a:gd name="connsiteY9" fmla="*/ 1119230 h 2658037"/>
                    <a:gd name="connsiteX10" fmla="*/ 685121 w 2828365"/>
                    <a:gd name="connsiteY10" fmla="*/ 2530110 h 2658037"/>
                    <a:gd name="connsiteX11" fmla="*/ 291057 w 2828365"/>
                    <a:gd name="connsiteY11" fmla="*/ 2658037 h 2658037"/>
                    <a:gd name="connsiteX12" fmla="*/ 44097 w 2828365"/>
                    <a:gd name="connsiteY12" fmla="*/ 1210356 h 2658037"/>
                    <a:gd name="connsiteX13" fmla="*/ 98484 w 2828365"/>
                    <a:gd name="connsiteY13" fmla="*/ 522153 h 2658037"/>
                    <a:gd name="connsiteX0" fmla="*/ 98484 w 2828365"/>
                    <a:gd name="connsiteY0" fmla="*/ 522153 h 2658037"/>
                    <a:gd name="connsiteX1" fmla="*/ 2518877 w 2828365"/>
                    <a:gd name="connsiteY1" fmla="*/ 220447 h 2658037"/>
                    <a:gd name="connsiteX2" fmla="*/ 2729892 w 2828365"/>
                    <a:gd name="connsiteY2" fmla="*/ 820763 h 2658037"/>
                    <a:gd name="connsiteX3" fmla="*/ 2828365 w 2828365"/>
                    <a:gd name="connsiteY3" fmla="*/ 2484390 h 2658037"/>
                    <a:gd name="connsiteX4" fmla="*/ 2407085 w 2828365"/>
                    <a:gd name="connsiteY4" fmla="*/ 2517539 h 2658037"/>
                    <a:gd name="connsiteX5" fmla="*/ 2259399 w 2828365"/>
                    <a:gd name="connsiteY5" fmla="*/ 773581 h 2658037"/>
                    <a:gd name="connsiteX6" fmla="*/ 1951456 w 2828365"/>
                    <a:gd name="connsiteY6" fmla="*/ 914983 h 2658037"/>
                    <a:gd name="connsiteX7" fmla="*/ 861088 w 2828365"/>
                    <a:gd name="connsiteY7" fmla="*/ 968401 h 2658037"/>
                    <a:gd name="connsiteX8" fmla="*/ 675694 w 2828365"/>
                    <a:gd name="connsiteY8" fmla="*/ 896129 h 2658037"/>
                    <a:gd name="connsiteX9" fmla="*/ 543719 w 2828365"/>
                    <a:gd name="connsiteY9" fmla="*/ 1119230 h 2658037"/>
                    <a:gd name="connsiteX10" fmla="*/ 685121 w 2828365"/>
                    <a:gd name="connsiteY10" fmla="*/ 2530110 h 2658037"/>
                    <a:gd name="connsiteX11" fmla="*/ 291057 w 2828365"/>
                    <a:gd name="connsiteY11" fmla="*/ 2658037 h 2658037"/>
                    <a:gd name="connsiteX12" fmla="*/ 44097 w 2828365"/>
                    <a:gd name="connsiteY12" fmla="*/ 1210356 h 2658037"/>
                    <a:gd name="connsiteX13" fmla="*/ 98484 w 2828365"/>
                    <a:gd name="connsiteY13" fmla="*/ 522153 h 2658037"/>
                    <a:gd name="connsiteX0" fmla="*/ 98484 w 2828365"/>
                    <a:gd name="connsiteY0" fmla="*/ 522153 h 2658037"/>
                    <a:gd name="connsiteX1" fmla="*/ 2518877 w 2828365"/>
                    <a:gd name="connsiteY1" fmla="*/ 220447 h 2658037"/>
                    <a:gd name="connsiteX2" fmla="*/ 2729892 w 2828365"/>
                    <a:gd name="connsiteY2" fmla="*/ 820763 h 2658037"/>
                    <a:gd name="connsiteX3" fmla="*/ 2828365 w 2828365"/>
                    <a:gd name="connsiteY3" fmla="*/ 2484390 h 2658037"/>
                    <a:gd name="connsiteX4" fmla="*/ 2407085 w 2828365"/>
                    <a:gd name="connsiteY4" fmla="*/ 2517539 h 2658037"/>
                    <a:gd name="connsiteX5" fmla="*/ 2259399 w 2828365"/>
                    <a:gd name="connsiteY5" fmla="*/ 773581 h 2658037"/>
                    <a:gd name="connsiteX6" fmla="*/ 1951456 w 2828365"/>
                    <a:gd name="connsiteY6" fmla="*/ 914983 h 2658037"/>
                    <a:gd name="connsiteX7" fmla="*/ 861088 w 2828365"/>
                    <a:gd name="connsiteY7" fmla="*/ 968401 h 2658037"/>
                    <a:gd name="connsiteX8" fmla="*/ 675694 w 2828365"/>
                    <a:gd name="connsiteY8" fmla="*/ 896129 h 2658037"/>
                    <a:gd name="connsiteX9" fmla="*/ 543719 w 2828365"/>
                    <a:gd name="connsiteY9" fmla="*/ 1119230 h 2658037"/>
                    <a:gd name="connsiteX10" fmla="*/ 685121 w 2828365"/>
                    <a:gd name="connsiteY10" fmla="*/ 2530110 h 2658037"/>
                    <a:gd name="connsiteX11" fmla="*/ 291057 w 2828365"/>
                    <a:gd name="connsiteY11" fmla="*/ 2658037 h 2658037"/>
                    <a:gd name="connsiteX12" fmla="*/ 44097 w 2828365"/>
                    <a:gd name="connsiteY12" fmla="*/ 1210356 h 2658037"/>
                    <a:gd name="connsiteX13" fmla="*/ 98484 w 2828365"/>
                    <a:gd name="connsiteY13" fmla="*/ 522153 h 2658037"/>
                    <a:gd name="connsiteX0" fmla="*/ 98484 w 2828365"/>
                    <a:gd name="connsiteY0" fmla="*/ 522153 h 2658037"/>
                    <a:gd name="connsiteX1" fmla="*/ 2518877 w 2828365"/>
                    <a:gd name="connsiteY1" fmla="*/ 220447 h 2658037"/>
                    <a:gd name="connsiteX2" fmla="*/ 2729892 w 2828365"/>
                    <a:gd name="connsiteY2" fmla="*/ 820763 h 2658037"/>
                    <a:gd name="connsiteX3" fmla="*/ 2828365 w 2828365"/>
                    <a:gd name="connsiteY3" fmla="*/ 2484390 h 2658037"/>
                    <a:gd name="connsiteX4" fmla="*/ 2407085 w 2828365"/>
                    <a:gd name="connsiteY4" fmla="*/ 2517539 h 2658037"/>
                    <a:gd name="connsiteX5" fmla="*/ 2259399 w 2828365"/>
                    <a:gd name="connsiteY5" fmla="*/ 773581 h 2658037"/>
                    <a:gd name="connsiteX6" fmla="*/ 1951456 w 2828365"/>
                    <a:gd name="connsiteY6" fmla="*/ 914983 h 2658037"/>
                    <a:gd name="connsiteX7" fmla="*/ 861088 w 2828365"/>
                    <a:gd name="connsiteY7" fmla="*/ 968401 h 2658037"/>
                    <a:gd name="connsiteX8" fmla="*/ 675694 w 2828365"/>
                    <a:gd name="connsiteY8" fmla="*/ 896129 h 2658037"/>
                    <a:gd name="connsiteX9" fmla="*/ 543719 w 2828365"/>
                    <a:gd name="connsiteY9" fmla="*/ 1119230 h 2658037"/>
                    <a:gd name="connsiteX10" fmla="*/ 685121 w 2828365"/>
                    <a:gd name="connsiteY10" fmla="*/ 2530110 h 2658037"/>
                    <a:gd name="connsiteX11" fmla="*/ 291057 w 2828365"/>
                    <a:gd name="connsiteY11" fmla="*/ 2658037 h 2658037"/>
                    <a:gd name="connsiteX12" fmla="*/ 44097 w 2828365"/>
                    <a:gd name="connsiteY12" fmla="*/ 1210356 h 2658037"/>
                    <a:gd name="connsiteX13" fmla="*/ 98484 w 2828365"/>
                    <a:gd name="connsiteY13" fmla="*/ 522153 h 2658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28365" h="2658037">
                      <a:moveTo>
                        <a:pt x="98484" y="522153"/>
                      </a:moveTo>
                      <a:cubicBezTo>
                        <a:pt x="710211" y="-17761"/>
                        <a:pt x="1708558" y="-174391"/>
                        <a:pt x="2518877" y="220447"/>
                      </a:cubicBezTo>
                      <a:cubicBezTo>
                        <a:pt x="2727546" y="300976"/>
                        <a:pt x="2915117" y="655827"/>
                        <a:pt x="2729892" y="820763"/>
                      </a:cubicBezTo>
                      <a:lnTo>
                        <a:pt x="2828365" y="2484390"/>
                      </a:lnTo>
                      <a:lnTo>
                        <a:pt x="2407085" y="2517539"/>
                      </a:lnTo>
                      <a:lnTo>
                        <a:pt x="2259399" y="773581"/>
                      </a:lnTo>
                      <a:cubicBezTo>
                        <a:pt x="2213313" y="620658"/>
                        <a:pt x="2107522" y="920219"/>
                        <a:pt x="1951456" y="914983"/>
                      </a:cubicBezTo>
                      <a:lnTo>
                        <a:pt x="861088" y="968401"/>
                      </a:lnTo>
                      <a:cubicBezTo>
                        <a:pt x="810812" y="974685"/>
                        <a:pt x="735396" y="971544"/>
                        <a:pt x="675694" y="896129"/>
                      </a:cubicBezTo>
                      <a:cubicBezTo>
                        <a:pt x="613896" y="857374"/>
                        <a:pt x="542148" y="846900"/>
                        <a:pt x="543719" y="1119230"/>
                      </a:cubicBezTo>
                      <a:cubicBezTo>
                        <a:pt x="543195" y="1382656"/>
                        <a:pt x="451235" y="1769833"/>
                        <a:pt x="685121" y="2530110"/>
                      </a:cubicBezTo>
                      <a:lnTo>
                        <a:pt x="291057" y="2658037"/>
                      </a:lnTo>
                      <a:cubicBezTo>
                        <a:pt x="200455" y="2438602"/>
                        <a:pt x="76192" y="1566337"/>
                        <a:pt x="44097" y="1210356"/>
                      </a:cubicBezTo>
                      <a:cubicBezTo>
                        <a:pt x="-6852" y="895224"/>
                        <a:pt x="-40077" y="700230"/>
                        <a:pt x="98484" y="522153"/>
                      </a:cubicBezTo>
                      <a:close/>
                    </a:path>
                  </a:pathLst>
                </a:custGeom>
                <a:grp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sp>
              <p:nvSpPr>
                <p:cNvPr id="146" name="Rectangle 145"/>
                <p:cNvSpPr/>
                <p:nvPr/>
              </p:nvSpPr>
              <p:spPr>
                <a:xfrm rot="20524762">
                  <a:off x="1493349" y="1427234"/>
                  <a:ext cx="150701" cy="28072"/>
                </a:xfrm>
                <a:prstGeom prst="rect">
                  <a:avLst/>
                </a:prstGeom>
                <a:solidFill>
                  <a:schemeClr val="bg1"/>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sp>
              <p:nvSpPr>
                <p:cNvPr id="147" name="Rectangle 146"/>
                <p:cNvSpPr/>
                <p:nvPr/>
              </p:nvSpPr>
              <p:spPr>
                <a:xfrm rot="21368303" flipH="1">
                  <a:off x="2349332" y="1389685"/>
                  <a:ext cx="150701" cy="28072"/>
                </a:xfrm>
                <a:prstGeom prst="rect">
                  <a:avLst/>
                </a:prstGeom>
                <a:solidFill>
                  <a:schemeClr val="bg1"/>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grpSp>
          <p:grpSp>
            <p:nvGrpSpPr>
              <p:cNvPr id="137" name="Group 136"/>
              <p:cNvGrpSpPr/>
              <p:nvPr/>
            </p:nvGrpSpPr>
            <p:grpSpPr>
              <a:xfrm>
                <a:off x="1678243" y="362073"/>
                <a:ext cx="490412" cy="576663"/>
                <a:chOff x="1678243" y="362073"/>
                <a:chExt cx="490412" cy="576663"/>
              </a:xfrm>
              <a:grpFill/>
            </p:grpSpPr>
            <p:sp>
              <p:nvSpPr>
                <p:cNvPr id="138" name="Rectangle 11"/>
                <p:cNvSpPr/>
                <p:nvPr/>
              </p:nvSpPr>
              <p:spPr>
                <a:xfrm>
                  <a:off x="2130502" y="566087"/>
                  <a:ext cx="38153" cy="141267"/>
                </a:xfrm>
                <a:custGeom>
                  <a:avLst/>
                  <a:gdLst>
                    <a:gd name="connsiteX0" fmla="*/ 0 w 88106"/>
                    <a:gd name="connsiteY0" fmla="*/ 0 h 414337"/>
                    <a:gd name="connsiteX1" fmla="*/ 88106 w 88106"/>
                    <a:gd name="connsiteY1" fmla="*/ 0 h 414337"/>
                    <a:gd name="connsiteX2" fmla="*/ 88106 w 88106"/>
                    <a:gd name="connsiteY2" fmla="*/ 414337 h 414337"/>
                    <a:gd name="connsiteX3" fmla="*/ 0 w 88106"/>
                    <a:gd name="connsiteY3" fmla="*/ 414337 h 414337"/>
                    <a:gd name="connsiteX4" fmla="*/ 0 w 88106"/>
                    <a:gd name="connsiteY4" fmla="*/ 0 h 414337"/>
                    <a:gd name="connsiteX0" fmla="*/ 0 w 119062"/>
                    <a:gd name="connsiteY0" fmla="*/ 0 h 416718"/>
                    <a:gd name="connsiteX1" fmla="*/ 119062 w 119062"/>
                    <a:gd name="connsiteY1" fmla="*/ 2381 h 416718"/>
                    <a:gd name="connsiteX2" fmla="*/ 119062 w 119062"/>
                    <a:gd name="connsiteY2" fmla="*/ 416718 h 416718"/>
                    <a:gd name="connsiteX3" fmla="*/ 30956 w 119062"/>
                    <a:gd name="connsiteY3" fmla="*/ 416718 h 416718"/>
                    <a:gd name="connsiteX4" fmla="*/ 0 w 119062"/>
                    <a:gd name="connsiteY4" fmla="*/ 0 h 416718"/>
                    <a:gd name="connsiteX0" fmla="*/ 0 w 119062"/>
                    <a:gd name="connsiteY0" fmla="*/ 0 h 416718"/>
                    <a:gd name="connsiteX1" fmla="*/ 119062 w 119062"/>
                    <a:gd name="connsiteY1" fmla="*/ 2381 h 416718"/>
                    <a:gd name="connsiteX2" fmla="*/ 119062 w 119062"/>
                    <a:gd name="connsiteY2" fmla="*/ 416718 h 416718"/>
                    <a:gd name="connsiteX3" fmla="*/ 0 w 119062"/>
                    <a:gd name="connsiteY3" fmla="*/ 0 h 416718"/>
                    <a:gd name="connsiteX0" fmla="*/ 0 w 119062"/>
                    <a:gd name="connsiteY0" fmla="*/ 0 h 354805"/>
                    <a:gd name="connsiteX1" fmla="*/ 119062 w 119062"/>
                    <a:gd name="connsiteY1" fmla="*/ 2381 h 354805"/>
                    <a:gd name="connsiteX2" fmla="*/ 54768 w 119062"/>
                    <a:gd name="connsiteY2" fmla="*/ 354805 h 354805"/>
                    <a:gd name="connsiteX3" fmla="*/ 0 w 119062"/>
                    <a:gd name="connsiteY3" fmla="*/ 0 h 354805"/>
                    <a:gd name="connsiteX0" fmla="*/ 0 w 54768"/>
                    <a:gd name="connsiteY0" fmla="*/ 0 h 354805"/>
                    <a:gd name="connsiteX1" fmla="*/ 54768 w 54768"/>
                    <a:gd name="connsiteY1" fmla="*/ 354805 h 354805"/>
                    <a:gd name="connsiteX2" fmla="*/ 0 w 54768"/>
                    <a:gd name="connsiteY2" fmla="*/ 0 h 354805"/>
                    <a:gd name="connsiteX0" fmla="*/ 27496 w 82264"/>
                    <a:gd name="connsiteY0" fmla="*/ 0 h 354805"/>
                    <a:gd name="connsiteX1" fmla="*/ 82264 w 82264"/>
                    <a:gd name="connsiteY1" fmla="*/ 354805 h 354805"/>
                    <a:gd name="connsiteX2" fmla="*/ 27496 w 82264"/>
                    <a:gd name="connsiteY2" fmla="*/ 0 h 354805"/>
                    <a:gd name="connsiteX0" fmla="*/ 27496 w 96956"/>
                    <a:gd name="connsiteY0" fmla="*/ 0 h 354805"/>
                    <a:gd name="connsiteX1" fmla="*/ 82264 w 96956"/>
                    <a:gd name="connsiteY1" fmla="*/ 354805 h 354805"/>
                    <a:gd name="connsiteX2" fmla="*/ 27496 w 96956"/>
                    <a:gd name="connsiteY2" fmla="*/ 0 h 354805"/>
                    <a:gd name="connsiteX0" fmla="*/ 28262 w 95882"/>
                    <a:gd name="connsiteY0" fmla="*/ 0 h 357186"/>
                    <a:gd name="connsiteX1" fmla="*/ 78268 w 95882"/>
                    <a:gd name="connsiteY1" fmla="*/ 357186 h 357186"/>
                    <a:gd name="connsiteX2" fmla="*/ 28262 w 95882"/>
                    <a:gd name="connsiteY2" fmla="*/ 0 h 357186"/>
                    <a:gd name="connsiteX0" fmla="*/ 28262 w 121470"/>
                    <a:gd name="connsiteY0" fmla="*/ 0 h 357186"/>
                    <a:gd name="connsiteX1" fmla="*/ 78268 w 121470"/>
                    <a:gd name="connsiteY1" fmla="*/ 357186 h 357186"/>
                    <a:gd name="connsiteX2" fmla="*/ 28262 w 121470"/>
                    <a:gd name="connsiteY2" fmla="*/ 0 h 357186"/>
                    <a:gd name="connsiteX0" fmla="*/ 0 w 93208"/>
                    <a:gd name="connsiteY0" fmla="*/ 0 h 357186"/>
                    <a:gd name="connsiteX1" fmla="*/ 50006 w 93208"/>
                    <a:gd name="connsiteY1" fmla="*/ 357186 h 357186"/>
                    <a:gd name="connsiteX2" fmla="*/ 0 w 93208"/>
                    <a:gd name="connsiteY2" fmla="*/ 0 h 357186"/>
                    <a:gd name="connsiteX0" fmla="*/ 0 w 93208"/>
                    <a:gd name="connsiteY0" fmla="*/ 0 h 357186"/>
                    <a:gd name="connsiteX1" fmla="*/ 50006 w 93208"/>
                    <a:gd name="connsiteY1" fmla="*/ 357186 h 357186"/>
                    <a:gd name="connsiteX2" fmla="*/ 0 w 93208"/>
                    <a:gd name="connsiteY2" fmla="*/ 0 h 357186"/>
                    <a:gd name="connsiteX0" fmla="*/ 0 w 93208"/>
                    <a:gd name="connsiteY0" fmla="*/ 0 h 357186"/>
                    <a:gd name="connsiteX1" fmla="*/ 50006 w 93208"/>
                    <a:gd name="connsiteY1" fmla="*/ 357186 h 357186"/>
                    <a:gd name="connsiteX2" fmla="*/ 0 w 93208"/>
                    <a:gd name="connsiteY2" fmla="*/ 0 h 357186"/>
                    <a:gd name="connsiteX0" fmla="*/ 0 w 94539"/>
                    <a:gd name="connsiteY0" fmla="*/ 0 h 350042"/>
                    <a:gd name="connsiteX1" fmla="*/ 52387 w 94539"/>
                    <a:gd name="connsiteY1" fmla="*/ 350042 h 350042"/>
                    <a:gd name="connsiteX2" fmla="*/ 0 w 94539"/>
                    <a:gd name="connsiteY2" fmla="*/ 0 h 350042"/>
                    <a:gd name="connsiteX0" fmla="*/ 0 w 94539"/>
                    <a:gd name="connsiteY0" fmla="*/ 0 h 350042"/>
                    <a:gd name="connsiteX1" fmla="*/ 52387 w 94539"/>
                    <a:gd name="connsiteY1" fmla="*/ 350042 h 350042"/>
                    <a:gd name="connsiteX2" fmla="*/ 0 w 94539"/>
                    <a:gd name="connsiteY2" fmla="*/ 0 h 350042"/>
                  </a:gdLst>
                  <a:ahLst/>
                  <a:cxnLst>
                    <a:cxn ang="0">
                      <a:pos x="connsiteX0" y="connsiteY0"/>
                    </a:cxn>
                    <a:cxn ang="0">
                      <a:pos x="connsiteX1" y="connsiteY1"/>
                    </a:cxn>
                    <a:cxn ang="0">
                      <a:pos x="connsiteX2" y="connsiteY2"/>
                    </a:cxn>
                  </a:cxnLst>
                  <a:rect l="l" t="t" r="r" b="b"/>
                  <a:pathLst>
                    <a:path w="94539" h="350042">
                      <a:moveTo>
                        <a:pt x="0" y="0"/>
                      </a:moveTo>
                      <a:cubicBezTo>
                        <a:pt x="127794" y="94455"/>
                        <a:pt x="105569" y="310355"/>
                        <a:pt x="52387" y="350042"/>
                      </a:cubicBezTo>
                      <a:cubicBezTo>
                        <a:pt x="46037" y="215105"/>
                        <a:pt x="49212" y="134936"/>
                        <a:pt x="0" y="0"/>
                      </a:cubicBezTo>
                      <a:close/>
                    </a:path>
                  </a:pathLst>
                </a:custGeom>
                <a:grpFill/>
                <a:ln w="63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sp>
              <p:nvSpPr>
                <p:cNvPr id="139" name="Rectangle 11"/>
                <p:cNvSpPr/>
                <p:nvPr/>
              </p:nvSpPr>
              <p:spPr>
                <a:xfrm rot="11237414">
                  <a:off x="1678243" y="596663"/>
                  <a:ext cx="37097" cy="141511"/>
                </a:xfrm>
                <a:custGeom>
                  <a:avLst/>
                  <a:gdLst>
                    <a:gd name="connsiteX0" fmla="*/ 0 w 88106"/>
                    <a:gd name="connsiteY0" fmla="*/ 0 h 414337"/>
                    <a:gd name="connsiteX1" fmla="*/ 88106 w 88106"/>
                    <a:gd name="connsiteY1" fmla="*/ 0 h 414337"/>
                    <a:gd name="connsiteX2" fmla="*/ 88106 w 88106"/>
                    <a:gd name="connsiteY2" fmla="*/ 414337 h 414337"/>
                    <a:gd name="connsiteX3" fmla="*/ 0 w 88106"/>
                    <a:gd name="connsiteY3" fmla="*/ 414337 h 414337"/>
                    <a:gd name="connsiteX4" fmla="*/ 0 w 88106"/>
                    <a:gd name="connsiteY4" fmla="*/ 0 h 414337"/>
                    <a:gd name="connsiteX0" fmla="*/ 0 w 119062"/>
                    <a:gd name="connsiteY0" fmla="*/ 0 h 416718"/>
                    <a:gd name="connsiteX1" fmla="*/ 119062 w 119062"/>
                    <a:gd name="connsiteY1" fmla="*/ 2381 h 416718"/>
                    <a:gd name="connsiteX2" fmla="*/ 119062 w 119062"/>
                    <a:gd name="connsiteY2" fmla="*/ 416718 h 416718"/>
                    <a:gd name="connsiteX3" fmla="*/ 30956 w 119062"/>
                    <a:gd name="connsiteY3" fmla="*/ 416718 h 416718"/>
                    <a:gd name="connsiteX4" fmla="*/ 0 w 119062"/>
                    <a:gd name="connsiteY4" fmla="*/ 0 h 416718"/>
                    <a:gd name="connsiteX0" fmla="*/ 0 w 119062"/>
                    <a:gd name="connsiteY0" fmla="*/ 0 h 416718"/>
                    <a:gd name="connsiteX1" fmla="*/ 119062 w 119062"/>
                    <a:gd name="connsiteY1" fmla="*/ 2381 h 416718"/>
                    <a:gd name="connsiteX2" fmla="*/ 119062 w 119062"/>
                    <a:gd name="connsiteY2" fmla="*/ 416718 h 416718"/>
                    <a:gd name="connsiteX3" fmla="*/ 0 w 119062"/>
                    <a:gd name="connsiteY3" fmla="*/ 0 h 416718"/>
                    <a:gd name="connsiteX0" fmla="*/ 0 w 119062"/>
                    <a:gd name="connsiteY0" fmla="*/ 0 h 354805"/>
                    <a:gd name="connsiteX1" fmla="*/ 119062 w 119062"/>
                    <a:gd name="connsiteY1" fmla="*/ 2381 h 354805"/>
                    <a:gd name="connsiteX2" fmla="*/ 54768 w 119062"/>
                    <a:gd name="connsiteY2" fmla="*/ 354805 h 354805"/>
                    <a:gd name="connsiteX3" fmla="*/ 0 w 119062"/>
                    <a:gd name="connsiteY3" fmla="*/ 0 h 354805"/>
                    <a:gd name="connsiteX0" fmla="*/ 0 w 54768"/>
                    <a:gd name="connsiteY0" fmla="*/ 0 h 354805"/>
                    <a:gd name="connsiteX1" fmla="*/ 54768 w 54768"/>
                    <a:gd name="connsiteY1" fmla="*/ 354805 h 354805"/>
                    <a:gd name="connsiteX2" fmla="*/ 0 w 54768"/>
                    <a:gd name="connsiteY2" fmla="*/ 0 h 354805"/>
                    <a:gd name="connsiteX0" fmla="*/ 27496 w 82264"/>
                    <a:gd name="connsiteY0" fmla="*/ 0 h 354805"/>
                    <a:gd name="connsiteX1" fmla="*/ 82264 w 82264"/>
                    <a:gd name="connsiteY1" fmla="*/ 354805 h 354805"/>
                    <a:gd name="connsiteX2" fmla="*/ 27496 w 82264"/>
                    <a:gd name="connsiteY2" fmla="*/ 0 h 354805"/>
                    <a:gd name="connsiteX0" fmla="*/ 27496 w 96956"/>
                    <a:gd name="connsiteY0" fmla="*/ 0 h 354805"/>
                    <a:gd name="connsiteX1" fmla="*/ 82264 w 96956"/>
                    <a:gd name="connsiteY1" fmla="*/ 354805 h 354805"/>
                    <a:gd name="connsiteX2" fmla="*/ 27496 w 96956"/>
                    <a:gd name="connsiteY2" fmla="*/ 0 h 354805"/>
                    <a:gd name="connsiteX0" fmla="*/ 28262 w 95882"/>
                    <a:gd name="connsiteY0" fmla="*/ 0 h 357186"/>
                    <a:gd name="connsiteX1" fmla="*/ 78268 w 95882"/>
                    <a:gd name="connsiteY1" fmla="*/ 357186 h 357186"/>
                    <a:gd name="connsiteX2" fmla="*/ 28262 w 95882"/>
                    <a:gd name="connsiteY2" fmla="*/ 0 h 357186"/>
                    <a:gd name="connsiteX0" fmla="*/ 28262 w 121470"/>
                    <a:gd name="connsiteY0" fmla="*/ 0 h 357186"/>
                    <a:gd name="connsiteX1" fmla="*/ 78268 w 121470"/>
                    <a:gd name="connsiteY1" fmla="*/ 357186 h 357186"/>
                    <a:gd name="connsiteX2" fmla="*/ 28262 w 121470"/>
                    <a:gd name="connsiteY2" fmla="*/ 0 h 357186"/>
                    <a:gd name="connsiteX0" fmla="*/ 0 w 93208"/>
                    <a:gd name="connsiteY0" fmla="*/ 0 h 357186"/>
                    <a:gd name="connsiteX1" fmla="*/ 50006 w 93208"/>
                    <a:gd name="connsiteY1" fmla="*/ 357186 h 357186"/>
                    <a:gd name="connsiteX2" fmla="*/ 0 w 93208"/>
                    <a:gd name="connsiteY2" fmla="*/ 0 h 357186"/>
                    <a:gd name="connsiteX0" fmla="*/ 0 w 93208"/>
                    <a:gd name="connsiteY0" fmla="*/ 0 h 357186"/>
                    <a:gd name="connsiteX1" fmla="*/ 50006 w 93208"/>
                    <a:gd name="connsiteY1" fmla="*/ 357186 h 357186"/>
                    <a:gd name="connsiteX2" fmla="*/ 0 w 93208"/>
                    <a:gd name="connsiteY2" fmla="*/ 0 h 357186"/>
                    <a:gd name="connsiteX0" fmla="*/ 0 w 93208"/>
                    <a:gd name="connsiteY0" fmla="*/ 0 h 357186"/>
                    <a:gd name="connsiteX1" fmla="*/ 50006 w 93208"/>
                    <a:gd name="connsiteY1" fmla="*/ 357186 h 357186"/>
                    <a:gd name="connsiteX2" fmla="*/ 0 w 93208"/>
                    <a:gd name="connsiteY2" fmla="*/ 0 h 357186"/>
                    <a:gd name="connsiteX0" fmla="*/ 0 w 94539"/>
                    <a:gd name="connsiteY0" fmla="*/ 0 h 350042"/>
                    <a:gd name="connsiteX1" fmla="*/ 52387 w 94539"/>
                    <a:gd name="connsiteY1" fmla="*/ 350042 h 350042"/>
                    <a:gd name="connsiteX2" fmla="*/ 0 w 94539"/>
                    <a:gd name="connsiteY2" fmla="*/ 0 h 350042"/>
                    <a:gd name="connsiteX0" fmla="*/ 0 w 94539"/>
                    <a:gd name="connsiteY0" fmla="*/ 0 h 350042"/>
                    <a:gd name="connsiteX1" fmla="*/ 52387 w 94539"/>
                    <a:gd name="connsiteY1" fmla="*/ 350042 h 350042"/>
                    <a:gd name="connsiteX2" fmla="*/ 0 w 94539"/>
                    <a:gd name="connsiteY2" fmla="*/ 0 h 350042"/>
                    <a:gd name="connsiteX0" fmla="*/ 0 w 91922"/>
                    <a:gd name="connsiteY0" fmla="*/ 0 h 350646"/>
                    <a:gd name="connsiteX1" fmla="*/ 47662 w 91922"/>
                    <a:gd name="connsiteY1" fmla="*/ 350646 h 350646"/>
                    <a:gd name="connsiteX2" fmla="*/ 0 w 91922"/>
                    <a:gd name="connsiteY2" fmla="*/ 0 h 350646"/>
                  </a:gdLst>
                  <a:ahLst/>
                  <a:cxnLst>
                    <a:cxn ang="0">
                      <a:pos x="connsiteX0" y="connsiteY0"/>
                    </a:cxn>
                    <a:cxn ang="0">
                      <a:pos x="connsiteX1" y="connsiteY1"/>
                    </a:cxn>
                    <a:cxn ang="0">
                      <a:pos x="connsiteX2" y="connsiteY2"/>
                    </a:cxn>
                  </a:cxnLst>
                  <a:rect l="l" t="t" r="r" b="b"/>
                  <a:pathLst>
                    <a:path w="91922" h="350646">
                      <a:moveTo>
                        <a:pt x="0" y="0"/>
                      </a:moveTo>
                      <a:cubicBezTo>
                        <a:pt x="127794" y="94455"/>
                        <a:pt x="100844" y="310959"/>
                        <a:pt x="47662" y="350646"/>
                      </a:cubicBezTo>
                      <a:cubicBezTo>
                        <a:pt x="41312" y="215709"/>
                        <a:pt x="49212" y="134936"/>
                        <a:pt x="0" y="0"/>
                      </a:cubicBezTo>
                      <a:close/>
                    </a:path>
                  </a:pathLst>
                </a:custGeom>
                <a:grpFill/>
                <a:ln w="63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grpSp>
              <p:nvGrpSpPr>
                <p:cNvPr id="140" name="Group 139"/>
                <p:cNvGrpSpPr/>
                <p:nvPr/>
              </p:nvGrpSpPr>
              <p:grpSpPr>
                <a:xfrm>
                  <a:off x="1699267" y="362073"/>
                  <a:ext cx="452564" cy="576663"/>
                  <a:chOff x="1699267" y="362073"/>
                  <a:chExt cx="1121399" cy="1428903"/>
                </a:xfrm>
                <a:grpFill/>
              </p:grpSpPr>
              <p:sp>
                <p:nvSpPr>
                  <p:cNvPr id="141" name="Rectangle 13"/>
                  <p:cNvSpPr/>
                  <p:nvPr/>
                </p:nvSpPr>
                <p:spPr>
                  <a:xfrm>
                    <a:off x="1699267" y="552008"/>
                    <a:ext cx="1121399" cy="1238968"/>
                  </a:xfrm>
                  <a:custGeom>
                    <a:avLst/>
                    <a:gdLst>
                      <a:gd name="connsiteX0" fmla="*/ 0 w 1439652"/>
                      <a:gd name="connsiteY0" fmla="*/ 0 h 1352888"/>
                      <a:gd name="connsiteX1" fmla="*/ 1439652 w 1439652"/>
                      <a:gd name="connsiteY1" fmla="*/ 0 h 1352888"/>
                      <a:gd name="connsiteX2" fmla="*/ 1439652 w 1439652"/>
                      <a:gd name="connsiteY2" fmla="*/ 1352888 h 1352888"/>
                      <a:gd name="connsiteX3" fmla="*/ 0 w 1439652"/>
                      <a:gd name="connsiteY3" fmla="*/ 1352888 h 1352888"/>
                      <a:gd name="connsiteX4" fmla="*/ 0 w 1439652"/>
                      <a:gd name="connsiteY4" fmla="*/ 0 h 1352888"/>
                      <a:gd name="connsiteX0" fmla="*/ 0 w 1439652"/>
                      <a:gd name="connsiteY0" fmla="*/ 0 h 1352888"/>
                      <a:gd name="connsiteX1" fmla="*/ 1439652 w 1439652"/>
                      <a:gd name="connsiteY1" fmla="*/ 0 h 1352888"/>
                      <a:gd name="connsiteX2" fmla="*/ 1439652 w 1439652"/>
                      <a:gd name="connsiteY2" fmla="*/ 1352888 h 1352888"/>
                      <a:gd name="connsiteX3" fmla="*/ 710215 w 1439652"/>
                      <a:gd name="connsiteY3" fmla="*/ 1349961 h 1352888"/>
                      <a:gd name="connsiteX4" fmla="*/ 0 w 1439652"/>
                      <a:gd name="connsiteY4" fmla="*/ 1352888 h 1352888"/>
                      <a:gd name="connsiteX5" fmla="*/ 0 w 1439652"/>
                      <a:gd name="connsiteY5" fmla="*/ 0 h 1352888"/>
                      <a:gd name="connsiteX0" fmla="*/ 0 w 1439652"/>
                      <a:gd name="connsiteY0" fmla="*/ 0 h 1352888"/>
                      <a:gd name="connsiteX1" fmla="*/ 1439652 w 1439652"/>
                      <a:gd name="connsiteY1" fmla="*/ 0 h 1352888"/>
                      <a:gd name="connsiteX2" fmla="*/ 1439652 w 1439652"/>
                      <a:gd name="connsiteY2" fmla="*/ 1352888 h 1352888"/>
                      <a:gd name="connsiteX3" fmla="*/ 724240 w 1439652"/>
                      <a:gd name="connsiteY3" fmla="*/ 1316302 h 1352888"/>
                      <a:gd name="connsiteX4" fmla="*/ 0 w 1439652"/>
                      <a:gd name="connsiteY4" fmla="*/ 1352888 h 1352888"/>
                      <a:gd name="connsiteX5" fmla="*/ 0 w 1439652"/>
                      <a:gd name="connsiteY5" fmla="*/ 0 h 1352888"/>
                      <a:gd name="connsiteX0" fmla="*/ 0 w 1439652"/>
                      <a:gd name="connsiteY0" fmla="*/ 0 h 1352888"/>
                      <a:gd name="connsiteX1" fmla="*/ 1439652 w 1439652"/>
                      <a:gd name="connsiteY1" fmla="*/ 0 h 1352888"/>
                      <a:gd name="connsiteX2" fmla="*/ 1439652 w 1439652"/>
                      <a:gd name="connsiteY2" fmla="*/ 1352888 h 1352888"/>
                      <a:gd name="connsiteX3" fmla="*/ 724240 w 1439652"/>
                      <a:gd name="connsiteY3" fmla="*/ 1316302 h 1352888"/>
                      <a:gd name="connsiteX4" fmla="*/ 109391 w 1439652"/>
                      <a:gd name="connsiteY4" fmla="*/ 794711 h 1352888"/>
                      <a:gd name="connsiteX5" fmla="*/ 0 w 1439652"/>
                      <a:gd name="connsiteY5" fmla="*/ 0 h 1352888"/>
                      <a:gd name="connsiteX0" fmla="*/ 0 w 1439652"/>
                      <a:gd name="connsiteY0" fmla="*/ 0 h 1352888"/>
                      <a:gd name="connsiteX1" fmla="*/ 1439652 w 1439652"/>
                      <a:gd name="connsiteY1" fmla="*/ 0 h 1352888"/>
                      <a:gd name="connsiteX2" fmla="*/ 1439652 w 1439652"/>
                      <a:gd name="connsiteY2" fmla="*/ 1352888 h 1352888"/>
                      <a:gd name="connsiteX3" fmla="*/ 724240 w 1439652"/>
                      <a:gd name="connsiteY3" fmla="*/ 1316302 h 1352888"/>
                      <a:gd name="connsiteX4" fmla="*/ 109391 w 1439652"/>
                      <a:gd name="connsiteY4" fmla="*/ 794711 h 1352888"/>
                      <a:gd name="connsiteX5" fmla="*/ 0 w 1439652"/>
                      <a:gd name="connsiteY5" fmla="*/ 0 h 1352888"/>
                      <a:gd name="connsiteX0" fmla="*/ 0 w 1439652"/>
                      <a:gd name="connsiteY0" fmla="*/ 0 h 1363864"/>
                      <a:gd name="connsiteX1" fmla="*/ 1439652 w 1439652"/>
                      <a:gd name="connsiteY1" fmla="*/ 0 h 1363864"/>
                      <a:gd name="connsiteX2" fmla="*/ 1439652 w 1439652"/>
                      <a:gd name="connsiteY2" fmla="*/ 1352888 h 1363864"/>
                      <a:gd name="connsiteX3" fmla="*/ 724240 w 1439652"/>
                      <a:gd name="connsiteY3" fmla="*/ 1316302 h 1363864"/>
                      <a:gd name="connsiteX4" fmla="*/ 109391 w 1439652"/>
                      <a:gd name="connsiteY4" fmla="*/ 794711 h 1363864"/>
                      <a:gd name="connsiteX5" fmla="*/ 0 w 1439652"/>
                      <a:gd name="connsiteY5" fmla="*/ 0 h 1363864"/>
                      <a:gd name="connsiteX0" fmla="*/ 0 w 1439652"/>
                      <a:gd name="connsiteY0" fmla="*/ 0 h 1373603"/>
                      <a:gd name="connsiteX1" fmla="*/ 1439652 w 1439652"/>
                      <a:gd name="connsiteY1" fmla="*/ 0 h 1373603"/>
                      <a:gd name="connsiteX2" fmla="*/ 1439652 w 1439652"/>
                      <a:gd name="connsiteY2" fmla="*/ 1352888 h 1373603"/>
                      <a:gd name="connsiteX3" fmla="*/ 724240 w 1439652"/>
                      <a:gd name="connsiteY3" fmla="*/ 1316302 h 1373603"/>
                      <a:gd name="connsiteX4" fmla="*/ 109391 w 1439652"/>
                      <a:gd name="connsiteY4" fmla="*/ 794711 h 1373603"/>
                      <a:gd name="connsiteX5" fmla="*/ 0 w 1439652"/>
                      <a:gd name="connsiteY5" fmla="*/ 0 h 1373603"/>
                      <a:gd name="connsiteX0" fmla="*/ 0 w 1439652"/>
                      <a:gd name="connsiteY0" fmla="*/ 0 h 1373603"/>
                      <a:gd name="connsiteX1" fmla="*/ 1439652 w 1439652"/>
                      <a:gd name="connsiteY1" fmla="*/ 0 h 1373603"/>
                      <a:gd name="connsiteX2" fmla="*/ 1234893 w 1439652"/>
                      <a:gd name="connsiteY2" fmla="*/ 800322 h 1373603"/>
                      <a:gd name="connsiteX3" fmla="*/ 724240 w 1439652"/>
                      <a:gd name="connsiteY3" fmla="*/ 1316302 h 1373603"/>
                      <a:gd name="connsiteX4" fmla="*/ 109391 w 1439652"/>
                      <a:gd name="connsiteY4" fmla="*/ 794711 h 1373603"/>
                      <a:gd name="connsiteX5" fmla="*/ 0 w 1439652"/>
                      <a:gd name="connsiteY5" fmla="*/ 0 h 1373603"/>
                      <a:gd name="connsiteX0" fmla="*/ 0 w 1439652"/>
                      <a:gd name="connsiteY0" fmla="*/ 0 h 1373603"/>
                      <a:gd name="connsiteX1" fmla="*/ 1439652 w 1439652"/>
                      <a:gd name="connsiteY1" fmla="*/ 0 h 1373603"/>
                      <a:gd name="connsiteX2" fmla="*/ 1234893 w 1439652"/>
                      <a:gd name="connsiteY2" fmla="*/ 800322 h 1373603"/>
                      <a:gd name="connsiteX3" fmla="*/ 724240 w 1439652"/>
                      <a:gd name="connsiteY3" fmla="*/ 1316302 h 1373603"/>
                      <a:gd name="connsiteX4" fmla="*/ 109391 w 1439652"/>
                      <a:gd name="connsiteY4" fmla="*/ 794711 h 1373603"/>
                      <a:gd name="connsiteX5" fmla="*/ 0 w 1439652"/>
                      <a:gd name="connsiteY5" fmla="*/ 0 h 1373603"/>
                      <a:gd name="connsiteX0" fmla="*/ 0 w 1439652"/>
                      <a:gd name="connsiteY0" fmla="*/ 0 h 1373603"/>
                      <a:gd name="connsiteX1" fmla="*/ 1439652 w 1439652"/>
                      <a:gd name="connsiteY1" fmla="*/ 0 h 1373603"/>
                      <a:gd name="connsiteX2" fmla="*/ 1218064 w 1439652"/>
                      <a:gd name="connsiteY2" fmla="*/ 783492 h 1373603"/>
                      <a:gd name="connsiteX3" fmla="*/ 724240 w 1439652"/>
                      <a:gd name="connsiteY3" fmla="*/ 1316302 h 1373603"/>
                      <a:gd name="connsiteX4" fmla="*/ 109391 w 1439652"/>
                      <a:gd name="connsiteY4" fmla="*/ 794711 h 1373603"/>
                      <a:gd name="connsiteX5" fmla="*/ 0 w 1439652"/>
                      <a:gd name="connsiteY5" fmla="*/ 0 h 1373603"/>
                      <a:gd name="connsiteX0" fmla="*/ 0 w 1439652"/>
                      <a:gd name="connsiteY0" fmla="*/ 0 h 1373603"/>
                      <a:gd name="connsiteX1" fmla="*/ 1439652 w 1439652"/>
                      <a:gd name="connsiteY1" fmla="*/ 0 h 1373603"/>
                      <a:gd name="connsiteX2" fmla="*/ 1218064 w 1439652"/>
                      <a:gd name="connsiteY2" fmla="*/ 783492 h 1373603"/>
                      <a:gd name="connsiteX3" fmla="*/ 724240 w 1439652"/>
                      <a:gd name="connsiteY3" fmla="*/ 1316302 h 1373603"/>
                      <a:gd name="connsiteX4" fmla="*/ 109391 w 1439652"/>
                      <a:gd name="connsiteY4" fmla="*/ 794711 h 1373603"/>
                      <a:gd name="connsiteX5" fmla="*/ 0 w 1439652"/>
                      <a:gd name="connsiteY5" fmla="*/ 0 h 1373603"/>
                      <a:gd name="connsiteX0" fmla="*/ 0 w 1439652"/>
                      <a:gd name="connsiteY0" fmla="*/ 0 h 1373603"/>
                      <a:gd name="connsiteX1" fmla="*/ 1439652 w 1439652"/>
                      <a:gd name="connsiteY1" fmla="*/ 0 h 1373603"/>
                      <a:gd name="connsiteX2" fmla="*/ 1218064 w 1439652"/>
                      <a:gd name="connsiteY2" fmla="*/ 783492 h 1373603"/>
                      <a:gd name="connsiteX3" fmla="*/ 724240 w 1439652"/>
                      <a:gd name="connsiteY3" fmla="*/ 1316302 h 1373603"/>
                      <a:gd name="connsiteX4" fmla="*/ 109391 w 1439652"/>
                      <a:gd name="connsiteY4" fmla="*/ 794711 h 1373603"/>
                      <a:gd name="connsiteX5" fmla="*/ 0 w 1439652"/>
                      <a:gd name="connsiteY5" fmla="*/ 0 h 1373603"/>
                      <a:gd name="connsiteX0" fmla="*/ 0 w 1439652"/>
                      <a:gd name="connsiteY0" fmla="*/ 0 h 1373603"/>
                      <a:gd name="connsiteX1" fmla="*/ 1439652 w 1439652"/>
                      <a:gd name="connsiteY1" fmla="*/ 0 h 1373603"/>
                      <a:gd name="connsiteX2" fmla="*/ 1223673 w 1439652"/>
                      <a:gd name="connsiteY2" fmla="*/ 780687 h 1373603"/>
                      <a:gd name="connsiteX3" fmla="*/ 724240 w 1439652"/>
                      <a:gd name="connsiteY3" fmla="*/ 1316302 h 1373603"/>
                      <a:gd name="connsiteX4" fmla="*/ 109391 w 1439652"/>
                      <a:gd name="connsiteY4" fmla="*/ 794711 h 1373603"/>
                      <a:gd name="connsiteX5" fmla="*/ 0 w 1439652"/>
                      <a:gd name="connsiteY5" fmla="*/ 0 h 1373603"/>
                      <a:gd name="connsiteX0" fmla="*/ 0 w 1439652"/>
                      <a:gd name="connsiteY0" fmla="*/ 0 h 1373603"/>
                      <a:gd name="connsiteX1" fmla="*/ 1439652 w 1439652"/>
                      <a:gd name="connsiteY1" fmla="*/ 0 h 1373603"/>
                      <a:gd name="connsiteX2" fmla="*/ 1223673 w 1439652"/>
                      <a:gd name="connsiteY2" fmla="*/ 780687 h 1373603"/>
                      <a:gd name="connsiteX3" fmla="*/ 724240 w 1439652"/>
                      <a:gd name="connsiteY3" fmla="*/ 1316302 h 1373603"/>
                      <a:gd name="connsiteX4" fmla="*/ 109391 w 1439652"/>
                      <a:gd name="connsiteY4" fmla="*/ 794711 h 1373603"/>
                      <a:gd name="connsiteX5" fmla="*/ 0 w 1439652"/>
                      <a:gd name="connsiteY5" fmla="*/ 0 h 1373603"/>
                      <a:gd name="connsiteX0" fmla="*/ 0 w 1439652"/>
                      <a:gd name="connsiteY0" fmla="*/ 0 h 1373603"/>
                      <a:gd name="connsiteX1" fmla="*/ 1439652 w 1439652"/>
                      <a:gd name="connsiteY1" fmla="*/ 0 h 1373603"/>
                      <a:gd name="connsiteX2" fmla="*/ 1223673 w 1439652"/>
                      <a:gd name="connsiteY2" fmla="*/ 780687 h 1373603"/>
                      <a:gd name="connsiteX3" fmla="*/ 724240 w 1439652"/>
                      <a:gd name="connsiteY3" fmla="*/ 1316302 h 1373603"/>
                      <a:gd name="connsiteX4" fmla="*/ 109391 w 1439652"/>
                      <a:gd name="connsiteY4" fmla="*/ 794711 h 1373603"/>
                      <a:gd name="connsiteX5" fmla="*/ 0 w 1439652"/>
                      <a:gd name="connsiteY5" fmla="*/ 0 h 1373603"/>
                      <a:gd name="connsiteX0" fmla="*/ 308541 w 1330261"/>
                      <a:gd name="connsiteY0" fmla="*/ 140245 h 1373603"/>
                      <a:gd name="connsiteX1" fmla="*/ 1330261 w 1330261"/>
                      <a:gd name="connsiteY1" fmla="*/ 0 h 1373603"/>
                      <a:gd name="connsiteX2" fmla="*/ 1114282 w 1330261"/>
                      <a:gd name="connsiteY2" fmla="*/ 780687 h 1373603"/>
                      <a:gd name="connsiteX3" fmla="*/ 614849 w 1330261"/>
                      <a:gd name="connsiteY3" fmla="*/ 1316302 h 1373603"/>
                      <a:gd name="connsiteX4" fmla="*/ 0 w 1330261"/>
                      <a:gd name="connsiteY4" fmla="*/ 794711 h 1373603"/>
                      <a:gd name="connsiteX5" fmla="*/ 308541 w 1330261"/>
                      <a:gd name="connsiteY5" fmla="*/ 140245 h 1373603"/>
                      <a:gd name="connsiteX0" fmla="*/ 308541 w 1330261"/>
                      <a:gd name="connsiteY0" fmla="*/ 140245 h 1373603"/>
                      <a:gd name="connsiteX1" fmla="*/ 1330261 w 1330261"/>
                      <a:gd name="connsiteY1" fmla="*/ 0 h 1373603"/>
                      <a:gd name="connsiteX2" fmla="*/ 1114282 w 1330261"/>
                      <a:gd name="connsiteY2" fmla="*/ 780687 h 1373603"/>
                      <a:gd name="connsiteX3" fmla="*/ 614849 w 1330261"/>
                      <a:gd name="connsiteY3" fmla="*/ 1316302 h 1373603"/>
                      <a:gd name="connsiteX4" fmla="*/ 0 w 1330261"/>
                      <a:gd name="connsiteY4" fmla="*/ 794711 h 1373603"/>
                      <a:gd name="connsiteX5" fmla="*/ 308541 w 1330261"/>
                      <a:gd name="connsiteY5" fmla="*/ 140245 h 1373603"/>
                      <a:gd name="connsiteX0" fmla="*/ 308541 w 1330261"/>
                      <a:gd name="connsiteY0" fmla="*/ 140245 h 1373603"/>
                      <a:gd name="connsiteX1" fmla="*/ 1330261 w 1330261"/>
                      <a:gd name="connsiteY1" fmla="*/ 0 h 1373603"/>
                      <a:gd name="connsiteX2" fmla="*/ 1114282 w 1330261"/>
                      <a:gd name="connsiteY2" fmla="*/ 780687 h 1373603"/>
                      <a:gd name="connsiteX3" fmla="*/ 614849 w 1330261"/>
                      <a:gd name="connsiteY3" fmla="*/ 1316302 h 1373603"/>
                      <a:gd name="connsiteX4" fmla="*/ 0 w 1330261"/>
                      <a:gd name="connsiteY4" fmla="*/ 794711 h 1373603"/>
                      <a:gd name="connsiteX5" fmla="*/ 308541 w 1330261"/>
                      <a:gd name="connsiteY5" fmla="*/ 140245 h 1373603"/>
                      <a:gd name="connsiteX0" fmla="*/ 313659 w 1335379"/>
                      <a:gd name="connsiteY0" fmla="*/ 140245 h 1373603"/>
                      <a:gd name="connsiteX1" fmla="*/ 1335379 w 1335379"/>
                      <a:gd name="connsiteY1" fmla="*/ 0 h 1373603"/>
                      <a:gd name="connsiteX2" fmla="*/ 1119400 w 1335379"/>
                      <a:gd name="connsiteY2" fmla="*/ 780687 h 1373603"/>
                      <a:gd name="connsiteX3" fmla="*/ 619967 w 1335379"/>
                      <a:gd name="connsiteY3" fmla="*/ 1316302 h 1373603"/>
                      <a:gd name="connsiteX4" fmla="*/ 5118 w 1335379"/>
                      <a:gd name="connsiteY4" fmla="*/ 794711 h 1373603"/>
                      <a:gd name="connsiteX5" fmla="*/ 313659 w 1335379"/>
                      <a:gd name="connsiteY5" fmla="*/ 140245 h 1373603"/>
                      <a:gd name="connsiteX0" fmla="*/ 313659 w 1119400"/>
                      <a:gd name="connsiteY0" fmla="*/ 5610 h 1238968"/>
                      <a:gd name="connsiteX1" fmla="*/ 777203 w 1119400"/>
                      <a:gd name="connsiteY1" fmla="*/ 0 h 1238968"/>
                      <a:gd name="connsiteX2" fmla="*/ 1119400 w 1119400"/>
                      <a:gd name="connsiteY2" fmla="*/ 646052 h 1238968"/>
                      <a:gd name="connsiteX3" fmla="*/ 619967 w 1119400"/>
                      <a:gd name="connsiteY3" fmla="*/ 1181667 h 1238968"/>
                      <a:gd name="connsiteX4" fmla="*/ 5118 w 1119400"/>
                      <a:gd name="connsiteY4" fmla="*/ 660076 h 1238968"/>
                      <a:gd name="connsiteX5" fmla="*/ 313659 w 1119400"/>
                      <a:gd name="connsiteY5" fmla="*/ 5610 h 1238968"/>
                      <a:gd name="connsiteX0" fmla="*/ 313659 w 1119400"/>
                      <a:gd name="connsiteY0" fmla="*/ 5610 h 1238968"/>
                      <a:gd name="connsiteX1" fmla="*/ 777203 w 1119400"/>
                      <a:gd name="connsiteY1" fmla="*/ 0 h 1238968"/>
                      <a:gd name="connsiteX2" fmla="*/ 1119400 w 1119400"/>
                      <a:gd name="connsiteY2" fmla="*/ 646052 h 1238968"/>
                      <a:gd name="connsiteX3" fmla="*/ 619967 w 1119400"/>
                      <a:gd name="connsiteY3" fmla="*/ 1181667 h 1238968"/>
                      <a:gd name="connsiteX4" fmla="*/ 5118 w 1119400"/>
                      <a:gd name="connsiteY4" fmla="*/ 660076 h 1238968"/>
                      <a:gd name="connsiteX5" fmla="*/ 313659 w 1119400"/>
                      <a:gd name="connsiteY5" fmla="*/ 5610 h 1238968"/>
                      <a:gd name="connsiteX0" fmla="*/ 313659 w 1127678"/>
                      <a:gd name="connsiteY0" fmla="*/ 5610 h 1238968"/>
                      <a:gd name="connsiteX1" fmla="*/ 777203 w 1127678"/>
                      <a:gd name="connsiteY1" fmla="*/ 0 h 1238968"/>
                      <a:gd name="connsiteX2" fmla="*/ 1119400 w 1127678"/>
                      <a:gd name="connsiteY2" fmla="*/ 646052 h 1238968"/>
                      <a:gd name="connsiteX3" fmla="*/ 619967 w 1127678"/>
                      <a:gd name="connsiteY3" fmla="*/ 1181667 h 1238968"/>
                      <a:gd name="connsiteX4" fmla="*/ 5118 w 1127678"/>
                      <a:gd name="connsiteY4" fmla="*/ 660076 h 1238968"/>
                      <a:gd name="connsiteX5" fmla="*/ 313659 w 1127678"/>
                      <a:gd name="connsiteY5" fmla="*/ 5610 h 1238968"/>
                      <a:gd name="connsiteX0" fmla="*/ 313659 w 1123274"/>
                      <a:gd name="connsiteY0" fmla="*/ 5610 h 1238968"/>
                      <a:gd name="connsiteX1" fmla="*/ 777203 w 1123274"/>
                      <a:gd name="connsiteY1" fmla="*/ 0 h 1238968"/>
                      <a:gd name="connsiteX2" fmla="*/ 1119400 w 1123274"/>
                      <a:gd name="connsiteY2" fmla="*/ 646052 h 1238968"/>
                      <a:gd name="connsiteX3" fmla="*/ 619967 w 1123274"/>
                      <a:gd name="connsiteY3" fmla="*/ 1181667 h 1238968"/>
                      <a:gd name="connsiteX4" fmla="*/ 5118 w 1123274"/>
                      <a:gd name="connsiteY4" fmla="*/ 660076 h 1238968"/>
                      <a:gd name="connsiteX5" fmla="*/ 313659 w 1123274"/>
                      <a:gd name="connsiteY5" fmla="*/ 5610 h 1238968"/>
                      <a:gd name="connsiteX0" fmla="*/ 313659 w 1119978"/>
                      <a:gd name="connsiteY0" fmla="*/ 5610 h 1238968"/>
                      <a:gd name="connsiteX1" fmla="*/ 777203 w 1119978"/>
                      <a:gd name="connsiteY1" fmla="*/ 0 h 1238968"/>
                      <a:gd name="connsiteX2" fmla="*/ 1119400 w 1119978"/>
                      <a:gd name="connsiteY2" fmla="*/ 646052 h 1238968"/>
                      <a:gd name="connsiteX3" fmla="*/ 619967 w 1119978"/>
                      <a:gd name="connsiteY3" fmla="*/ 1181667 h 1238968"/>
                      <a:gd name="connsiteX4" fmla="*/ 5118 w 1119978"/>
                      <a:gd name="connsiteY4" fmla="*/ 660076 h 1238968"/>
                      <a:gd name="connsiteX5" fmla="*/ 313659 w 1119978"/>
                      <a:gd name="connsiteY5" fmla="*/ 5610 h 1238968"/>
                      <a:gd name="connsiteX0" fmla="*/ 313659 w 1120225"/>
                      <a:gd name="connsiteY0" fmla="*/ 5610 h 1238968"/>
                      <a:gd name="connsiteX1" fmla="*/ 777203 w 1120225"/>
                      <a:gd name="connsiteY1" fmla="*/ 0 h 1238968"/>
                      <a:gd name="connsiteX2" fmla="*/ 1119400 w 1120225"/>
                      <a:gd name="connsiteY2" fmla="*/ 646052 h 1238968"/>
                      <a:gd name="connsiteX3" fmla="*/ 619967 w 1120225"/>
                      <a:gd name="connsiteY3" fmla="*/ 1181667 h 1238968"/>
                      <a:gd name="connsiteX4" fmla="*/ 5118 w 1120225"/>
                      <a:gd name="connsiteY4" fmla="*/ 660076 h 1238968"/>
                      <a:gd name="connsiteX5" fmla="*/ 313659 w 1120225"/>
                      <a:gd name="connsiteY5" fmla="*/ 5610 h 1238968"/>
                      <a:gd name="connsiteX0" fmla="*/ 313659 w 1121399"/>
                      <a:gd name="connsiteY0" fmla="*/ 5610 h 1238968"/>
                      <a:gd name="connsiteX1" fmla="*/ 777203 w 1121399"/>
                      <a:gd name="connsiteY1" fmla="*/ 0 h 1238968"/>
                      <a:gd name="connsiteX2" fmla="*/ 1119400 w 1121399"/>
                      <a:gd name="connsiteY2" fmla="*/ 646052 h 1238968"/>
                      <a:gd name="connsiteX3" fmla="*/ 619967 w 1121399"/>
                      <a:gd name="connsiteY3" fmla="*/ 1181667 h 1238968"/>
                      <a:gd name="connsiteX4" fmla="*/ 5118 w 1121399"/>
                      <a:gd name="connsiteY4" fmla="*/ 660076 h 1238968"/>
                      <a:gd name="connsiteX5" fmla="*/ 313659 w 1121399"/>
                      <a:gd name="connsiteY5" fmla="*/ 5610 h 1238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1399" h="1238968">
                        <a:moveTo>
                          <a:pt x="313659" y="5610"/>
                        </a:moveTo>
                        <a:lnTo>
                          <a:pt x="777203" y="0"/>
                        </a:lnTo>
                        <a:cubicBezTo>
                          <a:pt x="1009075" y="111569"/>
                          <a:pt x="1131555" y="354969"/>
                          <a:pt x="1119400" y="646052"/>
                        </a:cubicBezTo>
                        <a:cubicBezTo>
                          <a:pt x="1148331" y="1000364"/>
                          <a:pt x="857503" y="1349068"/>
                          <a:pt x="619967" y="1181667"/>
                        </a:cubicBezTo>
                        <a:cubicBezTo>
                          <a:pt x="386968" y="1372441"/>
                          <a:pt x="30554" y="1058333"/>
                          <a:pt x="5118" y="660076"/>
                        </a:cubicBezTo>
                        <a:cubicBezTo>
                          <a:pt x="-29475" y="310090"/>
                          <a:pt x="115445" y="105959"/>
                          <a:pt x="313659" y="5610"/>
                        </a:cubicBezTo>
                        <a:close/>
                      </a:path>
                    </a:pathLst>
                  </a:custGeom>
                  <a:solidFill>
                    <a:srgbClr val="5A453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sp>
                <p:nvSpPr>
                  <p:cNvPr id="142" name="Oval 141"/>
                  <p:cNvSpPr/>
                  <p:nvPr/>
                </p:nvSpPr>
                <p:spPr>
                  <a:xfrm>
                    <a:off x="2021914" y="362073"/>
                    <a:ext cx="448785" cy="450820"/>
                  </a:xfrm>
                  <a:prstGeom prst="ellipse">
                    <a:avLst/>
                  </a:prstGeom>
                  <a:solidFill>
                    <a:srgbClr val="44342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grpSp>
          </p:grpSp>
        </p:grpSp>
        <p:grpSp>
          <p:nvGrpSpPr>
            <p:cNvPr id="119" name="Group 118"/>
            <p:cNvGrpSpPr/>
            <p:nvPr/>
          </p:nvGrpSpPr>
          <p:grpSpPr>
            <a:xfrm>
              <a:off x="7081143" y="2337189"/>
              <a:ext cx="221542" cy="232657"/>
              <a:chOff x="542083" y="2449368"/>
              <a:chExt cx="1126408" cy="1259157"/>
            </a:xfrm>
            <a:solidFill>
              <a:srgbClr val="EAAA00"/>
            </a:solidFill>
          </p:grpSpPr>
          <p:sp>
            <p:nvSpPr>
              <p:cNvPr id="133" name="Rectangle 4"/>
              <p:cNvSpPr/>
              <p:nvPr/>
            </p:nvSpPr>
            <p:spPr>
              <a:xfrm rot="10176135">
                <a:off x="542083" y="2449368"/>
                <a:ext cx="272435" cy="253947"/>
              </a:xfrm>
              <a:custGeom>
                <a:avLst/>
                <a:gdLst>
                  <a:gd name="connsiteX0" fmla="*/ 0 w 731044"/>
                  <a:gd name="connsiteY0" fmla="*/ 0 h 697706"/>
                  <a:gd name="connsiteX1" fmla="*/ 731044 w 731044"/>
                  <a:gd name="connsiteY1" fmla="*/ 0 h 697706"/>
                  <a:gd name="connsiteX2" fmla="*/ 731044 w 731044"/>
                  <a:gd name="connsiteY2" fmla="*/ 697706 h 697706"/>
                  <a:gd name="connsiteX3" fmla="*/ 0 w 731044"/>
                  <a:gd name="connsiteY3" fmla="*/ 697706 h 697706"/>
                  <a:gd name="connsiteX4" fmla="*/ 0 w 731044"/>
                  <a:gd name="connsiteY4" fmla="*/ 0 h 697706"/>
                  <a:gd name="connsiteX0" fmla="*/ 92869 w 731044"/>
                  <a:gd name="connsiteY0" fmla="*/ 507206 h 697706"/>
                  <a:gd name="connsiteX1" fmla="*/ 731044 w 731044"/>
                  <a:gd name="connsiteY1" fmla="*/ 0 h 697706"/>
                  <a:gd name="connsiteX2" fmla="*/ 731044 w 731044"/>
                  <a:gd name="connsiteY2" fmla="*/ 697706 h 697706"/>
                  <a:gd name="connsiteX3" fmla="*/ 0 w 731044"/>
                  <a:gd name="connsiteY3" fmla="*/ 697706 h 697706"/>
                  <a:gd name="connsiteX4" fmla="*/ 92869 w 731044"/>
                  <a:gd name="connsiteY4" fmla="*/ 507206 h 697706"/>
                  <a:gd name="connsiteX0" fmla="*/ 92869 w 731044"/>
                  <a:gd name="connsiteY0" fmla="*/ 314325 h 504825"/>
                  <a:gd name="connsiteX1" fmla="*/ 454819 w 731044"/>
                  <a:gd name="connsiteY1" fmla="*/ 0 h 504825"/>
                  <a:gd name="connsiteX2" fmla="*/ 731044 w 731044"/>
                  <a:gd name="connsiteY2" fmla="*/ 504825 h 504825"/>
                  <a:gd name="connsiteX3" fmla="*/ 0 w 731044"/>
                  <a:gd name="connsiteY3" fmla="*/ 504825 h 504825"/>
                  <a:gd name="connsiteX4" fmla="*/ 92869 w 731044"/>
                  <a:gd name="connsiteY4" fmla="*/ 314325 h 504825"/>
                  <a:gd name="connsiteX0" fmla="*/ 92869 w 650082"/>
                  <a:gd name="connsiteY0" fmla="*/ 314325 h 504825"/>
                  <a:gd name="connsiteX1" fmla="*/ 454819 w 650082"/>
                  <a:gd name="connsiteY1" fmla="*/ 0 h 504825"/>
                  <a:gd name="connsiteX2" fmla="*/ 650082 w 650082"/>
                  <a:gd name="connsiteY2" fmla="*/ 219075 h 504825"/>
                  <a:gd name="connsiteX3" fmla="*/ 0 w 650082"/>
                  <a:gd name="connsiteY3" fmla="*/ 504825 h 504825"/>
                  <a:gd name="connsiteX4" fmla="*/ 92869 w 650082"/>
                  <a:gd name="connsiteY4" fmla="*/ 314325 h 504825"/>
                  <a:gd name="connsiteX0" fmla="*/ 92869 w 689668"/>
                  <a:gd name="connsiteY0" fmla="*/ 314325 h 504825"/>
                  <a:gd name="connsiteX1" fmla="*/ 454819 w 689668"/>
                  <a:gd name="connsiteY1" fmla="*/ 0 h 504825"/>
                  <a:gd name="connsiteX2" fmla="*/ 650082 w 689668"/>
                  <a:gd name="connsiteY2" fmla="*/ 219075 h 504825"/>
                  <a:gd name="connsiteX3" fmla="*/ 0 w 689668"/>
                  <a:gd name="connsiteY3" fmla="*/ 504825 h 504825"/>
                  <a:gd name="connsiteX4" fmla="*/ 92869 w 689668"/>
                  <a:gd name="connsiteY4" fmla="*/ 314325 h 504825"/>
                  <a:gd name="connsiteX0" fmla="*/ 92869 w 690173"/>
                  <a:gd name="connsiteY0" fmla="*/ 302418 h 492918"/>
                  <a:gd name="connsiteX1" fmla="*/ 459581 w 690173"/>
                  <a:gd name="connsiteY1" fmla="*/ 0 h 492918"/>
                  <a:gd name="connsiteX2" fmla="*/ 650082 w 690173"/>
                  <a:gd name="connsiteY2" fmla="*/ 207168 h 492918"/>
                  <a:gd name="connsiteX3" fmla="*/ 0 w 690173"/>
                  <a:gd name="connsiteY3" fmla="*/ 492918 h 492918"/>
                  <a:gd name="connsiteX4" fmla="*/ 92869 w 690173"/>
                  <a:gd name="connsiteY4" fmla="*/ 302418 h 492918"/>
                  <a:gd name="connsiteX0" fmla="*/ 92869 w 690173"/>
                  <a:gd name="connsiteY0" fmla="*/ 302418 h 492918"/>
                  <a:gd name="connsiteX1" fmla="*/ 459581 w 690173"/>
                  <a:gd name="connsiteY1" fmla="*/ 0 h 492918"/>
                  <a:gd name="connsiteX2" fmla="*/ 650082 w 690173"/>
                  <a:gd name="connsiteY2" fmla="*/ 207168 h 492918"/>
                  <a:gd name="connsiteX3" fmla="*/ 0 w 690173"/>
                  <a:gd name="connsiteY3" fmla="*/ 492918 h 492918"/>
                  <a:gd name="connsiteX4" fmla="*/ 92869 w 690173"/>
                  <a:gd name="connsiteY4" fmla="*/ 302418 h 492918"/>
                  <a:gd name="connsiteX0" fmla="*/ 92869 w 702970"/>
                  <a:gd name="connsiteY0" fmla="*/ 359701 h 550201"/>
                  <a:gd name="connsiteX1" fmla="*/ 459581 w 702970"/>
                  <a:gd name="connsiteY1" fmla="*/ 57283 h 550201"/>
                  <a:gd name="connsiteX2" fmla="*/ 650082 w 702970"/>
                  <a:gd name="connsiteY2" fmla="*/ 264451 h 550201"/>
                  <a:gd name="connsiteX3" fmla="*/ 0 w 702970"/>
                  <a:gd name="connsiteY3" fmla="*/ 550201 h 550201"/>
                  <a:gd name="connsiteX4" fmla="*/ 92869 w 702970"/>
                  <a:gd name="connsiteY4" fmla="*/ 359701 h 550201"/>
                  <a:gd name="connsiteX0" fmla="*/ 92869 w 706874"/>
                  <a:gd name="connsiteY0" fmla="*/ 347179 h 537679"/>
                  <a:gd name="connsiteX1" fmla="*/ 459581 w 706874"/>
                  <a:gd name="connsiteY1" fmla="*/ 44761 h 537679"/>
                  <a:gd name="connsiteX2" fmla="*/ 650082 w 706874"/>
                  <a:gd name="connsiteY2" fmla="*/ 251929 h 537679"/>
                  <a:gd name="connsiteX3" fmla="*/ 0 w 706874"/>
                  <a:gd name="connsiteY3" fmla="*/ 537679 h 537679"/>
                  <a:gd name="connsiteX4" fmla="*/ 92869 w 706874"/>
                  <a:gd name="connsiteY4" fmla="*/ 347179 h 537679"/>
                  <a:gd name="connsiteX0" fmla="*/ 92869 w 705065"/>
                  <a:gd name="connsiteY0" fmla="*/ 353475 h 543975"/>
                  <a:gd name="connsiteX1" fmla="*/ 450056 w 705065"/>
                  <a:gd name="connsiteY1" fmla="*/ 43913 h 543975"/>
                  <a:gd name="connsiteX2" fmla="*/ 650082 w 705065"/>
                  <a:gd name="connsiteY2" fmla="*/ 258225 h 543975"/>
                  <a:gd name="connsiteX3" fmla="*/ 0 w 705065"/>
                  <a:gd name="connsiteY3" fmla="*/ 543975 h 543975"/>
                  <a:gd name="connsiteX4" fmla="*/ 92869 w 705065"/>
                  <a:gd name="connsiteY4" fmla="*/ 353475 h 543975"/>
                  <a:gd name="connsiteX0" fmla="*/ 92869 w 738325"/>
                  <a:gd name="connsiteY0" fmla="*/ 357004 h 547504"/>
                  <a:gd name="connsiteX1" fmla="*/ 450056 w 738325"/>
                  <a:gd name="connsiteY1" fmla="*/ 47442 h 547504"/>
                  <a:gd name="connsiteX2" fmla="*/ 650082 w 738325"/>
                  <a:gd name="connsiteY2" fmla="*/ 261754 h 547504"/>
                  <a:gd name="connsiteX3" fmla="*/ 0 w 738325"/>
                  <a:gd name="connsiteY3" fmla="*/ 547504 h 547504"/>
                  <a:gd name="connsiteX4" fmla="*/ 92869 w 738325"/>
                  <a:gd name="connsiteY4" fmla="*/ 357004 h 547504"/>
                  <a:gd name="connsiteX0" fmla="*/ 92869 w 734198"/>
                  <a:gd name="connsiteY0" fmla="*/ 366816 h 557316"/>
                  <a:gd name="connsiteX1" fmla="*/ 450056 w 734198"/>
                  <a:gd name="connsiteY1" fmla="*/ 57254 h 557316"/>
                  <a:gd name="connsiteX2" fmla="*/ 650082 w 734198"/>
                  <a:gd name="connsiteY2" fmla="*/ 271566 h 557316"/>
                  <a:gd name="connsiteX3" fmla="*/ 0 w 734198"/>
                  <a:gd name="connsiteY3" fmla="*/ 557316 h 557316"/>
                  <a:gd name="connsiteX4" fmla="*/ 92869 w 734198"/>
                  <a:gd name="connsiteY4" fmla="*/ 366816 h 557316"/>
                  <a:gd name="connsiteX0" fmla="*/ 92869 w 736225"/>
                  <a:gd name="connsiteY0" fmla="*/ 366816 h 557316"/>
                  <a:gd name="connsiteX1" fmla="*/ 450056 w 736225"/>
                  <a:gd name="connsiteY1" fmla="*/ 57254 h 557316"/>
                  <a:gd name="connsiteX2" fmla="*/ 650082 w 736225"/>
                  <a:gd name="connsiteY2" fmla="*/ 271566 h 557316"/>
                  <a:gd name="connsiteX3" fmla="*/ 0 w 736225"/>
                  <a:gd name="connsiteY3" fmla="*/ 557316 h 557316"/>
                  <a:gd name="connsiteX4" fmla="*/ 92869 w 736225"/>
                  <a:gd name="connsiteY4" fmla="*/ 366816 h 557316"/>
                  <a:gd name="connsiteX0" fmla="*/ 92869 w 757544"/>
                  <a:gd name="connsiteY0" fmla="*/ 364191 h 554691"/>
                  <a:gd name="connsiteX1" fmla="*/ 450056 w 757544"/>
                  <a:gd name="connsiteY1" fmla="*/ 54629 h 554691"/>
                  <a:gd name="connsiteX2" fmla="*/ 676276 w 757544"/>
                  <a:gd name="connsiteY2" fmla="*/ 287991 h 554691"/>
                  <a:gd name="connsiteX3" fmla="*/ 0 w 757544"/>
                  <a:gd name="connsiteY3" fmla="*/ 554691 h 554691"/>
                  <a:gd name="connsiteX4" fmla="*/ 92869 w 757544"/>
                  <a:gd name="connsiteY4" fmla="*/ 364191 h 554691"/>
                  <a:gd name="connsiteX0" fmla="*/ 92869 w 756519"/>
                  <a:gd name="connsiteY0" fmla="*/ 364477 h 554977"/>
                  <a:gd name="connsiteX1" fmla="*/ 450056 w 756519"/>
                  <a:gd name="connsiteY1" fmla="*/ 54915 h 554977"/>
                  <a:gd name="connsiteX2" fmla="*/ 676276 w 756519"/>
                  <a:gd name="connsiteY2" fmla="*/ 288277 h 554977"/>
                  <a:gd name="connsiteX3" fmla="*/ 0 w 756519"/>
                  <a:gd name="connsiteY3" fmla="*/ 554977 h 554977"/>
                  <a:gd name="connsiteX4" fmla="*/ 92869 w 756519"/>
                  <a:gd name="connsiteY4" fmla="*/ 364477 h 554977"/>
                  <a:gd name="connsiteX0" fmla="*/ 92869 w 758034"/>
                  <a:gd name="connsiteY0" fmla="*/ 369357 h 559857"/>
                  <a:gd name="connsiteX1" fmla="*/ 450056 w 758034"/>
                  <a:gd name="connsiteY1" fmla="*/ 59795 h 559857"/>
                  <a:gd name="connsiteX2" fmla="*/ 676276 w 758034"/>
                  <a:gd name="connsiteY2" fmla="*/ 293157 h 559857"/>
                  <a:gd name="connsiteX3" fmla="*/ 0 w 758034"/>
                  <a:gd name="connsiteY3" fmla="*/ 559857 h 559857"/>
                  <a:gd name="connsiteX4" fmla="*/ 92869 w 758034"/>
                  <a:gd name="connsiteY4" fmla="*/ 369357 h 559857"/>
                  <a:gd name="connsiteX0" fmla="*/ 0 w 665165"/>
                  <a:gd name="connsiteY0" fmla="*/ 369357 h 521757"/>
                  <a:gd name="connsiteX1" fmla="*/ 357187 w 665165"/>
                  <a:gd name="connsiteY1" fmla="*/ 59795 h 521757"/>
                  <a:gd name="connsiteX2" fmla="*/ 583407 w 665165"/>
                  <a:gd name="connsiteY2" fmla="*/ 293157 h 521757"/>
                  <a:gd name="connsiteX3" fmla="*/ 138112 w 665165"/>
                  <a:gd name="connsiteY3" fmla="*/ 521757 h 521757"/>
                  <a:gd name="connsiteX4" fmla="*/ 0 w 665165"/>
                  <a:gd name="connsiteY4" fmla="*/ 369357 h 521757"/>
                  <a:gd name="connsiteX0" fmla="*/ 0 w 665165"/>
                  <a:gd name="connsiteY0" fmla="*/ 369357 h 533663"/>
                  <a:gd name="connsiteX1" fmla="*/ 357187 w 665165"/>
                  <a:gd name="connsiteY1" fmla="*/ 59795 h 533663"/>
                  <a:gd name="connsiteX2" fmla="*/ 583407 w 665165"/>
                  <a:gd name="connsiteY2" fmla="*/ 293157 h 533663"/>
                  <a:gd name="connsiteX3" fmla="*/ 154781 w 665165"/>
                  <a:gd name="connsiteY3" fmla="*/ 533663 h 533663"/>
                  <a:gd name="connsiteX4" fmla="*/ 0 w 665165"/>
                  <a:gd name="connsiteY4" fmla="*/ 369357 h 533663"/>
                  <a:gd name="connsiteX0" fmla="*/ 0 w 665165"/>
                  <a:gd name="connsiteY0" fmla="*/ 369357 h 543188"/>
                  <a:gd name="connsiteX1" fmla="*/ 357187 w 665165"/>
                  <a:gd name="connsiteY1" fmla="*/ 59795 h 543188"/>
                  <a:gd name="connsiteX2" fmla="*/ 583407 w 665165"/>
                  <a:gd name="connsiteY2" fmla="*/ 293157 h 543188"/>
                  <a:gd name="connsiteX3" fmla="*/ 154781 w 665165"/>
                  <a:gd name="connsiteY3" fmla="*/ 543188 h 543188"/>
                  <a:gd name="connsiteX4" fmla="*/ 0 w 665165"/>
                  <a:gd name="connsiteY4" fmla="*/ 369357 h 543188"/>
                  <a:gd name="connsiteX0" fmla="*/ 403 w 665568"/>
                  <a:gd name="connsiteY0" fmla="*/ 369357 h 543188"/>
                  <a:gd name="connsiteX1" fmla="*/ 357590 w 665568"/>
                  <a:gd name="connsiteY1" fmla="*/ 59795 h 543188"/>
                  <a:gd name="connsiteX2" fmla="*/ 583810 w 665568"/>
                  <a:gd name="connsiteY2" fmla="*/ 293157 h 543188"/>
                  <a:gd name="connsiteX3" fmla="*/ 155184 w 665568"/>
                  <a:gd name="connsiteY3" fmla="*/ 543188 h 543188"/>
                  <a:gd name="connsiteX4" fmla="*/ 403 w 665568"/>
                  <a:gd name="connsiteY4" fmla="*/ 369357 h 543188"/>
                  <a:gd name="connsiteX0" fmla="*/ 2012 w 667177"/>
                  <a:gd name="connsiteY0" fmla="*/ 369357 h 546530"/>
                  <a:gd name="connsiteX1" fmla="*/ 359199 w 667177"/>
                  <a:gd name="connsiteY1" fmla="*/ 59795 h 546530"/>
                  <a:gd name="connsiteX2" fmla="*/ 585419 w 667177"/>
                  <a:gd name="connsiteY2" fmla="*/ 293157 h 546530"/>
                  <a:gd name="connsiteX3" fmla="*/ 156793 w 667177"/>
                  <a:gd name="connsiteY3" fmla="*/ 543188 h 546530"/>
                  <a:gd name="connsiteX4" fmla="*/ 2012 w 667177"/>
                  <a:gd name="connsiteY4" fmla="*/ 369357 h 546530"/>
                  <a:gd name="connsiteX0" fmla="*/ 2012 w 667177"/>
                  <a:gd name="connsiteY0" fmla="*/ 369357 h 546530"/>
                  <a:gd name="connsiteX1" fmla="*/ 359199 w 667177"/>
                  <a:gd name="connsiteY1" fmla="*/ 59795 h 546530"/>
                  <a:gd name="connsiteX2" fmla="*/ 585419 w 667177"/>
                  <a:gd name="connsiteY2" fmla="*/ 293157 h 546530"/>
                  <a:gd name="connsiteX3" fmla="*/ 156793 w 667177"/>
                  <a:gd name="connsiteY3" fmla="*/ 543188 h 546530"/>
                  <a:gd name="connsiteX4" fmla="*/ 2012 w 667177"/>
                  <a:gd name="connsiteY4" fmla="*/ 369357 h 546530"/>
                  <a:gd name="connsiteX0" fmla="*/ 14922 w 680087"/>
                  <a:gd name="connsiteY0" fmla="*/ 369357 h 545428"/>
                  <a:gd name="connsiteX1" fmla="*/ 372109 w 680087"/>
                  <a:gd name="connsiteY1" fmla="*/ 59795 h 545428"/>
                  <a:gd name="connsiteX2" fmla="*/ 598329 w 680087"/>
                  <a:gd name="connsiteY2" fmla="*/ 293157 h 545428"/>
                  <a:gd name="connsiteX3" fmla="*/ 169703 w 680087"/>
                  <a:gd name="connsiteY3" fmla="*/ 543188 h 545428"/>
                  <a:gd name="connsiteX4" fmla="*/ 14922 w 680087"/>
                  <a:gd name="connsiteY4" fmla="*/ 369357 h 545428"/>
                  <a:gd name="connsiteX0" fmla="*/ 13366 w 678531"/>
                  <a:gd name="connsiteY0" fmla="*/ 369357 h 554814"/>
                  <a:gd name="connsiteX1" fmla="*/ 370553 w 678531"/>
                  <a:gd name="connsiteY1" fmla="*/ 59795 h 554814"/>
                  <a:gd name="connsiteX2" fmla="*/ 596773 w 678531"/>
                  <a:gd name="connsiteY2" fmla="*/ 293157 h 554814"/>
                  <a:gd name="connsiteX3" fmla="*/ 180054 w 678531"/>
                  <a:gd name="connsiteY3" fmla="*/ 552713 h 554814"/>
                  <a:gd name="connsiteX4" fmla="*/ 13366 w 678531"/>
                  <a:gd name="connsiteY4" fmla="*/ 369357 h 554814"/>
                  <a:gd name="connsiteX0" fmla="*/ 10389 w 675554"/>
                  <a:gd name="connsiteY0" fmla="*/ 369357 h 559513"/>
                  <a:gd name="connsiteX1" fmla="*/ 367576 w 675554"/>
                  <a:gd name="connsiteY1" fmla="*/ 59795 h 559513"/>
                  <a:gd name="connsiteX2" fmla="*/ 593796 w 675554"/>
                  <a:gd name="connsiteY2" fmla="*/ 293157 h 559513"/>
                  <a:gd name="connsiteX3" fmla="*/ 208033 w 675554"/>
                  <a:gd name="connsiteY3" fmla="*/ 557475 h 559513"/>
                  <a:gd name="connsiteX4" fmla="*/ 10389 w 675554"/>
                  <a:gd name="connsiteY4" fmla="*/ 369357 h 559513"/>
                  <a:gd name="connsiteX0" fmla="*/ 9895 w 675060"/>
                  <a:gd name="connsiteY0" fmla="*/ 369357 h 563100"/>
                  <a:gd name="connsiteX1" fmla="*/ 367082 w 675060"/>
                  <a:gd name="connsiteY1" fmla="*/ 59795 h 563100"/>
                  <a:gd name="connsiteX2" fmla="*/ 593302 w 675060"/>
                  <a:gd name="connsiteY2" fmla="*/ 293157 h 563100"/>
                  <a:gd name="connsiteX3" fmla="*/ 207539 w 675060"/>
                  <a:gd name="connsiteY3" fmla="*/ 557475 h 563100"/>
                  <a:gd name="connsiteX4" fmla="*/ 9895 w 675060"/>
                  <a:gd name="connsiteY4" fmla="*/ 369357 h 563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5060" h="563100">
                    <a:moveTo>
                      <a:pt x="9895" y="369357"/>
                    </a:moveTo>
                    <a:lnTo>
                      <a:pt x="367082" y="59795"/>
                    </a:lnTo>
                    <a:cubicBezTo>
                      <a:pt x="555994" y="-121972"/>
                      <a:pt x="806820" y="155838"/>
                      <a:pt x="593302" y="293157"/>
                    </a:cubicBezTo>
                    <a:lnTo>
                      <a:pt x="207539" y="557475"/>
                    </a:lnTo>
                    <a:cubicBezTo>
                      <a:pt x="60695" y="594781"/>
                      <a:pt x="-31379" y="436826"/>
                      <a:pt x="9895" y="369357"/>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sp>
            <p:nvSpPr>
              <p:cNvPr id="134" name="Rectangle 4"/>
              <p:cNvSpPr/>
              <p:nvPr/>
            </p:nvSpPr>
            <p:spPr>
              <a:xfrm rot="13571737">
                <a:off x="1440817" y="3105143"/>
                <a:ext cx="117288" cy="338060"/>
              </a:xfrm>
              <a:custGeom>
                <a:avLst/>
                <a:gdLst>
                  <a:gd name="connsiteX0" fmla="*/ 0 w 731044"/>
                  <a:gd name="connsiteY0" fmla="*/ 0 h 697706"/>
                  <a:gd name="connsiteX1" fmla="*/ 731044 w 731044"/>
                  <a:gd name="connsiteY1" fmla="*/ 0 h 697706"/>
                  <a:gd name="connsiteX2" fmla="*/ 731044 w 731044"/>
                  <a:gd name="connsiteY2" fmla="*/ 697706 h 697706"/>
                  <a:gd name="connsiteX3" fmla="*/ 0 w 731044"/>
                  <a:gd name="connsiteY3" fmla="*/ 697706 h 697706"/>
                  <a:gd name="connsiteX4" fmla="*/ 0 w 731044"/>
                  <a:gd name="connsiteY4" fmla="*/ 0 h 697706"/>
                  <a:gd name="connsiteX0" fmla="*/ 92869 w 731044"/>
                  <a:gd name="connsiteY0" fmla="*/ 507206 h 697706"/>
                  <a:gd name="connsiteX1" fmla="*/ 731044 w 731044"/>
                  <a:gd name="connsiteY1" fmla="*/ 0 h 697706"/>
                  <a:gd name="connsiteX2" fmla="*/ 731044 w 731044"/>
                  <a:gd name="connsiteY2" fmla="*/ 697706 h 697706"/>
                  <a:gd name="connsiteX3" fmla="*/ 0 w 731044"/>
                  <a:gd name="connsiteY3" fmla="*/ 697706 h 697706"/>
                  <a:gd name="connsiteX4" fmla="*/ 92869 w 731044"/>
                  <a:gd name="connsiteY4" fmla="*/ 507206 h 697706"/>
                  <a:gd name="connsiteX0" fmla="*/ 92869 w 731044"/>
                  <a:gd name="connsiteY0" fmla="*/ 314325 h 504825"/>
                  <a:gd name="connsiteX1" fmla="*/ 454819 w 731044"/>
                  <a:gd name="connsiteY1" fmla="*/ 0 h 504825"/>
                  <a:gd name="connsiteX2" fmla="*/ 731044 w 731044"/>
                  <a:gd name="connsiteY2" fmla="*/ 504825 h 504825"/>
                  <a:gd name="connsiteX3" fmla="*/ 0 w 731044"/>
                  <a:gd name="connsiteY3" fmla="*/ 504825 h 504825"/>
                  <a:gd name="connsiteX4" fmla="*/ 92869 w 731044"/>
                  <a:gd name="connsiteY4" fmla="*/ 314325 h 504825"/>
                  <a:gd name="connsiteX0" fmla="*/ 92869 w 650082"/>
                  <a:gd name="connsiteY0" fmla="*/ 314325 h 504825"/>
                  <a:gd name="connsiteX1" fmla="*/ 454819 w 650082"/>
                  <a:gd name="connsiteY1" fmla="*/ 0 h 504825"/>
                  <a:gd name="connsiteX2" fmla="*/ 650082 w 650082"/>
                  <a:gd name="connsiteY2" fmla="*/ 219075 h 504825"/>
                  <a:gd name="connsiteX3" fmla="*/ 0 w 650082"/>
                  <a:gd name="connsiteY3" fmla="*/ 504825 h 504825"/>
                  <a:gd name="connsiteX4" fmla="*/ 92869 w 650082"/>
                  <a:gd name="connsiteY4" fmla="*/ 314325 h 504825"/>
                  <a:gd name="connsiteX0" fmla="*/ 92869 w 689668"/>
                  <a:gd name="connsiteY0" fmla="*/ 314325 h 504825"/>
                  <a:gd name="connsiteX1" fmla="*/ 454819 w 689668"/>
                  <a:gd name="connsiteY1" fmla="*/ 0 h 504825"/>
                  <a:gd name="connsiteX2" fmla="*/ 650082 w 689668"/>
                  <a:gd name="connsiteY2" fmla="*/ 219075 h 504825"/>
                  <a:gd name="connsiteX3" fmla="*/ 0 w 689668"/>
                  <a:gd name="connsiteY3" fmla="*/ 504825 h 504825"/>
                  <a:gd name="connsiteX4" fmla="*/ 92869 w 689668"/>
                  <a:gd name="connsiteY4" fmla="*/ 314325 h 504825"/>
                  <a:gd name="connsiteX0" fmla="*/ 92869 w 690173"/>
                  <a:gd name="connsiteY0" fmla="*/ 302418 h 492918"/>
                  <a:gd name="connsiteX1" fmla="*/ 459581 w 690173"/>
                  <a:gd name="connsiteY1" fmla="*/ 0 h 492918"/>
                  <a:gd name="connsiteX2" fmla="*/ 650082 w 690173"/>
                  <a:gd name="connsiteY2" fmla="*/ 207168 h 492918"/>
                  <a:gd name="connsiteX3" fmla="*/ 0 w 690173"/>
                  <a:gd name="connsiteY3" fmla="*/ 492918 h 492918"/>
                  <a:gd name="connsiteX4" fmla="*/ 92869 w 690173"/>
                  <a:gd name="connsiteY4" fmla="*/ 302418 h 492918"/>
                  <a:gd name="connsiteX0" fmla="*/ 92869 w 690173"/>
                  <a:gd name="connsiteY0" fmla="*/ 302418 h 492918"/>
                  <a:gd name="connsiteX1" fmla="*/ 459581 w 690173"/>
                  <a:gd name="connsiteY1" fmla="*/ 0 h 492918"/>
                  <a:gd name="connsiteX2" fmla="*/ 650082 w 690173"/>
                  <a:gd name="connsiteY2" fmla="*/ 207168 h 492918"/>
                  <a:gd name="connsiteX3" fmla="*/ 0 w 690173"/>
                  <a:gd name="connsiteY3" fmla="*/ 492918 h 492918"/>
                  <a:gd name="connsiteX4" fmla="*/ 92869 w 690173"/>
                  <a:gd name="connsiteY4" fmla="*/ 302418 h 492918"/>
                  <a:gd name="connsiteX0" fmla="*/ 92869 w 702970"/>
                  <a:gd name="connsiteY0" fmla="*/ 359701 h 550201"/>
                  <a:gd name="connsiteX1" fmla="*/ 459581 w 702970"/>
                  <a:gd name="connsiteY1" fmla="*/ 57283 h 550201"/>
                  <a:gd name="connsiteX2" fmla="*/ 650082 w 702970"/>
                  <a:gd name="connsiteY2" fmla="*/ 264451 h 550201"/>
                  <a:gd name="connsiteX3" fmla="*/ 0 w 702970"/>
                  <a:gd name="connsiteY3" fmla="*/ 550201 h 550201"/>
                  <a:gd name="connsiteX4" fmla="*/ 92869 w 702970"/>
                  <a:gd name="connsiteY4" fmla="*/ 359701 h 550201"/>
                  <a:gd name="connsiteX0" fmla="*/ 92869 w 706874"/>
                  <a:gd name="connsiteY0" fmla="*/ 347179 h 537679"/>
                  <a:gd name="connsiteX1" fmla="*/ 459581 w 706874"/>
                  <a:gd name="connsiteY1" fmla="*/ 44761 h 537679"/>
                  <a:gd name="connsiteX2" fmla="*/ 650082 w 706874"/>
                  <a:gd name="connsiteY2" fmla="*/ 251929 h 537679"/>
                  <a:gd name="connsiteX3" fmla="*/ 0 w 706874"/>
                  <a:gd name="connsiteY3" fmla="*/ 537679 h 537679"/>
                  <a:gd name="connsiteX4" fmla="*/ 92869 w 706874"/>
                  <a:gd name="connsiteY4" fmla="*/ 347179 h 537679"/>
                  <a:gd name="connsiteX0" fmla="*/ 92869 w 705065"/>
                  <a:gd name="connsiteY0" fmla="*/ 353475 h 543975"/>
                  <a:gd name="connsiteX1" fmla="*/ 450056 w 705065"/>
                  <a:gd name="connsiteY1" fmla="*/ 43913 h 543975"/>
                  <a:gd name="connsiteX2" fmla="*/ 650082 w 705065"/>
                  <a:gd name="connsiteY2" fmla="*/ 258225 h 543975"/>
                  <a:gd name="connsiteX3" fmla="*/ 0 w 705065"/>
                  <a:gd name="connsiteY3" fmla="*/ 543975 h 543975"/>
                  <a:gd name="connsiteX4" fmla="*/ 92869 w 705065"/>
                  <a:gd name="connsiteY4" fmla="*/ 353475 h 543975"/>
                  <a:gd name="connsiteX0" fmla="*/ 92869 w 738325"/>
                  <a:gd name="connsiteY0" fmla="*/ 357004 h 547504"/>
                  <a:gd name="connsiteX1" fmla="*/ 450056 w 738325"/>
                  <a:gd name="connsiteY1" fmla="*/ 47442 h 547504"/>
                  <a:gd name="connsiteX2" fmla="*/ 650082 w 738325"/>
                  <a:gd name="connsiteY2" fmla="*/ 261754 h 547504"/>
                  <a:gd name="connsiteX3" fmla="*/ 0 w 738325"/>
                  <a:gd name="connsiteY3" fmla="*/ 547504 h 547504"/>
                  <a:gd name="connsiteX4" fmla="*/ 92869 w 738325"/>
                  <a:gd name="connsiteY4" fmla="*/ 357004 h 547504"/>
                  <a:gd name="connsiteX0" fmla="*/ 92869 w 734198"/>
                  <a:gd name="connsiteY0" fmla="*/ 366816 h 557316"/>
                  <a:gd name="connsiteX1" fmla="*/ 450056 w 734198"/>
                  <a:gd name="connsiteY1" fmla="*/ 57254 h 557316"/>
                  <a:gd name="connsiteX2" fmla="*/ 650082 w 734198"/>
                  <a:gd name="connsiteY2" fmla="*/ 271566 h 557316"/>
                  <a:gd name="connsiteX3" fmla="*/ 0 w 734198"/>
                  <a:gd name="connsiteY3" fmla="*/ 557316 h 557316"/>
                  <a:gd name="connsiteX4" fmla="*/ 92869 w 734198"/>
                  <a:gd name="connsiteY4" fmla="*/ 366816 h 557316"/>
                  <a:gd name="connsiteX0" fmla="*/ 92869 w 736225"/>
                  <a:gd name="connsiteY0" fmla="*/ 366816 h 557316"/>
                  <a:gd name="connsiteX1" fmla="*/ 450056 w 736225"/>
                  <a:gd name="connsiteY1" fmla="*/ 57254 h 557316"/>
                  <a:gd name="connsiteX2" fmla="*/ 650082 w 736225"/>
                  <a:gd name="connsiteY2" fmla="*/ 271566 h 557316"/>
                  <a:gd name="connsiteX3" fmla="*/ 0 w 736225"/>
                  <a:gd name="connsiteY3" fmla="*/ 557316 h 557316"/>
                  <a:gd name="connsiteX4" fmla="*/ 92869 w 736225"/>
                  <a:gd name="connsiteY4" fmla="*/ 366816 h 557316"/>
                  <a:gd name="connsiteX0" fmla="*/ 92869 w 757544"/>
                  <a:gd name="connsiteY0" fmla="*/ 364191 h 554691"/>
                  <a:gd name="connsiteX1" fmla="*/ 450056 w 757544"/>
                  <a:gd name="connsiteY1" fmla="*/ 54629 h 554691"/>
                  <a:gd name="connsiteX2" fmla="*/ 676276 w 757544"/>
                  <a:gd name="connsiteY2" fmla="*/ 287991 h 554691"/>
                  <a:gd name="connsiteX3" fmla="*/ 0 w 757544"/>
                  <a:gd name="connsiteY3" fmla="*/ 554691 h 554691"/>
                  <a:gd name="connsiteX4" fmla="*/ 92869 w 757544"/>
                  <a:gd name="connsiteY4" fmla="*/ 364191 h 554691"/>
                  <a:gd name="connsiteX0" fmla="*/ 92869 w 756519"/>
                  <a:gd name="connsiteY0" fmla="*/ 364477 h 554977"/>
                  <a:gd name="connsiteX1" fmla="*/ 450056 w 756519"/>
                  <a:gd name="connsiteY1" fmla="*/ 54915 h 554977"/>
                  <a:gd name="connsiteX2" fmla="*/ 676276 w 756519"/>
                  <a:gd name="connsiteY2" fmla="*/ 288277 h 554977"/>
                  <a:gd name="connsiteX3" fmla="*/ 0 w 756519"/>
                  <a:gd name="connsiteY3" fmla="*/ 554977 h 554977"/>
                  <a:gd name="connsiteX4" fmla="*/ 92869 w 756519"/>
                  <a:gd name="connsiteY4" fmla="*/ 364477 h 554977"/>
                  <a:gd name="connsiteX0" fmla="*/ 92869 w 758034"/>
                  <a:gd name="connsiteY0" fmla="*/ 369357 h 559857"/>
                  <a:gd name="connsiteX1" fmla="*/ 450056 w 758034"/>
                  <a:gd name="connsiteY1" fmla="*/ 59795 h 559857"/>
                  <a:gd name="connsiteX2" fmla="*/ 676276 w 758034"/>
                  <a:gd name="connsiteY2" fmla="*/ 293157 h 559857"/>
                  <a:gd name="connsiteX3" fmla="*/ 0 w 758034"/>
                  <a:gd name="connsiteY3" fmla="*/ 559857 h 559857"/>
                  <a:gd name="connsiteX4" fmla="*/ 92869 w 758034"/>
                  <a:gd name="connsiteY4" fmla="*/ 369357 h 559857"/>
                  <a:gd name="connsiteX0" fmla="*/ 0 w 665165"/>
                  <a:gd name="connsiteY0" fmla="*/ 369357 h 521757"/>
                  <a:gd name="connsiteX1" fmla="*/ 357187 w 665165"/>
                  <a:gd name="connsiteY1" fmla="*/ 59795 h 521757"/>
                  <a:gd name="connsiteX2" fmla="*/ 583407 w 665165"/>
                  <a:gd name="connsiteY2" fmla="*/ 293157 h 521757"/>
                  <a:gd name="connsiteX3" fmla="*/ 138112 w 665165"/>
                  <a:gd name="connsiteY3" fmla="*/ 521757 h 521757"/>
                  <a:gd name="connsiteX4" fmla="*/ 0 w 665165"/>
                  <a:gd name="connsiteY4" fmla="*/ 369357 h 521757"/>
                  <a:gd name="connsiteX0" fmla="*/ 0 w 665165"/>
                  <a:gd name="connsiteY0" fmla="*/ 369357 h 533663"/>
                  <a:gd name="connsiteX1" fmla="*/ 357187 w 665165"/>
                  <a:gd name="connsiteY1" fmla="*/ 59795 h 533663"/>
                  <a:gd name="connsiteX2" fmla="*/ 583407 w 665165"/>
                  <a:gd name="connsiteY2" fmla="*/ 293157 h 533663"/>
                  <a:gd name="connsiteX3" fmla="*/ 154781 w 665165"/>
                  <a:gd name="connsiteY3" fmla="*/ 533663 h 533663"/>
                  <a:gd name="connsiteX4" fmla="*/ 0 w 665165"/>
                  <a:gd name="connsiteY4" fmla="*/ 369357 h 533663"/>
                  <a:gd name="connsiteX0" fmla="*/ 0 w 665165"/>
                  <a:gd name="connsiteY0" fmla="*/ 369357 h 543188"/>
                  <a:gd name="connsiteX1" fmla="*/ 357187 w 665165"/>
                  <a:gd name="connsiteY1" fmla="*/ 59795 h 543188"/>
                  <a:gd name="connsiteX2" fmla="*/ 583407 w 665165"/>
                  <a:gd name="connsiteY2" fmla="*/ 293157 h 543188"/>
                  <a:gd name="connsiteX3" fmla="*/ 154781 w 665165"/>
                  <a:gd name="connsiteY3" fmla="*/ 543188 h 543188"/>
                  <a:gd name="connsiteX4" fmla="*/ 0 w 665165"/>
                  <a:gd name="connsiteY4" fmla="*/ 369357 h 543188"/>
                  <a:gd name="connsiteX0" fmla="*/ 403 w 665568"/>
                  <a:gd name="connsiteY0" fmla="*/ 369357 h 543188"/>
                  <a:gd name="connsiteX1" fmla="*/ 357590 w 665568"/>
                  <a:gd name="connsiteY1" fmla="*/ 59795 h 543188"/>
                  <a:gd name="connsiteX2" fmla="*/ 583810 w 665568"/>
                  <a:gd name="connsiteY2" fmla="*/ 293157 h 543188"/>
                  <a:gd name="connsiteX3" fmla="*/ 155184 w 665568"/>
                  <a:gd name="connsiteY3" fmla="*/ 543188 h 543188"/>
                  <a:gd name="connsiteX4" fmla="*/ 403 w 665568"/>
                  <a:gd name="connsiteY4" fmla="*/ 369357 h 543188"/>
                  <a:gd name="connsiteX0" fmla="*/ 2012 w 667177"/>
                  <a:gd name="connsiteY0" fmla="*/ 369357 h 546530"/>
                  <a:gd name="connsiteX1" fmla="*/ 359199 w 667177"/>
                  <a:gd name="connsiteY1" fmla="*/ 59795 h 546530"/>
                  <a:gd name="connsiteX2" fmla="*/ 585419 w 667177"/>
                  <a:gd name="connsiteY2" fmla="*/ 293157 h 546530"/>
                  <a:gd name="connsiteX3" fmla="*/ 156793 w 667177"/>
                  <a:gd name="connsiteY3" fmla="*/ 543188 h 546530"/>
                  <a:gd name="connsiteX4" fmla="*/ 2012 w 667177"/>
                  <a:gd name="connsiteY4" fmla="*/ 369357 h 546530"/>
                  <a:gd name="connsiteX0" fmla="*/ 2012 w 667177"/>
                  <a:gd name="connsiteY0" fmla="*/ 369357 h 546530"/>
                  <a:gd name="connsiteX1" fmla="*/ 359199 w 667177"/>
                  <a:gd name="connsiteY1" fmla="*/ 59795 h 546530"/>
                  <a:gd name="connsiteX2" fmla="*/ 585419 w 667177"/>
                  <a:gd name="connsiteY2" fmla="*/ 293157 h 546530"/>
                  <a:gd name="connsiteX3" fmla="*/ 156793 w 667177"/>
                  <a:gd name="connsiteY3" fmla="*/ 543188 h 546530"/>
                  <a:gd name="connsiteX4" fmla="*/ 2012 w 667177"/>
                  <a:gd name="connsiteY4" fmla="*/ 369357 h 546530"/>
                  <a:gd name="connsiteX0" fmla="*/ 14922 w 680087"/>
                  <a:gd name="connsiteY0" fmla="*/ 369357 h 545428"/>
                  <a:gd name="connsiteX1" fmla="*/ 372109 w 680087"/>
                  <a:gd name="connsiteY1" fmla="*/ 59795 h 545428"/>
                  <a:gd name="connsiteX2" fmla="*/ 598329 w 680087"/>
                  <a:gd name="connsiteY2" fmla="*/ 293157 h 545428"/>
                  <a:gd name="connsiteX3" fmla="*/ 169703 w 680087"/>
                  <a:gd name="connsiteY3" fmla="*/ 543188 h 545428"/>
                  <a:gd name="connsiteX4" fmla="*/ 14922 w 680087"/>
                  <a:gd name="connsiteY4" fmla="*/ 369357 h 545428"/>
                  <a:gd name="connsiteX0" fmla="*/ 13366 w 678531"/>
                  <a:gd name="connsiteY0" fmla="*/ 369357 h 554814"/>
                  <a:gd name="connsiteX1" fmla="*/ 370553 w 678531"/>
                  <a:gd name="connsiteY1" fmla="*/ 59795 h 554814"/>
                  <a:gd name="connsiteX2" fmla="*/ 596773 w 678531"/>
                  <a:gd name="connsiteY2" fmla="*/ 293157 h 554814"/>
                  <a:gd name="connsiteX3" fmla="*/ 180054 w 678531"/>
                  <a:gd name="connsiteY3" fmla="*/ 552713 h 554814"/>
                  <a:gd name="connsiteX4" fmla="*/ 13366 w 678531"/>
                  <a:gd name="connsiteY4" fmla="*/ 369357 h 554814"/>
                  <a:gd name="connsiteX0" fmla="*/ 10389 w 675554"/>
                  <a:gd name="connsiteY0" fmla="*/ 369357 h 559513"/>
                  <a:gd name="connsiteX1" fmla="*/ 367576 w 675554"/>
                  <a:gd name="connsiteY1" fmla="*/ 59795 h 559513"/>
                  <a:gd name="connsiteX2" fmla="*/ 593796 w 675554"/>
                  <a:gd name="connsiteY2" fmla="*/ 293157 h 559513"/>
                  <a:gd name="connsiteX3" fmla="*/ 208033 w 675554"/>
                  <a:gd name="connsiteY3" fmla="*/ 557475 h 559513"/>
                  <a:gd name="connsiteX4" fmla="*/ 10389 w 675554"/>
                  <a:gd name="connsiteY4" fmla="*/ 369357 h 559513"/>
                  <a:gd name="connsiteX0" fmla="*/ 9895 w 675060"/>
                  <a:gd name="connsiteY0" fmla="*/ 369357 h 563100"/>
                  <a:gd name="connsiteX1" fmla="*/ 367082 w 675060"/>
                  <a:gd name="connsiteY1" fmla="*/ 59795 h 563100"/>
                  <a:gd name="connsiteX2" fmla="*/ 593302 w 675060"/>
                  <a:gd name="connsiteY2" fmla="*/ 293157 h 563100"/>
                  <a:gd name="connsiteX3" fmla="*/ 207539 w 675060"/>
                  <a:gd name="connsiteY3" fmla="*/ 557475 h 563100"/>
                  <a:gd name="connsiteX4" fmla="*/ 9895 w 675060"/>
                  <a:gd name="connsiteY4" fmla="*/ 369357 h 563100"/>
                  <a:gd name="connsiteX0" fmla="*/ 9895 w 653398"/>
                  <a:gd name="connsiteY0" fmla="*/ 380720 h 574463"/>
                  <a:gd name="connsiteX1" fmla="*/ 208338 w 653398"/>
                  <a:gd name="connsiteY1" fmla="*/ 58036 h 574463"/>
                  <a:gd name="connsiteX2" fmla="*/ 593302 w 653398"/>
                  <a:gd name="connsiteY2" fmla="*/ 304520 h 574463"/>
                  <a:gd name="connsiteX3" fmla="*/ 207539 w 653398"/>
                  <a:gd name="connsiteY3" fmla="*/ 568838 h 574463"/>
                  <a:gd name="connsiteX4" fmla="*/ 9895 w 653398"/>
                  <a:gd name="connsiteY4" fmla="*/ 380720 h 574463"/>
                  <a:gd name="connsiteX0" fmla="*/ 9895 w 469030"/>
                  <a:gd name="connsiteY0" fmla="*/ 438413 h 632156"/>
                  <a:gd name="connsiteX1" fmla="*/ 208338 w 469030"/>
                  <a:gd name="connsiteY1" fmla="*/ 115729 h 632156"/>
                  <a:gd name="connsiteX2" fmla="*/ 375028 w 469030"/>
                  <a:gd name="connsiteY2" fmla="*/ 126033 h 632156"/>
                  <a:gd name="connsiteX3" fmla="*/ 207539 w 469030"/>
                  <a:gd name="connsiteY3" fmla="*/ 626531 h 632156"/>
                  <a:gd name="connsiteX4" fmla="*/ 9895 w 469030"/>
                  <a:gd name="connsiteY4" fmla="*/ 438413 h 632156"/>
                  <a:gd name="connsiteX0" fmla="*/ 9895 w 460536"/>
                  <a:gd name="connsiteY0" fmla="*/ 428706 h 622449"/>
                  <a:gd name="connsiteX1" fmla="*/ 168652 w 460536"/>
                  <a:gd name="connsiteY1" fmla="*/ 123517 h 622449"/>
                  <a:gd name="connsiteX2" fmla="*/ 375028 w 460536"/>
                  <a:gd name="connsiteY2" fmla="*/ 116326 h 622449"/>
                  <a:gd name="connsiteX3" fmla="*/ 207539 w 460536"/>
                  <a:gd name="connsiteY3" fmla="*/ 616824 h 622449"/>
                  <a:gd name="connsiteX4" fmla="*/ 9895 w 460536"/>
                  <a:gd name="connsiteY4" fmla="*/ 428706 h 622449"/>
                  <a:gd name="connsiteX0" fmla="*/ 9895 w 435604"/>
                  <a:gd name="connsiteY0" fmla="*/ 432148 h 625891"/>
                  <a:gd name="connsiteX1" fmla="*/ 168652 w 435604"/>
                  <a:gd name="connsiteY1" fmla="*/ 126959 h 625891"/>
                  <a:gd name="connsiteX2" fmla="*/ 375028 w 435604"/>
                  <a:gd name="connsiteY2" fmla="*/ 119768 h 625891"/>
                  <a:gd name="connsiteX3" fmla="*/ 207539 w 435604"/>
                  <a:gd name="connsiteY3" fmla="*/ 620266 h 625891"/>
                  <a:gd name="connsiteX4" fmla="*/ 9895 w 435604"/>
                  <a:gd name="connsiteY4" fmla="*/ 432148 h 625891"/>
                  <a:gd name="connsiteX0" fmla="*/ 9895 w 438372"/>
                  <a:gd name="connsiteY0" fmla="*/ 432148 h 625891"/>
                  <a:gd name="connsiteX1" fmla="*/ 193455 w 438372"/>
                  <a:gd name="connsiteY1" fmla="*/ 126959 h 625891"/>
                  <a:gd name="connsiteX2" fmla="*/ 375028 w 438372"/>
                  <a:gd name="connsiteY2" fmla="*/ 119768 h 625891"/>
                  <a:gd name="connsiteX3" fmla="*/ 207539 w 438372"/>
                  <a:gd name="connsiteY3" fmla="*/ 620266 h 625891"/>
                  <a:gd name="connsiteX4" fmla="*/ 9895 w 438372"/>
                  <a:gd name="connsiteY4" fmla="*/ 432148 h 625891"/>
                  <a:gd name="connsiteX0" fmla="*/ 9895 w 433896"/>
                  <a:gd name="connsiteY0" fmla="*/ 432148 h 625891"/>
                  <a:gd name="connsiteX1" fmla="*/ 193455 w 433896"/>
                  <a:gd name="connsiteY1" fmla="*/ 126959 h 625891"/>
                  <a:gd name="connsiteX2" fmla="*/ 375028 w 433896"/>
                  <a:gd name="connsiteY2" fmla="*/ 119768 h 625891"/>
                  <a:gd name="connsiteX3" fmla="*/ 207539 w 433896"/>
                  <a:gd name="connsiteY3" fmla="*/ 620266 h 625891"/>
                  <a:gd name="connsiteX4" fmla="*/ 9895 w 433896"/>
                  <a:gd name="connsiteY4" fmla="*/ 432148 h 625891"/>
                  <a:gd name="connsiteX0" fmla="*/ 9895 w 394030"/>
                  <a:gd name="connsiteY0" fmla="*/ 448129 h 641872"/>
                  <a:gd name="connsiteX1" fmla="*/ 193455 w 394030"/>
                  <a:gd name="connsiteY1" fmla="*/ 142940 h 641872"/>
                  <a:gd name="connsiteX2" fmla="*/ 375028 w 394030"/>
                  <a:gd name="connsiteY2" fmla="*/ 135749 h 641872"/>
                  <a:gd name="connsiteX3" fmla="*/ 207539 w 394030"/>
                  <a:gd name="connsiteY3" fmla="*/ 636247 h 641872"/>
                  <a:gd name="connsiteX4" fmla="*/ 9895 w 394030"/>
                  <a:gd name="connsiteY4" fmla="*/ 448129 h 641872"/>
                  <a:gd name="connsiteX0" fmla="*/ 9895 w 446259"/>
                  <a:gd name="connsiteY0" fmla="*/ 441678 h 635421"/>
                  <a:gd name="connsiteX1" fmla="*/ 193455 w 446259"/>
                  <a:gd name="connsiteY1" fmla="*/ 136489 h 635421"/>
                  <a:gd name="connsiteX2" fmla="*/ 429596 w 446259"/>
                  <a:gd name="connsiteY2" fmla="*/ 142419 h 635421"/>
                  <a:gd name="connsiteX3" fmla="*/ 207539 w 446259"/>
                  <a:gd name="connsiteY3" fmla="*/ 629796 h 635421"/>
                  <a:gd name="connsiteX4" fmla="*/ 9895 w 446259"/>
                  <a:gd name="connsiteY4" fmla="*/ 441678 h 635421"/>
                  <a:gd name="connsiteX0" fmla="*/ 9895 w 447400"/>
                  <a:gd name="connsiteY0" fmla="*/ 438324 h 632067"/>
                  <a:gd name="connsiteX1" fmla="*/ 193455 w 447400"/>
                  <a:gd name="connsiteY1" fmla="*/ 133135 h 632067"/>
                  <a:gd name="connsiteX2" fmla="*/ 429596 w 447400"/>
                  <a:gd name="connsiteY2" fmla="*/ 139065 h 632067"/>
                  <a:gd name="connsiteX3" fmla="*/ 207539 w 447400"/>
                  <a:gd name="connsiteY3" fmla="*/ 626442 h 632067"/>
                  <a:gd name="connsiteX4" fmla="*/ 9895 w 447400"/>
                  <a:gd name="connsiteY4" fmla="*/ 438324 h 632067"/>
                  <a:gd name="connsiteX0" fmla="*/ 32636 w 351082"/>
                  <a:gd name="connsiteY0" fmla="*/ 622020 h 663918"/>
                  <a:gd name="connsiteX1" fmla="*/ 97137 w 351082"/>
                  <a:gd name="connsiteY1" fmla="*/ 133135 h 663918"/>
                  <a:gd name="connsiteX2" fmla="*/ 333278 w 351082"/>
                  <a:gd name="connsiteY2" fmla="*/ 139065 h 663918"/>
                  <a:gd name="connsiteX3" fmla="*/ 111221 w 351082"/>
                  <a:gd name="connsiteY3" fmla="*/ 626442 h 663918"/>
                  <a:gd name="connsiteX4" fmla="*/ 32636 w 351082"/>
                  <a:gd name="connsiteY4" fmla="*/ 622020 h 663918"/>
                  <a:gd name="connsiteX0" fmla="*/ 5357 w 323803"/>
                  <a:gd name="connsiteY0" fmla="*/ 622020 h 654715"/>
                  <a:gd name="connsiteX1" fmla="*/ 69858 w 323803"/>
                  <a:gd name="connsiteY1" fmla="*/ 133135 h 654715"/>
                  <a:gd name="connsiteX2" fmla="*/ 305999 w 323803"/>
                  <a:gd name="connsiteY2" fmla="*/ 139065 h 654715"/>
                  <a:gd name="connsiteX3" fmla="*/ 317099 w 323803"/>
                  <a:gd name="connsiteY3" fmla="*/ 600200 h 654715"/>
                  <a:gd name="connsiteX4" fmla="*/ 5357 w 323803"/>
                  <a:gd name="connsiteY4" fmla="*/ 622020 h 654715"/>
                  <a:gd name="connsiteX0" fmla="*/ 30192 w 254383"/>
                  <a:gd name="connsiteY0" fmla="*/ 595777 h 637675"/>
                  <a:gd name="connsiteX1" fmla="*/ 438 w 254383"/>
                  <a:gd name="connsiteY1" fmla="*/ 133135 h 637675"/>
                  <a:gd name="connsiteX2" fmla="*/ 236579 w 254383"/>
                  <a:gd name="connsiteY2" fmla="*/ 139065 h 637675"/>
                  <a:gd name="connsiteX3" fmla="*/ 247679 w 254383"/>
                  <a:gd name="connsiteY3" fmla="*/ 600200 h 637675"/>
                  <a:gd name="connsiteX4" fmla="*/ 30192 w 254383"/>
                  <a:gd name="connsiteY4" fmla="*/ 595777 h 637675"/>
                  <a:gd name="connsiteX0" fmla="*/ 30192 w 267522"/>
                  <a:gd name="connsiteY0" fmla="*/ 595777 h 628472"/>
                  <a:gd name="connsiteX1" fmla="*/ 438 w 267522"/>
                  <a:gd name="connsiteY1" fmla="*/ 133135 h 628472"/>
                  <a:gd name="connsiteX2" fmla="*/ 236579 w 267522"/>
                  <a:gd name="connsiteY2" fmla="*/ 139065 h 628472"/>
                  <a:gd name="connsiteX3" fmla="*/ 267522 w 267522"/>
                  <a:gd name="connsiteY3" fmla="*/ 573957 h 628472"/>
                  <a:gd name="connsiteX4" fmla="*/ 30192 w 267522"/>
                  <a:gd name="connsiteY4" fmla="*/ 595777 h 628472"/>
                  <a:gd name="connsiteX0" fmla="*/ 30192 w 267522"/>
                  <a:gd name="connsiteY0" fmla="*/ 595777 h 662203"/>
                  <a:gd name="connsiteX1" fmla="*/ 438 w 267522"/>
                  <a:gd name="connsiteY1" fmla="*/ 133135 h 662203"/>
                  <a:gd name="connsiteX2" fmla="*/ 236579 w 267522"/>
                  <a:gd name="connsiteY2" fmla="*/ 139065 h 662203"/>
                  <a:gd name="connsiteX3" fmla="*/ 267522 w 267522"/>
                  <a:gd name="connsiteY3" fmla="*/ 573957 h 662203"/>
                  <a:gd name="connsiteX4" fmla="*/ 30192 w 267522"/>
                  <a:gd name="connsiteY4" fmla="*/ 595777 h 662203"/>
                  <a:gd name="connsiteX0" fmla="*/ 30192 w 267522"/>
                  <a:gd name="connsiteY0" fmla="*/ 595777 h 662203"/>
                  <a:gd name="connsiteX1" fmla="*/ 438 w 267522"/>
                  <a:gd name="connsiteY1" fmla="*/ 133135 h 662203"/>
                  <a:gd name="connsiteX2" fmla="*/ 236579 w 267522"/>
                  <a:gd name="connsiteY2" fmla="*/ 139065 h 662203"/>
                  <a:gd name="connsiteX3" fmla="*/ 267522 w 267522"/>
                  <a:gd name="connsiteY3" fmla="*/ 573957 h 662203"/>
                  <a:gd name="connsiteX4" fmla="*/ 30192 w 267522"/>
                  <a:gd name="connsiteY4" fmla="*/ 595777 h 662203"/>
                  <a:gd name="connsiteX0" fmla="*/ 30192 w 267522"/>
                  <a:gd name="connsiteY0" fmla="*/ 595777 h 695849"/>
                  <a:gd name="connsiteX1" fmla="*/ 438 w 267522"/>
                  <a:gd name="connsiteY1" fmla="*/ 133135 h 695849"/>
                  <a:gd name="connsiteX2" fmla="*/ 236579 w 267522"/>
                  <a:gd name="connsiteY2" fmla="*/ 139065 h 695849"/>
                  <a:gd name="connsiteX3" fmla="*/ 267522 w 267522"/>
                  <a:gd name="connsiteY3" fmla="*/ 573957 h 695849"/>
                  <a:gd name="connsiteX4" fmla="*/ 30192 w 267522"/>
                  <a:gd name="connsiteY4" fmla="*/ 595777 h 695849"/>
                  <a:gd name="connsiteX0" fmla="*/ 30192 w 267522"/>
                  <a:gd name="connsiteY0" fmla="*/ 595777 h 695849"/>
                  <a:gd name="connsiteX1" fmla="*/ 438 w 267522"/>
                  <a:gd name="connsiteY1" fmla="*/ 133135 h 695849"/>
                  <a:gd name="connsiteX2" fmla="*/ 236579 w 267522"/>
                  <a:gd name="connsiteY2" fmla="*/ 139065 h 695849"/>
                  <a:gd name="connsiteX3" fmla="*/ 267522 w 267522"/>
                  <a:gd name="connsiteY3" fmla="*/ 573957 h 695849"/>
                  <a:gd name="connsiteX4" fmla="*/ 30192 w 267522"/>
                  <a:gd name="connsiteY4" fmla="*/ 595777 h 695849"/>
                  <a:gd name="connsiteX0" fmla="*/ 35152 w 267522"/>
                  <a:gd name="connsiteY0" fmla="*/ 600151 h 698393"/>
                  <a:gd name="connsiteX1" fmla="*/ 438 w 267522"/>
                  <a:gd name="connsiteY1" fmla="*/ 133135 h 698393"/>
                  <a:gd name="connsiteX2" fmla="*/ 236579 w 267522"/>
                  <a:gd name="connsiteY2" fmla="*/ 139065 h 698393"/>
                  <a:gd name="connsiteX3" fmla="*/ 267522 w 267522"/>
                  <a:gd name="connsiteY3" fmla="*/ 573957 h 698393"/>
                  <a:gd name="connsiteX4" fmla="*/ 35152 w 267522"/>
                  <a:gd name="connsiteY4" fmla="*/ 600151 h 698393"/>
                  <a:gd name="connsiteX0" fmla="*/ 45061 w 277431"/>
                  <a:gd name="connsiteY0" fmla="*/ 600151 h 698393"/>
                  <a:gd name="connsiteX1" fmla="*/ 426 w 277431"/>
                  <a:gd name="connsiteY1" fmla="*/ 133135 h 698393"/>
                  <a:gd name="connsiteX2" fmla="*/ 246488 w 277431"/>
                  <a:gd name="connsiteY2" fmla="*/ 139065 h 698393"/>
                  <a:gd name="connsiteX3" fmla="*/ 277431 w 277431"/>
                  <a:gd name="connsiteY3" fmla="*/ 573957 h 698393"/>
                  <a:gd name="connsiteX4" fmla="*/ 45061 w 277431"/>
                  <a:gd name="connsiteY4" fmla="*/ 600151 h 698393"/>
                  <a:gd name="connsiteX0" fmla="*/ 45150 w 277520"/>
                  <a:gd name="connsiteY0" fmla="*/ 605029 h 703271"/>
                  <a:gd name="connsiteX1" fmla="*/ 515 w 277520"/>
                  <a:gd name="connsiteY1" fmla="*/ 138013 h 703271"/>
                  <a:gd name="connsiteX2" fmla="*/ 246577 w 277520"/>
                  <a:gd name="connsiteY2" fmla="*/ 143943 h 703271"/>
                  <a:gd name="connsiteX3" fmla="*/ 277520 w 277520"/>
                  <a:gd name="connsiteY3" fmla="*/ 578835 h 703271"/>
                  <a:gd name="connsiteX4" fmla="*/ 45150 w 277520"/>
                  <a:gd name="connsiteY4" fmla="*/ 605029 h 703271"/>
                  <a:gd name="connsiteX0" fmla="*/ 45127 w 277497"/>
                  <a:gd name="connsiteY0" fmla="*/ 609484 h 707726"/>
                  <a:gd name="connsiteX1" fmla="*/ 492 w 277497"/>
                  <a:gd name="connsiteY1" fmla="*/ 142468 h 707726"/>
                  <a:gd name="connsiteX2" fmla="*/ 261436 w 277497"/>
                  <a:gd name="connsiteY2" fmla="*/ 139651 h 707726"/>
                  <a:gd name="connsiteX3" fmla="*/ 277497 w 277497"/>
                  <a:gd name="connsiteY3" fmla="*/ 583290 h 707726"/>
                  <a:gd name="connsiteX4" fmla="*/ 45127 w 277497"/>
                  <a:gd name="connsiteY4" fmla="*/ 609484 h 707726"/>
                  <a:gd name="connsiteX0" fmla="*/ 35205 w 277497"/>
                  <a:gd name="connsiteY0" fmla="*/ 605110 h 705182"/>
                  <a:gd name="connsiteX1" fmla="*/ 492 w 277497"/>
                  <a:gd name="connsiteY1" fmla="*/ 142468 h 705182"/>
                  <a:gd name="connsiteX2" fmla="*/ 261436 w 277497"/>
                  <a:gd name="connsiteY2" fmla="*/ 139651 h 705182"/>
                  <a:gd name="connsiteX3" fmla="*/ 277497 w 277497"/>
                  <a:gd name="connsiteY3" fmla="*/ 583290 h 705182"/>
                  <a:gd name="connsiteX4" fmla="*/ 35205 w 277497"/>
                  <a:gd name="connsiteY4" fmla="*/ 605110 h 7051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497" h="705182">
                    <a:moveTo>
                      <a:pt x="35205" y="605110"/>
                    </a:moveTo>
                    <a:lnTo>
                      <a:pt x="492" y="142468"/>
                    </a:lnTo>
                    <a:cubicBezTo>
                      <a:pt x="-13987" y="-39298"/>
                      <a:pt x="296367" y="-54526"/>
                      <a:pt x="261436" y="139651"/>
                    </a:cubicBezTo>
                    <a:lnTo>
                      <a:pt x="277497" y="583290"/>
                    </a:lnTo>
                    <a:cubicBezTo>
                      <a:pt x="274515" y="721192"/>
                      <a:pt x="38578" y="760053"/>
                      <a:pt x="35205" y="605110"/>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sp>
            <p:nvSpPr>
              <p:cNvPr id="135" name="Rectangle 18"/>
              <p:cNvSpPr/>
              <p:nvPr/>
            </p:nvSpPr>
            <p:spPr>
              <a:xfrm rot="13571737">
                <a:off x="339038" y="3020993"/>
                <a:ext cx="1066181" cy="308884"/>
              </a:xfrm>
              <a:custGeom>
                <a:avLst/>
                <a:gdLst>
                  <a:gd name="connsiteX0" fmla="*/ 0 w 2372684"/>
                  <a:gd name="connsiteY0" fmla="*/ 0 h 655932"/>
                  <a:gd name="connsiteX1" fmla="*/ 2372684 w 2372684"/>
                  <a:gd name="connsiteY1" fmla="*/ 0 h 655932"/>
                  <a:gd name="connsiteX2" fmla="*/ 2372684 w 2372684"/>
                  <a:gd name="connsiteY2" fmla="*/ 655932 h 655932"/>
                  <a:gd name="connsiteX3" fmla="*/ 0 w 2372684"/>
                  <a:gd name="connsiteY3" fmla="*/ 655932 h 655932"/>
                  <a:gd name="connsiteX4" fmla="*/ 0 w 2372684"/>
                  <a:gd name="connsiteY4" fmla="*/ 0 h 655932"/>
                  <a:gd name="connsiteX0" fmla="*/ 0 w 2466203"/>
                  <a:gd name="connsiteY0" fmla="*/ 280555 h 655932"/>
                  <a:gd name="connsiteX1" fmla="*/ 2466203 w 2466203"/>
                  <a:gd name="connsiteY1" fmla="*/ 0 h 655932"/>
                  <a:gd name="connsiteX2" fmla="*/ 2466203 w 2466203"/>
                  <a:gd name="connsiteY2" fmla="*/ 655932 h 655932"/>
                  <a:gd name="connsiteX3" fmla="*/ 93519 w 2466203"/>
                  <a:gd name="connsiteY3" fmla="*/ 655932 h 655932"/>
                  <a:gd name="connsiteX4" fmla="*/ 0 w 2466203"/>
                  <a:gd name="connsiteY4" fmla="*/ 280555 h 655932"/>
                  <a:gd name="connsiteX0" fmla="*/ 0 w 2466203"/>
                  <a:gd name="connsiteY0" fmla="*/ 228601 h 603978"/>
                  <a:gd name="connsiteX1" fmla="*/ 2336317 w 2466203"/>
                  <a:gd name="connsiteY1" fmla="*/ 0 h 603978"/>
                  <a:gd name="connsiteX2" fmla="*/ 2466203 w 2466203"/>
                  <a:gd name="connsiteY2" fmla="*/ 603978 h 603978"/>
                  <a:gd name="connsiteX3" fmla="*/ 93519 w 2466203"/>
                  <a:gd name="connsiteY3" fmla="*/ 603978 h 603978"/>
                  <a:gd name="connsiteX4" fmla="*/ 0 w 2466203"/>
                  <a:gd name="connsiteY4" fmla="*/ 228601 h 603978"/>
                  <a:gd name="connsiteX0" fmla="*/ 0 w 2466203"/>
                  <a:gd name="connsiteY0" fmla="*/ 253640 h 629017"/>
                  <a:gd name="connsiteX1" fmla="*/ 2336317 w 2466203"/>
                  <a:gd name="connsiteY1" fmla="*/ 25039 h 629017"/>
                  <a:gd name="connsiteX2" fmla="*/ 2466203 w 2466203"/>
                  <a:gd name="connsiteY2" fmla="*/ 629017 h 629017"/>
                  <a:gd name="connsiteX3" fmla="*/ 93519 w 2466203"/>
                  <a:gd name="connsiteY3" fmla="*/ 629017 h 629017"/>
                  <a:gd name="connsiteX4" fmla="*/ 0 w 2466203"/>
                  <a:gd name="connsiteY4" fmla="*/ 253640 h 629017"/>
                  <a:gd name="connsiteX0" fmla="*/ 0 w 2461007"/>
                  <a:gd name="connsiteY0" fmla="*/ 272983 h 627578"/>
                  <a:gd name="connsiteX1" fmla="*/ 2331121 w 2461007"/>
                  <a:gd name="connsiteY1" fmla="*/ 23600 h 627578"/>
                  <a:gd name="connsiteX2" fmla="*/ 2461007 w 2461007"/>
                  <a:gd name="connsiteY2" fmla="*/ 627578 h 627578"/>
                  <a:gd name="connsiteX3" fmla="*/ 88323 w 2461007"/>
                  <a:gd name="connsiteY3" fmla="*/ 627578 h 627578"/>
                  <a:gd name="connsiteX4" fmla="*/ 0 w 2461007"/>
                  <a:gd name="connsiteY4" fmla="*/ 272983 h 627578"/>
                  <a:gd name="connsiteX0" fmla="*/ 0 w 2461007"/>
                  <a:gd name="connsiteY0" fmla="*/ 294915 h 649510"/>
                  <a:gd name="connsiteX1" fmla="*/ 2331121 w 2461007"/>
                  <a:gd name="connsiteY1" fmla="*/ 45532 h 649510"/>
                  <a:gd name="connsiteX2" fmla="*/ 2461007 w 2461007"/>
                  <a:gd name="connsiteY2" fmla="*/ 649510 h 649510"/>
                  <a:gd name="connsiteX3" fmla="*/ 88323 w 2461007"/>
                  <a:gd name="connsiteY3" fmla="*/ 649510 h 649510"/>
                  <a:gd name="connsiteX4" fmla="*/ 0 w 2461007"/>
                  <a:gd name="connsiteY4" fmla="*/ 294915 h 649510"/>
                  <a:gd name="connsiteX0" fmla="*/ 0 w 2461007"/>
                  <a:gd name="connsiteY0" fmla="*/ 308581 h 663176"/>
                  <a:gd name="connsiteX1" fmla="*/ 2331121 w 2461007"/>
                  <a:gd name="connsiteY1" fmla="*/ 59198 h 663176"/>
                  <a:gd name="connsiteX2" fmla="*/ 2461007 w 2461007"/>
                  <a:gd name="connsiteY2" fmla="*/ 663176 h 663176"/>
                  <a:gd name="connsiteX3" fmla="*/ 88323 w 2461007"/>
                  <a:gd name="connsiteY3" fmla="*/ 663176 h 663176"/>
                  <a:gd name="connsiteX4" fmla="*/ 0 w 2461007"/>
                  <a:gd name="connsiteY4" fmla="*/ 308581 h 663176"/>
                  <a:gd name="connsiteX0" fmla="*/ 0 w 2461007"/>
                  <a:gd name="connsiteY0" fmla="*/ 308581 h 663176"/>
                  <a:gd name="connsiteX1" fmla="*/ 2331121 w 2461007"/>
                  <a:gd name="connsiteY1" fmla="*/ 59198 h 663176"/>
                  <a:gd name="connsiteX2" fmla="*/ 2461007 w 2461007"/>
                  <a:gd name="connsiteY2" fmla="*/ 663176 h 663176"/>
                  <a:gd name="connsiteX3" fmla="*/ 88323 w 2461007"/>
                  <a:gd name="connsiteY3" fmla="*/ 663176 h 663176"/>
                  <a:gd name="connsiteX4" fmla="*/ 0 w 2461007"/>
                  <a:gd name="connsiteY4" fmla="*/ 308581 h 663176"/>
                  <a:gd name="connsiteX0" fmla="*/ 0 w 2461007"/>
                  <a:gd name="connsiteY0" fmla="*/ 317722 h 672317"/>
                  <a:gd name="connsiteX1" fmla="*/ 2331121 w 2461007"/>
                  <a:gd name="connsiteY1" fmla="*/ 68339 h 672317"/>
                  <a:gd name="connsiteX2" fmla="*/ 2461007 w 2461007"/>
                  <a:gd name="connsiteY2" fmla="*/ 672317 h 672317"/>
                  <a:gd name="connsiteX3" fmla="*/ 88323 w 2461007"/>
                  <a:gd name="connsiteY3" fmla="*/ 672317 h 672317"/>
                  <a:gd name="connsiteX4" fmla="*/ 0 w 2461007"/>
                  <a:gd name="connsiteY4" fmla="*/ 317722 h 672317"/>
                  <a:gd name="connsiteX0" fmla="*/ 0 w 2461007"/>
                  <a:gd name="connsiteY0" fmla="*/ 309589 h 664184"/>
                  <a:gd name="connsiteX1" fmla="*/ 2331121 w 2461007"/>
                  <a:gd name="connsiteY1" fmla="*/ 70597 h 664184"/>
                  <a:gd name="connsiteX2" fmla="*/ 2461007 w 2461007"/>
                  <a:gd name="connsiteY2" fmla="*/ 664184 h 664184"/>
                  <a:gd name="connsiteX3" fmla="*/ 88323 w 2461007"/>
                  <a:gd name="connsiteY3" fmla="*/ 664184 h 664184"/>
                  <a:gd name="connsiteX4" fmla="*/ 0 w 2461007"/>
                  <a:gd name="connsiteY4" fmla="*/ 309589 h 664184"/>
                  <a:gd name="connsiteX0" fmla="*/ 0 w 2331121"/>
                  <a:gd name="connsiteY0" fmla="*/ 309589 h 664184"/>
                  <a:gd name="connsiteX1" fmla="*/ 2331121 w 2331121"/>
                  <a:gd name="connsiteY1" fmla="*/ 70597 h 664184"/>
                  <a:gd name="connsiteX2" fmla="*/ 2320729 w 2331121"/>
                  <a:gd name="connsiteY2" fmla="*/ 440779 h 664184"/>
                  <a:gd name="connsiteX3" fmla="*/ 88323 w 2331121"/>
                  <a:gd name="connsiteY3" fmla="*/ 664184 h 664184"/>
                  <a:gd name="connsiteX4" fmla="*/ 0 w 2331121"/>
                  <a:gd name="connsiteY4" fmla="*/ 309589 h 664184"/>
                  <a:gd name="connsiteX0" fmla="*/ 0 w 2331121"/>
                  <a:gd name="connsiteY0" fmla="*/ 309589 h 664184"/>
                  <a:gd name="connsiteX1" fmla="*/ 2331121 w 2331121"/>
                  <a:gd name="connsiteY1" fmla="*/ 70597 h 664184"/>
                  <a:gd name="connsiteX2" fmla="*/ 2325924 w 2331121"/>
                  <a:gd name="connsiteY2" fmla="*/ 461561 h 664184"/>
                  <a:gd name="connsiteX3" fmla="*/ 88323 w 2331121"/>
                  <a:gd name="connsiteY3" fmla="*/ 664184 h 664184"/>
                  <a:gd name="connsiteX4" fmla="*/ 0 w 2331121"/>
                  <a:gd name="connsiteY4" fmla="*/ 309589 h 664184"/>
                  <a:gd name="connsiteX0" fmla="*/ 0 w 2420030"/>
                  <a:gd name="connsiteY0" fmla="*/ 309589 h 664184"/>
                  <a:gd name="connsiteX1" fmla="*/ 2331121 w 2420030"/>
                  <a:gd name="connsiteY1" fmla="*/ 70597 h 664184"/>
                  <a:gd name="connsiteX2" fmla="*/ 2325924 w 2420030"/>
                  <a:gd name="connsiteY2" fmla="*/ 461561 h 664184"/>
                  <a:gd name="connsiteX3" fmla="*/ 88323 w 2420030"/>
                  <a:gd name="connsiteY3" fmla="*/ 664184 h 664184"/>
                  <a:gd name="connsiteX4" fmla="*/ 0 w 2420030"/>
                  <a:gd name="connsiteY4" fmla="*/ 309589 h 664184"/>
                  <a:gd name="connsiteX0" fmla="*/ 0 w 2517060"/>
                  <a:gd name="connsiteY0" fmla="*/ 309589 h 664184"/>
                  <a:gd name="connsiteX1" fmla="*/ 2331121 w 2517060"/>
                  <a:gd name="connsiteY1" fmla="*/ 70597 h 664184"/>
                  <a:gd name="connsiteX2" fmla="*/ 2325924 w 2517060"/>
                  <a:gd name="connsiteY2" fmla="*/ 461561 h 664184"/>
                  <a:gd name="connsiteX3" fmla="*/ 88323 w 2517060"/>
                  <a:gd name="connsiteY3" fmla="*/ 664184 h 664184"/>
                  <a:gd name="connsiteX4" fmla="*/ 0 w 2517060"/>
                  <a:gd name="connsiteY4" fmla="*/ 309589 h 664184"/>
                  <a:gd name="connsiteX0" fmla="*/ 0 w 2531551"/>
                  <a:gd name="connsiteY0" fmla="*/ 309589 h 664184"/>
                  <a:gd name="connsiteX1" fmla="*/ 2331121 w 2531551"/>
                  <a:gd name="connsiteY1" fmla="*/ 70597 h 664184"/>
                  <a:gd name="connsiteX2" fmla="*/ 2325924 w 2531551"/>
                  <a:gd name="connsiteY2" fmla="*/ 461561 h 664184"/>
                  <a:gd name="connsiteX3" fmla="*/ 88323 w 2531551"/>
                  <a:gd name="connsiteY3" fmla="*/ 664184 h 664184"/>
                  <a:gd name="connsiteX4" fmla="*/ 0 w 2531551"/>
                  <a:gd name="connsiteY4" fmla="*/ 309589 h 664184"/>
                  <a:gd name="connsiteX0" fmla="*/ 0 w 2531551"/>
                  <a:gd name="connsiteY0" fmla="*/ 309589 h 664184"/>
                  <a:gd name="connsiteX1" fmla="*/ 2331121 w 2531551"/>
                  <a:gd name="connsiteY1" fmla="*/ 70597 h 664184"/>
                  <a:gd name="connsiteX2" fmla="*/ 2325924 w 2531551"/>
                  <a:gd name="connsiteY2" fmla="*/ 461561 h 664184"/>
                  <a:gd name="connsiteX3" fmla="*/ 88323 w 2531551"/>
                  <a:gd name="connsiteY3" fmla="*/ 664184 h 664184"/>
                  <a:gd name="connsiteX4" fmla="*/ 0 w 2531551"/>
                  <a:gd name="connsiteY4" fmla="*/ 309589 h 664184"/>
                  <a:gd name="connsiteX0" fmla="*/ 0 w 2523403"/>
                  <a:gd name="connsiteY0" fmla="*/ 317722 h 672317"/>
                  <a:gd name="connsiteX1" fmla="*/ 2315535 w 2523403"/>
                  <a:gd name="connsiteY1" fmla="*/ 68339 h 672317"/>
                  <a:gd name="connsiteX2" fmla="*/ 2325924 w 2523403"/>
                  <a:gd name="connsiteY2" fmla="*/ 469694 h 672317"/>
                  <a:gd name="connsiteX3" fmla="*/ 88323 w 2523403"/>
                  <a:gd name="connsiteY3" fmla="*/ 672317 h 672317"/>
                  <a:gd name="connsiteX4" fmla="*/ 0 w 2523403"/>
                  <a:gd name="connsiteY4" fmla="*/ 317722 h 672317"/>
                  <a:gd name="connsiteX0" fmla="*/ 0 w 2523403"/>
                  <a:gd name="connsiteY0" fmla="*/ 306301 h 660896"/>
                  <a:gd name="connsiteX1" fmla="*/ 2315535 w 2523403"/>
                  <a:gd name="connsiteY1" fmla="*/ 56918 h 660896"/>
                  <a:gd name="connsiteX2" fmla="*/ 2325924 w 2523403"/>
                  <a:gd name="connsiteY2" fmla="*/ 458273 h 660896"/>
                  <a:gd name="connsiteX3" fmla="*/ 88323 w 2523403"/>
                  <a:gd name="connsiteY3" fmla="*/ 660896 h 660896"/>
                  <a:gd name="connsiteX4" fmla="*/ 0 w 2523403"/>
                  <a:gd name="connsiteY4" fmla="*/ 306301 h 660896"/>
                  <a:gd name="connsiteX0" fmla="*/ 0 w 2523403"/>
                  <a:gd name="connsiteY0" fmla="*/ 318816 h 673411"/>
                  <a:gd name="connsiteX1" fmla="*/ 2315535 w 2523403"/>
                  <a:gd name="connsiteY1" fmla="*/ 53847 h 673411"/>
                  <a:gd name="connsiteX2" fmla="*/ 2325924 w 2523403"/>
                  <a:gd name="connsiteY2" fmla="*/ 470788 h 673411"/>
                  <a:gd name="connsiteX3" fmla="*/ 88323 w 2523403"/>
                  <a:gd name="connsiteY3" fmla="*/ 673411 h 673411"/>
                  <a:gd name="connsiteX4" fmla="*/ 0 w 2523403"/>
                  <a:gd name="connsiteY4" fmla="*/ 318816 h 673411"/>
                  <a:gd name="connsiteX0" fmla="*/ 0 w 2520762"/>
                  <a:gd name="connsiteY0" fmla="*/ 314615 h 669210"/>
                  <a:gd name="connsiteX1" fmla="*/ 2310340 w 2520762"/>
                  <a:gd name="connsiteY1" fmla="*/ 54841 h 669210"/>
                  <a:gd name="connsiteX2" fmla="*/ 2325924 w 2520762"/>
                  <a:gd name="connsiteY2" fmla="*/ 466587 h 669210"/>
                  <a:gd name="connsiteX3" fmla="*/ 88323 w 2520762"/>
                  <a:gd name="connsiteY3" fmla="*/ 669210 h 669210"/>
                  <a:gd name="connsiteX4" fmla="*/ 0 w 2520762"/>
                  <a:gd name="connsiteY4" fmla="*/ 314615 h 669210"/>
                  <a:gd name="connsiteX0" fmla="*/ 0 w 2526684"/>
                  <a:gd name="connsiteY0" fmla="*/ 314615 h 669210"/>
                  <a:gd name="connsiteX1" fmla="*/ 2310340 w 2526684"/>
                  <a:gd name="connsiteY1" fmla="*/ 54841 h 669210"/>
                  <a:gd name="connsiteX2" fmla="*/ 2325924 w 2526684"/>
                  <a:gd name="connsiteY2" fmla="*/ 466587 h 669210"/>
                  <a:gd name="connsiteX3" fmla="*/ 88323 w 2526684"/>
                  <a:gd name="connsiteY3" fmla="*/ 669210 h 669210"/>
                  <a:gd name="connsiteX4" fmla="*/ 0 w 2526684"/>
                  <a:gd name="connsiteY4" fmla="*/ 314615 h 669210"/>
                  <a:gd name="connsiteX0" fmla="*/ 0 w 2526684"/>
                  <a:gd name="connsiteY0" fmla="*/ 314615 h 669210"/>
                  <a:gd name="connsiteX1" fmla="*/ 2310340 w 2526684"/>
                  <a:gd name="connsiteY1" fmla="*/ 54841 h 669210"/>
                  <a:gd name="connsiteX2" fmla="*/ 2325924 w 2526684"/>
                  <a:gd name="connsiteY2" fmla="*/ 466587 h 669210"/>
                  <a:gd name="connsiteX3" fmla="*/ 1931071 w 2526684"/>
                  <a:gd name="connsiteY3" fmla="*/ 512042 h 669210"/>
                  <a:gd name="connsiteX4" fmla="*/ 88323 w 2526684"/>
                  <a:gd name="connsiteY4" fmla="*/ 669210 h 669210"/>
                  <a:gd name="connsiteX5" fmla="*/ 0 w 2526684"/>
                  <a:gd name="connsiteY5" fmla="*/ 314615 h 669210"/>
                  <a:gd name="connsiteX0" fmla="*/ 0 w 2526684"/>
                  <a:gd name="connsiteY0" fmla="*/ 314615 h 669210"/>
                  <a:gd name="connsiteX1" fmla="*/ 2310340 w 2526684"/>
                  <a:gd name="connsiteY1" fmla="*/ 54841 h 669210"/>
                  <a:gd name="connsiteX2" fmla="*/ 2325924 w 2526684"/>
                  <a:gd name="connsiteY2" fmla="*/ 466587 h 669210"/>
                  <a:gd name="connsiteX3" fmla="*/ 1920680 w 2526684"/>
                  <a:gd name="connsiteY3" fmla="*/ 475674 h 669210"/>
                  <a:gd name="connsiteX4" fmla="*/ 88323 w 2526684"/>
                  <a:gd name="connsiteY4" fmla="*/ 669210 h 669210"/>
                  <a:gd name="connsiteX5" fmla="*/ 0 w 2526684"/>
                  <a:gd name="connsiteY5" fmla="*/ 314615 h 669210"/>
                  <a:gd name="connsiteX0" fmla="*/ 0 w 2526684"/>
                  <a:gd name="connsiteY0" fmla="*/ 314615 h 669210"/>
                  <a:gd name="connsiteX1" fmla="*/ 2310340 w 2526684"/>
                  <a:gd name="connsiteY1" fmla="*/ 54841 h 669210"/>
                  <a:gd name="connsiteX2" fmla="*/ 2325924 w 2526684"/>
                  <a:gd name="connsiteY2" fmla="*/ 466587 h 669210"/>
                  <a:gd name="connsiteX3" fmla="*/ 1920680 w 2526684"/>
                  <a:gd name="connsiteY3" fmla="*/ 475674 h 669210"/>
                  <a:gd name="connsiteX4" fmla="*/ 88323 w 2526684"/>
                  <a:gd name="connsiteY4" fmla="*/ 669210 h 669210"/>
                  <a:gd name="connsiteX5" fmla="*/ 0 w 2526684"/>
                  <a:gd name="connsiteY5" fmla="*/ 314615 h 669210"/>
                  <a:gd name="connsiteX0" fmla="*/ 0 w 2526684"/>
                  <a:gd name="connsiteY0" fmla="*/ 314615 h 669210"/>
                  <a:gd name="connsiteX1" fmla="*/ 2310340 w 2526684"/>
                  <a:gd name="connsiteY1" fmla="*/ 54841 h 669210"/>
                  <a:gd name="connsiteX2" fmla="*/ 2325924 w 2526684"/>
                  <a:gd name="connsiteY2" fmla="*/ 466587 h 669210"/>
                  <a:gd name="connsiteX3" fmla="*/ 1920680 w 2526684"/>
                  <a:gd name="connsiteY3" fmla="*/ 475674 h 669210"/>
                  <a:gd name="connsiteX4" fmla="*/ 1182925 w 2526684"/>
                  <a:gd name="connsiteY4" fmla="*/ 548410 h 669210"/>
                  <a:gd name="connsiteX5" fmla="*/ 88323 w 2526684"/>
                  <a:gd name="connsiteY5" fmla="*/ 669210 h 669210"/>
                  <a:gd name="connsiteX6" fmla="*/ 0 w 2526684"/>
                  <a:gd name="connsiteY6" fmla="*/ 314615 h 669210"/>
                  <a:gd name="connsiteX0" fmla="*/ 0 w 2526684"/>
                  <a:gd name="connsiteY0" fmla="*/ 314615 h 669210"/>
                  <a:gd name="connsiteX1" fmla="*/ 2310340 w 2526684"/>
                  <a:gd name="connsiteY1" fmla="*/ 54841 h 669210"/>
                  <a:gd name="connsiteX2" fmla="*/ 2325924 w 2526684"/>
                  <a:gd name="connsiteY2" fmla="*/ 466587 h 669210"/>
                  <a:gd name="connsiteX3" fmla="*/ 1920680 w 2526684"/>
                  <a:gd name="connsiteY3" fmla="*/ 475674 h 669210"/>
                  <a:gd name="connsiteX4" fmla="*/ 2097325 w 2526684"/>
                  <a:gd name="connsiteY4" fmla="*/ 569191 h 669210"/>
                  <a:gd name="connsiteX5" fmla="*/ 88323 w 2526684"/>
                  <a:gd name="connsiteY5" fmla="*/ 669210 h 669210"/>
                  <a:gd name="connsiteX6" fmla="*/ 0 w 2526684"/>
                  <a:gd name="connsiteY6" fmla="*/ 314615 h 669210"/>
                  <a:gd name="connsiteX0" fmla="*/ 0 w 2526684"/>
                  <a:gd name="connsiteY0" fmla="*/ 314615 h 669210"/>
                  <a:gd name="connsiteX1" fmla="*/ 2310340 w 2526684"/>
                  <a:gd name="connsiteY1" fmla="*/ 54841 h 669210"/>
                  <a:gd name="connsiteX2" fmla="*/ 2325924 w 2526684"/>
                  <a:gd name="connsiteY2" fmla="*/ 466587 h 669210"/>
                  <a:gd name="connsiteX3" fmla="*/ 1910289 w 2526684"/>
                  <a:gd name="connsiteY3" fmla="*/ 460088 h 669210"/>
                  <a:gd name="connsiteX4" fmla="*/ 2097325 w 2526684"/>
                  <a:gd name="connsiteY4" fmla="*/ 569191 h 669210"/>
                  <a:gd name="connsiteX5" fmla="*/ 88323 w 2526684"/>
                  <a:gd name="connsiteY5" fmla="*/ 669210 h 669210"/>
                  <a:gd name="connsiteX6" fmla="*/ 0 w 2526684"/>
                  <a:gd name="connsiteY6" fmla="*/ 314615 h 669210"/>
                  <a:gd name="connsiteX0" fmla="*/ 0 w 2526684"/>
                  <a:gd name="connsiteY0" fmla="*/ 314615 h 669210"/>
                  <a:gd name="connsiteX1" fmla="*/ 2310340 w 2526684"/>
                  <a:gd name="connsiteY1" fmla="*/ 54841 h 669210"/>
                  <a:gd name="connsiteX2" fmla="*/ 2325924 w 2526684"/>
                  <a:gd name="connsiteY2" fmla="*/ 466587 h 669210"/>
                  <a:gd name="connsiteX3" fmla="*/ 1910289 w 2526684"/>
                  <a:gd name="connsiteY3" fmla="*/ 480870 h 669210"/>
                  <a:gd name="connsiteX4" fmla="*/ 2097325 w 2526684"/>
                  <a:gd name="connsiteY4" fmla="*/ 569191 h 669210"/>
                  <a:gd name="connsiteX5" fmla="*/ 88323 w 2526684"/>
                  <a:gd name="connsiteY5" fmla="*/ 669210 h 669210"/>
                  <a:gd name="connsiteX6" fmla="*/ 0 w 2526684"/>
                  <a:gd name="connsiteY6" fmla="*/ 314615 h 669210"/>
                  <a:gd name="connsiteX0" fmla="*/ 0 w 2526684"/>
                  <a:gd name="connsiteY0" fmla="*/ 314615 h 669210"/>
                  <a:gd name="connsiteX1" fmla="*/ 2310340 w 2526684"/>
                  <a:gd name="connsiteY1" fmla="*/ 54841 h 669210"/>
                  <a:gd name="connsiteX2" fmla="*/ 2325924 w 2526684"/>
                  <a:gd name="connsiteY2" fmla="*/ 466587 h 669210"/>
                  <a:gd name="connsiteX3" fmla="*/ 1910289 w 2526684"/>
                  <a:gd name="connsiteY3" fmla="*/ 465284 h 669210"/>
                  <a:gd name="connsiteX4" fmla="*/ 2097325 w 2526684"/>
                  <a:gd name="connsiteY4" fmla="*/ 569191 h 669210"/>
                  <a:gd name="connsiteX5" fmla="*/ 88323 w 2526684"/>
                  <a:gd name="connsiteY5" fmla="*/ 669210 h 669210"/>
                  <a:gd name="connsiteX6" fmla="*/ 0 w 2526684"/>
                  <a:gd name="connsiteY6" fmla="*/ 314615 h 669210"/>
                  <a:gd name="connsiteX0" fmla="*/ 0 w 2526684"/>
                  <a:gd name="connsiteY0" fmla="*/ 314615 h 622451"/>
                  <a:gd name="connsiteX1" fmla="*/ 2310340 w 2526684"/>
                  <a:gd name="connsiteY1" fmla="*/ 54841 h 622451"/>
                  <a:gd name="connsiteX2" fmla="*/ 2325924 w 2526684"/>
                  <a:gd name="connsiteY2" fmla="*/ 466587 h 622451"/>
                  <a:gd name="connsiteX3" fmla="*/ 1910289 w 2526684"/>
                  <a:gd name="connsiteY3" fmla="*/ 465284 h 622451"/>
                  <a:gd name="connsiteX4" fmla="*/ 2097325 w 2526684"/>
                  <a:gd name="connsiteY4" fmla="*/ 569191 h 622451"/>
                  <a:gd name="connsiteX5" fmla="*/ 88323 w 2526684"/>
                  <a:gd name="connsiteY5" fmla="*/ 622451 h 622451"/>
                  <a:gd name="connsiteX6" fmla="*/ 0 w 2526684"/>
                  <a:gd name="connsiteY6" fmla="*/ 314615 h 622451"/>
                  <a:gd name="connsiteX0" fmla="*/ 0 w 2526684"/>
                  <a:gd name="connsiteY0" fmla="*/ 314615 h 658819"/>
                  <a:gd name="connsiteX1" fmla="*/ 2310340 w 2526684"/>
                  <a:gd name="connsiteY1" fmla="*/ 54841 h 658819"/>
                  <a:gd name="connsiteX2" fmla="*/ 2325924 w 2526684"/>
                  <a:gd name="connsiteY2" fmla="*/ 466587 h 658819"/>
                  <a:gd name="connsiteX3" fmla="*/ 1910289 w 2526684"/>
                  <a:gd name="connsiteY3" fmla="*/ 465284 h 658819"/>
                  <a:gd name="connsiteX4" fmla="*/ 2097325 w 2526684"/>
                  <a:gd name="connsiteY4" fmla="*/ 569191 h 658819"/>
                  <a:gd name="connsiteX5" fmla="*/ 83128 w 2526684"/>
                  <a:gd name="connsiteY5" fmla="*/ 658819 h 658819"/>
                  <a:gd name="connsiteX6" fmla="*/ 0 w 2526684"/>
                  <a:gd name="connsiteY6" fmla="*/ 314615 h 658819"/>
                  <a:gd name="connsiteX0" fmla="*/ 0 w 2526684"/>
                  <a:gd name="connsiteY0" fmla="*/ 314615 h 658819"/>
                  <a:gd name="connsiteX1" fmla="*/ 2310340 w 2526684"/>
                  <a:gd name="connsiteY1" fmla="*/ 54841 h 658819"/>
                  <a:gd name="connsiteX2" fmla="*/ 2325924 w 2526684"/>
                  <a:gd name="connsiteY2" fmla="*/ 466587 h 658819"/>
                  <a:gd name="connsiteX3" fmla="*/ 1910289 w 2526684"/>
                  <a:gd name="connsiteY3" fmla="*/ 465284 h 658819"/>
                  <a:gd name="connsiteX4" fmla="*/ 2097325 w 2526684"/>
                  <a:gd name="connsiteY4" fmla="*/ 569191 h 658819"/>
                  <a:gd name="connsiteX5" fmla="*/ 83128 w 2526684"/>
                  <a:gd name="connsiteY5" fmla="*/ 658819 h 658819"/>
                  <a:gd name="connsiteX6" fmla="*/ 0 w 2526684"/>
                  <a:gd name="connsiteY6" fmla="*/ 314615 h 658819"/>
                  <a:gd name="connsiteX0" fmla="*/ 85480 w 2612164"/>
                  <a:gd name="connsiteY0" fmla="*/ 314615 h 658819"/>
                  <a:gd name="connsiteX1" fmla="*/ 2395820 w 2612164"/>
                  <a:gd name="connsiteY1" fmla="*/ 54841 h 658819"/>
                  <a:gd name="connsiteX2" fmla="*/ 2411404 w 2612164"/>
                  <a:gd name="connsiteY2" fmla="*/ 466587 h 658819"/>
                  <a:gd name="connsiteX3" fmla="*/ 1995769 w 2612164"/>
                  <a:gd name="connsiteY3" fmla="*/ 465284 h 658819"/>
                  <a:gd name="connsiteX4" fmla="*/ 2182805 w 2612164"/>
                  <a:gd name="connsiteY4" fmla="*/ 569191 h 658819"/>
                  <a:gd name="connsiteX5" fmla="*/ 168608 w 2612164"/>
                  <a:gd name="connsiteY5" fmla="*/ 658819 h 658819"/>
                  <a:gd name="connsiteX6" fmla="*/ 85480 w 2612164"/>
                  <a:gd name="connsiteY6" fmla="*/ 314615 h 658819"/>
                  <a:gd name="connsiteX0" fmla="*/ 85480 w 2612164"/>
                  <a:gd name="connsiteY0" fmla="*/ 314615 h 658819"/>
                  <a:gd name="connsiteX1" fmla="*/ 2395820 w 2612164"/>
                  <a:gd name="connsiteY1" fmla="*/ 54841 h 658819"/>
                  <a:gd name="connsiteX2" fmla="*/ 2411404 w 2612164"/>
                  <a:gd name="connsiteY2" fmla="*/ 466587 h 658819"/>
                  <a:gd name="connsiteX3" fmla="*/ 1995769 w 2612164"/>
                  <a:gd name="connsiteY3" fmla="*/ 465284 h 658819"/>
                  <a:gd name="connsiteX4" fmla="*/ 2182805 w 2612164"/>
                  <a:gd name="connsiteY4" fmla="*/ 569191 h 658819"/>
                  <a:gd name="connsiteX5" fmla="*/ 168608 w 2612164"/>
                  <a:gd name="connsiteY5" fmla="*/ 658819 h 658819"/>
                  <a:gd name="connsiteX6" fmla="*/ 85480 w 2612164"/>
                  <a:gd name="connsiteY6" fmla="*/ 314615 h 658819"/>
                  <a:gd name="connsiteX0" fmla="*/ 81984 w 2608668"/>
                  <a:gd name="connsiteY0" fmla="*/ 314615 h 658819"/>
                  <a:gd name="connsiteX1" fmla="*/ 2392324 w 2608668"/>
                  <a:gd name="connsiteY1" fmla="*/ 54841 h 658819"/>
                  <a:gd name="connsiteX2" fmla="*/ 2407908 w 2608668"/>
                  <a:gd name="connsiteY2" fmla="*/ 466587 h 658819"/>
                  <a:gd name="connsiteX3" fmla="*/ 1992273 w 2608668"/>
                  <a:gd name="connsiteY3" fmla="*/ 465284 h 658819"/>
                  <a:gd name="connsiteX4" fmla="*/ 2179309 w 2608668"/>
                  <a:gd name="connsiteY4" fmla="*/ 569191 h 658819"/>
                  <a:gd name="connsiteX5" fmla="*/ 165112 w 2608668"/>
                  <a:gd name="connsiteY5" fmla="*/ 658819 h 658819"/>
                  <a:gd name="connsiteX6" fmla="*/ 81984 w 2608668"/>
                  <a:gd name="connsiteY6" fmla="*/ 314615 h 658819"/>
                  <a:gd name="connsiteX0" fmla="*/ 81984 w 2608668"/>
                  <a:gd name="connsiteY0" fmla="*/ 314615 h 658819"/>
                  <a:gd name="connsiteX1" fmla="*/ 2392324 w 2608668"/>
                  <a:gd name="connsiteY1" fmla="*/ 54841 h 658819"/>
                  <a:gd name="connsiteX2" fmla="*/ 2407908 w 2608668"/>
                  <a:gd name="connsiteY2" fmla="*/ 466587 h 658819"/>
                  <a:gd name="connsiteX3" fmla="*/ 1992273 w 2608668"/>
                  <a:gd name="connsiteY3" fmla="*/ 465284 h 658819"/>
                  <a:gd name="connsiteX4" fmla="*/ 2179309 w 2608668"/>
                  <a:gd name="connsiteY4" fmla="*/ 569191 h 658819"/>
                  <a:gd name="connsiteX5" fmla="*/ 714191 w 2608668"/>
                  <a:gd name="connsiteY5" fmla="*/ 631538 h 658819"/>
                  <a:gd name="connsiteX6" fmla="*/ 165112 w 2608668"/>
                  <a:gd name="connsiteY6" fmla="*/ 658819 h 658819"/>
                  <a:gd name="connsiteX7" fmla="*/ 81984 w 2608668"/>
                  <a:gd name="connsiteY7" fmla="*/ 314615 h 658819"/>
                  <a:gd name="connsiteX0" fmla="*/ 81984 w 2608668"/>
                  <a:gd name="connsiteY0" fmla="*/ 314615 h 658819"/>
                  <a:gd name="connsiteX1" fmla="*/ 2392324 w 2608668"/>
                  <a:gd name="connsiteY1" fmla="*/ 54841 h 658819"/>
                  <a:gd name="connsiteX2" fmla="*/ 2407908 w 2608668"/>
                  <a:gd name="connsiteY2" fmla="*/ 466587 h 658819"/>
                  <a:gd name="connsiteX3" fmla="*/ 1992273 w 2608668"/>
                  <a:gd name="connsiteY3" fmla="*/ 465284 h 658819"/>
                  <a:gd name="connsiteX4" fmla="*/ 2179309 w 2608668"/>
                  <a:gd name="connsiteY4" fmla="*/ 569191 h 658819"/>
                  <a:gd name="connsiteX5" fmla="*/ 667432 w 2608668"/>
                  <a:gd name="connsiteY5" fmla="*/ 595169 h 658819"/>
                  <a:gd name="connsiteX6" fmla="*/ 165112 w 2608668"/>
                  <a:gd name="connsiteY6" fmla="*/ 658819 h 658819"/>
                  <a:gd name="connsiteX7" fmla="*/ 81984 w 2608668"/>
                  <a:gd name="connsiteY7" fmla="*/ 314615 h 658819"/>
                  <a:gd name="connsiteX0" fmla="*/ 81984 w 2608668"/>
                  <a:gd name="connsiteY0" fmla="*/ 314615 h 658819"/>
                  <a:gd name="connsiteX1" fmla="*/ 2392324 w 2608668"/>
                  <a:gd name="connsiteY1" fmla="*/ 54841 h 658819"/>
                  <a:gd name="connsiteX2" fmla="*/ 2407908 w 2608668"/>
                  <a:gd name="connsiteY2" fmla="*/ 466587 h 658819"/>
                  <a:gd name="connsiteX3" fmla="*/ 1992273 w 2608668"/>
                  <a:gd name="connsiteY3" fmla="*/ 465284 h 658819"/>
                  <a:gd name="connsiteX4" fmla="*/ 2179309 w 2608668"/>
                  <a:gd name="connsiteY4" fmla="*/ 569191 h 658819"/>
                  <a:gd name="connsiteX5" fmla="*/ 667432 w 2608668"/>
                  <a:gd name="connsiteY5" fmla="*/ 595169 h 658819"/>
                  <a:gd name="connsiteX6" fmla="*/ 165112 w 2608668"/>
                  <a:gd name="connsiteY6" fmla="*/ 658819 h 658819"/>
                  <a:gd name="connsiteX7" fmla="*/ 81984 w 2608668"/>
                  <a:gd name="connsiteY7" fmla="*/ 314615 h 658819"/>
                  <a:gd name="connsiteX0" fmla="*/ 81984 w 2608668"/>
                  <a:gd name="connsiteY0" fmla="*/ 314615 h 659614"/>
                  <a:gd name="connsiteX1" fmla="*/ 2392324 w 2608668"/>
                  <a:gd name="connsiteY1" fmla="*/ 54841 h 659614"/>
                  <a:gd name="connsiteX2" fmla="*/ 2407908 w 2608668"/>
                  <a:gd name="connsiteY2" fmla="*/ 466587 h 659614"/>
                  <a:gd name="connsiteX3" fmla="*/ 1992273 w 2608668"/>
                  <a:gd name="connsiteY3" fmla="*/ 465284 h 659614"/>
                  <a:gd name="connsiteX4" fmla="*/ 2179309 w 2608668"/>
                  <a:gd name="connsiteY4" fmla="*/ 569191 h 659614"/>
                  <a:gd name="connsiteX5" fmla="*/ 667432 w 2608668"/>
                  <a:gd name="connsiteY5" fmla="*/ 595169 h 659614"/>
                  <a:gd name="connsiteX6" fmla="*/ 165112 w 2608668"/>
                  <a:gd name="connsiteY6" fmla="*/ 658819 h 659614"/>
                  <a:gd name="connsiteX7" fmla="*/ 81984 w 2608668"/>
                  <a:gd name="connsiteY7" fmla="*/ 314615 h 659614"/>
                  <a:gd name="connsiteX0" fmla="*/ 81984 w 2608668"/>
                  <a:gd name="connsiteY0" fmla="*/ 314615 h 659232"/>
                  <a:gd name="connsiteX1" fmla="*/ 2392324 w 2608668"/>
                  <a:gd name="connsiteY1" fmla="*/ 54841 h 659232"/>
                  <a:gd name="connsiteX2" fmla="*/ 2407908 w 2608668"/>
                  <a:gd name="connsiteY2" fmla="*/ 466587 h 659232"/>
                  <a:gd name="connsiteX3" fmla="*/ 1992273 w 2608668"/>
                  <a:gd name="connsiteY3" fmla="*/ 465284 h 659232"/>
                  <a:gd name="connsiteX4" fmla="*/ 2179309 w 2608668"/>
                  <a:gd name="connsiteY4" fmla="*/ 569191 h 659232"/>
                  <a:gd name="connsiteX5" fmla="*/ 662236 w 2608668"/>
                  <a:gd name="connsiteY5" fmla="*/ 574387 h 659232"/>
                  <a:gd name="connsiteX6" fmla="*/ 165112 w 2608668"/>
                  <a:gd name="connsiteY6" fmla="*/ 658819 h 659232"/>
                  <a:gd name="connsiteX7" fmla="*/ 81984 w 2608668"/>
                  <a:gd name="connsiteY7" fmla="*/ 314615 h 659232"/>
                  <a:gd name="connsiteX0" fmla="*/ 81984 w 2608668"/>
                  <a:gd name="connsiteY0" fmla="*/ 314615 h 668872"/>
                  <a:gd name="connsiteX1" fmla="*/ 2392324 w 2608668"/>
                  <a:gd name="connsiteY1" fmla="*/ 54841 h 668872"/>
                  <a:gd name="connsiteX2" fmla="*/ 2407908 w 2608668"/>
                  <a:gd name="connsiteY2" fmla="*/ 466587 h 668872"/>
                  <a:gd name="connsiteX3" fmla="*/ 1992273 w 2608668"/>
                  <a:gd name="connsiteY3" fmla="*/ 465284 h 668872"/>
                  <a:gd name="connsiteX4" fmla="*/ 2179309 w 2608668"/>
                  <a:gd name="connsiteY4" fmla="*/ 569191 h 668872"/>
                  <a:gd name="connsiteX5" fmla="*/ 662236 w 2608668"/>
                  <a:gd name="connsiteY5" fmla="*/ 574387 h 668872"/>
                  <a:gd name="connsiteX6" fmla="*/ 165112 w 2608668"/>
                  <a:gd name="connsiteY6" fmla="*/ 658819 h 668872"/>
                  <a:gd name="connsiteX7" fmla="*/ 81984 w 2608668"/>
                  <a:gd name="connsiteY7" fmla="*/ 314615 h 668872"/>
                  <a:gd name="connsiteX0" fmla="*/ 81984 w 2608668"/>
                  <a:gd name="connsiteY0" fmla="*/ 314615 h 668872"/>
                  <a:gd name="connsiteX1" fmla="*/ 2392324 w 2608668"/>
                  <a:gd name="connsiteY1" fmla="*/ 54841 h 668872"/>
                  <a:gd name="connsiteX2" fmla="*/ 2407908 w 2608668"/>
                  <a:gd name="connsiteY2" fmla="*/ 466587 h 668872"/>
                  <a:gd name="connsiteX3" fmla="*/ 1992273 w 2608668"/>
                  <a:gd name="connsiteY3" fmla="*/ 465284 h 668872"/>
                  <a:gd name="connsiteX4" fmla="*/ 2179309 w 2608668"/>
                  <a:gd name="connsiteY4" fmla="*/ 569191 h 668872"/>
                  <a:gd name="connsiteX5" fmla="*/ 854469 w 2608668"/>
                  <a:gd name="connsiteY5" fmla="*/ 563996 h 668872"/>
                  <a:gd name="connsiteX6" fmla="*/ 662236 w 2608668"/>
                  <a:gd name="connsiteY6" fmla="*/ 574387 h 668872"/>
                  <a:gd name="connsiteX7" fmla="*/ 165112 w 2608668"/>
                  <a:gd name="connsiteY7" fmla="*/ 658819 h 668872"/>
                  <a:gd name="connsiteX8" fmla="*/ 81984 w 2608668"/>
                  <a:gd name="connsiteY8" fmla="*/ 314615 h 668872"/>
                  <a:gd name="connsiteX0" fmla="*/ 81984 w 2608668"/>
                  <a:gd name="connsiteY0" fmla="*/ 314615 h 719860"/>
                  <a:gd name="connsiteX1" fmla="*/ 2392324 w 2608668"/>
                  <a:gd name="connsiteY1" fmla="*/ 54841 h 719860"/>
                  <a:gd name="connsiteX2" fmla="*/ 2407908 w 2608668"/>
                  <a:gd name="connsiteY2" fmla="*/ 466587 h 719860"/>
                  <a:gd name="connsiteX3" fmla="*/ 1992273 w 2608668"/>
                  <a:gd name="connsiteY3" fmla="*/ 465284 h 719860"/>
                  <a:gd name="connsiteX4" fmla="*/ 2179309 w 2608668"/>
                  <a:gd name="connsiteY4" fmla="*/ 569191 h 719860"/>
                  <a:gd name="connsiteX5" fmla="*/ 480396 w 2608668"/>
                  <a:gd name="connsiteY5" fmla="*/ 719860 h 719860"/>
                  <a:gd name="connsiteX6" fmla="*/ 662236 w 2608668"/>
                  <a:gd name="connsiteY6" fmla="*/ 574387 h 719860"/>
                  <a:gd name="connsiteX7" fmla="*/ 165112 w 2608668"/>
                  <a:gd name="connsiteY7" fmla="*/ 658819 h 719860"/>
                  <a:gd name="connsiteX8" fmla="*/ 81984 w 2608668"/>
                  <a:gd name="connsiteY8" fmla="*/ 314615 h 719860"/>
                  <a:gd name="connsiteX0" fmla="*/ 81984 w 2608668"/>
                  <a:gd name="connsiteY0" fmla="*/ 314615 h 740642"/>
                  <a:gd name="connsiteX1" fmla="*/ 2392324 w 2608668"/>
                  <a:gd name="connsiteY1" fmla="*/ 54841 h 740642"/>
                  <a:gd name="connsiteX2" fmla="*/ 2407908 w 2608668"/>
                  <a:gd name="connsiteY2" fmla="*/ 466587 h 740642"/>
                  <a:gd name="connsiteX3" fmla="*/ 1992273 w 2608668"/>
                  <a:gd name="connsiteY3" fmla="*/ 465284 h 740642"/>
                  <a:gd name="connsiteX4" fmla="*/ 2179309 w 2608668"/>
                  <a:gd name="connsiteY4" fmla="*/ 569191 h 740642"/>
                  <a:gd name="connsiteX5" fmla="*/ 459614 w 2608668"/>
                  <a:gd name="connsiteY5" fmla="*/ 740642 h 740642"/>
                  <a:gd name="connsiteX6" fmla="*/ 662236 w 2608668"/>
                  <a:gd name="connsiteY6" fmla="*/ 574387 h 740642"/>
                  <a:gd name="connsiteX7" fmla="*/ 165112 w 2608668"/>
                  <a:gd name="connsiteY7" fmla="*/ 658819 h 740642"/>
                  <a:gd name="connsiteX8" fmla="*/ 81984 w 2608668"/>
                  <a:gd name="connsiteY8" fmla="*/ 314615 h 740642"/>
                  <a:gd name="connsiteX0" fmla="*/ 81984 w 2608668"/>
                  <a:gd name="connsiteY0" fmla="*/ 314615 h 740642"/>
                  <a:gd name="connsiteX1" fmla="*/ 2392324 w 2608668"/>
                  <a:gd name="connsiteY1" fmla="*/ 54841 h 740642"/>
                  <a:gd name="connsiteX2" fmla="*/ 2407908 w 2608668"/>
                  <a:gd name="connsiteY2" fmla="*/ 466587 h 740642"/>
                  <a:gd name="connsiteX3" fmla="*/ 1992273 w 2608668"/>
                  <a:gd name="connsiteY3" fmla="*/ 465284 h 740642"/>
                  <a:gd name="connsiteX4" fmla="*/ 2179309 w 2608668"/>
                  <a:gd name="connsiteY4" fmla="*/ 569191 h 740642"/>
                  <a:gd name="connsiteX5" fmla="*/ 459614 w 2608668"/>
                  <a:gd name="connsiteY5" fmla="*/ 740642 h 740642"/>
                  <a:gd name="connsiteX6" fmla="*/ 662236 w 2608668"/>
                  <a:gd name="connsiteY6" fmla="*/ 574387 h 740642"/>
                  <a:gd name="connsiteX7" fmla="*/ 165112 w 2608668"/>
                  <a:gd name="connsiteY7" fmla="*/ 658819 h 740642"/>
                  <a:gd name="connsiteX8" fmla="*/ 81984 w 2608668"/>
                  <a:gd name="connsiteY8" fmla="*/ 314615 h 740642"/>
                  <a:gd name="connsiteX0" fmla="*/ 81984 w 2608668"/>
                  <a:gd name="connsiteY0" fmla="*/ 314615 h 740642"/>
                  <a:gd name="connsiteX1" fmla="*/ 2392324 w 2608668"/>
                  <a:gd name="connsiteY1" fmla="*/ 54841 h 740642"/>
                  <a:gd name="connsiteX2" fmla="*/ 2407908 w 2608668"/>
                  <a:gd name="connsiteY2" fmla="*/ 466587 h 740642"/>
                  <a:gd name="connsiteX3" fmla="*/ 1992273 w 2608668"/>
                  <a:gd name="connsiteY3" fmla="*/ 465284 h 740642"/>
                  <a:gd name="connsiteX4" fmla="*/ 2179309 w 2608668"/>
                  <a:gd name="connsiteY4" fmla="*/ 569191 h 740642"/>
                  <a:gd name="connsiteX5" fmla="*/ 459614 w 2608668"/>
                  <a:gd name="connsiteY5" fmla="*/ 740642 h 740642"/>
                  <a:gd name="connsiteX6" fmla="*/ 662236 w 2608668"/>
                  <a:gd name="connsiteY6" fmla="*/ 574387 h 740642"/>
                  <a:gd name="connsiteX7" fmla="*/ 165112 w 2608668"/>
                  <a:gd name="connsiteY7" fmla="*/ 658819 h 740642"/>
                  <a:gd name="connsiteX8" fmla="*/ 81984 w 2608668"/>
                  <a:gd name="connsiteY8" fmla="*/ 314615 h 740642"/>
                  <a:gd name="connsiteX0" fmla="*/ 85041 w 2600062"/>
                  <a:gd name="connsiteY0" fmla="*/ 243466 h 765378"/>
                  <a:gd name="connsiteX1" fmla="*/ 2383718 w 2600062"/>
                  <a:gd name="connsiteY1" fmla="*/ 79577 h 765378"/>
                  <a:gd name="connsiteX2" fmla="*/ 2399302 w 2600062"/>
                  <a:gd name="connsiteY2" fmla="*/ 491323 h 765378"/>
                  <a:gd name="connsiteX3" fmla="*/ 1983667 w 2600062"/>
                  <a:gd name="connsiteY3" fmla="*/ 490020 h 765378"/>
                  <a:gd name="connsiteX4" fmla="*/ 2170703 w 2600062"/>
                  <a:gd name="connsiteY4" fmla="*/ 593927 h 765378"/>
                  <a:gd name="connsiteX5" fmla="*/ 451008 w 2600062"/>
                  <a:gd name="connsiteY5" fmla="*/ 765378 h 765378"/>
                  <a:gd name="connsiteX6" fmla="*/ 653630 w 2600062"/>
                  <a:gd name="connsiteY6" fmla="*/ 599123 h 765378"/>
                  <a:gd name="connsiteX7" fmla="*/ 156506 w 2600062"/>
                  <a:gd name="connsiteY7" fmla="*/ 683555 h 765378"/>
                  <a:gd name="connsiteX8" fmla="*/ 85041 w 2600062"/>
                  <a:gd name="connsiteY8" fmla="*/ 243466 h 765378"/>
                  <a:gd name="connsiteX0" fmla="*/ 92291 w 2607312"/>
                  <a:gd name="connsiteY0" fmla="*/ 243466 h 765378"/>
                  <a:gd name="connsiteX1" fmla="*/ 2390968 w 2607312"/>
                  <a:gd name="connsiteY1" fmla="*/ 79577 h 765378"/>
                  <a:gd name="connsiteX2" fmla="*/ 2406552 w 2607312"/>
                  <a:gd name="connsiteY2" fmla="*/ 491323 h 765378"/>
                  <a:gd name="connsiteX3" fmla="*/ 1990917 w 2607312"/>
                  <a:gd name="connsiteY3" fmla="*/ 490020 h 765378"/>
                  <a:gd name="connsiteX4" fmla="*/ 2177953 w 2607312"/>
                  <a:gd name="connsiteY4" fmla="*/ 593927 h 765378"/>
                  <a:gd name="connsiteX5" fmla="*/ 458258 w 2607312"/>
                  <a:gd name="connsiteY5" fmla="*/ 765378 h 765378"/>
                  <a:gd name="connsiteX6" fmla="*/ 660880 w 2607312"/>
                  <a:gd name="connsiteY6" fmla="*/ 599123 h 765378"/>
                  <a:gd name="connsiteX7" fmla="*/ 138809 w 2607312"/>
                  <a:gd name="connsiteY7" fmla="*/ 579325 h 765378"/>
                  <a:gd name="connsiteX8" fmla="*/ 92291 w 2607312"/>
                  <a:gd name="connsiteY8" fmla="*/ 243466 h 765378"/>
                  <a:gd name="connsiteX0" fmla="*/ 92291 w 2607312"/>
                  <a:gd name="connsiteY0" fmla="*/ 243466 h 765378"/>
                  <a:gd name="connsiteX1" fmla="*/ 2390968 w 2607312"/>
                  <a:gd name="connsiteY1" fmla="*/ 79577 h 765378"/>
                  <a:gd name="connsiteX2" fmla="*/ 2406552 w 2607312"/>
                  <a:gd name="connsiteY2" fmla="*/ 491323 h 765378"/>
                  <a:gd name="connsiteX3" fmla="*/ 1990917 w 2607312"/>
                  <a:gd name="connsiteY3" fmla="*/ 490020 h 765378"/>
                  <a:gd name="connsiteX4" fmla="*/ 2177953 w 2607312"/>
                  <a:gd name="connsiteY4" fmla="*/ 593927 h 765378"/>
                  <a:gd name="connsiteX5" fmla="*/ 458258 w 2607312"/>
                  <a:gd name="connsiteY5" fmla="*/ 765378 h 765378"/>
                  <a:gd name="connsiteX6" fmla="*/ 664957 w 2607312"/>
                  <a:gd name="connsiteY6" fmla="*/ 576266 h 765378"/>
                  <a:gd name="connsiteX7" fmla="*/ 138809 w 2607312"/>
                  <a:gd name="connsiteY7" fmla="*/ 579325 h 765378"/>
                  <a:gd name="connsiteX8" fmla="*/ 92291 w 2607312"/>
                  <a:gd name="connsiteY8" fmla="*/ 243466 h 765378"/>
                  <a:gd name="connsiteX0" fmla="*/ 84303 w 2599324"/>
                  <a:gd name="connsiteY0" fmla="*/ 243466 h 765378"/>
                  <a:gd name="connsiteX1" fmla="*/ 2382980 w 2599324"/>
                  <a:gd name="connsiteY1" fmla="*/ 79577 h 765378"/>
                  <a:gd name="connsiteX2" fmla="*/ 2398564 w 2599324"/>
                  <a:gd name="connsiteY2" fmla="*/ 491323 h 765378"/>
                  <a:gd name="connsiteX3" fmla="*/ 1982929 w 2599324"/>
                  <a:gd name="connsiteY3" fmla="*/ 490020 h 765378"/>
                  <a:gd name="connsiteX4" fmla="*/ 2169965 w 2599324"/>
                  <a:gd name="connsiteY4" fmla="*/ 593927 h 765378"/>
                  <a:gd name="connsiteX5" fmla="*/ 450270 w 2599324"/>
                  <a:gd name="connsiteY5" fmla="*/ 765378 h 765378"/>
                  <a:gd name="connsiteX6" fmla="*/ 656969 w 2599324"/>
                  <a:gd name="connsiteY6" fmla="*/ 576266 h 765378"/>
                  <a:gd name="connsiteX7" fmla="*/ 158515 w 2599324"/>
                  <a:gd name="connsiteY7" fmla="*/ 596965 h 765378"/>
                  <a:gd name="connsiteX8" fmla="*/ 84303 w 2599324"/>
                  <a:gd name="connsiteY8" fmla="*/ 243466 h 765378"/>
                  <a:gd name="connsiteX0" fmla="*/ 84303 w 2599324"/>
                  <a:gd name="connsiteY0" fmla="*/ 243466 h 765378"/>
                  <a:gd name="connsiteX1" fmla="*/ 2382980 w 2599324"/>
                  <a:gd name="connsiteY1" fmla="*/ 79577 h 765378"/>
                  <a:gd name="connsiteX2" fmla="*/ 2398564 w 2599324"/>
                  <a:gd name="connsiteY2" fmla="*/ 491323 h 765378"/>
                  <a:gd name="connsiteX3" fmla="*/ 1982929 w 2599324"/>
                  <a:gd name="connsiteY3" fmla="*/ 490020 h 765378"/>
                  <a:gd name="connsiteX4" fmla="*/ 2169965 w 2599324"/>
                  <a:gd name="connsiteY4" fmla="*/ 593927 h 765378"/>
                  <a:gd name="connsiteX5" fmla="*/ 450270 w 2599324"/>
                  <a:gd name="connsiteY5" fmla="*/ 765378 h 765378"/>
                  <a:gd name="connsiteX6" fmla="*/ 656969 w 2599324"/>
                  <a:gd name="connsiteY6" fmla="*/ 576266 h 765378"/>
                  <a:gd name="connsiteX7" fmla="*/ 158515 w 2599324"/>
                  <a:gd name="connsiteY7" fmla="*/ 596965 h 765378"/>
                  <a:gd name="connsiteX8" fmla="*/ 84303 w 2599324"/>
                  <a:gd name="connsiteY8" fmla="*/ 243466 h 765378"/>
                  <a:gd name="connsiteX0" fmla="*/ 84151 w 2599172"/>
                  <a:gd name="connsiteY0" fmla="*/ 243466 h 765378"/>
                  <a:gd name="connsiteX1" fmla="*/ 2382828 w 2599172"/>
                  <a:gd name="connsiteY1" fmla="*/ 79577 h 765378"/>
                  <a:gd name="connsiteX2" fmla="*/ 2398412 w 2599172"/>
                  <a:gd name="connsiteY2" fmla="*/ 491323 h 765378"/>
                  <a:gd name="connsiteX3" fmla="*/ 1982777 w 2599172"/>
                  <a:gd name="connsiteY3" fmla="*/ 490020 h 765378"/>
                  <a:gd name="connsiteX4" fmla="*/ 2169813 w 2599172"/>
                  <a:gd name="connsiteY4" fmla="*/ 593927 h 765378"/>
                  <a:gd name="connsiteX5" fmla="*/ 450118 w 2599172"/>
                  <a:gd name="connsiteY5" fmla="*/ 765378 h 765378"/>
                  <a:gd name="connsiteX6" fmla="*/ 656817 w 2599172"/>
                  <a:gd name="connsiteY6" fmla="*/ 576266 h 765378"/>
                  <a:gd name="connsiteX7" fmla="*/ 158934 w 2599172"/>
                  <a:gd name="connsiteY7" fmla="*/ 624279 h 765378"/>
                  <a:gd name="connsiteX8" fmla="*/ 84151 w 2599172"/>
                  <a:gd name="connsiteY8" fmla="*/ 243466 h 765378"/>
                  <a:gd name="connsiteX0" fmla="*/ 126846 w 2641867"/>
                  <a:gd name="connsiteY0" fmla="*/ 243466 h 765378"/>
                  <a:gd name="connsiteX1" fmla="*/ 2425523 w 2641867"/>
                  <a:gd name="connsiteY1" fmla="*/ 79577 h 765378"/>
                  <a:gd name="connsiteX2" fmla="*/ 2441107 w 2641867"/>
                  <a:gd name="connsiteY2" fmla="*/ 491323 h 765378"/>
                  <a:gd name="connsiteX3" fmla="*/ 2025472 w 2641867"/>
                  <a:gd name="connsiteY3" fmla="*/ 490020 h 765378"/>
                  <a:gd name="connsiteX4" fmla="*/ 2212508 w 2641867"/>
                  <a:gd name="connsiteY4" fmla="*/ 593927 h 765378"/>
                  <a:gd name="connsiteX5" fmla="*/ 492813 w 2641867"/>
                  <a:gd name="connsiteY5" fmla="*/ 765378 h 765378"/>
                  <a:gd name="connsiteX6" fmla="*/ 699512 w 2641867"/>
                  <a:gd name="connsiteY6" fmla="*/ 576266 h 765378"/>
                  <a:gd name="connsiteX7" fmla="*/ 201629 w 2641867"/>
                  <a:gd name="connsiteY7" fmla="*/ 624279 h 765378"/>
                  <a:gd name="connsiteX8" fmla="*/ 126846 w 2641867"/>
                  <a:gd name="connsiteY8" fmla="*/ 243466 h 765378"/>
                  <a:gd name="connsiteX0" fmla="*/ 126846 w 2641867"/>
                  <a:gd name="connsiteY0" fmla="*/ 243466 h 765378"/>
                  <a:gd name="connsiteX1" fmla="*/ 2425523 w 2641867"/>
                  <a:gd name="connsiteY1" fmla="*/ 79577 h 765378"/>
                  <a:gd name="connsiteX2" fmla="*/ 2441107 w 2641867"/>
                  <a:gd name="connsiteY2" fmla="*/ 491323 h 765378"/>
                  <a:gd name="connsiteX3" fmla="*/ 2025472 w 2641867"/>
                  <a:gd name="connsiteY3" fmla="*/ 490020 h 765378"/>
                  <a:gd name="connsiteX4" fmla="*/ 2220185 w 2641867"/>
                  <a:gd name="connsiteY4" fmla="*/ 681492 h 765378"/>
                  <a:gd name="connsiteX5" fmla="*/ 492813 w 2641867"/>
                  <a:gd name="connsiteY5" fmla="*/ 765378 h 765378"/>
                  <a:gd name="connsiteX6" fmla="*/ 699512 w 2641867"/>
                  <a:gd name="connsiteY6" fmla="*/ 576266 h 765378"/>
                  <a:gd name="connsiteX7" fmla="*/ 201629 w 2641867"/>
                  <a:gd name="connsiteY7" fmla="*/ 624279 h 765378"/>
                  <a:gd name="connsiteX8" fmla="*/ 126846 w 2641867"/>
                  <a:gd name="connsiteY8" fmla="*/ 243466 h 765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41867" h="765378">
                    <a:moveTo>
                      <a:pt x="126846" y="243466"/>
                    </a:moveTo>
                    <a:cubicBezTo>
                      <a:pt x="552328" y="-35357"/>
                      <a:pt x="1984456" y="-52041"/>
                      <a:pt x="2425523" y="79577"/>
                    </a:cubicBezTo>
                    <a:cubicBezTo>
                      <a:pt x="2730322" y="137161"/>
                      <a:pt x="2692220" y="418151"/>
                      <a:pt x="2441107" y="491323"/>
                    </a:cubicBezTo>
                    <a:lnTo>
                      <a:pt x="2025472" y="490020"/>
                    </a:lnTo>
                    <a:lnTo>
                      <a:pt x="2220185" y="681492"/>
                    </a:lnTo>
                    <a:lnTo>
                      <a:pt x="492813" y="765378"/>
                    </a:lnTo>
                    <a:cubicBezTo>
                      <a:pt x="560354" y="694374"/>
                      <a:pt x="631971" y="631684"/>
                      <a:pt x="699512" y="576266"/>
                    </a:cubicBezTo>
                    <a:cubicBezTo>
                      <a:pt x="506095" y="628655"/>
                      <a:pt x="329749" y="641621"/>
                      <a:pt x="201629" y="624279"/>
                    </a:cubicBezTo>
                    <a:cubicBezTo>
                      <a:pt x="95989" y="613453"/>
                      <a:pt x="-149339" y="420560"/>
                      <a:pt x="126846" y="243466"/>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grpSp>
        <p:grpSp>
          <p:nvGrpSpPr>
            <p:cNvPr id="120" name="Group 119"/>
            <p:cNvGrpSpPr/>
            <p:nvPr/>
          </p:nvGrpSpPr>
          <p:grpSpPr>
            <a:xfrm>
              <a:off x="7121170" y="2258093"/>
              <a:ext cx="239619" cy="236738"/>
              <a:chOff x="681667" y="2155766"/>
              <a:chExt cx="1218325" cy="1281240"/>
            </a:xfrm>
          </p:grpSpPr>
          <p:grpSp>
            <p:nvGrpSpPr>
              <p:cNvPr id="121" name="Group 120"/>
              <p:cNvGrpSpPr/>
              <p:nvPr/>
            </p:nvGrpSpPr>
            <p:grpSpPr>
              <a:xfrm>
                <a:off x="681667" y="2155766"/>
                <a:ext cx="1218325" cy="1281240"/>
                <a:chOff x="681667" y="2155766"/>
                <a:chExt cx="1218325" cy="1281240"/>
              </a:xfrm>
            </p:grpSpPr>
            <p:sp>
              <p:nvSpPr>
                <p:cNvPr id="128" name="Rectangle 2"/>
                <p:cNvSpPr/>
                <p:nvPr/>
              </p:nvSpPr>
              <p:spPr>
                <a:xfrm rot="8682729" flipV="1">
                  <a:off x="1644678" y="2518509"/>
                  <a:ext cx="255314" cy="232762"/>
                </a:xfrm>
                <a:custGeom>
                  <a:avLst/>
                  <a:gdLst>
                    <a:gd name="connsiteX0" fmla="*/ 0 w 4659086"/>
                    <a:gd name="connsiteY0" fmla="*/ 0 h 2017485"/>
                    <a:gd name="connsiteX1" fmla="*/ 4659086 w 4659086"/>
                    <a:gd name="connsiteY1" fmla="*/ 0 h 2017485"/>
                    <a:gd name="connsiteX2" fmla="*/ 4659086 w 4659086"/>
                    <a:gd name="connsiteY2" fmla="*/ 2017485 h 2017485"/>
                    <a:gd name="connsiteX3" fmla="*/ 0 w 4659086"/>
                    <a:gd name="connsiteY3" fmla="*/ 2017485 h 2017485"/>
                    <a:gd name="connsiteX4" fmla="*/ 0 w 4659086"/>
                    <a:gd name="connsiteY4" fmla="*/ 0 h 2017485"/>
                    <a:gd name="connsiteX0" fmla="*/ 0 w 4804229"/>
                    <a:gd name="connsiteY0" fmla="*/ 0 h 2017485"/>
                    <a:gd name="connsiteX1" fmla="*/ 4659086 w 4804229"/>
                    <a:gd name="connsiteY1" fmla="*/ 0 h 2017485"/>
                    <a:gd name="connsiteX2" fmla="*/ 4804229 w 4804229"/>
                    <a:gd name="connsiteY2" fmla="*/ 1204685 h 2017485"/>
                    <a:gd name="connsiteX3" fmla="*/ 0 w 4804229"/>
                    <a:gd name="connsiteY3" fmla="*/ 2017485 h 2017485"/>
                    <a:gd name="connsiteX4" fmla="*/ 0 w 4804229"/>
                    <a:gd name="connsiteY4" fmla="*/ 0 h 2017485"/>
                    <a:gd name="connsiteX0" fmla="*/ 0 w 4804229"/>
                    <a:gd name="connsiteY0" fmla="*/ 0 h 4223656"/>
                    <a:gd name="connsiteX1" fmla="*/ 4659086 w 4804229"/>
                    <a:gd name="connsiteY1" fmla="*/ 0 h 4223656"/>
                    <a:gd name="connsiteX2" fmla="*/ 4804229 w 4804229"/>
                    <a:gd name="connsiteY2" fmla="*/ 1204685 h 4223656"/>
                    <a:gd name="connsiteX3" fmla="*/ 2002971 w 4804229"/>
                    <a:gd name="connsiteY3" fmla="*/ 4223656 h 4223656"/>
                    <a:gd name="connsiteX4" fmla="*/ 0 w 4804229"/>
                    <a:gd name="connsiteY4" fmla="*/ 0 h 4223656"/>
                    <a:gd name="connsiteX0" fmla="*/ 0 w 7634515"/>
                    <a:gd name="connsiteY0" fmla="*/ 0 h 4499428"/>
                    <a:gd name="connsiteX1" fmla="*/ 7489372 w 7634515"/>
                    <a:gd name="connsiteY1" fmla="*/ 275772 h 4499428"/>
                    <a:gd name="connsiteX2" fmla="*/ 7634515 w 7634515"/>
                    <a:gd name="connsiteY2" fmla="*/ 1480457 h 4499428"/>
                    <a:gd name="connsiteX3" fmla="*/ 4833257 w 7634515"/>
                    <a:gd name="connsiteY3" fmla="*/ 4499428 h 4499428"/>
                    <a:gd name="connsiteX4" fmla="*/ 0 w 7634515"/>
                    <a:gd name="connsiteY4" fmla="*/ 0 h 4499428"/>
                    <a:gd name="connsiteX0" fmla="*/ 0 w 7634515"/>
                    <a:gd name="connsiteY0" fmla="*/ 0 h 4499428"/>
                    <a:gd name="connsiteX1" fmla="*/ 7489372 w 7634515"/>
                    <a:gd name="connsiteY1" fmla="*/ 275772 h 4499428"/>
                    <a:gd name="connsiteX2" fmla="*/ 7634515 w 7634515"/>
                    <a:gd name="connsiteY2" fmla="*/ 1480457 h 4499428"/>
                    <a:gd name="connsiteX3" fmla="*/ 4833257 w 7634515"/>
                    <a:gd name="connsiteY3" fmla="*/ 4499428 h 4499428"/>
                    <a:gd name="connsiteX4" fmla="*/ 0 w 7634515"/>
                    <a:gd name="connsiteY4" fmla="*/ 0 h 4499428"/>
                    <a:gd name="connsiteX0" fmla="*/ 39552 w 7674067"/>
                    <a:gd name="connsiteY0" fmla="*/ 0 h 4895853"/>
                    <a:gd name="connsiteX1" fmla="*/ 7528924 w 7674067"/>
                    <a:gd name="connsiteY1" fmla="*/ 275772 h 4895853"/>
                    <a:gd name="connsiteX2" fmla="*/ 7674067 w 7674067"/>
                    <a:gd name="connsiteY2" fmla="*/ 1480457 h 4895853"/>
                    <a:gd name="connsiteX3" fmla="*/ 4872809 w 7674067"/>
                    <a:gd name="connsiteY3" fmla="*/ 4499428 h 4895853"/>
                    <a:gd name="connsiteX4" fmla="*/ 4582524 w 7674067"/>
                    <a:gd name="connsiteY4" fmla="*/ 4368799 h 4895853"/>
                    <a:gd name="connsiteX5" fmla="*/ 39552 w 7674067"/>
                    <a:gd name="connsiteY5" fmla="*/ 0 h 4895853"/>
                    <a:gd name="connsiteX0" fmla="*/ 38817 w 7673332"/>
                    <a:gd name="connsiteY0" fmla="*/ 0 h 4715686"/>
                    <a:gd name="connsiteX1" fmla="*/ 7528189 w 7673332"/>
                    <a:gd name="connsiteY1" fmla="*/ 275772 h 4715686"/>
                    <a:gd name="connsiteX2" fmla="*/ 7673332 w 7673332"/>
                    <a:gd name="connsiteY2" fmla="*/ 1480457 h 4715686"/>
                    <a:gd name="connsiteX3" fmla="*/ 4872074 w 7673332"/>
                    <a:gd name="connsiteY3" fmla="*/ 4499428 h 4715686"/>
                    <a:gd name="connsiteX4" fmla="*/ 4668875 w 7673332"/>
                    <a:gd name="connsiteY4" fmla="*/ 3860799 h 4715686"/>
                    <a:gd name="connsiteX5" fmla="*/ 38817 w 7673332"/>
                    <a:gd name="connsiteY5" fmla="*/ 0 h 4715686"/>
                    <a:gd name="connsiteX0" fmla="*/ 38817 w 7673332"/>
                    <a:gd name="connsiteY0" fmla="*/ 0 h 4614939"/>
                    <a:gd name="connsiteX1" fmla="*/ 7528189 w 7673332"/>
                    <a:gd name="connsiteY1" fmla="*/ 275772 h 4614939"/>
                    <a:gd name="connsiteX2" fmla="*/ 7673332 w 7673332"/>
                    <a:gd name="connsiteY2" fmla="*/ 1480457 h 4614939"/>
                    <a:gd name="connsiteX3" fmla="*/ 4872074 w 7673332"/>
                    <a:gd name="connsiteY3" fmla="*/ 4499428 h 4614939"/>
                    <a:gd name="connsiteX4" fmla="*/ 4668875 w 7673332"/>
                    <a:gd name="connsiteY4" fmla="*/ 3860799 h 4614939"/>
                    <a:gd name="connsiteX5" fmla="*/ 38817 w 7673332"/>
                    <a:gd name="connsiteY5" fmla="*/ 0 h 4614939"/>
                    <a:gd name="connsiteX0" fmla="*/ 38817 w 7673332"/>
                    <a:gd name="connsiteY0" fmla="*/ 0 h 4499428"/>
                    <a:gd name="connsiteX1" fmla="*/ 7528189 w 7673332"/>
                    <a:gd name="connsiteY1" fmla="*/ 275772 h 4499428"/>
                    <a:gd name="connsiteX2" fmla="*/ 7673332 w 7673332"/>
                    <a:gd name="connsiteY2" fmla="*/ 1480457 h 4499428"/>
                    <a:gd name="connsiteX3" fmla="*/ 4872074 w 7673332"/>
                    <a:gd name="connsiteY3" fmla="*/ 4499428 h 4499428"/>
                    <a:gd name="connsiteX4" fmla="*/ 4668875 w 7673332"/>
                    <a:gd name="connsiteY4" fmla="*/ 3860799 h 4499428"/>
                    <a:gd name="connsiteX5" fmla="*/ 38817 w 7673332"/>
                    <a:gd name="connsiteY5" fmla="*/ 0 h 4499428"/>
                    <a:gd name="connsiteX0" fmla="*/ 39428 w 7673943"/>
                    <a:gd name="connsiteY0" fmla="*/ 0 h 4499428"/>
                    <a:gd name="connsiteX1" fmla="*/ 7528800 w 7673943"/>
                    <a:gd name="connsiteY1" fmla="*/ 275772 h 4499428"/>
                    <a:gd name="connsiteX2" fmla="*/ 7673943 w 7673943"/>
                    <a:gd name="connsiteY2" fmla="*/ 1480457 h 4499428"/>
                    <a:gd name="connsiteX3" fmla="*/ 4872685 w 7673943"/>
                    <a:gd name="connsiteY3" fmla="*/ 4499428 h 4499428"/>
                    <a:gd name="connsiteX4" fmla="*/ 4596915 w 7673943"/>
                    <a:gd name="connsiteY4" fmla="*/ 4397828 h 4499428"/>
                    <a:gd name="connsiteX5" fmla="*/ 39428 w 7673943"/>
                    <a:gd name="connsiteY5" fmla="*/ 0 h 4499428"/>
                    <a:gd name="connsiteX0" fmla="*/ 39428 w 7673943"/>
                    <a:gd name="connsiteY0" fmla="*/ 0 h 4499428"/>
                    <a:gd name="connsiteX1" fmla="*/ 7528800 w 7673943"/>
                    <a:gd name="connsiteY1" fmla="*/ 275772 h 4499428"/>
                    <a:gd name="connsiteX2" fmla="*/ 7673943 w 7673943"/>
                    <a:gd name="connsiteY2" fmla="*/ 1480457 h 4499428"/>
                    <a:gd name="connsiteX3" fmla="*/ 4872685 w 7673943"/>
                    <a:gd name="connsiteY3" fmla="*/ 4499428 h 4499428"/>
                    <a:gd name="connsiteX4" fmla="*/ 4596915 w 7673943"/>
                    <a:gd name="connsiteY4" fmla="*/ 4397828 h 4499428"/>
                    <a:gd name="connsiteX5" fmla="*/ 39428 w 7673943"/>
                    <a:gd name="connsiteY5" fmla="*/ 0 h 4499428"/>
                    <a:gd name="connsiteX0" fmla="*/ 39428 w 7673943"/>
                    <a:gd name="connsiteY0" fmla="*/ 0 h 4499428"/>
                    <a:gd name="connsiteX1" fmla="*/ 7528800 w 7673943"/>
                    <a:gd name="connsiteY1" fmla="*/ 275772 h 4499428"/>
                    <a:gd name="connsiteX2" fmla="*/ 7673943 w 7673943"/>
                    <a:gd name="connsiteY2" fmla="*/ 1480457 h 4499428"/>
                    <a:gd name="connsiteX3" fmla="*/ 4872685 w 7673943"/>
                    <a:gd name="connsiteY3" fmla="*/ 4499428 h 4499428"/>
                    <a:gd name="connsiteX4" fmla="*/ 4596915 w 7673943"/>
                    <a:gd name="connsiteY4" fmla="*/ 4397828 h 4499428"/>
                    <a:gd name="connsiteX5" fmla="*/ 39428 w 7673943"/>
                    <a:gd name="connsiteY5" fmla="*/ 0 h 4499428"/>
                    <a:gd name="connsiteX0" fmla="*/ 39428 w 7673943"/>
                    <a:gd name="connsiteY0" fmla="*/ 0 h 4499428"/>
                    <a:gd name="connsiteX1" fmla="*/ 7528800 w 7673943"/>
                    <a:gd name="connsiteY1" fmla="*/ 275772 h 4499428"/>
                    <a:gd name="connsiteX2" fmla="*/ 7673943 w 7673943"/>
                    <a:gd name="connsiteY2" fmla="*/ 1480457 h 4499428"/>
                    <a:gd name="connsiteX3" fmla="*/ 4872685 w 7673943"/>
                    <a:gd name="connsiteY3" fmla="*/ 4499428 h 4499428"/>
                    <a:gd name="connsiteX4" fmla="*/ 4596915 w 7673943"/>
                    <a:gd name="connsiteY4" fmla="*/ 4397828 h 4499428"/>
                    <a:gd name="connsiteX5" fmla="*/ 39428 w 7673943"/>
                    <a:gd name="connsiteY5" fmla="*/ 0 h 4499428"/>
                    <a:gd name="connsiteX0" fmla="*/ 38245 w 7672760"/>
                    <a:gd name="connsiteY0" fmla="*/ 0 h 4499428"/>
                    <a:gd name="connsiteX1" fmla="*/ 7527617 w 7672760"/>
                    <a:gd name="connsiteY1" fmla="*/ 275772 h 4499428"/>
                    <a:gd name="connsiteX2" fmla="*/ 7672760 w 7672760"/>
                    <a:gd name="connsiteY2" fmla="*/ 1480457 h 4499428"/>
                    <a:gd name="connsiteX3" fmla="*/ 4871502 w 7672760"/>
                    <a:gd name="connsiteY3" fmla="*/ 4499428 h 4499428"/>
                    <a:gd name="connsiteX4" fmla="*/ 4595732 w 7672760"/>
                    <a:gd name="connsiteY4" fmla="*/ 4397828 h 4499428"/>
                    <a:gd name="connsiteX5" fmla="*/ 38245 w 7672760"/>
                    <a:gd name="connsiteY5" fmla="*/ 0 h 4499428"/>
                    <a:gd name="connsiteX0" fmla="*/ 0 w 7634515"/>
                    <a:gd name="connsiteY0" fmla="*/ 0 h 4499428"/>
                    <a:gd name="connsiteX1" fmla="*/ 7489372 w 7634515"/>
                    <a:gd name="connsiteY1" fmla="*/ 275772 h 4499428"/>
                    <a:gd name="connsiteX2" fmla="*/ 7634515 w 7634515"/>
                    <a:gd name="connsiteY2" fmla="*/ 1480457 h 4499428"/>
                    <a:gd name="connsiteX3" fmla="*/ 4833257 w 7634515"/>
                    <a:gd name="connsiteY3" fmla="*/ 4499428 h 4499428"/>
                    <a:gd name="connsiteX4" fmla="*/ 4557487 w 7634515"/>
                    <a:gd name="connsiteY4" fmla="*/ 4397828 h 4499428"/>
                    <a:gd name="connsiteX5" fmla="*/ 0 w 7634515"/>
                    <a:gd name="connsiteY5" fmla="*/ 0 h 4499428"/>
                    <a:gd name="connsiteX0" fmla="*/ 0 w 7634515"/>
                    <a:gd name="connsiteY0" fmla="*/ 0 h 4455885"/>
                    <a:gd name="connsiteX1" fmla="*/ 7489372 w 7634515"/>
                    <a:gd name="connsiteY1" fmla="*/ 275772 h 4455885"/>
                    <a:gd name="connsiteX2" fmla="*/ 7634515 w 7634515"/>
                    <a:gd name="connsiteY2" fmla="*/ 1480457 h 4455885"/>
                    <a:gd name="connsiteX3" fmla="*/ 4862285 w 7634515"/>
                    <a:gd name="connsiteY3" fmla="*/ 4455885 h 4455885"/>
                    <a:gd name="connsiteX4" fmla="*/ 4557487 w 7634515"/>
                    <a:gd name="connsiteY4" fmla="*/ 4397828 h 4455885"/>
                    <a:gd name="connsiteX5" fmla="*/ 0 w 7634515"/>
                    <a:gd name="connsiteY5" fmla="*/ 0 h 4455885"/>
                    <a:gd name="connsiteX0" fmla="*/ 0 w 7634515"/>
                    <a:gd name="connsiteY0" fmla="*/ 0 h 4484914"/>
                    <a:gd name="connsiteX1" fmla="*/ 7489372 w 7634515"/>
                    <a:gd name="connsiteY1" fmla="*/ 275772 h 4484914"/>
                    <a:gd name="connsiteX2" fmla="*/ 7634515 w 7634515"/>
                    <a:gd name="connsiteY2" fmla="*/ 1480457 h 4484914"/>
                    <a:gd name="connsiteX3" fmla="*/ 4833256 w 7634515"/>
                    <a:gd name="connsiteY3" fmla="*/ 4484914 h 4484914"/>
                    <a:gd name="connsiteX4" fmla="*/ 4557487 w 7634515"/>
                    <a:gd name="connsiteY4" fmla="*/ 4397828 h 4484914"/>
                    <a:gd name="connsiteX5" fmla="*/ 0 w 7634515"/>
                    <a:gd name="connsiteY5" fmla="*/ 0 h 4484914"/>
                    <a:gd name="connsiteX0" fmla="*/ 0 w 7634515"/>
                    <a:gd name="connsiteY0" fmla="*/ 0 h 4484914"/>
                    <a:gd name="connsiteX1" fmla="*/ 7489372 w 7634515"/>
                    <a:gd name="connsiteY1" fmla="*/ 275772 h 4484914"/>
                    <a:gd name="connsiteX2" fmla="*/ 7634515 w 7634515"/>
                    <a:gd name="connsiteY2" fmla="*/ 1480457 h 4484914"/>
                    <a:gd name="connsiteX3" fmla="*/ 4833256 w 7634515"/>
                    <a:gd name="connsiteY3" fmla="*/ 4484914 h 4484914"/>
                    <a:gd name="connsiteX4" fmla="*/ 4557487 w 7634515"/>
                    <a:gd name="connsiteY4" fmla="*/ 4397828 h 4484914"/>
                    <a:gd name="connsiteX5" fmla="*/ 0 w 7634515"/>
                    <a:gd name="connsiteY5" fmla="*/ 0 h 4484914"/>
                    <a:gd name="connsiteX0" fmla="*/ 0 w 7634515"/>
                    <a:gd name="connsiteY0" fmla="*/ 0 h 4484914"/>
                    <a:gd name="connsiteX1" fmla="*/ 5573485 w 7634515"/>
                    <a:gd name="connsiteY1" fmla="*/ 203200 h 4484914"/>
                    <a:gd name="connsiteX2" fmla="*/ 7489372 w 7634515"/>
                    <a:gd name="connsiteY2" fmla="*/ 275772 h 4484914"/>
                    <a:gd name="connsiteX3" fmla="*/ 7634515 w 7634515"/>
                    <a:gd name="connsiteY3" fmla="*/ 1480457 h 4484914"/>
                    <a:gd name="connsiteX4" fmla="*/ 4833256 w 7634515"/>
                    <a:gd name="connsiteY4" fmla="*/ 4484914 h 4484914"/>
                    <a:gd name="connsiteX5" fmla="*/ 4557487 w 7634515"/>
                    <a:gd name="connsiteY5" fmla="*/ 4397828 h 4484914"/>
                    <a:gd name="connsiteX6" fmla="*/ 0 w 7634515"/>
                    <a:gd name="connsiteY6" fmla="*/ 0 h 4484914"/>
                    <a:gd name="connsiteX0" fmla="*/ 0 w 7634515"/>
                    <a:gd name="connsiteY0" fmla="*/ 798285 h 5283199"/>
                    <a:gd name="connsiteX1" fmla="*/ 7082971 w 7634515"/>
                    <a:gd name="connsiteY1" fmla="*/ 0 h 5283199"/>
                    <a:gd name="connsiteX2" fmla="*/ 7489372 w 7634515"/>
                    <a:gd name="connsiteY2" fmla="*/ 1074057 h 5283199"/>
                    <a:gd name="connsiteX3" fmla="*/ 7634515 w 7634515"/>
                    <a:gd name="connsiteY3" fmla="*/ 2278742 h 5283199"/>
                    <a:gd name="connsiteX4" fmla="*/ 4833256 w 7634515"/>
                    <a:gd name="connsiteY4" fmla="*/ 5283199 h 5283199"/>
                    <a:gd name="connsiteX5" fmla="*/ 4557487 w 7634515"/>
                    <a:gd name="connsiteY5" fmla="*/ 5196113 h 5283199"/>
                    <a:gd name="connsiteX6" fmla="*/ 0 w 7634515"/>
                    <a:gd name="connsiteY6" fmla="*/ 798285 h 5283199"/>
                    <a:gd name="connsiteX0" fmla="*/ 0 w 7634515"/>
                    <a:gd name="connsiteY0" fmla="*/ 1088571 h 5573485"/>
                    <a:gd name="connsiteX1" fmla="*/ 7257143 w 7634515"/>
                    <a:gd name="connsiteY1" fmla="*/ 0 h 5573485"/>
                    <a:gd name="connsiteX2" fmla="*/ 7489372 w 7634515"/>
                    <a:gd name="connsiteY2" fmla="*/ 1364343 h 5573485"/>
                    <a:gd name="connsiteX3" fmla="*/ 7634515 w 7634515"/>
                    <a:gd name="connsiteY3" fmla="*/ 2569028 h 5573485"/>
                    <a:gd name="connsiteX4" fmla="*/ 4833256 w 7634515"/>
                    <a:gd name="connsiteY4" fmla="*/ 5573485 h 5573485"/>
                    <a:gd name="connsiteX5" fmla="*/ 4557487 w 7634515"/>
                    <a:gd name="connsiteY5" fmla="*/ 5486399 h 5573485"/>
                    <a:gd name="connsiteX6" fmla="*/ 0 w 7634515"/>
                    <a:gd name="connsiteY6" fmla="*/ 1088571 h 5573485"/>
                    <a:gd name="connsiteX0" fmla="*/ 0 w 7634515"/>
                    <a:gd name="connsiteY0" fmla="*/ 1088571 h 5573485"/>
                    <a:gd name="connsiteX1" fmla="*/ 5660571 w 7634515"/>
                    <a:gd name="connsiteY1" fmla="*/ 217715 h 5573485"/>
                    <a:gd name="connsiteX2" fmla="*/ 7257143 w 7634515"/>
                    <a:gd name="connsiteY2" fmla="*/ 0 h 5573485"/>
                    <a:gd name="connsiteX3" fmla="*/ 7489372 w 7634515"/>
                    <a:gd name="connsiteY3" fmla="*/ 1364343 h 5573485"/>
                    <a:gd name="connsiteX4" fmla="*/ 7634515 w 7634515"/>
                    <a:gd name="connsiteY4" fmla="*/ 2569028 h 5573485"/>
                    <a:gd name="connsiteX5" fmla="*/ 4833256 w 7634515"/>
                    <a:gd name="connsiteY5" fmla="*/ 5573485 h 5573485"/>
                    <a:gd name="connsiteX6" fmla="*/ 4557487 w 7634515"/>
                    <a:gd name="connsiteY6" fmla="*/ 5486399 h 5573485"/>
                    <a:gd name="connsiteX7" fmla="*/ 0 w 7634515"/>
                    <a:gd name="connsiteY7" fmla="*/ 1088571 h 5573485"/>
                    <a:gd name="connsiteX0" fmla="*/ 0 w 7634515"/>
                    <a:gd name="connsiteY0" fmla="*/ 1088571 h 5573485"/>
                    <a:gd name="connsiteX1" fmla="*/ 6110514 w 7634515"/>
                    <a:gd name="connsiteY1" fmla="*/ 740229 h 5573485"/>
                    <a:gd name="connsiteX2" fmla="*/ 7257143 w 7634515"/>
                    <a:gd name="connsiteY2" fmla="*/ 0 h 5573485"/>
                    <a:gd name="connsiteX3" fmla="*/ 7489372 w 7634515"/>
                    <a:gd name="connsiteY3" fmla="*/ 1364343 h 5573485"/>
                    <a:gd name="connsiteX4" fmla="*/ 7634515 w 7634515"/>
                    <a:gd name="connsiteY4" fmla="*/ 2569028 h 5573485"/>
                    <a:gd name="connsiteX5" fmla="*/ 4833256 w 7634515"/>
                    <a:gd name="connsiteY5" fmla="*/ 5573485 h 5573485"/>
                    <a:gd name="connsiteX6" fmla="*/ 4557487 w 7634515"/>
                    <a:gd name="connsiteY6" fmla="*/ 5486399 h 5573485"/>
                    <a:gd name="connsiteX7" fmla="*/ 0 w 7634515"/>
                    <a:gd name="connsiteY7" fmla="*/ 1088571 h 5573485"/>
                    <a:gd name="connsiteX0" fmla="*/ 0 w 7634515"/>
                    <a:gd name="connsiteY0" fmla="*/ 1088571 h 5573485"/>
                    <a:gd name="connsiteX1" fmla="*/ 6037942 w 7634515"/>
                    <a:gd name="connsiteY1" fmla="*/ 754743 h 5573485"/>
                    <a:gd name="connsiteX2" fmla="*/ 7257143 w 7634515"/>
                    <a:gd name="connsiteY2" fmla="*/ 0 h 5573485"/>
                    <a:gd name="connsiteX3" fmla="*/ 7489372 w 7634515"/>
                    <a:gd name="connsiteY3" fmla="*/ 1364343 h 5573485"/>
                    <a:gd name="connsiteX4" fmla="*/ 7634515 w 7634515"/>
                    <a:gd name="connsiteY4" fmla="*/ 2569028 h 5573485"/>
                    <a:gd name="connsiteX5" fmla="*/ 4833256 w 7634515"/>
                    <a:gd name="connsiteY5" fmla="*/ 5573485 h 5573485"/>
                    <a:gd name="connsiteX6" fmla="*/ 4557487 w 7634515"/>
                    <a:gd name="connsiteY6" fmla="*/ 5486399 h 5573485"/>
                    <a:gd name="connsiteX7" fmla="*/ 0 w 7634515"/>
                    <a:gd name="connsiteY7" fmla="*/ 1088571 h 5573485"/>
                    <a:gd name="connsiteX0" fmla="*/ 0 w 7634515"/>
                    <a:gd name="connsiteY0" fmla="*/ 1088571 h 5573485"/>
                    <a:gd name="connsiteX1" fmla="*/ 3164114 w 7634515"/>
                    <a:gd name="connsiteY1" fmla="*/ 914401 h 5573485"/>
                    <a:gd name="connsiteX2" fmla="*/ 6037942 w 7634515"/>
                    <a:gd name="connsiteY2" fmla="*/ 754743 h 5573485"/>
                    <a:gd name="connsiteX3" fmla="*/ 7257143 w 7634515"/>
                    <a:gd name="connsiteY3" fmla="*/ 0 h 5573485"/>
                    <a:gd name="connsiteX4" fmla="*/ 7489372 w 7634515"/>
                    <a:gd name="connsiteY4" fmla="*/ 1364343 h 5573485"/>
                    <a:gd name="connsiteX5" fmla="*/ 7634515 w 7634515"/>
                    <a:gd name="connsiteY5" fmla="*/ 2569028 h 5573485"/>
                    <a:gd name="connsiteX6" fmla="*/ 4833256 w 7634515"/>
                    <a:gd name="connsiteY6" fmla="*/ 5573485 h 5573485"/>
                    <a:gd name="connsiteX7" fmla="*/ 4557487 w 7634515"/>
                    <a:gd name="connsiteY7" fmla="*/ 5486399 h 5573485"/>
                    <a:gd name="connsiteX8" fmla="*/ 0 w 7634515"/>
                    <a:gd name="connsiteY8" fmla="*/ 1088571 h 5573485"/>
                    <a:gd name="connsiteX0" fmla="*/ 0 w 7634515"/>
                    <a:gd name="connsiteY0" fmla="*/ 1088571 h 5573485"/>
                    <a:gd name="connsiteX1" fmla="*/ 711199 w 7634515"/>
                    <a:gd name="connsiteY1" fmla="*/ 435430 h 5573485"/>
                    <a:gd name="connsiteX2" fmla="*/ 6037942 w 7634515"/>
                    <a:gd name="connsiteY2" fmla="*/ 754743 h 5573485"/>
                    <a:gd name="connsiteX3" fmla="*/ 7257143 w 7634515"/>
                    <a:gd name="connsiteY3" fmla="*/ 0 h 5573485"/>
                    <a:gd name="connsiteX4" fmla="*/ 7489372 w 7634515"/>
                    <a:gd name="connsiteY4" fmla="*/ 1364343 h 5573485"/>
                    <a:gd name="connsiteX5" fmla="*/ 7634515 w 7634515"/>
                    <a:gd name="connsiteY5" fmla="*/ 2569028 h 5573485"/>
                    <a:gd name="connsiteX6" fmla="*/ 4833256 w 7634515"/>
                    <a:gd name="connsiteY6" fmla="*/ 5573485 h 5573485"/>
                    <a:gd name="connsiteX7" fmla="*/ 4557487 w 7634515"/>
                    <a:gd name="connsiteY7" fmla="*/ 5486399 h 5573485"/>
                    <a:gd name="connsiteX8" fmla="*/ 0 w 7634515"/>
                    <a:gd name="connsiteY8" fmla="*/ 1088571 h 5573485"/>
                    <a:gd name="connsiteX0" fmla="*/ 0 w 7634515"/>
                    <a:gd name="connsiteY0" fmla="*/ 1088571 h 5573485"/>
                    <a:gd name="connsiteX1" fmla="*/ 711199 w 7634515"/>
                    <a:gd name="connsiteY1" fmla="*/ 435430 h 5573485"/>
                    <a:gd name="connsiteX2" fmla="*/ 6037942 w 7634515"/>
                    <a:gd name="connsiteY2" fmla="*/ 754743 h 5573485"/>
                    <a:gd name="connsiteX3" fmla="*/ 7257143 w 7634515"/>
                    <a:gd name="connsiteY3" fmla="*/ 0 h 5573485"/>
                    <a:gd name="connsiteX4" fmla="*/ 7489372 w 7634515"/>
                    <a:gd name="connsiteY4" fmla="*/ 1364343 h 5573485"/>
                    <a:gd name="connsiteX5" fmla="*/ 7634515 w 7634515"/>
                    <a:gd name="connsiteY5" fmla="*/ 2569028 h 5573485"/>
                    <a:gd name="connsiteX6" fmla="*/ 4833256 w 7634515"/>
                    <a:gd name="connsiteY6" fmla="*/ 5573485 h 5573485"/>
                    <a:gd name="connsiteX7" fmla="*/ 4557487 w 7634515"/>
                    <a:gd name="connsiteY7" fmla="*/ 5486399 h 5573485"/>
                    <a:gd name="connsiteX8" fmla="*/ 0 w 7634515"/>
                    <a:gd name="connsiteY8" fmla="*/ 1088571 h 5573485"/>
                    <a:gd name="connsiteX0" fmla="*/ 0 w 7605486"/>
                    <a:gd name="connsiteY0" fmla="*/ 1074056 h 5573485"/>
                    <a:gd name="connsiteX1" fmla="*/ 682170 w 7605486"/>
                    <a:gd name="connsiteY1" fmla="*/ 435430 h 5573485"/>
                    <a:gd name="connsiteX2" fmla="*/ 6008913 w 7605486"/>
                    <a:gd name="connsiteY2" fmla="*/ 754743 h 5573485"/>
                    <a:gd name="connsiteX3" fmla="*/ 7228114 w 7605486"/>
                    <a:gd name="connsiteY3" fmla="*/ 0 h 5573485"/>
                    <a:gd name="connsiteX4" fmla="*/ 7460343 w 7605486"/>
                    <a:gd name="connsiteY4" fmla="*/ 1364343 h 5573485"/>
                    <a:gd name="connsiteX5" fmla="*/ 7605486 w 7605486"/>
                    <a:gd name="connsiteY5" fmla="*/ 2569028 h 5573485"/>
                    <a:gd name="connsiteX6" fmla="*/ 4804227 w 7605486"/>
                    <a:gd name="connsiteY6" fmla="*/ 5573485 h 5573485"/>
                    <a:gd name="connsiteX7" fmla="*/ 4528458 w 7605486"/>
                    <a:gd name="connsiteY7" fmla="*/ 5486399 h 5573485"/>
                    <a:gd name="connsiteX8" fmla="*/ 0 w 7605486"/>
                    <a:gd name="connsiteY8" fmla="*/ 1074056 h 5573485"/>
                    <a:gd name="connsiteX0" fmla="*/ 145217 w 7750703"/>
                    <a:gd name="connsiteY0" fmla="*/ 1074056 h 5573485"/>
                    <a:gd name="connsiteX1" fmla="*/ 827387 w 7750703"/>
                    <a:gd name="connsiteY1" fmla="*/ 435430 h 5573485"/>
                    <a:gd name="connsiteX2" fmla="*/ 6154130 w 7750703"/>
                    <a:gd name="connsiteY2" fmla="*/ 754743 h 5573485"/>
                    <a:gd name="connsiteX3" fmla="*/ 7373331 w 7750703"/>
                    <a:gd name="connsiteY3" fmla="*/ 0 h 5573485"/>
                    <a:gd name="connsiteX4" fmla="*/ 7605560 w 7750703"/>
                    <a:gd name="connsiteY4" fmla="*/ 1364343 h 5573485"/>
                    <a:gd name="connsiteX5" fmla="*/ 7750703 w 7750703"/>
                    <a:gd name="connsiteY5" fmla="*/ 2569028 h 5573485"/>
                    <a:gd name="connsiteX6" fmla="*/ 4949444 w 7750703"/>
                    <a:gd name="connsiteY6" fmla="*/ 5573485 h 5573485"/>
                    <a:gd name="connsiteX7" fmla="*/ 4673675 w 7750703"/>
                    <a:gd name="connsiteY7" fmla="*/ 5486399 h 5573485"/>
                    <a:gd name="connsiteX8" fmla="*/ 145217 w 7750703"/>
                    <a:gd name="connsiteY8" fmla="*/ 1074056 h 5573485"/>
                    <a:gd name="connsiteX0" fmla="*/ 143276 w 7748762"/>
                    <a:gd name="connsiteY0" fmla="*/ 1074056 h 5573485"/>
                    <a:gd name="connsiteX1" fmla="*/ 825446 w 7748762"/>
                    <a:gd name="connsiteY1" fmla="*/ 435430 h 5573485"/>
                    <a:gd name="connsiteX2" fmla="*/ 6152189 w 7748762"/>
                    <a:gd name="connsiteY2" fmla="*/ 754743 h 5573485"/>
                    <a:gd name="connsiteX3" fmla="*/ 7371390 w 7748762"/>
                    <a:gd name="connsiteY3" fmla="*/ 0 h 5573485"/>
                    <a:gd name="connsiteX4" fmla="*/ 7603619 w 7748762"/>
                    <a:gd name="connsiteY4" fmla="*/ 1364343 h 5573485"/>
                    <a:gd name="connsiteX5" fmla="*/ 7748762 w 7748762"/>
                    <a:gd name="connsiteY5" fmla="*/ 2569028 h 5573485"/>
                    <a:gd name="connsiteX6" fmla="*/ 4947503 w 7748762"/>
                    <a:gd name="connsiteY6" fmla="*/ 5573485 h 5573485"/>
                    <a:gd name="connsiteX7" fmla="*/ 4671734 w 7748762"/>
                    <a:gd name="connsiteY7" fmla="*/ 5486399 h 5573485"/>
                    <a:gd name="connsiteX8" fmla="*/ 143276 w 7748762"/>
                    <a:gd name="connsiteY8" fmla="*/ 1074056 h 5573485"/>
                    <a:gd name="connsiteX0" fmla="*/ 143276 w 7748762"/>
                    <a:gd name="connsiteY0" fmla="*/ 1074056 h 5573485"/>
                    <a:gd name="connsiteX1" fmla="*/ 825446 w 7748762"/>
                    <a:gd name="connsiteY1" fmla="*/ 435430 h 5573485"/>
                    <a:gd name="connsiteX2" fmla="*/ 3365445 w 7748762"/>
                    <a:gd name="connsiteY2" fmla="*/ 566058 h 5573485"/>
                    <a:gd name="connsiteX3" fmla="*/ 6152189 w 7748762"/>
                    <a:gd name="connsiteY3" fmla="*/ 754743 h 5573485"/>
                    <a:gd name="connsiteX4" fmla="*/ 7371390 w 7748762"/>
                    <a:gd name="connsiteY4" fmla="*/ 0 h 5573485"/>
                    <a:gd name="connsiteX5" fmla="*/ 7603619 w 7748762"/>
                    <a:gd name="connsiteY5" fmla="*/ 1364343 h 5573485"/>
                    <a:gd name="connsiteX6" fmla="*/ 7748762 w 7748762"/>
                    <a:gd name="connsiteY6" fmla="*/ 2569028 h 5573485"/>
                    <a:gd name="connsiteX7" fmla="*/ 4947503 w 7748762"/>
                    <a:gd name="connsiteY7" fmla="*/ 5573485 h 5573485"/>
                    <a:gd name="connsiteX8" fmla="*/ 4671734 w 7748762"/>
                    <a:gd name="connsiteY8" fmla="*/ 5486399 h 5573485"/>
                    <a:gd name="connsiteX9" fmla="*/ 143276 w 7748762"/>
                    <a:gd name="connsiteY9" fmla="*/ 1074056 h 5573485"/>
                    <a:gd name="connsiteX0" fmla="*/ 143276 w 7748762"/>
                    <a:gd name="connsiteY0" fmla="*/ 1074056 h 5573485"/>
                    <a:gd name="connsiteX1" fmla="*/ 825446 w 7748762"/>
                    <a:gd name="connsiteY1" fmla="*/ 435430 h 5573485"/>
                    <a:gd name="connsiteX2" fmla="*/ 2494588 w 7748762"/>
                    <a:gd name="connsiteY2" fmla="*/ 2249715 h 5573485"/>
                    <a:gd name="connsiteX3" fmla="*/ 6152189 w 7748762"/>
                    <a:gd name="connsiteY3" fmla="*/ 754743 h 5573485"/>
                    <a:gd name="connsiteX4" fmla="*/ 7371390 w 7748762"/>
                    <a:gd name="connsiteY4" fmla="*/ 0 h 5573485"/>
                    <a:gd name="connsiteX5" fmla="*/ 7603619 w 7748762"/>
                    <a:gd name="connsiteY5" fmla="*/ 1364343 h 5573485"/>
                    <a:gd name="connsiteX6" fmla="*/ 7748762 w 7748762"/>
                    <a:gd name="connsiteY6" fmla="*/ 2569028 h 5573485"/>
                    <a:gd name="connsiteX7" fmla="*/ 4947503 w 7748762"/>
                    <a:gd name="connsiteY7" fmla="*/ 5573485 h 5573485"/>
                    <a:gd name="connsiteX8" fmla="*/ 4671734 w 7748762"/>
                    <a:gd name="connsiteY8" fmla="*/ 5486399 h 5573485"/>
                    <a:gd name="connsiteX9" fmla="*/ 143276 w 7748762"/>
                    <a:gd name="connsiteY9" fmla="*/ 1074056 h 5573485"/>
                    <a:gd name="connsiteX0" fmla="*/ 225462 w 7830948"/>
                    <a:gd name="connsiteY0" fmla="*/ 1074056 h 5573485"/>
                    <a:gd name="connsiteX1" fmla="*/ 530261 w 7830948"/>
                    <a:gd name="connsiteY1" fmla="*/ 595087 h 5573485"/>
                    <a:gd name="connsiteX2" fmla="*/ 2576774 w 7830948"/>
                    <a:gd name="connsiteY2" fmla="*/ 2249715 h 5573485"/>
                    <a:gd name="connsiteX3" fmla="*/ 6234375 w 7830948"/>
                    <a:gd name="connsiteY3" fmla="*/ 754743 h 5573485"/>
                    <a:gd name="connsiteX4" fmla="*/ 7453576 w 7830948"/>
                    <a:gd name="connsiteY4" fmla="*/ 0 h 5573485"/>
                    <a:gd name="connsiteX5" fmla="*/ 7685805 w 7830948"/>
                    <a:gd name="connsiteY5" fmla="*/ 1364343 h 5573485"/>
                    <a:gd name="connsiteX6" fmla="*/ 7830948 w 7830948"/>
                    <a:gd name="connsiteY6" fmla="*/ 2569028 h 5573485"/>
                    <a:gd name="connsiteX7" fmla="*/ 5029689 w 7830948"/>
                    <a:gd name="connsiteY7" fmla="*/ 5573485 h 5573485"/>
                    <a:gd name="connsiteX8" fmla="*/ 4753920 w 7830948"/>
                    <a:gd name="connsiteY8" fmla="*/ 5486399 h 5573485"/>
                    <a:gd name="connsiteX9" fmla="*/ 225462 w 7830948"/>
                    <a:gd name="connsiteY9" fmla="*/ 1074056 h 5573485"/>
                    <a:gd name="connsiteX0" fmla="*/ 154662 w 7760148"/>
                    <a:gd name="connsiteY0" fmla="*/ 1074056 h 5573485"/>
                    <a:gd name="connsiteX1" fmla="*/ 764261 w 7760148"/>
                    <a:gd name="connsiteY1" fmla="*/ 391887 h 5573485"/>
                    <a:gd name="connsiteX2" fmla="*/ 2505974 w 7760148"/>
                    <a:gd name="connsiteY2" fmla="*/ 2249715 h 5573485"/>
                    <a:gd name="connsiteX3" fmla="*/ 6163575 w 7760148"/>
                    <a:gd name="connsiteY3" fmla="*/ 754743 h 5573485"/>
                    <a:gd name="connsiteX4" fmla="*/ 7382776 w 7760148"/>
                    <a:gd name="connsiteY4" fmla="*/ 0 h 5573485"/>
                    <a:gd name="connsiteX5" fmla="*/ 7615005 w 7760148"/>
                    <a:gd name="connsiteY5" fmla="*/ 1364343 h 5573485"/>
                    <a:gd name="connsiteX6" fmla="*/ 7760148 w 7760148"/>
                    <a:gd name="connsiteY6" fmla="*/ 2569028 h 5573485"/>
                    <a:gd name="connsiteX7" fmla="*/ 4958889 w 7760148"/>
                    <a:gd name="connsiteY7" fmla="*/ 5573485 h 5573485"/>
                    <a:gd name="connsiteX8" fmla="*/ 4683120 w 7760148"/>
                    <a:gd name="connsiteY8" fmla="*/ 5486399 h 5573485"/>
                    <a:gd name="connsiteX9" fmla="*/ 154662 w 7760148"/>
                    <a:gd name="connsiteY9" fmla="*/ 1074056 h 5573485"/>
                    <a:gd name="connsiteX0" fmla="*/ 146294 w 7751780"/>
                    <a:gd name="connsiteY0" fmla="*/ 1074056 h 5573485"/>
                    <a:gd name="connsiteX1" fmla="*/ 755893 w 7751780"/>
                    <a:gd name="connsiteY1" fmla="*/ 391887 h 5573485"/>
                    <a:gd name="connsiteX2" fmla="*/ 2497606 w 7751780"/>
                    <a:gd name="connsiteY2" fmla="*/ 2249715 h 5573485"/>
                    <a:gd name="connsiteX3" fmla="*/ 6155207 w 7751780"/>
                    <a:gd name="connsiteY3" fmla="*/ 754743 h 5573485"/>
                    <a:gd name="connsiteX4" fmla="*/ 7374408 w 7751780"/>
                    <a:gd name="connsiteY4" fmla="*/ 0 h 5573485"/>
                    <a:gd name="connsiteX5" fmla="*/ 7606637 w 7751780"/>
                    <a:gd name="connsiteY5" fmla="*/ 1364343 h 5573485"/>
                    <a:gd name="connsiteX6" fmla="*/ 7751780 w 7751780"/>
                    <a:gd name="connsiteY6" fmla="*/ 2569028 h 5573485"/>
                    <a:gd name="connsiteX7" fmla="*/ 4950521 w 7751780"/>
                    <a:gd name="connsiteY7" fmla="*/ 5573485 h 5573485"/>
                    <a:gd name="connsiteX8" fmla="*/ 4674752 w 7751780"/>
                    <a:gd name="connsiteY8" fmla="*/ 5486399 h 5573485"/>
                    <a:gd name="connsiteX9" fmla="*/ 146294 w 7751780"/>
                    <a:gd name="connsiteY9" fmla="*/ 1074056 h 5573485"/>
                    <a:gd name="connsiteX0" fmla="*/ 146294 w 7751780"/>
                    <a:gd name="connsiteY0" fmla="*/ 1074056 h 5573485"/>
                    <a:gd name="connsiteX1" fmla="*/ 755893 w 7751780"/>
                    <a:gd name="connsiteY1" fmla="*/ 391887 h 5573485"/>
                    <a:gd name="connsiteX2" fmla="*/ 2584691 w 7751780"/>
                    <a:gd name="connsiteY2" fmla="*/ 2220687 h 5573485"/>
                    <a:gd name="connsiteX3" fmla="*/ 6155207 w 7751780"/>
                    <a:gd name="connsiteY3" fmla="*/ 754743 h 5573485"/>
                    <a:gd name="connsiteX4" fmla="*/ 7374408 w 7751780"/>
                    <a:gd name="connsiteY4" fmla="*/ 0 h 5573485"/>
                    <a:gd name="connsiteX5" fmla="*/ 7606637 w 7751780"/>
                    <a:gd name="connsiteY5" fmla="*/ 1364343 h 5573485"/>
                    <a:gd name="connsiteX6" fmla="*/ 7751780 w 7751780"/>
                    <a:gd name="connsiteY6" fmla="*/ 2569028 h 5573485"/>
                    <a:gd name="connsiteX7" fmla="*/ 4950521 w 7751780"/>
                    <a:gd name="connsiteY7" fmla="*/ 5573485 h 5573485"/>
                    <a:gd name="connsiteX8" fmla="*/ 4674752 w 7751780"/>
                    <a:gd name="connsiteY8" fmla="*/ 5486399 h 5573485"/>
                    <a:gd name="connsiteX9" fmla="*/ 146294 w 7751780"/>
                    <a:gd name="connsiteY9" fmla="*/ 1074056 h 5573485"/>
                    <a:gd name="connsiteX0" fmla="*/ 146294 w 7751780"/>
                    <a:gd name="connsiteY0" fmla="*/ 1074056 h 5573485"/>
                    <a:gd name="connsiteX1" fmla="*/ 755893 w 7751780"/>
                    <a:gd name="connsiteY1" fmla="*/ 391887 h 5573485"/>
                    <a:gd name="connsiteX2" fmla="*/ 2584691 w 7751780"/>
                    <a:gd name="connsiteY2" fmla="*/ 2220687 h 5573485"/>
                    <a:gd name="connsiteX3" fmla="*/ 4094178 w 7751780"/>
                    <a:gd name="connsiteY3" fmla="*/ 1611086 h 5573485"/>
                    <a:gd name="connsiteX4" fmla="*/ 6155207 w 7751780"/>
                    <a:gd name="connsiteY4" fmla="*/ 754743 h 5573485"/>
                    <a:gd name="connsiteX5" fmla="*/ 7374408 w 7751780"/>
                    <a:gd name="connsiteY5" fmla="*/ 0 h 5573485"/>
                    <a:gd name="connsiteX6" fmla="*/ 7606637 w 7751780"/>
                    <a:gd name="connsiteY6" fmla="*/ 1364343 h 5573485"/>
                    <a:gd name="connsiteX7" fmla="*/ 7751780 w 7751780"/>
                    <a:gd name="connsiteY7" fmla="*/ 2569028 h 5573485"/>
                    <a:gd name="connsiteX8" fmla="*/ 4950521 w 7751780"/>
                    <a:gd name="connsiteY8" fmla="*/ 5573485 h 5573485"/>
                    <a:gd name="connsiteX9" fmla="*/ 4674752 w 7751780"/>
                    <a:gd name="connsiteY9" fmla="*/ 5486399 h 5573485"/>
                    <a:gd name="connsiteX10" fmla="*/ 146294 w 7751780"/>
                    <a:gd name="connsiteY10" fmla="*/ 1074056 h 5573485"/>
                    <a:gd name="connsiteX0" fmla="*/ 362859 w 7968345"/>
                    <a:gd name="connsiteY0" fmla="*/ 1944913 h 6444342"/>
                    <a:gd name="connsiteX1" fmla="*/ 972458 w 7968345"/>
                    <a:gd name="connsiteY1" fmla="*/ 1262744 h 6444342"/>
                    <a:gd name="connsiteX2" fmla="*/ 2801256 w 7968345"/>
                    <a:gd name="connsiteY2" fmla="*/ 3091544 h 6444342"/>
                    <a:gd name="connsiteX3" fmla="*/ 0 w 7968345"/>
                    <a:gd name="connsiteY3" fmla="*/ 0 h 6444342"/>
                    <a:gd name="connsiteX4" fmla="*/ 6371772 w 7968345"/>
                    <a:gd name="connsiteY4" fmla="*/ 1625600 h 6444342"/>
                    <a:gd name="connsiteX5" fmla="*/ 7590973 w 7968345"/>
                    <a:gd name="connsiteY5" fmla="*/ 870857 h 6444342"/>
                    <a:gd name="connsiteX6" fmla="*/ 7823202 w 7968345"/>
                    <a:gd name="connsiteY6" fmla="*/ 2235200 h 6444342"/>
                    <a:gd name="connsiteX7" fmla="*/ 7968345 w 7968345"/>
                    <a:gd name="connsiteY7" fmla="*/ 3439885 h 6444342"/>
                    <a:gd name="connsiteX8" fmla="*/ 5167086 w 7968345"/>
                    <a:gd name="connsiteY8" fmla="*/ 6444342 h 6444342"/>
                    <a:gd name="connsiteX9" fmla="*/ 4891317 w 7968345"/>
                    <a:gd name="connsiteY9" fmla="*/ 6357256 h 6444342"/>
                    <a:gd name="connsiteX10" fmla="*/ 362859 w 7968345"/>
                    <a:gd name="connsiteY10" fmla="*/ 1944913 h 6444342"/>
                    <a:gd name="connsiteX0" fmla="*/ 449944 w 8055430"/>
                    <a:gd name="connsiteY0" fmla="*/ 1857827 h 6357256"/>
                    <a:gd name="connsiteX1" fmla="*/ 1059543 w 8055430"/>
                    <a:gd name="connsiteY1" fmla="*/ 1175658 h 6357256"/>
                    <a:gd name="connsiteX2" fmla="*/ 2888341 w 8055430"/>
                    <a:gd name="connsiteY2" fmla="*/ 3004458 h 6357256"/>
                    <a:gd name="connsiteX3" fmla="*/ 0 w 8055430"/>
                    <a:gd name="connsiteY3" fmla="*/ 0 h 6357256"/>
                    <a:gd name="connsiteX4" fmla="*/ 6458857 w 8055430"/>
                    <a:gd name="connsiteY4" fmla="*/ 1538514 h 6357256"/>
                    <a:gd name="connsiteX5" fmla="*/ 7678058 w 8055430"/>
                    <a:gd name="connsiteY5" fmla="*/ 783771 h 6357256"/>
                    <a:gd name="connsiteX6" fmla="*/ 7910287 w 8055430"/>
                    <a:gd name="connsiteY6" fmla="*/ 2148114 h 6357256"/>
                    <a:gd name="connsiteX7" fmla="*/ 8055430 w 8055430"/>
                    <a:gd name="connsiteY7" fmla="*/ 3352799 h 6357256"/>
                    <a:gd name="connsiteX8" fmla="*/ 5254171 w 8055430"/>
                    <a:gd name="connsiteY8" fmla="*/ 6357256 h 6357256"/>
                    <a:gd name="connsiteX9" fmla="*/ 4978402 w 8055430"/>
                    <a:gd name="connsiteY9" fmla="*/ 6270170 h 6357256"/>
                    <a:gd name="connsiteX10" fmla="*/ 449944 w 8055430"/>
                    <a:gd name="connsiteY10" fmla="*/ 1857827 h 6357256"/>
                    <a:gd name="connsiteX0" fmla="*/ 406401 w 8011887"/>
                    <a:gd name="connsiteY0" fmla="*/ 1828799 h 6328228"/>
                    <a:gd name="connsiteX1" fmla="*/ 1016000 w 8011887"/>
                    <a:gd name="connsiteY1" fmla="*/ 1146630 h 6328228"/>
                    <a:gd name="connsiteX2" fmla="*/ 2844798 w 8011887"/>
                    <a:gd name="connsiteY2" fmla="*/ 2975430 h 6328228"/>
                    <a:gd name="connsiteX3" fmla="*/ 0 w 8011887"/>
                    <a:gd name="connsiteY3" fmla="*/ 0 h 6328228"/>
                    <a:gd name="connsiteX4" fmla="*/ 6415314 w 8011887"/>
                    <a:gd name="connsiteY4" fmla="*/ 1509486 h 6328228"/>
                    <a:gd name="connsiteX5" fmla="*/ 7634515 w 8011887"/>
                    <a:gd name="connsiteY5" fmla="*/ 754743 h 6328228"/>
                    <a:gd name="connsiteX6" fmla="*/ 7866744 w 8011887"/>
                    <a:gd name="connsiteY6" fmla="*/ 2119086 h 6328228"/>
                    <a:gd name="connsiteX7" fmla="*/ 8011887 w 8011887"/>
                    <a:gd name="connsiteY7" fmla="*/ 3323771 h 6328228"/>
                    <a:gd name="connsiteX8" fmla="*/ 5210628 w 8011887"/>
                    <a:gd name="connsiteY8" fmla="*/ 6328228 h 6328228"/>
                    <a:gd name="connsiteX9" fmla="*/ 4934859 w 8011887"/>
                    <a:gd name="connsiteY9" fmla="*/ 6241142 h 6328228"/>
                    <a:gd name="connsiteX10" fmla="*/ 406401 w 8011887"/>
                    <a:gd name="connsiteY10" fmla="*/ 1828799 h 6328228"/>
                    <a:gd name="connsiteX0" fmla="*/ 420915 w 8026401"/>
                    <a:gd name="connsiteY0" fmla="*/ 1828799 h 6328228"/>
                    <a:gd name="connsiteX1" fmla="*/ 1030514 w 8026401"/>
                    <a:gd name="connsiteY1" fmla="*/ 1146630 h 6328228"/>
                    <a:gd name="connsiteX2" fmla="*/ 2859312 w 8026401"/>
                    <a:gd name="connsiteY2" fmla="*/ 2975430 h 6328228"/>
                    <a:gd name="connsiteX3" fmla="*/ 0 w 8026401"/>
                    <a:gd name="connsiteY3" fmla="*/ 0 h 6328228"/>
                    <a:gd name="connsiteX4" fmla="*/ 6429828 w 8026401"/>
                    <a:gd name="connsiteY4" fmla="*/ 1509486 h 6328228"/>
                    <a:gd name="connsiteX5" fmla="*/ 7649029 w 8026401"/>
                    <a:gd name="connsiteY5" fmla="*/ 754743 h 6328228"/>
                    <a:gd name="connsiteX6" fmla="*/ 7881258 w 8026401"/>
                    <a:gd name="connsiteY6" fmla="*/ 2119086 h 6328228"/>
                    <a:gd name="connsiteX7" fmla="*/ 8026401 w 8026401"/>
                    <a:gd name="connsiteY7" fmla="*/ 3323771 h 6328228"/>
                    <a:gd name="connsiteX8" fmla="*/ 5225142 w 8026401"/>
                    <a:gd name="connsiteY8" fmla="*/ 6328228 h 6328228"/>
                    <a:gd name="connsiteX9" fmla="*/ 4949373 w 8026401"/>
                    <a:gd name="connsiteY9" fmla="*/ 6241142 h 6328228"/>
                    <a:gd name="connsiteX10" fmla="*/ 420915 w 8026401"/>
                    <a:gd name="connsiteY10" fmla="*/ 1828799 h 6328228"/>
                    <a:gd name="connsiteX0" fmla="*/ 420915 w 8026401"/>
                    <a:gd name="connsiteY0" fmla="*/ 1828799 h 6328228"/>
                    <a:gd name="connsiteX1" fmla="*/ 1030514 w 8026401"/>
                    <a:gd name="connsiteY1" fmla="*/ 1146630 h 6328228"/>
                    <a:gd name="connsiteX2" fmla="*/ 2859312 w 8026401"/>
                    <a:gd name="connsiteY2" fmla="*/ 2975430 h 6328228"/>
                    <a:gd name="connsiteX3" fmla="*/ 0 w 8026401"/>
                    <a:gd name="connsiteY3" fmla="*/ 0 h 6328228"/>
                    <a:gd name="connsiteX4" fmla="*/ 1698171 w 8026401"/>
                    <a:gd name="connsiteY4" fmla="*/ 377372 h 6328228"/>
                    <a:gd name="connsiteX5" fmla="*/ 6429828 w 8026401"/>
                    <a:gd name="connsiteY5" fmla="*/ 1509486 h 6328228"/>
                    <a:gd name="connsiteX6" fmla="*/ 7649029 w 8026401"/>
                    <a:gd name="connsiteY6" fmla="*/ 754743 h 6328228"/>
                    <a:gd name="connsiteX7" fmla="*/ 7881258 w 8026401"/>
                    <a:gd name="connsiteY7" fmla="*/ 2119086 h 6328228"/>
                    <a:gd name="connsiteX8" fmla="*/ 8026401 w 8026401"/>
                    <a:gd name="connsiteY8" fmla="*/ 3323771 h 6328228"/>
                    <a:gd name="connsiteX9" fmla="*/ 5225142 w 8026401"/>
                    <a:gd name="connsiteY9" fmla="*/ 6328228 h 6328228"/>
                    <a:gd name="connsiteX10" fmla="*/ 4949373 w 8026401"/>
                    <a:gd name="connsiteY10" fmla="*/ 6241142 h 6328228"/>
                    <a:gd name="connsiteX11" fmla="*/ 420915 w 8026401"/>
                    <a:gd name="connsiteY11" fmla="*/ 1828799 h 6328228"/>
                    <a:gd name="connsiteX0" fmla="*/ 420915 w 8026401"/>
                    <a:gd name="connsiteY0" fmla="*/ 2539998 h 7039427"/>
                    <a:gd name="connsiteX1" fmla="*/ 1030514 w 8026401"/>
                    <a:gd name="connsiteY1" fmla="*/ 1857829 h 7039427"/>
                    <a:gd name="connsiteX2" fmla="*/ 2859312 w 8026401"/>
                    <a:gd name="connsiteY2" fmla="*/ 3686629 h 7039427"/>
                    <a:gd name="connsiteX3" fmla="*/ 0 w 8026401"/>
                    <a:gd name="connsiteY3" fmla="*/ 711199 h 7039427"/>
                    <a:gd name="connsiteX4" fmla="*/ 899885 w 8026401"/>
                    <a:gd name="connsiteY4" fmla="*/ 0 h 7039427"/>
                    <a:gd name="connsiteX5" fmla="*/ 6429828 w 8026401"/>
                    <a:gd name="connsiteY5" fmla="*/ 2220685 h 7039427"/>
                    <a:gd name="connsiteX6" fmla="*/ 7649029 w 8026401"/>
                    <a:gd name="connsiteY6" fmla="*/ 1465942 h 7039427"/>
                    <a:gd name="connsiteX7" fmla="*/ 7881258 w 8026401"/>
                    <a:gd name="connsiteY7" fmla="*/ 2830285 h 7039427"/>
                    <a:gd name="connsiteX8" fmla="*/ 8026401 w 8026401"/>
                    <a:gd name="connsiteY8" fmla="*/ 4034970 h 7039427"/>
                    <a:gd name="connsiteX9" fmla="*/ 5225142 w 8026401"/>
                    <a:gd name="connsiteY9" fmla="*/ 7039427 h 7039427"/>
                    <a:gd name="connsiteX10" fmla="*/ 4949373 w 8026401"/>
                    <a:gd name="connsiteY10" fmla="*/ 6952341 h 7039427"/>
                    <a:gd name="connsiteX11" fmla="*/ 420915 w 8026401"/>
                    <a:gd name="connsiteY11" fmla="*/ 2539998 h 7039427"/>
                    <a:gd name="connsiteX0" fmla="*/ 420915 w 8026401"/>
                    <a:gd name="connsiteY0" fmla="*/ 2665438 h 7164867"/>
                    <a:gd name="connsiteX1" fmla="*/ 1030514 w 8026401"/>
                    <a:gd name="connsiteY1" fmla="*/ 1983269 h 7164867"/>
                    <a:gd name="connsiteX2" fmla="*/ 2859312 w 8026401"/>
                    <a:gd name="connsiteY2" fmla="*/ 3812069 h 7164867"/>
                    <a:gd name="connsiteX3" fmla="*/ 0 w 8026401"/>
                    <a:gd name="connsiteY3" fmla="*/ 836639 h 7164867"/>
                    <a:gd name="connsiteX4" fmla="*/ 899885 w 8026401"/>
                    <a:gd name="connsiteY4" fmla="*/ 125440 h 7164867"/>
                    <a:gd name="connsiteX5" fmla="*/ 6429828 w 8026401"/>
                    <a:gd name="connsiteY5" fmla="*/ 2346125 h 7164867"/>
                    <a:gd name="connsiteX6" fmla="*/ 7649029 w 8026401"/>
                    <a:gd name="connsiteY6" fmla="*/ 1591382 h 7164867"/>
                    <a:gd name="connsiteX7" fmla="*/ 7881258 w 8026401"/>
                    <a:gd name="connsiteY7" fmla="*/ 2955725 h 7164867"/>
                    <a:gd name="connsiteX8" fmla="*/ 8026401 w 8026401"/>
                    <a:gd name="connsiteY8" fmla="*/ 4160410 h 7164867"/>
                    <a:gd name="connsiteX9" fmla="*/ 5225142 w 8026401"/>
                    <a:gd name="connsiteY9" fmla="*/ 7164867 h 7164867"/>
                    <a:gd name="connsiteX10" fmla="*/ 4949373 w 8026401"/>
                    <a:gd name="connsiteY10" fmla="*/ 7077781 h 7164867"/>
                    <a:gd name="connsiteX11" fmla="*/ 420915 w 8026401"/>
                    <a:gd name="connsiteY11" fmla="*/ 2665438 h 7164867"/>
                    <a:gd name="connsiteX0" fmla="*/ 534938 w 8140424"/>
                    <a:gd name="connsiteY0" fmla="*/ 2718214 h 7217643"/>
                    <a:gd name="connsiteX1" fmla="*/ 1144537 w 8140424"/>
                    <a:gd name="connsiteY1" fmla="*/ 2036045 h 7217643"/>
                    <a:gd name="connsiteX2" fmla="*/ 2973335 w 8140424"/>
                    <a:gd name="connsiteY2" fmla="*/ 3864845 h 7217643"/>
                    <a:gd name="connsiteX3" fmla="*/ 114023 w 8140424"/>
                    <a:gd name="connsiteY3" fmla="*/ 889415 h 7217643"/>
                    <a:gd name="connsiteX4" fmla="*/ 1013908 w 8140424"/>
                    <a:gd name="connsiteY4" fmla="*/ 178216 h 7217643"/>
                    <a:gd name="connsiteX5" fmla="*/ 6543851 w 8140424"/>
                    <a:gd name="connsiteY5" fmla="*/ 2398901 h 7217643"/>
                    <a:gd name="connsiteX6" fmla="*/ 7763052 w 8140424"/>
                    <a:gd name="connsiteY6" fmla="*/ 1644158 h 7217643"/>
                    <a:gd name="connsiteX7" fmla="*/ 7995281 w 8140424"/>
                    <a:gd name="connsiteY7" fmla="*/ 3008501 h 7217643"/>
                    <a:gd name="connsiteX8" fmla="*/ 8140424 w 8140424"/>
                    <a:gd name="connsiteY8" fmla="*/ 4213186 h 7217643"/>
                    <a:gd name="connsiteX9" fmla="*/ 5339165 w 8140424"/>
                    <a:gd name="connsiteY9" fmla="*/ 7217643 h 7217643"/>
                    <a:gd name="connsiteX10" fmla="*/ 5063396 w 8140424"/>
                    <a:gd name="connsiteY10" fmla="*/ 7130557 h 7217643"/>
                    <a:gd name="connsiteX11" fmla="*/ 534938 w 8140424"/>
                    <a:gd name="connsiteY11" fmla="*/ 2718214 h 7217643"/>
                    <a:gd name="connsiteX0" fmla="*/ 534938 w 8140424"/>
                    <a:gd name="connsiteY0" fmla="*/ 2718214 h 7217643"/>
                    <a:gd name="connsiteX1" fmla="*/ 1144537 w 8140424"/>
                    <a:gd name="connsiteY1" fmla="*/ 2036045 h 7217643"/>
                    <a:gd name="connsiteX2" fmla="*/ 2973335 w 8140424"/>
                    <a:gd name="connsiteY2" fmla="*/ 3864845 h 7217643"/>
                    <a:gd name="connsiteX3" fmla="*/ 114023 w 8140424"/>
                    <a:gd name="connsiteY3" fmla="*/ 889415 h 7217643"/>
                    <a:gd name="connsiteX4" fmla="*/ 1013908 w 8140424"/>
                    <a:gd name="connsiteY4" fmla="*/ 178216 h 7217643"/>
                    <a:gd name="connsiteX5" fmla="*/ 3510366 w 8140424"/>
                    <a:gd name="connsiteY5" fmla="*/ 1194217 h 7217643"/>
                    <a:gd name="connsiteX6" fmla="*/ 6543851 w 8140424"/>
                    <a:gd name="connsiteY6" fmla="*/ 2398901 h 7217643"/>
                    <a:gd name="connsiteX7" fmla="*/ 7763052 w 8140424"/>
                    <a:gd name="connsiteY7" fmla="*/ 1644158 h 7217643"/>
                    <a:gd name="connsiteX8" fmla="*/ 7995281 w 8140424"/>
                    <a:gd name="connsiteY8" fmla="*/ 3008501 h 7217643"/>
                    <a:gd name="connsiteX9" fmla="*/ 8140424 w 8140424"/>
                    <a:gd name="connsiteY9" fmla="*/ 4213186 h 7217643"/>
                    <a:gd name="connsiteX10" fmla="*/ 5339165 w 8140424"/>
                    <a:gd name="connsiteY10" fmla="*/ 7217643 h 7217643"/>
                    <a:gd name="connsiteX11" fmla="*/ 5063396 w 8140424"/>
                    <a:gd name="connsiteY11" fmla="*/ 7130557 h 7217643"/>
                    <a:gd name="connsiteX12" fmla="*/ 534938 w 8140424"/>
                    <a:gd name="connsiteY12" fmla="*/ 2718214 h 7217643"/>
                    <a:gd name="connsiteX0" fmla="*/ 534938 w 8140424"/>
                    <a:gd name="connsiteY0" fmla="*/ 2718214 h 7217643"/>
                    <a:gd name="connsiteX1" fmla="*/ 1144537 w 8140424"/>
                    <a:gd name="connsiteY1" fmla="*/ 2036045 h 7217643"/>
                    <a:gd name="connsiteX2" fmla="*/ 2973335 w 8140424"/>
                    <a:gd name="connsiteY2" fmla="*/ 3864845 h 7217643"/>
                    <a:gd name="connsiteX3" fmla="*/ 114023 w 8140424"/>
                    <a:gd name="connsiteY3" fmla="*/ 889415 h 7217643"/>
                    <a:gd name="connsiteX4" fmla="*/ 1013908 w 8140424"/>
                    <a:gd name="connsiteY4" fmla="*/ 178216 h 7217643"/>
                    <a:gd name="connsiteX5" fmla="*/ 3379737 w 8140424"/>
                    <a:gd name="connsiteY5" fmla="*/ 2631131 h 7217643"/>
                    <a:gd name="connsiteX6" fmla="*/ 6543851 w 8140424"/>
                    <a:gd name="connsiteY6" fmla="*/ 2398901 h 7217643"/>
                    <a:gd name="connsiteX7" fmla="*/ 7763052 w 8140424"/>
                    <a:gd name="connsiteY7" fmla="*/ 1644158 h 7217643"/>
                    <a:gd name="connsiteX8" fmla="*/ 7995281 w 8140424"/>
                    <a:gd name="connsiteY8" fmla="*/ 3008501 h 7217643"/>
                    <a:gd name="connsiteX9" fmla="*/ 8140424 w 8140424"/>
                    <a:gd name="connsiteY9" fmla="*/ 4213186 h 7217643"/>
                    <a:gd name="connsiteX10" fmla="*/ 5339165 w 8140424"/>
                    <a:gd name="connsiteY10" fmla="*/ 7217643 h 7217643"/>
                    <a:gd name="connsiteX11" fmla="*/ 5063396 w 8140424"/>
                    <a:gd name="connsiteY11" fmla="*/ 7130557 h 7217643"/>
                    <a:gd name="connsiteX12" fmla="*/ 534938 w 8140424"/>
                    <a:gd name="connsiteY12" fmla="*/ 2718214 h 7217643"/>
                    <a:gd name="connsiteX0" fmla="*/ 534938 w 8140424"/>
                    <a:gd name="connsiteY0" fmla="*/ 2718214 h 7217643"/>
                    <a:gd name="connsiteX1" fmla="*/ 1144537 w 8140424"/>
                    <a:gd name="connsiteY1" fmla="*/ 2036045 h 7217643"/>
                    <a:gd name="connsiteX2" fmla="*/ 2973335 w 8140424"/>
                    <a:gd name="connsiteY2" fmla="*/ 3864845 h 7217643"/>
                    <a:gd name="connsiteX3" fmla="*/ 114023 w 8140424"/>
                    <a:gd name="connsiteY3" fmla="*/ 889415 h 7217643"/>
                    <a:gd name="connsiteX4" fmla="*/ 1013908 w 8140424"/>
                    <a:gd name="connsiteY4" fmla="*/ 178216 h 7217643"/>
                    <a:gd name="connsiteX5" fmla="*/ 3437794 w 8140424"/>
                    <a:gd name="connsiteY5" fmla="*/ 2616616 h 7217643"/>
                    <a:gd name="connsiteX6" fmla="*/ 6543851 w 8140424"/>
                    <a:gd name="connsiteY6" fmla="*/ 2398901 h 7217643"/>
                    <a:gd name="connsiteX7" fmla="*/ 7763052 w 8140424"/>
                    <a:gd name="connsiteY7" fmla="*/ 1644158 h 7217643"/>
                    <a:gd name="connsiteX8" fmla="*/ 7995281 w 8140424"/>
                    <a:gd name="connsiteY8" fmla="*/ 3008501 h 7217643"/>
                    <a:gd name="connsiteX9" fmla="*/ 8140424 w 8140424"/>
                    <a:gd name="connsiteY9" fmla="*/ 4213186 h 7217643"/>
                    <a:gd name="connsiteX10" fmla="*/ 5339165 w 8140424"/>
                    <a:gd name="connsiteY10" fmla="*/ 7217643 h 7217643"/>
                    <a:gd name="connsiteX11" fmla="*/ 5063396 w 8140424"/>
                    <a:gd name="connsiteY11" fmla="*/ 7130557 h 7217643"/>
                    <a:gd name="connsiteX12" fmla="*/ 534938 w 8140424"/>
                    <a:gd name="connsiteY12" fmla="*/ 2718214 h 7217643"/>
                    <a:gd name="connsiteX0" fmla="*/ 534938 w 8140424"/>
                    <a:gd name="connsiteY0" fmla="*/ 2718214 h 7217643"/>
                    <a:gd name="connsiteX1" fmla="*/ 1144537 w 8140424"/>
                    <a:gd name="connsiteY1" fmla="*/ 2036045 h 7217643"/>
                    <a:gd name="connsiteX2" fmla="*/ 2973335 w 8140424"/>
                    <a:gd name="connsiteY2" fmla="*/ 3864845 h 7217643"/>
                    <a:gd name="connsiteX3" fmla="*/ 114023 w 8140424"/>
                    <a:gd name="connsiteY3" fmla="*/ 889415 h 7217643"/>
                    <a:gd name="connsiteX4" fmla="*/ 1013908 w 8140424"/>
                    <a:gd name="connsiteY4" fmla="*/ 178216 h 7217643"/>
                    <a:gd name="connsiteX5" fmla="*/ 3437794 w 8140424"/>
                    <a:gd name="connsiteY5" fmla="*/ 2616616 h 7217643"/>
                    <a:gd name="connsiteX6" fmla="*/ 4932766 w 8140424"/>
                    <a:gd name="connsiteY6" fmla="*/ 2471474 h 7217643"/>
                    <a:gd name="connsiteX7" fmla="*/ 6543851 w 8140424"/>
                    <a:gd name="connsiteY7" fmla="*/ 2398901 h 7217643"/>
                    <a:gd name="connsiteX8" fmla="*/ 7763052 w 8140424"/>
                    <a:gd name="connsiteY8" fmla="*/ 1644158 h 7217643"/>
                    <a:gd name="connsiteX9" fmla="*/ 7995281 w 8140424"/>
                    <a:gd name="connsiteY9" fmla="*/ 3008501 h 7217643"/>
                    <a:gd name="connsiteX10" fmla="*/ 8140424 w 8140424"/>
                    <a:gd name="connsiteY10" fmla="*/ 4213186 h 7217643"/>
                    <a:gd name="connsiteX11" fmla="*/ 5339165 w 8140424"/>
                    <a:gd name="connsiteY11" fmla="*/ 7217643 h 7217643"/>
                    <a:gd name="connsiteX12" fmla="*/ 5063396 w 8140424"/>
                    <a:gd name="connsiteY12" fmla="*/ 7130557 h 7217643"/>
                    <a:gd name="connsiteX13" fmla="*/ 534938 w 8140424"/>
                    <a:gd name="connsiteY13" fmla="*/ 2718214 h 7217643"/>
                    <a:gd name="connsiteX0" fmla="*/ 534938 w 8140424"/>
                    <a:gd name="connsiteY0" fmla="*/ 2859312 h 7358741"/>
                    <a:gd name="connsiteX1" fmla="*/ 1144537 w 8140424"/>
                    <a:gd name="connsiteY1" fmla="*/ 2177143 h 7358741"/>
                    <a:gd name="connsiteX2" fmla="*/ 2973335 w 8140424"/>
                    <a:gd name="connsiteY2" fmla="*/ 4005943 h 7358741"/>
                    <a:gd name="connsiteX3" fmla="*/ 114023 w 8140424"/>
                    <a:gd name="connsiteY3" fmla="*/ 1030513 h 7358741"/>
                    <a:gd name="connsiteX4" fmla="*/ 1013908 w 8140424"/>
                    <a:gd name="connsiteY4" fmla="*/ 319314 h 7358741"/>
                    <a:gd name="connsiteX5" fmla="*/ 3437794 w 8140424"/>
                    <a:gd name="connsiteY5" fmla="*/ 2757714 h 7358741"/>
                    <a:gd name="connsiteX6" fmla="*/ 723623 w 8140424"/>
                    <a:gd name="connsiteY6" fmla="*/ 0 h 7358741"/>
                    <a:gd name="connsiteX7" fmla="*/ 6543851 w 8140424"/>
                    <a:gd name="connsiteY7" fmla="*/ 2539999 h 7358741"/>
                    <a:gd name="connsiteX8" fmla="*/ 7763052 w 8140424"/>
                    <a:gd name="connsiteY8" fmla="*/ 1785256 h 7358741"/>
                    <a:gd name="connsiteX9" fmla="*/ 7995281 w 8140424"/>
                    <a:gd name="connsiteY9" fmla="*/ 3149599 h 7358741"/>
                    <a:gd name="connsiteX10" fmla="*/ 8140424 w 8140424"/>
                    <a:gd name="connsiteY10" fmla="*/ 4354284 h 7358741"/>
                    <a:gd name="connsiteX11" fmla="*/ 5339165 w 8140424"/>
                    <a:gd name="connsiteY11" fmla="*/ 7358741 h 7358741"/>
                    <a:gd name="connsiteX12" fmla="*/ 5063396 w 8140424"/>
                    <a:gd name="connsiteY12" fmla="*/ 7271655 h 7358741"/>
                    <a:gd name="connsiteX13" fmla="*/ 534938 w 8140424"/>
                    <a:gd name="connsiteY13" fmla="*/ 2859312 h 7358741"/>
                    <a:gd name="connsiteX0" fmla="*/ 534938 w 8140424"/>
                    <a:gd name="connsiteY0" fmla="*/ 2859312 h 7358741"/>
                    <a:gd name="connsiteX1" fmla="*/ 1144537 w 8140424"/>
                    <a:gd name="connsiteY1" fmla="*/ 2177143 h 7358741"/>
                    <a:gd name="connsiteX2" fmla="*/ 2973335 w 8140424"/>
                    <a:gd name="connsiteY2" fmla="*/ 4005943 h 7358741"/>
                    <a:gd name="connsiteX3" fmla="*/ 114023 w 8140424"/>
                    <a:gd name="connsiteY3" fmla="*/ 1030513 h 7358741"/>
                    <a:gd name="connsiteX4" fmla="*/ 1013908 w 8140424"/>
                    <a:gd name="connsiteY4" fmla="*/ 319314 h 7358741"/>
                    <a:gd name="connsiteX5" fmla="*/ 3437794 w 8140424"/>
                    <a:gd name="connsiteY5" fmla="*/ 2757714 h 7358741"/>
                    <a:gd name="connsiteX6" fmla="*/ 723623 w 8140424"/>
                    <a:gd name="connsiteY6" fmla="*/ 0 h 7358741"/>
                    <a:gd name="connsiteX7" fmla="*/ 3713566 w 8140424"/>
                    <a:gd name="connsiteY7" fmla="*/ 1291772 h 7358741"/>
                    <a:gd name="connsiteX8" fmla="*/ 6543851 w 8140424"/>
                    <a:gd name="connsiteY8" fmla="*/ 2539999 h 7358741"/>
                    <a:gd name="connsiteX9" fmla="*/ 7763052 w 8140424"/>
                    <a:gd name="connsiteY9" fmla="*/ 1785256 h 7358741"/>
                    <a:gd name="connsiteX10" fmla="*/ 7995281 w 8140424"/>
                    <a:gd name="connsiteY10" fmla="*/ 3149599 h 7358741"/>
                    <a:gd name="connsiteX11" fmla="*/ 8140424 w 8140424"/>
                    <a:gd name="connsiteY11" fmla="*/ 4354284 h 7358741"/>
                    <a:gd name="connsiteX12" fmla="*/ 5339165 w 8140424"/>
                    <a:gd name="connsiteY12" fmla="*/ 7358741 h 7358741"/>
                    <a:gd name="connsiteX13" fmla="*/ 5063396 w 8140424"/>
                    <a:gd name="connsiteY13" fmla="*/ 7271655 h 7358741"/>
                    <a:gd name="connsiteX14" fmla="*/ 534938 w 8140424"/>
                    <a:gd name="connsiteY14" fmla="*/ 2859312 h 7358741"/>
                    <a:gd name="connsiteX0" fmla="*/ 534938 w 8140424"/>
                    <a:gd name="connsiteY0" fmla="*/ 3555997 h 8055426"/>
                    <a:gd name="connsiteX1" fmla="*/ 1144537 w 8140424"/>
                    <a:gd name="connsiteY1" fmla="*/ 2873828 h 8055426"/>
                    <a:gd name="connsiteX2" fmla="*/ 2973335 w 8140424"/>
                    <a:gd name="connsiteY2" fmla="*/ 4702628 h 8055426"/>
                    <a:gd name="connsiteX3" fmla="*/ 114023 w 8140424"/>
                    <a:gd name="connsiteY3" fmla="*/ 1727198 h 8055426"/>
                    <a:gd name="connsiteX4" fmla="*/ 1013908 w 8140424"/>
                    <a:gd name="connsiteY4" fmla="*/ 1015999 h 8055426"/>
                    <a:gd name="connsiteX5" fmla="*/ 3437794 w 8140424"/>
                    <a:gd name="connsiteY5" fmla="*/ 3454399 h 8055426"/>
                    <a:gd name="connsiteX6" fmla="*/ 723623 w 8140424"/>
                    <a:gd name="connsiteY6" fmla="*/ 696685 h 8055426"/>
                    <a:gd name="connsiteX7" fmla="*/ 1696080 w 8140424"/>
                    <a:gd name="connsiteY7" fmla="*/ 0 h 8055426"/>
                    <a:gd name="connsiteX8" fmla="*/ 6543851 w 8140424"/>
                    <a:gd name="connsiteY8" fmla="*/ 3236684 h 8055426"/>
                    <a:gd name="connsiteX9" fmla="*/ 7763052 w 8140424"/>
                    <a:gd name="connsiteY9" fmla="*/ 2481941 h 8055426"/>
                    <a:gd name="connsiteX10" fmla="*/ 7995281 w 8140424"/>
                    <a:gd name="connsiteY10" fmla="*/ 3846284 h 8055426"/>
                    <a:gd name="connsiteX11" fmla="*/ 8140424 w 8140424"/>
                    <a:gd name="connsiteY11" fmla="*/ 5050969 h 8055426"/>
                    <a:gd name="connsiteX12" fmla="*/ 5339165 w 8140424"/>
                    <a:gd name="connsiteY12" fmla="*/ 8055426 h 8055426"/>
                    <a:gd name="connsiteX13" fmla="*/ 5063396 w 8140424"/>
                    <a:gd name="connsiteY13" fmla="*/ 7968340 h 8055426"/>
                    <a:gd name="connsiteX14" fmla="*/ 534938 w 8140424"/>
                    <a:gd name="connsiteY14" fmla="*/ 3555997 h 8055426"/>
                    <a:gd name="connsiteX0" fmla="*/ 534938 w 8140424"/>
                    <a:gd name="connsiteY0" fmla="*/ 3662537 h 8161966"/>
                    <a:gd name="connsiteX1" fmla="*/ 1144537 w 8140424"/>
                    <a:gd name="connsiteY1" fmla="*/ 2980368 h 8161966"/>
                    <a:gd name="connsiteX2" fmla="*/ 2973335 w 8140424"/>
                    <a:gd name="connsiteY2" fmla="*/ 4809168 h 8161966"/>
                    <a:gd name="connsiteX3" fmla="*/ 114023 w 8140424"/>
                    <a:gd name="connsiteY3" fmla="*/ 1833738 h 8161966"/>
                    <a:gd name="connsiteX4" fmla="*/ 1013908 w 8140424"/>
                    <a:gd name="connsiteY4" fmla="*/ 1122539 h 8161966"/>
                    <a:gd name="connsiteX5" fmla="*/ 3437794 w 8140424"/>
                    <a:gd name="connsiteY5" fmla="*/ 3560939 h 8161966"/>
                    <a:gd name="connsiteX6" fmla="*/ 723623 w 8140424"/>
                    <a:gd name="connsiteY6" fmla="*/ 803225 h 8161966"/>
                    <a:gd name="connsiteX7" fmla="*/ 1696080 w 8140424"/>
                    <a:gd name="connsiteY7" fmla="*/ 106540 h 8161966"/>
                    <a:gd name="connsiteX8" fmla="*/ 6543851 w 8140424"/>
                    <a:gd name="connsiteY8" fmla="*/ 3343224 h 8161966"/>
                    <a:gd name="connsiteX9" fmla="*/ 7763052 w 8140424"/>
                    <a:gd name="connsiteY9" fmla="*/ 2588481 h 8161966"/>
                    <a:gd name="connsiteX10" fmla="*/ 7995281 w 8140424"/>
                    <a:gd name="connsiteY10" fmla="*/ 3952824 h 8161966"/>
                    <a:gd name="connsiteX11" fmla="*/ 8140424 w 8140424"/>
                    <a:gd name="connsiteY11" fmla="*/ 5157509 h 8161966"/>
                    <a:gd name="connsiteX12" fmla="*/ 5339165 w 8140424"/>
                    <a:gd name="connsiteY12" fmla="*/ 8161966 h 8161966"/>
                    <a:gd name="connsiteX13" fmla="*/ 5063396 w 8140424"/>
                    <a:gd name="connsiteY13" fmla="*/ 8074880 h 8161966"/>
                    <a:gd name="connsiteX14" fmla="*/ 534938 w 8140424"/>
                    <a:gd name="connsiteY14" fmla="*/ 3662537 h 8161966"/>
                    <a:gd name="connsiteX0" fmla="*/ 534938 w 8140424"/>
                    <a:gd name="connsiteY0" fmla="*/ 3662537 h 8161966"/>
                    <a:gd name="connsiteX1" fmla="*/ 1144537 w 8140424"/>
                    <a:gd name="connsiteY1" fmla="*/ 2980368 h 8161966"/>
                    <a:gd name="connsiteX2" fmla="*/ 2973335 w 8140424"/>
                    <a:gd name="connsiteY2" fmla="*/ 4809168 h 8161966"/>
                    <a:gd name="connsiteX3" fmla="*/ 114023 w 8140424"/>
                    <a:gd name="connsiteY3" fmla="*/ 1833738 h 8161966"/>
                    <a:gd name="connsiteX4" fmla="*/ 1013908 w 8140424"/>
                    <a:gd name="connsiteY4" fmla="*/ 1122539 h 8161966"/>
                    <a:gd name="connsiteX5" fmla="*/ 3437794 w 8140424"/>
                    <a:gd name="connsiteY5" fmla="*/ 3560939 h 8161966"/>
                    <a:gd name="connsiteX6" fmla="*/ 723623 w 8140424"/>
                    <a:gd name="connsiteY6" fmla="*/ 803225 h 8161966"/>
                    <a:gd name="connsiteX7" fmla="*/ 1725109 w 8140424"/>
                    <a:gd name="connsiteY7" fmla="*/ 106540 h 8161966"/>
                    <a:gd name="connsiteX8" fmla="*/ 6543851 w 8140424"/>
                    <a:gd name="connsiteY8" fmla="*/ 3343224 h 8161966"/>
                    <a:gd name="connsiteX9" fmla="*/ 7763052 w 8140424"/>
                    <a:gd name="connsiteY9" fmla="*/ 2588481 h 8161966"/>
                    <a:gd name="connsiteX10" fmla="*/ 7995281 w 8140424"/>
                    <a:gd name="connsiteY10" fmla="*/ 3952824 h 8161966"/>
                    <a:gd name="connsiteX11" fmla="*/ 8140424 w 8140424"/>
                    <a:gd name="connsiteY11" fmla="*/ 5157509 h 8161966"/>
                    <a:gd name="connsiteX12" fmla="*/ 5339165 w 8140424"/>
                    <a:gd name="connsiteY12" fmla="*/ 8161966 h 8161966"/>
                    <a:gd name="connsiteX13" fmla="*/ 5063396 w 8140424"/>
                    <a:gd name="connsiteY13" fmla="*/ 8074880 h 8161966"/>
                    <a:gd name="connsiteX14" fmla="*/ 534938 w 8140424"/>
                    <a:gd name="connsiteY14" fmla="*/ 3662537 h 8161966"/>
                    <a:gd name="connsiteX0" fmla="*/ 534938 w 8140424"/>
                    <a:gd name="connsiteY0" fmla="*/ 3722591 h 8222020"/>
                    <a:gd name="connsiteX1" fmla="*/ 1144537 w 8140424"/>
                    <a:gd name="connsiteY1" fmla="*/ 3040422 h 8222020"/>
                    <a:gd name="connsiteX2" fmla="*/ 2973335 w 8140424"/>
                    <a:gd name="connsiteY2" fmla="*/ 4869222 h 8222020"/>
                    <a:gd name="connsiteX3" fmla="*/ 114023 w 8140424"/>
                    <a:gd name="connsiteY3" fmla="*/ 1893792 h 8222020"/>
                    <a:gd name="connsiteX4" fmla="*/ 1013908 w 8140424"/>
                    <a:gd name="connsiteY4" fmla="*/ 1182593 h 8222020"/>
                    <a:gd name="connsiteX5" fmla="*/ 3437794 w 8140424"/>
                    <a:gd name="connsiteY5" fmla="*/ 3620993 h 8222020"/>
                    <a:gd name="connsiteX6" fmla="*/ 723623 w 8140424"/>
                    <a:gd name="connsiteY6" fmla="*/ 863279 h 8222020"/>
                    <a:gd name="connsiteX7" fmla="*/ 1725109 w 8140424"/>
                    <a:gd name="connsiteY7" fmla="*/ 166594 h 8222020"/>
                    <a:gd name="connsiteX8" fmla="*/ 6543851 w 8140424"/>
                    <a:gd name="connsiteY8" fmla="*/ 3403278 h 8222020"/>
                    <a:gd name="connsiteX9" fmla="*/ 7763052 w 8140424"/>
                    <a:gd name="connsiteY9" fmla="*/ 2648535 h 8222020"/>
                    <a:gd name="connsiteX10" fmla="*/ 7995281 w 8140424"/>
                    <a:gd name="connsiteY10" fmla="*/ 4012878 h 8222020"/>
                    <a:gd name="connsiteX11" fmla="*/ 8140424 w 8140424"/>
                    <a:gd name="connsiteY11" fmla="*/ 5217563 h 8222020"/>
                    <a:gd name="connsiteX12" fmla="*/ 5339165 w 8140424"/>
                    <a:gd name="connsiteY12" fmla="*/ 8222020 h 8222020"/>
                    <a:gd name="connsiteX13" fmla="*/ 5063396 w 8140424"/>
                    <a:gd name="connsiteY13" fmla="*/ 8134934 h 8222020"/>
                    <a:gd name="connsiteX14" fmla="*/ 534938 w 8140424"/>
                    <a:gd name="connsiteY14" fmla="*/ 3722591 h 822202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6543851 w 8140424"/>
                    <a:gd name="connsiteY8" fmla="*/ 3428628 h 8247370"/>
                    <a:gd name="connsiteX9" fmla="*/ 7763052 w 8140424"/>
                    <a:gd name="connsiteY9" fmla="*/ 2673885 h 8247370"/>
                    <a:gd name="connsiteX10" fmla="*/ 7995281 w 8140424"/>
                    <a:gd name="connsiteY10" fmla="*/ 4038228 h 8247370"/>
                    <a:gd name="connsiteX11" fmla="*/ 8140424 w 8140424"/>
                    <a:gd name="connsiteY11" fmla="*/ 5242913 h 8247370"/>
                    <a:gd name="connsiteX12" fmla="*/ 5339165 w 8140424"/>
                    <a:gd name="connsiteY12" fmla="*/ 8247370 h 8247370"/>
                    <a:gd name="connsiteX13" fmla="*/ 5063396 w 8140424"/>
                    <a:gd name="connsiteY13" fmla="*/ 8160284 h 8247370"/>
                    <a:gd name="connsiteX14" fmla="*/ 534938 w 8140424"/>
                    <a:gd name="connsiteY14" fmla="*/ 3747941 h 824737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3931280 w 8140424"/>
                    <a:gd name="connsiteY8" fmla="*/ 1672401 h 8247370"/>
                    <a:gd name="connsiteX9" fmla="*/ 6543851 w 8140424"/>
                    <a:gd name="connsiteY9" fmla="*/ 3428628 h 8247370"/>
                    <a:gd name="connsiteX10" fmla="*/ 7763052 w 8140424"/>
                    <a:gd name="connsiteY10" fmla="*/ 2673885 h 8247370"/>
                    <a:gd name="connsiteX11" fmla="*/ 7995281 w 8140424"/>
                    <a:gd name="connsiteY11" fmla="*/ 4038228 h 8247370"/>
                    <a:gd name="connsiteX12" fmla="*/ 8140424 w 8140424"/>
                    <a:gd name="connsiteY12" fmla="*/ 5242913 h 8247370"/>
                    <a:gd name="connsiteX13" fmla="*/ 5339165 w 8140424"/>
                    <a:gd name="connsiteY13" fmla="*/ 8247370 h 8247370"/>
                    <a:gd name="connsiteX14" fmla="*/ 5063396 w 8140424"/>
                    <a:gd name="connsiteY14" fmla="*/ 8160284 h 8247370"/>
                    <a:gd name="connsiteX15" fmla="*/ 534938 w 8140424"/>
                    <a:gd name="connsiteY15" fmla="*/ 3747941 h 824737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4090938 w 8140424"/>
                    <a:gd name="connsiteY8" fmla="*/ 2673887 h 8247370"/>
                    <a:gd name="connsiteX9" fmla="*/ 6543851 w 8140424"/>
                    <a:gd name="connsiteY9" fmla="*/ 3428628 h 8247370"/>
                    <a:gd name="connsiteX10" fmla="*/ 7763052 w 8140424"/>
                    <a:gd name="connsiteY10" fmla="*/ 2673885 h 8247370"/>
                    <a:gd name="connsiteX11" fmla="*/ 7995281 w 8140424"/>
                    <a:gd name="connsiteY11" fmla="*/ 4038228 h 8247370"/>
                    <a:gd name="connsiteX12" fmla="*/ 8140424 w 8140424"/>
                    <a:gd name="connsiteY12" fmla="*/ 5242913 h 8247370"/>
                    <a:gd name="connsiteX13" fmla="*/ 5339165 w 8140424"/>
                    <a:gd name="connsiteY13" fmla="*/ 8247370 h 8247370"/>
                    <a:gd name="connsiteX14" fmla="*/ 5063396 w 8140424"/>
                    <a:gd name="connsiteY14" fmla="*/ 8160284 h 8247370"/>
                    <a:gd name="connsiteX15" fmla="*/ 534938 w 8140424"/>
                    <a:gd name="connsiteY15" fmla="*/ 3747941 h 824737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4090938 w 8140424"/>
                    <a:gd name="connsiteY8" fmla="*/ 2673887 h 8247370"/>
                    <a:gd name="connsiteX9" fmla="*/ 5847166 w 8140424"/>
                    <a:gd name="connsiteY9" fmla="*/ 3196401 h 8247370"/>
                    <a:gd name="connsiteX10" fmla="*/ 6543851 w 8140424"/>
                    <a:gd name="connsiteY10" fmla="*/ 3428628 h 8247370"/>
                    <a:gd name="connsiteX11" fmla="*/ 7763052 w 8140424"/>
                    <a:gd name="connsiteY11" fmla="*/ 2673885 h 8247370"/>
                    <a:gd name="connsiteX12" fmla="*/ 7995281 w 8140424"/>
                    <a:gd name="connsiteY12" fmla="*/ 4038228 h 8247370"/>
                    <a:gd name="connsiteX13" fmla="*/ 8140424 w 8140424"/>
                    <a:gd name="connsiteY13" fmla="*/ 5242913 h 8247370"/>
                    <a:gd name="connsiteX14" fmla="*/ 5339165 w 8140424"/>
                    <a:gd name="connsiteY14" fmla="*/ 8247370 h 8247370"/>
                    <a:gd name="connsiteX15" fmla="*/ 5063396 w 8140424"/>
                    <a:gd name="connsiteY15" fmla="*/ 8160284 h 8247370"/>
                    <a:gd name="connsiteX16" fmla="*/ 534938 w 8140424"/>
                    <a:gd name="connsiteY16" fmla="*/ 3747941 h 824737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4090938 w 8140424"/>
                    <a:gd name="connsiteY8" fmla="*/ 2673887 h 8247370"/>
                    <a:gd name="connsiteX9" fmla="*/ 2058937 w 8140424"/>
                    <a:gd name="connsiteY9" fmla="*/ 540287 h 8247370"/>
                    <a:gd name="connsiteX10" fmla="*/ 6543851 w 8140424"/>
                    <a:gd name="connsiteY10" fmla="*/ 3428628 h 8247370"/>
                    <a:gd name="connsiteX11" fmla="*/ 7763052 w 8140424"/>
                    <a:gd name="connsiteY11" fmla="*/ 2673885 h 8247370"/>
                    <a:gd name="connsiteX12" fmla="*/ 7995281 w 8140424"/>
                    <a:gd name="connsiteY12" fmla="*/ 4038228 h 8247370"/>
                    <a:gd name="connsiteX13" fmla="*/ 8140424 w 8140424"/>
                    <a:gd name="connsiteY13" fmla="*/ 5242913 h 8247370"/>
                    <a:gd name="connsiteX14" fmla="*/ 5339165 w 8140424"/>
                    <a:gd name="connsiteY14" fmla="*/ 8247370 h 8247370"/>
                    <a:gd name="connsiteX15" fmla="*/ 5063396 w 8140424"/>
                    <a:gd name="connsiteY15" fmla="*/ 8160284 h 8247370"/>
                    <a:gd name="connsiteX16" fmla="*/ 534938 w 8140424"/>
                    <a:gd name="connsiteY16" fmla="*/ 3747941 h 824737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4090938 w 8140424"/>
                    <a:gd name="connsiteY8" fmla="*/ 2673887 h 8247370"/>
                    <a:gd name="connsiteX9" fmla="*/ 2102480 w 8140424"/>
                    <a:gd name="connsiteY9" fmla="*/ 540287 h 8247370"/>
                    <a:gd name="connsiteX10" fmla="*/ 6543851 w 8140424"/>
                    <a:gd name="connsiteY10" fmla="*/ 3428628 h 8247370"/>
                    <a:gd name="connsiteX11" fmla="*/ 7763052 w 8140424"/>
                    <a:gd name="connsiteY11" fmla="*/ 2673885 h 8247370"/>
                    <a:gd name="connsiteX12" fmla="*/ 7995281 w 8140424"/>
                    <a:gd name="connsiteY12" fmla="*/ 4038228 h 8247370"/>
                    <a:gd name="connsiteX13" fmla="*/ 8140424 w 8140424"/>
                    <a:gd name="connsiteY13" fmla="*/ 5242913 h 8247370"/>
                    <a:gd name="connsiteX14" fmla="*/ 5339165 w 8140424"/>
                    <a:gd name="connsiteY14" fmla="*/ 8247370 h 8247370"/>
                    <a:gd name="connsiteX15" fmla="*/ 5063396 w 8140424"/>
                    <a:gd name="connsiteY15" fmla="*/ 8160284 h 8247370"/>
                    <a:gd name="connsiteX16" fmla="*/ 534938 w 8140424"/>
                    <a:gd name="connsiteY16" fmla="*/ 3747941 h 824737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4090938 w 8140424"/>
                    <a:gd name="connsiteY8" fmla="*/ 2673887 h 8247370"/>
                    <a:gd name="connsiteX9" fmla="*/ 2102480 w 8140424"/>
                    <a:gd name="connsiteY9" fmla="*/ 540287 h 8247370"/>
                    <a:gd name="connsiteX10" fmla="*/ 3887737 w 8140424"/>
                    <a:gd name="connsiteY10" fmla="*/ 1730458 h 8247370"/>
                    <a:gd name="connsiteX11" fmla="*/ 6543851 w 8140424"/>
                    <a:gd name="connsiteY11" fmla="*/ 3428628 h 8247370"/>
                    <a:gd name="connsiteX12" fmla="*/ 7763052 w 8140424"/>
                    <a:gd name="connsiteY12" fmla="*/ 2673885 h 8247370"/>
                    <a:gd name="connsiteX13" fmla="*/ 7995281 w 8140424"/>
                    <a:gd name="connsiteY13" fmla="*/ 4038228 h 8247370"/>
                    <a:gd name="connsiteX14" fmla="*/ 8140424 w 8140424"/>
                    <a:gd name="connsiteY14" fmla="*/ 5242913 h 8247370"/>
                    <a:gd name="connsiteX15" fmla="*/ 5339165 w 8140424"/>
                    <a:gd name="connsiteY15" fmla="*/ 8247370 h 8247370"/>
                    <a:gd name="connsiteX16" fmla="*/ 5063396 w 8140424"/>
                    <a:gd name="connsiteY16" fmla="*/ 8160284 h 8247370"/>
                    <a:gd name="connsiteX17" fmla="*/ 534938 w 8140424"/>
                    <a:gd name="connsiteY17" fmla="*/ 3747941 h 8247370"/>
                    <a:gd name="connsiteX0" fmla="*/ 534938 w 8140424"/>
                    <a:gd name="connsiteY0" fmla="*/ 3773711 h 8273140"/>
                    <a:gd name="connsiteX1" fmla="*/ 1144537 w 8140424"/>
                    <a:gd name="connsiteY1" fmla="*/ 3091542 h 8273140"/>
                    <a:gd name="connsiteX2" fmla="*/ 2973335 w 8140424"/>
                    <a:gd name="connsiteY2" fmla="*/ 4920342 h 8273140"/>
                    <a:gd name="connsiteX3" fmla="*/ 114023 w 8140424"/>
                    <a:gd name="connsiteY3" fmla="*/ 1944912 h 8273140"/>
                    <a:gd name="connsiteX4" fmla="*/ 1013908 w 8140424"/>
                    <a:gd name="connsiteY4" fmla="*/ 1233713 h 8273140"/>
                    <a:gd name="connsiteX5" fmla="*/ 3437794 w 8140424"/>
                    <a:gd name="connsiteY5" fmla="*/ 3672113 h 8273140"/>
                    <a:gd name="connsiteX6" fmla="*/ 723623 w 8140424"/>
                    <a:gd name="connsiteY6" fmla="*/ 914399 h 8273140"/>
                    <a:gd name="connsiteX7" fmla="*/ 1725109 w 8140424"/>
                    <a:gd name="connsiteY7" fmla="*/ 217714 h 8273140"/>
                    <a:gd name="connsiteX8" fmla="*/ 4090938 w 8140424"/>
                    <a:gd name="connsiteY8" fmla="*/ 2699657 h 8273140"/>
                    <a:gd name="connsiteX9" fmla="*/ 2102480 w 8140424"/>
                    <a:gd name="connsiteY9" fmla="*/ 566057 h 8273140"/>
                    <a:gd name="connsiteX10" fmla="*/ 3176537 w 8140424"/>
                    <a:gd name="connsiteY10" fmla="*/ 0 h 8273140"/>
                    <a:gd name="connsiteX11" fmla="*/ 6543851 w 8140424"/>
                    <a:gd name="connsiteY11" fmla="*/ 3454398 h 8273140"/>
                    <a:gd name="connsiteX12" fmla="*/ 7763052 w 8140424"/>
                    <a:gd name="connsiteY12" fmla="*/ 2699655 h 8273140"/>
                    <a:gd name="connsiteX13" fmla="*/ 7995281 w 8140424"/>
                    <a:gd name="connsiteY13" fmla="*/ 4063998 h 8273140"/>
                    <a:gd name="connsiteX14" fmla="*/ 8140424 w 8140424"/>
                    <a:gd name="connsiteY14" fmla="*/ 5268683 h 8273140"/>
                    <a:gd name="connsiteX15" fmla="*/ 5339165 w 8140424"/>
                    <a:gd name="connsiteY15" fmla="*/ 8273140 h 8273140"/>
                    <a:gd name="connsiteX16" fmla="*/ 5063396 w 8140424"/>
                    <a:gd name="connsiteY16" fmla="*/ 8186054 h 8273140"/>
                    <a:gd name="connsiteX17" fmla="*/ 534938 w 8140424"/>
                    <a:gd name="connsiteY17" fmla="*/ 3773711 h 8273140"/>
                    <a:gd name="connsiteX0" fmla="*/ 534938 w 8140424"/>
                    <a:gd name="connsiteY0" fmla="*/ 3773711 h 8273140"/>
                    <a:gd name="connsiteX1" fmla="*/ 1144537 w 8140424"/>
                    <a:gd name="connsiteY1" fmla="*/ 3091542 h 8273140"/>
                    <a:gd name="connsiteX2" fmla="*/ 2973335 w 8140424"/>
                    <a:gd name="connsiteY2" fmla="*/ 4920342 h 8273140"/>
                    <a:gd name="connsiteX3" fmla="*/ 114023 w 8140424"/>
                    <a:gd name="connsiteY3" fmla="*/ 1944912 h 8273140"/>
                    <a:gd name="connsiteX4" fmla="*/ 1013908 w 8140424"/>
                    <a:gd name="connsiteY4" fmla="*/ 1233713 h 8273140"/>
                    <a:gd name="connsiteX5" fmla="*/ 3437794 w 8140424"/>
                    <a:gd name="connsiteY5" fmla="*/ 3672113 h 8273140"/>
                    <a:gd name="connsiteX6" fmla="*/ 723623 w 8140424"/>
                    <a:gd name="connsiteY6" fmla="*/ 914399 h 8273140"/>
                    <a:gd name="connsiteX7" fmla="*/ 1725109 w 8140424"/>
                    <a:gd name="connsiteY7" fmla="*/ 217714 h 8273140"/>
                    <a:gd name="connsiteX8" fmla="*/ 4090938 w 8140424"/>
                    <a:gd name="connsiteY8" fmla="*/ 2699657 h 8273140"/>
                    <a:gd name="connsiteX9" fmla="*/ 2175052 w 8140424"/>
                    <a:gd name="connsiteY9" fmla="*/ 566057 h 8273140"/>
                    <a:gd name="connsiteX10" fmla="*/ 3176537 w 8140424"/>
                    <a:gd name="connsiteY10" fmla="*/ 0 h 8273140"/>
                    <a:gd name="connsiteX11" fmla="*/ 6543851 w 8140424"/>
                    <a:gd name="connsiteY11" fmla="*/ 3454398 h 8273140"/>
                    <a:gd name="connsiteX12" fmla="*/ 7763052 w 8140424"/>
                    <a:gd name="connsiteY12" fmla="*/ 2699655 h 8273140"/>
                    <a:gd name="connsiteX13" fmla="*/ 7995281 w 8140424"/>
                    <a:gd name="connsiteY13" fmla="*/ 4063998 h 8273140"/>
                    <a:gd name="connsiteX14" fmla="*/ 8140424 w 8140424"/>
                    <a:gd name="connsiteY14" fmla="*/ 5268683 h 8273140"/>
                    <a:gd name="connsiteX15" fmla="*/ 5339165 w 8140424"/>
                    <a:gd name="connsiteY15" fmla="*/ 8273140 h 8273140"/>
                    <a:gd name="connsiteX16" fmla="*/ 5063396 w 8140424"/>
                    <a:gd name="connsiteY16" fmla="*/ 8186054 h 8273140"/>
                    <a:gd name="connsiteX17" fmla="*/ 534938 w 8140424"/>
                    <a:gd name="connsiteY17" fmla="*/ 3773711 h 8273140"/>
                    <a:gd name="connsiteX0" fmla="*/ 534938 w 8140424"/>
                    <a:gd name="connsiteY0" fmla="*/ 3773711 h 8273140"/>
                    <a:gd name="connsiteX1" fmla="*/ 1144537 w 8140424"/>
                    <a:gd name="connsiteY1" fmla="*/ 3091542 h 8273140"/>
                    <a:gd name="connsiteX2" fmla="*/ 2973335 w 8140424"/>
                    <a:gd name="connsiteY2" fmla="*/ 4920342 h 8273140"/>
                    <a:gd name="connsiteX3" fmla="*/ 114023 w 8140424"/>
                    <a:gd name="connsiteY3" fmla="*/ 1944912 h 8273140"/>
                    <a:gd name="connsiteX4" fmla="*/ 1013908 w 8140424"/>
                    <a:gd name="connsiteY4" fmla="*/ 1233713 h 8273140"/>
                    <a:gd name="connsiteX5" fmla="*/ 3437794 w 8140424"/>
                    <a:gd name="connsiteY5" fmla="*/ 3672113 h 8273140"/>
                    <a:gd name="connsiteX6" fmla="*/ 723623 w 8140424"/>
                    <a:gd name="connsiteY6" fmla="*/ 914399 h 8273140"/>
                    <a:gd name="connsiteX7" fmla="*/ 1725109 w 8140424"/>
                    <a:gd name="connsiteY7" fmla="*/ 217714 h 8273140"/>
                    <a:gd name="connsiteX8" fmla="*/ 4090938 w 8140424"/>
                    <a:gd name="connsiteY8" fmla="*/ 2699657 h 8273140"/>
                    <a:gd name="connsiteX9" fmla="*/ 2102480 w 8140424"/>
                    <a:gd name="connsiteY9" fmla="*/ 566057 h 8273140"/>
                    <a:gd name="connsiteX10" fmla="*/ 3176537 w 8140424"/>
                    <a:gd name="connsiteY10" fmla="*/ 0 h 8273140"/>
                    <a:gd name="connsiteX11" fmla="*/ 6543851 w 8140424"/>
                    <a:gd name="connsiteY11" fmla="*/ 3454398 h 8273140"/>
                    <a:gd name="connsiteX12" fmla="*/ 7763052 w 8140424"/>
                    <a:gd name="connsiteY12" fmla="*/ 2699655 h 8273140"/>
                    <a:gd name="connsiteX13" fmla="*/ 7995281 w 8140424"/>
                    <a:gd name="connsiteY13" fmla="*/ 4063998 h 8273140"/>
                    <a:gd name="connsiteX14" fmla="*/ 8140424 w 8140424"/>
                    <a:gd name="connsiteY14" fmla="*/ 5268683 h 8273140"/>
                    <a:gd name="connsiteX15" fmla="*/ 5339165 w 8140424"/>
                    <a:gd name="connsiteY15" fmla="*/ 8273140 h 8273140"/>
                    <a:gd name="connsiteX16" fmla="*/ 5063396 w 8140424"/>
                    <a:gd name="connsiteY16" fmla="*/ 8186054 h 8273140"/>
                    <a:gd name="connsiteX17" fmla="*/ 534938 w 8140424"/>
                    <a:gd name="connsiteY17" fmla="*/ 3773711 h 8273140"/>
                    <a:gd name="connsiteX0" fmla="*/ 534938 w 8140424"/>
                    <a:gd name="connsiteY0" fmla="*/ 3773711 h 8273140"/>
                    <a:gd name="connsiteX1" fmla="*/ 1144537 w 8140424"/>
                    <a:gd name="connsiteY1" fmla="*/ 3091542 h 8273140"/>
                    <a:gd name="connsiteX2" fmla="*/ 2973335 w 8140424"/>
                    <a:gd name="connsiteY2" fmla="*/ 4920342 h 8273140"/>
                    <a:gd name="connsiteX3" fmla="*/ 114023 w 8140424"/>
                    <a:gd name="connsiteY3" fmla="*/ 1944912 h 8273140"/>
                    <a:gd name="connsiteX4" fmla="*/ 1013908 w 8140424"/>
                    <a:gd name="connsiteY4" fmla="*/ 1233713 h 8273140"/>
                    <a:gd name="connsiteX5" fmla="*/ 3437794 w 8140424"/>
                    <a:gd name="connsiteY5" fmla="*/ 3672113 h 8273140"/>
                    <a:gd name="connsiteX6" fmla="*/ 723623 w 8140424"/>
                    <a:gd name="connsiteY6" fmla="*/ 914399 h 8273140"/>
                    <a:gd name="connsiteX7" fmla="*/ 1725109 w 8140424"/>
                    <a:gd name="connsiteY7" fmla="*/ 217714 h 8273140"/>
                    <a:gd name="connsiteX8" fmla="*/ 4090938 w 8140424"/>
                    <a:gd name="connsiteY8" fmla="*/ 2699657 h 8273140"/>
                    <a:gd name="connsiteX9" fmla="*/ 2102480 w 8140424"/>
                    <a:gd name="connsiteY9" fmla="*/ 566057 h 8273140"/>
                    <a:gd name="connsiteX10" fmla="*/ 3176537 w 8140424"/>
                    <a:gd name="connsiteY10" fmla="*/ 0 h 8273140"/>
                    <a:gd name="connsiteX11" fmla="*/ 6543851 w 8140424"/>
                    <a:gd name="connsiteY11" fmla="*/ 3454398 h 8273140"/>
                    <a:gd name="connsiteX12" fmla="*/ 7763052 w 8140424"/>
                    <a:gd name="connsiteY12" fmla="*/ 2699655 h 8273140"/>
                    <a:gd name="connsiteX13" fmla="*/ 7995281 w 8140424"/>
                    <a:gd name="connsiteY13" fmla="*/ 4063998 h 8273140"/>
                    <a:gd name="connsiteX14" fmla="*/ 8140424 w 8140424"/>
                    <a:gd name="connsiteY14" fmla="*/ 5268683 h 8273140"/>
                    <a:gd name="connsiteX15" fmla="*/ 5339165 w 8140424"/>
                    <a:gd name="connsiteY15" fmla="*/ 8273140 h 8273140"/>
                    <a:gd name="connsiteX16" fmla="*/ 5063396 w 8140424"/>
                    <a:gd name="connsiteY16" fmla="*/ 8186054 h 8273140"/>
                    <a:gd name="connsiteX17" fmla="*/ 534938 w 8140424"/>
                    <a:gd name="connsiteY17" fmla="*/ 3773711 h 8273140"/>
                    <a:gd name="connsiteX0" fmla="*/ 534938 w 8140424"/>
                    <a:gd name="connsiteY0" fmla="*/ 4045114 h 8544543"/>
                    <a:gd name="connsiteX1" fmla="*/ 1144537 w 8140424"/>
                    <a:gd name="connsiteY1" fmla="*/ 3362945 h 8544543"/>
                    <a:gd name="connsiteX2" fmla="*/ 2973335 w 8140424"/>
                    <a:gd name="connsiteY2" fmla="*/ 5191745 h 8544543"/>
                    <a:gd name="connsiteX3" fmla="*/ 114023 w 8140424"/>
                    <a:gd name="connsiteY3" fmla="*/ 2216315 h 8544543"/>
                    <a:gd name="connsiteX4" fmla="*/ 1013908 w 8140424"/>
                    <a:gd name="connsiteY4" fmla="*/ 1505116 h 8544543"/>
                    <a:gd name="connsiteX5" fmla="*/ 3437794 w 8140424"/>
                    <a:gd name="connsiteY5" fmla="*/ 3943516 h 8544543"/>
                    <a:gd name="connsiteX6" fmla="*/ 723623 w 8140424"/>
                    <a:gd name="connsiteY6" fmla="*/ 1185802 h 8544543"/>
                    <a:gd name="connsiteX7" fmla="*/ 1725109 w 8140424"/>
                    <a:gd name="connsiteY7" fmla="*/ 489117 h 8544543"/>
                    <a:gd name="connsiteX8" fmla="*/ 4090938 w 8140424"/>
                    <a:gd name="connsiteY8" fmla="*/ 2971060 h 8544543"/>
                    <a:gd name="connsiteX9" fmla="*/ 2102480 w 8140424"/>
                    <a:gd name="connsiteY9" fmla="*/ 837460 h 8544543"/>
                    <a:gd name="connsiteX10" fmla="*/ 3176537 w 8140424"/>
                    <a:gd name="connsiteY10" fmla="*/ 271403 h 8544543"/>
                    <a:gd name="connsiteX11" fmla="*/ 6543851 w 8140424"/>
                    <a:gd name="connsiteY11" fmla="*/ 3725801 h 8544543"/>
                    <a:gd name="connsiteX12" fmla="*/ 7763052 w 8140424"/>
                    <a:gd name="connsiteY12" fmla="*/ 2971058 h 8544543"/>
                    <a:gd name="connsiteX13" fmla="*/ 7995281 w 8140424"/>
                    <a:gd name="connsiteY13" fmla="*/ 4335401 h 8544543"/>
                    <a:gd name="connsiteX14" fmla="*/ 8140424 w 8140424"/>
                    <a:gd name="connsiteY14" fmla="*/ 5540086 h 8544543"/>
                    <a:gd name="connsiteX15" fmla="*/ 5339165 w 8140424"/>
                    <a:gd name="connsiteY15" fmla="*/ 8544543 h 8544543"/>
                    <a:gd name="connsiteX16" fmla="*/ 5063396 w 8140424"/>
                    <a:gd name="connsiteY16" fmla="*/ 8457457 h 8544543"/>
                    <a:gd name="connsiteX17" fmla="*/ 534938 w 8140424"/>
                    <a:gd name="connsiteY17" fmla="*/ 4045114 h 8544543"/>
                    <a:gd name="connsiteX0" fmla="*/ 534938 w 8140424"/>
                    <a:gd name="connsiteY0" fmla="*/ 4041454 h 8540883"/>
                    <a:gd name="connsiteX1" fmla="*/ 1144537 w 8140424"/>
                    <a:gd name="connsiteY1" fmla="*/ 3359285 h 8540883"/>
                    <a:gd name="connsiteX2" fmla="*/ 2973335 w 8140424"/>
                    <a:gd name="connsiteY2" fmla="*/ 5188085 h 8540883"/>
                    <a:gd name="connsiteX3" fmla="*/ 114023 w 8140424"/>
                    <a:gd name="connsiteY3" fmla="*/ 2212655 h 8540883"/>
                    <a:gd name="connsiteX4" fmla="*/ 1013908 w 8140424"/>
                    <a:gd name="connsiteY4" fmla="*/ 1501456 h 8540883"/>
                    <a:gd name="connsiteX5" fmla="*/ 3437794 w 8140424"/>
                    <a:gd name="connsiteY5" fmla="*/ 3939856 h 8540883"/>
                    <a:gd name="connsiteX6" fmla="*/ 723623 w 8140424"/>
                    <a:gd name="connsiteY6" fmla="*/ 1182142 h 8540883"/>
                    <a:gd name="connsiteX7" fmla="*/ 1725109 w 8140424"/>
                    <a:gd name="connsiteY7" fmla="*/ 485457 h 8540883"/>
                    <a:gd name="connsiteX8" fmla="*/ 4090938 w 8140424"/>
                    <a:gd name="connsiteY8" fmla="*/ 2967400 h 8540883"/>
                    <a:gd name="connsiteX9" fmla="*/ 2102480 w 8140424"/>
                    <a:gd name="connsiteY9" fmla="*/ 833800 h 8540883"/>
                    <a:gd name="connsiteX10" fmla="*/ 3176537 w 8140424"/>
                    <a:gd name="connsiteY10" fmla="*/ 267743 h 8540883"/>
                    <a:gd name="connsiteX11" fmla="*/ 6543851 w 8140424"/>
                    <a:gd name="connsiteY11" fmla="*/ 3722141 h 8540883"/>
                    <a:gd name="connsiteX12" fmla="*/ 7763052 w 8140424"/>
                    <a:gd name="connsiteY12" fmla="*/ 2967398 h 8540883"/>
                    <a:gd name="connsiteX13" fmla="*/ 7995281 w 8140424"/>
                    <a:gd name="connsiteY13" fmla="*/ 4331741 h 8540883"/>
                    <a:gd name="connsiteX14" fmla="*/ 8140424 w 8140424"/>
                    <a:gd name="connsiteY14" fmla="*/ 5536426 h 8540883"/>
                    <a:gd name="connsiteX15" fmla="*/ 5339165 w 8140424"/>
                    <a:gd name="connsiteY15" fmla="*/ 8540883 h 8540883"/>
                    <a:gd name="connsiteX16" fmla="*/ 5063396 w 8140424"/>
                    <a:gd name="connsiteY16" fmla="*/ 8453797 h 8540883"/>
                    <a:gd name="connsiteX17" fmla="*/ 534938 w 8140424"/>
                    <a:gd name="connsiteY17" fmla="*/ 4041454 h 8540883"/>
                    <a:gd name="connsiteX0" fmla="*/ 534938 w 8140424"/>
                    <a:gd name="connsiteY0" fmla="*/ 4047870 h 8547299"/>
                    <a:gd name="connsiteX1" fmla="*/ 1144537 w 8140424"/>
                    <a:gd name="connsiteY1" fmla="*/ 3365701 h 8547299"/>
                    <a:gd name="connsiteX2" fmla="*/ 2973335 w 8140424"/>
                    <a:gd name="connsiteY2" fmla="*/ 5194501 h 8547299"/>
                    <a:gd name="connsiteX3" fmla="*/ 114023 w 8140424"/>
                    <a:gd name="connsiteY3" fmla="*/ 2219071 h 8547299"/>
                    <a:gd name="connsiteX4" fmla="*/ 1013908 w 8140424"/>
                    <a:gd name="connsiteY4" fmla="*/ 1507872 h 8547299"/>
                    <a:gd name="connsiteX5" fmla="*/ 3437794 w 8140424"/>
                    <a:gd name="connsiteY5" fmla="*/ 3946272 h 8547299"/>
                    <a:gd name="connsiteX6" fmla="*/ 723623 w 8140424"/>
                    <a:gd name="connsiteY6" fmla="*/ 1188558 h 8547299"/>
                    <a:gd name="connsiteX7" fmla="*/ 1725109 w 8140424"/>
                    <a:gd name="connsiteY7" fmla="*/ 491873 h 8547299"/>
                    <a:gd name="connsiteX8" fmla="*/ 4090938 w 8140424"/>
                    <a:gd name="connsiteY8" fmla="*/ 2973816 h 8547299"/>
                    <a:gd name="connsiteX9" fmla="*/ 2102480 w 8140424"/>
                    <a:gd name="connsiteY9" fmla="*/ 840216 h 8547299"/>
                    <a:gd name="connsiteX10" fmla="*/ 3176537 w 8140424"/>
                    <a:gd name="connsiteY10" fmla="*/ 274159 h 8547299"/>
                    <a:gd name="connsiteX11" fmla="*/ 6543851 w 8140424"/>
                    <a:gd name="connsiteY11" fmla="*/ 3728557 h 8547299"/>
                    <a:gd name="connsiteX12" fmla="*/ 7763052 w 8140424"/>
                    <a:gd name="connsiteY12" fmla="*/ 2973814 h 8547299"/>
                    <a:gd name="connsiteX13" fmla="*/ 7995281 w 8140424"/>
                    <a:gd name="connsiteY13" fmla="*/ 4338157 h 8547299"/>
                    <a:gd name="connsiteX14" fmla="*/ 8140424 w 8140424"/>
                    <a:gd name="connsiteY14" fmla="*/ 5542842 h 8547299"/>
                    <a:gd name="connsiteX15" fmla="*/ 5339165 w 8140424"/>
                    <a:gd name="connsiteY15" fmla="*/ 8547299 h 8547299"/>
                    <a:gd name="connsiteX16" fmla="*/ 5063396 w 8140424"/>
                    <a:gd name="connsiteY16" fmla="*/ 8460213 h 8547299"/>
                    <a:gd name="connsiteX17" fmla="*/ 534938 w 8140424"/>
                    <a:gd name="connsiteY17" fmla="*/ 4047870 h 8547299"/>
                    <a:gd name="connsiteX0" fmla="*/ 534938 w 8140424"/>
                    <a:gd name="connsiteY0" fmla="*/ 4023705 h 8523134"/>
                    <a:gd name="connsiteX1" fmla="*/ 1144537 w 8140424"/>
                    <a:gd name="connsiteY1" fmla="*/ 3341536 h 8523134"/>
                    <a:gd name="connsiteX2" fmla="*/ 2973335 w 8140424"/>
                    <a:gd name="connsiteY2" fmla="*/ 5170336 h 8523134"/>
                    <a:gd name="connsiteX3" fmla="*/ 114023 w 8140424"/>
                    <a:gd name="connsiteY3" fmla="*/ 2194906 h 8523134"/>
                    <a:gd name="connsiteX4" fmla="*/ 1013908 w 8140424"/>
                    <a:gd name="connsiteY4" fmla="*/ 1483707 h 8523134"/>
                    <a:gd name="connsiteX5" fmla="*/ 3437794 w 8140424"/>
                    <a:gd name="connsiteY5" fmla="*/ 3922107 h 8523134"/>
                    <a:gd name="connsiteX6" fmla="*/ 723623 w 8140424"/>
                    <a:gd name="connsiteY6" fmla="*/ 1164393 h 8523134"/>
                    <a:gd name="connsiteX7" fmla="*/ 1725109 w 8140424"/>
                    <a:gd name="connsiteY7" fmla="*/ 467708 h 8523134"/>
                    <a:gd name="connsiteX8" fmla="*/ 4090938 w 8140424"/>
                    <a:gd name="connsiteY8" fmla="*/ 2949651 h 8523134"/>
                    <a:gd name="connsiteX9" fmla="*/ 2102480 w 8140424"/>
                    <a:gd name="connsiteY9" fmla="*/ 816051 h 8523134"/>
                    <a:gd name="connsiteX10" fmla="*/ 3176537 w 8140424"/>
                    <a:gd name="connsiteY10" fmla="*/ 249994 h 8523134"/>
                    <a:gd name="connsiteX11" fmla="*/ 6543851 w 8140424"/>
                    <a:gd name="connsiteY11" fmla="*/ 3704392 h 8523134"/>
                    <a:gd name="connsiteX12" fmla="*/ 7763052 w 8140424"/>
                    <a:gd name="connsiteY12" fmla="*/ 2949649 h 8523134"/>
                    <a:gd name="connsiteX13" fmla="*/ 7995281 w 8140424"/>
                    <a:gd name="connsiteY13" fmla="*/ 4313992 h 8523134"/>
                    <a:gd name="connsiteX14" fmla="*/ 8140424 w 8140424"/>
                    <a:gd name="connsiteY14" fmla="*/ 5518677 h 8523134"/>
                    <a:gd name="connsiteX15" fmla="*/ 5339165 w 8140424"/>
                    <a:gd name="connsiteY15" fmla="*/ 8523134 h 8523134"/>
                    <a:gd name="connsiteX16" fmla="*/ 5063396 w 8140424"/>
                    <a:gd name="connsiteY16" fmla="*/ 8436048 h 8523134"/>
                    <a:gd name="connsiteX17" fmla="*/ 534938 w 8140424"/>
                    <a:gd name="connsiteY17" fmla="*/ 4023705 h 852313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7763052 w 8140424"/>
                    <a:gd name="connsiteY12" fmla="*/ 2968999 h 8542484"/>
                    <a:gd name="connsiteX13" fmla="*/ 7995281 w 8140424"/>
                    <a:gd name="connsiteY13" fmla="*/ 4333342 h 8542484"/>
                    <a:gd name="connsiteX14" fmla="*/ 8140424 w 8140424"/>
                    <a:gd name="connsiteY14" fmla="*/ 5538027 h 8542484"/>
                    <a:gd name="connsiteX15" fmla="*/ 5339165 w 8140424"/>
                    <a:gd name="connsiteY15" fmla="*/ 8542484 h 8542484"/>
                    <a:gd name="connsiteX16" fmla="*/ 5063396 w 8140424"/>
                    <a:gd name="connsiteY16" fmla="*/ 8455398 h 8542484"/>
                    <a:gd name="connsiteX17" fmla="*/ 534938 w 8140424"/>
                    <a:gd name="connsiteY17"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7037337 w 8140424"/>
                    <a:gd name="connsiteY12" fmla="*/ 3389915 h 8542484"/>
                    <a:gd name="connsiteX13" fmla="*/ 7763052 w 8140424"/>
                    <a:gd name="connsiteY13" fmla="*/ 2968999 h 8542484"/>
                    <a:gd name="connsiteX14" fmla="*/ 7995281 w 8140424"/>
                    <a:gd name="connsiteY14" fmla="*/ 4333342 h 8542484"/>
                    <a:gd name="connsiteX15" fmla="*/ 8140424 w 8140424"/>
                    <a:gd name="connsiteY15" fmla="*/ 5538027 h 8542484"/>
                    <a:gd name="connsiteX16" fmla="*/ 5339165 w 8140424"/>
                    <a:gd name="connsiteY16" fmla="*/ 8542484 h 8542484"/>
                    <a:gd name="connsiteX17" fmla="*/ 5063396 w 8140424"/>
                    <a:gd name="connsiteY17" fmla="*/ 8455398 h 8542484"/>
                    <a:gd name="connsiteX18" fmla="*/ 534938 w 8140424"/>
                    <a:gd name="connsiteY18"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51966 w 8140424"/>
                    <a:gd name="connsiteY12" fmla="*/ 2243287 h 8542484"/>
                    <a:gd name="connsiteX13" fmla="*/ 7763052 w 8140424"/>
                    <a:gd name="connsiteY13" fmla="*/ 2968999 h 8542484"/>
                    <a:gd name="connsiteX14" fmla="*/ 7995281 w 8140424"/>
                    <a:gd name="connsiteY14" fmla="*/ 4333342 h 8542484"/>
                    <a:gd name="connsiteX15" fmla="*/ 8140424 w 8140424"/>
                    <a:gd name="connsiteY15" fmla="*/ 5538027 h 8542484"/>
                    <a:gd name="connsiteX16" fmla="*/ 5339165 w 8140424"/>
                    <a:gd name="connsiteY16" fmla="*/ 8542484 h 8542484"/>
                    <a:gd name="connsiteX17" fmla="*/ 5063396 w 8140424"/>
                    <a:gd name="connsiteY17" fmla="*/ 8455398 h 8542484"/>
                    <a:gd name="connsiteX18" fmla="*/ 534938 w 8140424"/>
                    <a:gd name="connsiteY18"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51966 w 8140424"/>
                    <a:gd name="connsiteY12" fmla="*/ 2243287 h 8542484"/>
                    <a:gd name="connsiteX13" fmla="*/ 7763052 w 8140424"/>
                    <a:gd name="connsiteY13" fmla="*/ 2968999 h 8542484"/>
                    <a:gd name="connsiteX14" fmla="*/ 7995281 w 8140424"/>
                    <a:gd name="connsiteY14" fmla="*/ 4333342 h 8542484"/>
                    <a:gd name="connsiteX15" fmla="*/ 8140424 w 8140424"/>
                    <a:gd name="connsiteY15" fmla="*/ 5538027 h 8542484"/>
                    <a:gd name="connsiteX16" fmla="*/ 5339165 w 8140424"/>
                    <a:gd name="connsiteY16" fmla="*/ 8542484 h 8542484"/>
                    <a:gd name="connsiteX17" fmla="*/ 5063396 w 8140424"/>
                    <a:gd name="connsiteY17" fmla="*/ 8455398 h 8542484"/>
                    <a:gd name="connsiteX18" fmla="*/ 534938 w 8140424"/>
                    <a:gd name="connsiteY18"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51966 w 8140424"/>
                    <a:gd name="connsiteY12" fmla="*/ 2243287 h 8542484"/>
                    <a:gd name="connsiteX13" fmla="*/ 7763052 w 8140424"/>
                    <a:gd name="connsiteY13" fmla="*/ 2968999 h 8542484"/>
                    <a:gd name="connsiteX14" fmla="*/ 7995281 w 8140424"/>
                    <a:gd name="connsiteY14" fmla="*/ 4333342 h 8542484"/>
                    <a:gd name="connsiteX15" fmla="*/ 8140424 w 8140424"/>
                    <a:gd name="connsiteY15" fmla="*/ 5538027 h 8542484"/>
                    <a:gd name="connsiteX16" fmla="*/ 5339165 w 8140424"/>
                    <a:gd name="connsiteY16" fmla="*/ 8542484 h 8542484"/>
                    <a:gd name="connsiteX17" fmla="*/ 5063396 w 8140424"/>
                    <a:gd name="connsiteY17" fmla="*/ 8455398 h 8542484"/>
                    <a:gd name="connsiteX18" fmla="*/ 534938 w 8140424"/>
                    <a:gd name="connsiteY18"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7763052 w 8140424"/>
                    <a:gd name="connsiteY13" fmla="*/ 2968999 h 8542484"/>
                    <a:gd name="connsiteX14" fmla="*/ 7995281 w 8140424"/>
                    <a:gd name="connsiteY14" fmla="*/ 4333342 h 8542484"/>
                    <a:gd name="connsiteX15" fmla="*/ 8140424 w 8140424"/>
                    <a:gd name="connsiteY15" fmla="*/ 5538027 h 8542484"/>
                    <a:gd name="connsiteX16" fmla="*/ 5339165 w 8140424"/>
                    <a:gd name="connsiteY16" fmla="*/ 8542484 h 8542484"/>
                    <a:gd name="connsiteX17" fmla="*/ 5063396 w 8140424"/>
                    <a:gd name="connsiteY17" fmla="*/ 8455398 h 8542484"/>
                    <a:gd name="connsiteX18" fmla="*/ 534938 w 8140424"/>
                    <a:gd name="connsiteY18"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7269566 w 8140424"/>
                    <a:gd name="connsiteY13" fmla="*/ 2780315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68921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47130 w 8140424"/>
                    <a:gd name="connsiteY0" fmla="*/ 4043055 h 8542484"/>
                    <a:gd name="connsiteX1" fmla="*/ 1168921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47130 w 8140424"/>
                    <a:gd name="connsiteY19" fmla="*/ 4043055 h 8542484"/>
                    <a:gd name="connsiteX0" fmla="*/ 547130 w 8140424"/>
                    <a:gd name="connsiteY0" fmla="*/ 4043055 h 8542484"/>
                    <a:gd name="connsiteX1" fmla="*/ 1168921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47130 w 8140424"/>
                    <a:gd name="connsiteY19" fmla="*/ 4043055 h 8542484"/>
                    <a:gd name="connsiteX0" fmla="*/ 541518 w 8134812"/>
                    <a:gd name="connsiteY0" fmla="*/ 4043055 h 8542484"/>
                    <a:gd name="connsiteX1" fmla="*/ 1163309 w 8134812"/>
                    <a:gd name="connsiteY1" fmla="*/ 3360886 h 8542484"/>
                    <a:gd name="connsiteX2" fmla="*/ 2967723 w 8134812"/>
                    <a:gd name="connsiteY2" fmla="*/ 5189686 h 8542484"/>
                    <a:gd name="connsiteX3" fmla="*/ 108411 w 8134812"/>
                    <a:gd name="connsiteY3" fmla="*/ 2214256 h 8542484"/>
                    <a:gd name="connsiteX4" fmla="*/ 1008296 w 8134812"/>
                    <a:gd name="connsiteY4" fmla="*/ 1503057 h 8542484"/>
                    <a:gd name="connsiteX5" fmla="*/ 3432182 w 8134812"/>
                    <a:gd name="connsiteY5" fmla="*/ 3941457 h 8542484"/>
                    <a:gd name="connsiteX6" fmla="*/ 718011 w 8134812"/>
                    <a:gd name="connsiteY6" fmla="*/ 1183743 h 8542484"/>
                    <a:gd name="connsiteX7" fmla="*/ 1719497 w 8134812"/>
                    <a:gd name="connsiteY7" fmla="*/ 487058 h 8542484"/>
                    <a:gd name="connsiteX8" fmla="*/ 4085326 w 8134812"/>
                    <a:gd name="connsiteY8" fmla="*/ 2969001 h 8542484"/>
                    <a:gd name="connsiteX9" fmla="*/ 2096868 w 8134812"/>
                    <a:gd name="connsiteY9" fmla="*/ 835401 h 8542484"/>
                    <a:gd name="connsiteX10" fmla="*/ 3170925 w 8134812"/>
                    <a:gd name="connsiteY10" fmla="*/ 269344 h 8542484"/>
                    <a:gd name="connsiteX11" fmla="*/ 6538239 w 8134812"/>
                    <a:gd name="connsiteY11" fmla="*/ 3723742 h 8542484"/>
                    <a:gd name="connsiteX12" fmla="*/ 6102811 w 8134812"/>
                    <a:gd name="connsiteY12" fmla="*/ 2243287 h 8542484"/>
                    <a:gd name="connsiteX13" fmla="*/ 6639839 w 8134812"/>
                    <a:gd name="connsiteY13" fmla="*/ 1024087 h 8542484"/>
                    <a:gd name="connsiteX14" fmla="*/ 7757440 w 8134812"/>
                    <a:gd name="connsiteY14" fmla="*/ 2968999 h 8542484"/>
                    <a:gd name="connsiteX15" fmla="*/ 7989669 w 8134812"/>
                    <a:gd name="connsiteY15" fmla="*/ 4333342 h 8542484"/>
                    <a:gd name="connsiteX16" fmla="*/ 8134812 w 8134812"/>
                    <a:gd name="connsiteY16" fmla="*/ 5538027 h 8542484"/>
                    <a:gd name="connsiteX17" fmla="*/ 5333553 w 8134812"/>
                    <a:gd name="connsiteY17" fmla="*/ 8542484 h 8542484"/>
                    <a:gd name="connsiteX18" fmla="*/ 5057784 w 8134812"/>
                    <a:gd name="connsiteY18" fmla="*/ 8455398 h 8542484"/>
                    <a:gd name="connsiteX19" fmla="*/ 541518 w 8134812"/>
                    <a:gd name="connsiteY19" fmla="*/ 4043055 h 8542484"/>
                    <a:gd name="connsiteX0" fmla="*/ 541518 w 8134812"/>
                    <a:gd name="connsiteY0" fmla="*/ 4043055 h 8542484"/>
                    <a:gd name="connsiteX1" fmla="*/ 1163309 w 8134812"/>
                    <a:gd name="connsiteY1" fmla="*/ 3360886 h 8542484"/>
                    <a:gd name="connsiteX2" fmla="*/ 2967723 w 8134812"/>
                    <a:gd name="connsiteY2" fmla="*/ 5189686 h 8542484"/>
                    <a:gd name="connsiteX3" fmla="*/ 108411 w 8134812"/>
                    <a:gd name="connsiteY3" fmla="*/ 2214256 h 8542484"/>
                    <a:gd name="connsiteX4" fmla="*/ 1008296 w 8134812"/>
                    <a:gd name="connsiteY4" fmla="*/ 1503057 h 8542484"/>
                    <a:gd name="connsiteX5" fmla="*/ 3432182 w 8134812"/>
                    <a:gd name="connsiteY5" fmla="*/ 3941457 h 8542484"/>
                    <a:gd name="connsiteX6" fmla="*/ 718011 w 8134812"/>
                    <a:gd name="connsiteY6" fmla="*/ 1183743 h 8542484"/>
                    <a:gd name="connsiteX7" fmla="*/ 1719497 w 8134812"/>
                    <a:gd name="connsiteY7" fmla="*/ 487058 h 8542484"/>
                    <a:gd name="connsiteX8" fmla="*/ 4085326 w 8134812"/>
                    <a:gd name="connsiteY8" fmla="*/ 2969001 h 8542484"/>
                    <a:gd name="connsiteX9" fmla="*/ 2096868 w 8134812"/>
                    <a:gd name="connsiteY9" fmla="*/ 835401 h 8542484"/>
                    <a:gd name="connsiteX10" fmla="*/ 3170925 w 8134812"/>
                    <a:gd name="connsiteY10" fmla="*/ 269344 h 8542484"/>
                    <a:gd name="connsiteX11" fmla="*/ 6538239 w 8134812"/>
                    <a:gd name="connsiteY11" fmla="*/ 3723742 h 8542484"/>
                    <a:gd name="connsiteX12" fmla="*/ 6090619 w 8134812"/>
                    <a:gd name="connsiteY12" fmla="*/ 2231095 h 8542484"/>
                    <a:gd name="connsiteX13" fmla="*/ 6639839 w 8134812"/>
                    <a:gd name="connsiteY13" fmla="*/ 1024087 h 8542484"/>
                    <a:gd name="connsiteX14" fmla="*/ 7757440 w 8134812"/>
                    <a:gd name="connsiteY14" fmla="*/ 2968999 h 8542484"/>
                    <a:gd name="connsiteX15" fmla="*/ 7989669 w 8134812"/>
                    <a:gd name="connsiteY15" fmla="*/ 4333342 h 8542484"/>
                    <a:gd name="connsiteX16" fmla="*/ 8134812 w 8134812"/>
                    <a:gd name="connsiteY16" fmla="*/ 5538027 h 8542484"/>
                    <a:gd name="connsiteX17" fmla="*/ 5333553 w 8134812"/>
                    <a:gd name="connsiteY17" fmla="*/ 8542484 h 8542484"/>
                    <a:gd name="connsiteX18" fmla="*/ 5057784 w 8134812"/>
                    <a:gd name="connsiteY18" fmla="*/ 8455398 h 8542484"/>
                    <a:gd name="connsiteX19" fmla="*/ 541518 w 8134812"/>
                    <a:gd name="connsiteY19" fmla="*/ 4043055 h 8542484"/>
                    <a:gd name="connsiteX0" fmla="*/ 541518 w 8134812"/>
                    <a:gd name="connsiteY0" fmla="*/ 4043055 h 8542484"/>
                    <a:gd name="connsiteX1" fmla="*/ 1163309 w 8134812"/>
                    <a:gd name="connsiteY1" fmla="*/ 3360886 h 8542484"/>
                    <a:gd name="connsiteX2" fmla="*/ 2967723 w 8134812"/>
                    <a:gd name="connsiteY2" fmla="*/ 5189686 h 8542484"/>
                    <a:gd name="connsiteX3" fmla="*/ 108411 w 8134812"/>
                    <a:gd name="connsiteY3" fmla="*/ 2214256 h 8542484"/>
                    <a:gd name="connsiteX4" fmla="*/ 1008296 w 8134812"/>
                    <a:gd name="connsiteY4" fmla="*/ 1503057 h 8542484"/>
                    <a:gd name="connsiteX5" fmla="*/ 3432182 w 8134812"/>
                    <a:gd name="connsiteY5" fmla="*/ 3941457 h 8542484"/>
                    <a:gd name="connsiteX6" fmla="*/ 718011 w 8134812"/>
                    <a:gd name="connsiteY6" fmla="*/ 1183743 h 8542484"/>
                    <a:gd name="connsiteX7" fmla="*/ 1719497 w 8134812"/>
                    <a:gd name="connsiteY7" fmla="*/ 487058 h 8542484"/>
                    <a:gd name="connsiteX8" fmla="*/ 4085326 w 8134812"/>
                    <a:gd name="connsiteY8" fmla="*/ 2969001 h 8542484"/>
                    <a:gd name="connsiteX9" fmla="*/ 2096868 w 8134812"/>
                    <a:gd name="connsiteY9" fmla="*/ 835401 h 8542484"/>
                    <a:gd name="connsiteX10" fmla="*/ 3170925 w 8134812"/>
                    <a:gd name="connsiteY10" fmla="*/ 269344 h 8542484"/>
                    <a:gd name="connsiteX11" fmla="*/ 6538239 w 8134812"/>
                    <a:gd name="connsiteY11" fmla="*/ 3723742 h 8542484"/>
                    <a:gd name="connsiteX12" fmla="*/ 6090619 w 8134812"/>
                    <a:gd name="connsiteY12" fmla="*/ 2231095 h 8542484"/>
                    <a:gd name="connsiteX13" fmla="*/ 6639839 w 8134812"/>
                    <a:gd name="connsiteY13" fmla="*/ 1024087 h 8542484"/>
                    <a:gd name="connsiteX14" fmla="*/ 7757440 w 8134812"/>
                    <a:gd name="connsiteY14" fmla="*/ 2968999 h 8542484"/>
                    <a:gd name="connsiteX15" fmla="*/ 7989669 w 8134812"/>
                    <a:gd name="connsiteY15" fmla="*/ 4333342 h 8542484"/>
                    <a:gd name="connsiteX16" fmla="*/ 8134812 w 8134812"/>
                    <a:gd name="connsiteY16" fmla="*/ 5538027 h 8542484"/>
                    <a:gd name="connsiteX17" fmla="*/ 5333553 w 8134812"/>
                    <a:gd name="connsiteY17" fmla="*/ 8542484 h 8542484"/>
                    <a:gd name="connsiteX18" fmla="*/ 5057784 w 8134812"/>
                    <a:gd name="connsiteY18" fmla="*/ 8455398 h 8542484"/>
                    <a:gd name="connsiteX19" fmla="*/ 541518 w 8134812"/>
                    <a:gd name="connsiteY19" fmla="*/ 4043055 h 8542484"/>
                    <a:gd name="connsiteX0" fmla="*/ 541518 w 8134812"/>
                    <a:gd name="connsiteY0" fmla="*/ 4043055 h 8542484"/>
                    <a:gd name="connsiteX1" fmla="*/ 1163309 w 8134812"/>
                    <a:gd name="connsiteY1" fmla="*/ 3360886 h 8542484"/>
                    <a:gd name="connsiteX2" fmla="*/ 2967723 w 8134812"/>
                    <a:gd name="connsiteY2" fmla="*/ 5189686 h 8542484"/>
                    <a:gd name="connsiteX3" fmla="*/ 108411 w 8134812"/>
                    <a:gd name="connsiteY3" fmla="*/ 2214256 h 8542484"/>
                    <a:gd name="connsiteX4" fmla="*/ 1008296 w 8134812"/>
                    <a:gd name="connsiteY4" fmla="*/ 1503057 h 8542484"/>
                    <a:gd name="connsiteX5" fmla="*/ 3432182 w 8134812"/>
                    <a:gd name="connsiteY5" fmla="*/ 3941457 h 8542484"/>
                    <a:gd name="connsiteX6" fmla="*/ 718011 w 8134812"/>
                    <a:gd name="connsiteY6" fmla="*/ 1183743 h 8542484"/>
                    <a:gd name="connsiteX7" fmla="*/ 1719497 w 8134812"/>
                    <a:gd name="connsiteY7" fmla="*/ 487058 h 8542484"/>
                    <a:gd name="connsiteX8" fmla="*/ 4085326 w 8134812"/>
                    <a:gd name="connsiteY8" fmla="*/ 2969001 h 8542484"/>
                    <a:gd name="connsiteX9" fmla="*/ 2096868 w 8134812"/>
                    <a:gd name="connsiteY9" fmla="*/ 835401 h 8542484"/>
                    <a:gd name="connsiteX10" fmla="*/ 3170925 w 8134812"/>
                    <a:gd name="connsiteY10" fmla="*/ 269344 h 8542484"/>
                    <a:gd name="connsiteX11" fmla="*/ 6538239 w 8134812"/>
                    <a:gd name="connsiteY11" fmla="*/ 3723742 h 8542484"/>
                    <a:gd name="connsiteX12" fmla="*/ 6090619 w 8134812"/>
                    <a:gd name="connsiteY12" fmla="*/ 2231095 h 8542484"/>
                    <a:gd name="connsiteX13" fmla="*/ 6639839 w 8134812"/>
                    <a:gd name="connsiteY13" fmla="*/ 1024087 h 8542484"/>
                    <a:gd name="connsiteX14" fmla="*/ 7757440 w 8134812"/>
                    <a:gd name="connsiteY14" fmla="*/ 2968999 h 8542484"/>
                    <a:gd name="connsiteX15" fmla="*/ 7989669 w 8134812"/>
                    <a:gd name="connsiteY15" fmla="*/ 4333342 h 8542484"/>
                    <a:gd name="connsiteX16" fmla="*/ 8134812 w 8134812"/>
                    <a:gd name="connsiteY16" fmla="*/ 5538027 h 8542484"/>
                    <a:gd name="connsiteX17" fmla="*/ 5333553 w 8134812"/>
                    <a:gd name="connsiteY17" fmla="*/ 8542484 h 8542484"/>
                    <a:gd name="connsiteX18" fmla="*/ 5057784 w 8134812"/>
                    <a:gd name="connsiteY18" fmla="*/ 8455398 h 8542484"/>
                    <a:gd name="connsiteX19" fmla="*/ 541518 w 8134812"/>
                    <a:gd name="connsiteY19" fmla="*/ 4043055 h 8542484"/>
                    <a:gd name="connsiteX0" fmla="*/ 541518 w 8134812"/>
                    <a:gd name="connsiteY0" fmla="*/ 4043055 h 8542484"/>
                    <a:gd name="connsiteX1" fmla="*/ 1163309 w 8134812"/>
                    <a:gd name="connsiteY1" fmla="*/ 3360886 h 8542484"/>
                    <a:gd name="connsiteX2" fmla="*/ 2967723 w 8134812"/>
                    <a:gd name="connsiteY2" fmla="*/ 5189686 h 8542484"/>
                    <a:gd name="connsiteX3" fmla="*/ 108411 w 8134812"/>
                    <a:gd name="connsiteY3" fmla="*/ 2214256 h 8542484"/>
                    <a:gd name="connsiteX4" fmla="*/ 1008296 w 8134812"/>
                    <a:gd name="connsiteY4" fmla="*/ 1503057 h 8542484"/>
                    <a:gd name="connsiteX5" fmla="*/ 3432182 w 8134812"/>
                    <a:gd name="connsiteY5" fmla="*/ 3941457 h 8542484"/>
                    <a:gd name="connsiteX6" fmla="*/ 718011 w 8134812"/>
                    <a:gd name="connsiteY6" fmla="*/ 1183743 h 8542484"/>
                    <a:gd name="connsiteX7" fmla="*/ 1719497 w 8134812"/>
                    <a:gd name="connsiteY7" fmla="*/ 487058 h 8542484"/>
                    <a:gd name="connsiteX8" fmla="*/ 4085326 w 8134812"/>
                    <a:gd name="connsiteY8" fmla="*/ 2969001 h 8542484"/>
                    <a:gd name="connsiteX9" fmla="*/ 2096868 w 8134812"/>
                    <a:gd name="connsiteY9" fmla="*/ 835401 h 8542484"/>
                    <a:gd name="connsiteX10" fmla="*/ 3170925 w 8134812"/>
                    <a:gd name="connsiteY10" fmla="*/ 269344 h 8542484"/>
                    <a:gd name="connsiteX11" fmla="*/ 6538239 w 8134812"/>
                    <a:gd name="connsiteY11" fmla="*/ 3723742 h 8542484"/>
                    <a:gd name="connsiteX12" fmla="*/ 6090619 w 8134812"/>
                    <a:gd name="connsiteY12" fmla="*/ 2231095 h 8542484"/>
                    <a:gd name="connsiteX13" fmla="*/ 6639839 w 8134812"/>
                    <a:gd name="connsiteY13" fmla="*/ 1024087 h 8542484"/>
                    <a:gd name="connsiteX14" fmla="*/ 7757440 w 8134812"/>
                    <a:gd name="connsiteY14" fmla="*/ 2968999 h 8542484"/>
                    <a:gd name="connsiteX15" fmla="*/ 7989669 w 8134812"/>
                    <a:gd name="connsiteY15" fmla="*/ 4333342 h 8542484"/>
                    <a:gd name="connsiteX16" fmla="*/ 8134812 w 8134812"/>
                    <a:gd name="connsiteY16" fmla="*/ 5538027 h 8542484"/>
                    <a:gd name="connsiteX17" fmla="*/ 5333553 w 8134812"/>
                    <a:gd name="connsiteY17" fmla="*/ 8542484 h 8542484"/>
                    <a:gd name="connsiteX18" fmla="*/ 5057784 w 8134812"/>
                    <a:gd name="connsiteY18" fmla="*/ 8455398 h 8542484"/>
                    <a:gd name="connsiteX19" fmla="*/ 541518 w 8134812"/>
                    <a:gd name="connsiteY19" fmla="*/ 4043055 h 8542484"/>
                    <a:gd name="connsiteX0" fmla="*/ 541518 w 8134812"/>
                    <a:gd name="connsiteY0" fmla="*/ 4036746 h 8536175"/>
                    <a:gd name="connsiteX1" fmla="*/ 1163309 w 8134812"/>
                    <a:gd name="connsiteY1" fmla="*/ 3354577 h 8536175"/>
                    <a:gd name="connsiteX2" fmla="*/ 2967723 w 8134812"/>
                    <a:gd name="connsiteY2" fmla="*/ 5183377 h 8536175"/>
                    <a:gd name="connsiteX3" fmla="*/ 108411 w 8134812"/>
                    <a:gd name="connsiteY3" fmla="*/ 2207947 h 8536175"/>
                    <a:gd name="connsiteX4" fmla="*/ 1008296 w 8134812"/>
                    <a:gd name="connsiteY4" fmla="*/ 1496748 h 8536175"/>
                    <a:gd name="connsiteX5" fmla="*/ 3432182 w 8134812"/>
                    <a:gd name="connsiteY5" fmla="*/ 3935148 h 8536175"/>
                    <a:gd name="connsiteX6" fmla="*/ 718011 w 8134812"/>
                    <a:gd name="connsiteY6" fmla="*/ 1177434 h 8536175"/>
                    <a:gd name="connsiteX7" fmla="*/ 1719497 w 8134812"/>
                    <a:gd name="connsiteY7" fmla="*/ 480749 h 8536175"/>
                    <a:gd name="connsiteX8" fmla="*/ 4085326 w 8134812"/>
                    <a:gd name="connsiteY8" fmla="*/ 2962692 h 8536175"/>
                    <a:gd name="connsiteX9" fmla="*/ 2133444 w 8134812"/>
                    <a:gd name="connsiteY9" fmla="*/ 853476 h 8536175"/>
                    <a:gd name="connsiteX10" fmla="*/ 3170925 w 8134812"/>
                    <a:gd name="connsiteY10" fmla="*/ 263035 h 8536175"/>
                    <a:gd name="connsiteX11" fmla="*/ 6538239 w 8134812"/>
                    <a:gd name="connsiteY11" fmla="*/ 3717433 h 8536175"/>
                    <a:gd name="connsiteX12" fmla="*/ 6090619 w 8134812"/>
                    <a:gd name="connsiteY12" fmla="*/ 2224786 h 8536175"/>
                    <a:gd name="connsiteX13" fmla="*/ 6639839 w 8134812"/>
                    <a:gd name="connsiteY13" fmla="*/ 1017778 h 8536175"/>
                    <a:gd name="connsiteX14" fmla="*/ 7757440 w 8134812"/>
                    <a:gd name="connsiteY14" fmla="*/ 2962690 h 8536175"/>
                    <a:gd name="connsiteX15" fmla="*/ 7989669 w 8134812"/>
                    <a:gd name="connsiteY15" fmla="*/ 4327033 h 8536175"/>
                    <a:gd name="connsiteX16" fmla="*/ 8134812 w 8134812"/>
                    <a:gd name="connsiteY16" fmla="*/ 5531718 h 8536175"/>
                    <a:gd name="connsiteX17" fmla="*/ 5333553 w 8134812"/>
                    <a:gd name="connsiteY17" fmla="*/ 8536175 h 8536175"/>
                    <a:gd name="connsiteX18" fmla="*/ 5057784 w 8134812"/>
                    <a:gd name="connsiteY18" fmla="*/ 8449089 h 8536175"/>
                    <a:gd name="connsiteX19" fmla="*/ 541518 w 8134812"/>
                    <a:gd name="connsiteY19" fmla="*/ 4036746 h 8536175"/>
                    <a:gd name="connsiteX0" fmla="*/ 541518 w 8134812"/>
                    <a:gd name="connsiteY0" fmla="*/ 4036746 h 8536175"/>
                    <a:gd name="connsiteX1" fmla="*/ 1163309 w 8134812"/>
                    <a:gd name="connsiteY1" fmla="*/ 3354577 h 8536175"/>
                    <a:gd name="connsiteX2" fmla="*/ 2967723 w 8134812"/>
                    <a:gd name="connsiteY2" fmla="*/ 5183377 h 8536175"/>
                    <a:gd name="connsiteX3" fmla="*/ 108411 w 8134812"/>
                    <a:gd name="connsiteY3" fmla="*/ 2207947 h 8536175"/>
                    <a:gd name="connsiteX4" fmla="*/ 1008296 w 8134812"/>
                    <a:gd name="connsiteY4" fmla="*/ 1496748 h 8536175"/>
                    <a:gd name="connsiteX5" fmla="*/ 3432182 w 8134812"/>
                    <a:gd name="connsiteY5" fmla="*/ 3935148 h 8536175"/>
                    <a:gd name="connsiteX6" fmla="*/ 718011 w 8134812"/>
                    <a:gd name="connsiteY6" fmla="*/ 1177434 h 8536175"/>
                    <a:gd name="connsiteX7" fmla="*/ 1719497 w 8134812"/>
                    <a:gd name="connsiteY7" fmla="*/ 480749 h 8536175"/>
                    <a:gd name="connsiteX8" fmla="*/ 4085326 w 8134812"/>
                    <a:gd name="connsiteY8" fmla="*/ 2962692 h 8536175"/>
                    <a:gd name="connsiteX9" fmla="*/ 2133444 w 8134812"/>
                    <a:gd name="connsiteY9" fmla="*/ 853476 h 8536175"/>
                    <a:gd name="connsiteX10" fmla="*/ 3170925 w 8134812"/>
                    <a:gd name="connsiteY10" fmla="*/ 263035 h 8536175"/>
                    <a:gd name="connsiteX11" fmla="*/ 6538239 w 8134812"/>
                    <a:gd name="connsiteY11" fmla="*/ 3717433 h 8536175"/>
                    <a:gd name="connsiteX12" fmla="*/ 6090619 w 8134812"/>
                    <a:gd name="connsiteY12" fmla="*/ 2224786 h 8536175"/>
                    <a:gd name="connsiteX13" fmla="*/ 6639839 w 8134812"/>
                    <a:gd name="connsiteY13" fmla="*/ 1017778 h 8536175"/>
                    <a:gd name="connsiteX14" fmla="*/ 7757440 w 8134812"/>
                    <a:gd name="connsiteY14" fmla="*/ 2962690 h 8536175"/>
                    <a:gd name="connsiteX15" fmla="*/ 7989669 w 8134812"/>
                    <a:gd name="connsiteY15" fmla="*/ 4327033 h 8536175"/>
                    <a:gd name="connsiteX16" fmla="*/ 8134812 w 8134812"/>
                    <a:gd name="connsiteY16" fmla="*/ 5531718 h 8536175"/>
                    <a:gd name="connsiteX17" fmla="*/ 5333553 w 8134812"/>
                    <a:gd name="connsiteY17" fmla="*/ 8536175 h 8536175"/>
                    <a:gd name="connsiteX18" fmla="*/ 5057784 w 8134812"/>
                    <a:gd name="connsiteY18" fmla="*/ 8449089 h 8536175"/>
                    <a:gd name="connsiteX19" fmla="*/ 541518 w 8134812"/>
                    <a:gd name="connsiteY19" fmla="*/ 4036746 h 8536175"/>
                    <a:gd name="connsiteX0" fmla="*/ 541518 w 8134812"/>
                    <a:gd name="connsiteY0" fmla="*/ 4036746 h 8536175"/>
                    <a:gd name="connsiteX1" fmla="*/ 1163309 w 8134812"/>
                    <a:gd name="connsiteY1" fmla="*/ 3354577 h 8536175"/>
                    <a:gd name="connsiteX2" fmla="*/ 2967723 w 8134812"/>
                    <a:gd name="connsiteY2" fmla="*/ 5183377 h 8536175"/>
                    <a:gd name="connsiteX3" fmla="*/ 108411 w 8134812"/>
                    <a:gd name="connsiteY3" fmla="*/ 2207947 h 8536175"/>
                    <a:gd name="connsiteX4" fmla="*/ 1008296 w 8134812"/>
                    <a:gd name="connsiteY4" fmla="*/ 1496748 h 8536175"/>
                    <a:gd name="connsiteX5" fmla="*/ 3432182 w 8134812"/>
                    <a:gd name="connsiteY5" fmla="*/ 3935148 h 8536175"/>
                    <a:gd name="connsiteX6" fmla="*/ 718011 w 8134812"/>
                    <a:gd name="connsiteY6" fmla="*/ 1177434 h 8536175"/>
                    <a:gd name="connsiteX7" fmla="*/ 1719497 w 8134812"/>
                    <a:gd name="connsiteY7" fmla="*/ 480749 h 8536175"/>
                    <a:gd name="connsiteX8" fmla="*/ 4085326 w 8134812"/>
                    <a:gd name="connsiteY8" fmla="*/ 2962692 h 8536175"/>
                    <a:gd name="connsiteX9" fmla="*/ 2133444 w 8134812"/>
                    <a:gd name="connsiteY9" fmla="*/ 853476 h 8536175"/>
                    <a:gd name="connsiteX10" fmla="*/ 3170925 w 8134812"/>
                    <a:gd name="connsiteY10" fmla="*/ 263035 h 8536175"/>
                    <a:gd name="connsiteX11" fmla="*/ 6538239 w 8134812"/>
                    <a:gd name="connsiteY11" fmla="*/ 3717433 h 8536175"/>
                    <a:gd name="connsiteX12" fmla="*/ 6090619 w 8134812"/>
                    <a:gd name="connsiteY12" fmla="*/ 2224786 h 8536175"/>
                    <a:gd name="connsiteX13" fmla="*/ 6639839 w 8134812"/>
                    <a:gd name="connsiteY13" fmla="*/ 1017778 h 8536175"/>
                    <a:gd name="connsiteX14" fmla="*/ 7757440 w 8134812"/>
                    <a:gd name="connsiteY14" fmla="*/ 2962690 h 8536175"/>
                    <a:gd name="connsiteX15" fmla="*/ 7989669 w 8134812"/>
                    <a:gd name="connsiteY15" fmla="*/ 4327033 h 8536175"/>
                    <a:gd name="connsiteX16" fmla="*/ 8134812 w 8134812"/>
                    <a:gd name="connsiteY16" fmla="*/ 5531718 h 8536175"/>
                    <a:gd name="connsiteX17" fmla="*/ 5333553 w 8134812"/>
                    <a:gd name="connsiteY17" fmla="*/ 8536175 h 8536175"/>
                    <a:gd name="connsiteX18" fmla="*/ 5057784 w 8134812"/>
                    <a:gd name="connsiteY18" fmla="*/ 8449089 h 8536175"/>
                    <a:gd name="connsiteX19" fmla="*/ 541518 w 8134812"/>
                    <a:gd name="connsiteY19" fmla="*/ 4036746 h 8536175"/>
                    <a:gd name="connsiteX0" fmla="*/ 541518 w 8134812"/>
                    <a:gd name="connsiteY0" fmla="*/ 4053000 h 8552429"/>
                    <a:gd name="connsiteX1" fmla="*/ 1163309 w 8134812"/>
                    <a:gd name="connsiteY1" fmla="*/ 3370831 h 8552429"/>
                    <a:gd name="connsiteX2" fmla="*/ 2967723 w 8134812"/>
                    <a:gd name="connsiteY2" fmla="*/ 5199631 h 8552429"/>
                    <a:gd name="connsiteX3" fmla="*/ 108411 w 8134812"/>
                    <a:gd name="connsiteY3" fmla="*/ 2224201 h 8552429"/>
                    <a:gd name="connsiteX4" fmla="*/ 1008296 w 8134812"/>
                    <a:gd name="connsiteY4" fmla="*/ 1513002 h 8552429"/>
                    <a:gd name="connsiteX5" fmla="*/ 3432182 w 8134812"/>
                    <a:gd name="connsiteY5" fmla="*/ 3951402 h 8552429"/>
                    <a:gd name="connsiteX6" fmla="*/ 718011 w 8134812"/>
                    <a:gd name="connsiteY6" fmla="*/ 1193688 h 8552429"/>
                    <a:gd name="connsiteX7" fmla="*/ 1719497 w 8134812"/>
                    <a:gd name="connsiteY7" fmla="*/ 497003 h 8552429"/>
                    <a:gd name="connsiteX8" fmla="*/ 4085326 w 8134812"/>
                    <a:gd name="connsiteY8" fmla="*/ 2978946 h 8552429"/>
                    <a:gd name="connsiteX9" fmla="*/ 2133444 w 8134812"/>
                    <a:gd name="connsiteY9" fmla="*/ 869730 h 8552429"/>
                    <a:gd name="connsiteX10" fmla="*/ 3170925 w 8134812"/>
                    <a:gd name="connsiteY10" fmla="*/ 279289 h 8552429"/>
                    <a:gd name="connsiteX11" fmla="*/ 6538239 w 8134812"/>
                    <a:gd name="connsiteY11" fmla="*/ 3733687 h 8552429"/>
                    <a:gd name="connsiteX12" fmla="*/ 6090619 w 8134812"/>
                    <a:gd name="connsiteY12" fmla="*/ 2241040 h 8552429"/>
                    <a:gd name="connsiteX13" fmla="*/ 6639839 w 8134812"/>
                    <a:gd name="connsiteY13" fmla="*/ 1034032 h 8552429"/>
                    <a:gd name="connsiteX14" fmla="*/ 7757440 w 8134812"/>
                    <a:gd name="connsiteY14" fmla="*/ 2978944 h 8552429"/>
                    <a:gd name="connsiteX15" fmla="*/ 7989669 w 8134812"/>
                    <a:gd name="connsiteY15" fmla="*/ 4343287 h 8552429"/>
                    <a:gd name="connsiteX16" fmla="*/ 8134812 w 8134812"/>
                    <a:gd name="connsiteY16" fmla="*/ 5547972 h 8552429"/>
                    <a:gd name="connsiteX17" fmla="*/ 5333553 w 8134812"/>
                    <a:gd name="connsiteY17" fmla="*/ 8552429 h 8552429"/>
                    <a:gd name="connsiteX18" fmla="*/ 5057784 w 8134812"/>
                    <a:gd name="connsiteY18" fmla="*/ 8465343 h 8552429"/>
                    <a:gd name="connsiteX19" fmla="*/ 541518 w 8134812"/>
                    <a:gd name="connsiteY19" fmla="*/ 4053000 h 8552429"/>
                    <a:gd name="connsiteX0" fmla="*/ 541518 w 8134812"/>
                    <a:gd name="connsiteY0" fmla="*/ 4050353 h 8549782"/>
                    <a:gd name="connsiteX1" fmla="*/ 1163309 w 8134812"/>
                    <a:gd name="connsiteY1" fmla="*/ 3368184 h 8549782"/>
                    <a:gd name="connsiteX2" fmla="*/ 2967723 w 8134812"/>
                    <a:gd name="connsiteY2" fmla="*/ 5196984 h 8549782"/>
                    <a:gd name="connsiteX3" fmla="*/ 108411 w 8134812"/>
                    <a:gd name="connsiteY3" fmla="*/ 2221554 h 8549782"/>
                    <a:gd name="connsiteX4" fmla="*/ 1008296 w 8134812"/>
                    <a:gd name="connsiteY4" fmla="*/ 1510355 h 8549782"/>
                    <a:gd name="connsiteX5" fmla="*/ 3432182 w 8134812"/>
                    <a:gd name="connsiteY5" fmla="*/ 3948755 h 8549782"/>
                    <a:gd name="connsiteX6" fmla="*/ 718011 w 8134812"/>
                    <a:gd name="connsiteY6" fmla="*/ 1191041 h 8549782"/>
                    <a:gd name="connsiteX7" fmla="*/ 1719497 w 8134812"/>
                    <a:gd name="connsiteY7" fmla="*/ 494356 h 8549782"/>
                    <a:gd name="connsiteX8" fmla="*/ 4085326 w 8134812"/>
                    <a:gd name="connsiteY8" fmla="*/ 2976299 h 8549782"/>
                    <a:gd name="connsiteX9" fmla="*/ 2133444 w 8134812"/>
                    <a:gd name="connsiteY9" fmla="*/ 867083 h 8549782"/>
                    <a:gd name="connsiteX10" fmla="*/ 3170925 w 8134812"/>
                    <a:gd name="connsiteY10" fmla="*/ 276642 h 8549782"/>
                    <a:gd name="connsiteX11" fmla="*/ 6538239 w 8134812"/>
                    <a:gd name="connsiteY11" fmla="*/ 3731040 h 8549782"/>
                    <a:gd name="connsiteX12" fmla="*/ 6090619 w 8134812"/>
                    <a:gd name="connsiteY12" fmla="*/ 2238393 h 8549782"/>
                    <a:gd name="connsiteX13" fmla="*/ 6639839 w 8134812"/>
                    <a:gd name="connsiteY13" fmla="*/ 1031385 h 8549782"/>
                    <a:gd name="connsiteX14" fmla="*/ 7757440 w 8134812"/>
                    <a:gd name="connsiteY14" fmla="*/ 2976297 h 8549782"/>
                    <a:gd name="connsiteX15" fmla="*/ 7989669 w 8134812"/>
                    <a:gd name="connsiteY15" fmla="*/ 4340640 h 8549782"/>
                    <a:gd name="connsiteX16" fmla="*/ 8134812 w 8134812"/>
                    <a:gd name="connsiteY16" fmla="*/ 5545325 h 8549782"/>
                    <a:gd name="connsiteX17" fmla="*/ 5333553 w 8134812"/>
                    <a:gd name="connsiteY17" fmla="*/ 8549782 h 8549782"/>
                    <a:gd name="connsiteX18" fmla="*/ 5057784 w 8134812"/>
                    <a:gd name="connsiteY18" fmla="*/ 8462696 h 8549782"/>
                    <a:gd name="connsiteX19" fmla="*/ 541518 w 8134812"/>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9315726"/>
                    <a:gd name="connsiteX1" fmla="*/ 1163309 w 8389877"/>
                    <a:gd name="connsiteY1" fmla="*/ 3368184 h 9315726"/>
                    <a:gd name="connsiteX2" fmla="*/ 2967723 w 8389877"/>
                    <a:gd name="connsiteY2" fmla="*/ 5196984 h 9315726"/>
                    <a:gd name="connsiteX3" fmla="*/ 108411 w 8389877"/>
                    <a:gd name="connsiteY3" fmla="*/ 2221554 h 9315726"/>
                    <a:gd name="connsiteX4" fmla="*/ 1008296 w 8389877"/>
                    <a:gd name="connsiteY4" fmla="*/ 1510355 h 9315726"/>
                    <a:gd name="connsiteX5" fmla="*/ 3432182 w 8389877"/>
                    <a:gd name="connsiteY5" fmla="*/ 3948755 h 9315726"/>
                    <a:gd name="connsiteX6" fmla="*/ 718011 w 8389877"/>
                    <a:gd name="connsiteY6" fmla="*/ 1191041 h 9315726"/>
                    <a:gd name="connsiteX7" fmla="*/ 1719497 w 8389877"/>
                    <a:gd name="connsiteY7" fmla="*/ 494356 h 9315726"/>
                    <a:gd name="connsiteX8" fmla="*/ 4085326 w 8389877"/>
                    <a:gd name="connsiteY8" fmla="*/ 2976299 h 9315726"/>
                    <a:gd name="connsiteX9" fmla="*/ 2133444 w 8389877"/>
                    <a:gd name="connsiteY9" fmla="*/ 867083 h 9315726"/>
                    <a:gd name="connsiteX10" fmla="*/ 3170925 w 8389877"/>
                    <a:gd name="connsiteY10" fmla="*/ 276642 h 9315726"/>
                    <a:gd name="connsiteX11" fmla="*/ 6538239 w 8389877"/>
                    <a:gd name="connsiteY11" fmla="*/ 3731040 h 9315726"/>
                    <a:gd name="connsiteX12" fmla="*/ 6090619 w 8389877"/>
                    <a:gd name="connsiteY12" fmla="*/ 2238393 h 9315726"/>
                    <a:gd name="connsiteX13" fmla="*/ 6639839 w 8389877"/>
                    <a:gd name="connsiteY13" fmla="*/ 1031385 h 9315726"/>
                    <a:gd name="connsiteX14" fmla="*/ 7757440 w 8389877"/>
                    <a:gd name="connsiteY14" fmla="*/ 2976297 h 9315726"/>
                    <a:gd name="connsiteX15" fmla="*/ 7989669 w 8389877"/>
                    <a:gd name="connsiteY15" fmla="*/ 4340640 h 9315726"/>
                    <a:gd name="connsiteX16" fmla="*/ 8389877 w 8389877"/>
                    <a:gd name="connsiteY16" fmla="*/ 5777404 h 9315726"/>
                    <a:gd name="connsiteX17" fmla="*/ 6336452 w 8389877"/>
                    <a:gd name="connsiteY17" fmla="*/ 9315727 h 9315726"/>
                    <a:gd name="connsiteX18" fmla="*/ 5057784 w 8389877"/>
                    <a:gd name="connsiteY18" fmla="*/ 8462696 h 9315726"/>
                    <a:gd name="connsiteX19" fmla="*/ 541518 w 8389877"/>
                    <a:gd name="connsiteY19" fmla="*/ 4050353 h 9315726"/>
                    <a:gd name="connsiteX0" fmla="*/ 541518 w 8389877"/>
                    <a:gd name="connsiteY0" fmla="*/ 4050353 h 9224165"/>
                    <a:gd name="connsiteX1" fmla="*/ 1163309 w 8389877"/>
                    <a:gd name="connsiteY1" fmla="*/ 3368184 h 9224165"/>
                    <a:gd name="connsiteX2" fmla="*/ 2967723 w 8389877"/>
                    <a:gd name="connsiteY2" fmla="*/ 5196984 h 9224165"/>
                    <a:gd name="connsiteX3" fmla="*/ 108411 w 8389877"/>
                    <a:gd name="connsiteY3" fmla="*/ 2221554 h 9224165"/>
                    <a:gd name="connsiteX4" fmla="*/ 1008296 w 8389877"/>
                    <a:gd name="connsiteY4" fmla="*/ 1510355 h 9224165"/>
                    <a:gd name="connsiteX5" fmla="*/ 3432182 w 8389877"/>
                    <a:gd name="connsiteY5" fmla="*/ 3948755 h 9224165"/>
                    <a:gd name="connsiteX6" fmla="*/ 718011 w 8389877"/>
                    <a:gd name="connsiteY6" fmla="*/ 1191041 h 9224165"/>
                    <a:gd name="connsiteX7" fmla="*/ 1719497 w 8389877"/>
                    <a:gd name="connsiteY7" fmla="*/ 494356 h 9224165"/>
                    <a:gd name="connsiteX8" fmla="*/ 4085326 w 8389877"/>
                    <a:gd name="connsiteY8" fmla="*/ 2976299 h 9224165"/>
                    <a:gd name="connsiteX9" fmla="*/ 2133444 w 8389877"/>
                    <a:gd name="connsiteY9" fmla="*/ 867083 h 9224165"/>
                    <a:gd name="connsiteX10" fmla="*/ 3170925 w 8389877"/>
                    <a:gd name="connsiteY10" fmla="*/ 276642 h 9224165"/>
                    <a:gd name="connsiteX11" fmla="*/ 6538239 w 8389877"/>
                    <a:gd name="connsiteY11" fmla="*/ 3731040 h 9224165"/>
                    <a:gd name="connsiteX12" fmla="*/ 6090619 w 8389877"/>
                    <a:gd name="connsiteY12" fmla="*/ 2238393 h 9224165"/>
                    <a:gd name="connsiteX13" fmla="*/ 6639839 w 8389877"/>
                    <a:gd name="connsiteY13" fmla="*/ 1031385 h 9224165"/>
                    <a:gd name="connsiteX14" fmla="*/ 7757440 w 8389877"/>
                    <a:gd name="connsiteY14" fmla="*/ 2976297 h 9224165"/>
                    <a:gd name="connsiteX15" fmla="*/ 7989669 w 8389877"/>
                    <a:gd name="connsiteY15" fmla="*/ 4340640 h 9224165"/>
                    <a:gd name="connsiteX16" fmla="*/ 8389877 w 8389877"/>
                    <a:gd name="connsiteY16" fmla="*/ 5777404 h 9224165"/>
                    <a:gd name="connsiteX17" fmla="*/ 6266896 w 8389877"/>
                    <a:gd name="connsiteY17" fmla="*/ 9224162 h 9224165"/>
                    <a:gd name="connsiteX18" fmla="*/ 5057784 w 8389877"/>
                    <a:gd name="connsiteY18" fmla="*/ 8462696 h 9224165"/>
                    <a:gd name="connsiteX19" fmla="*/ 541518 w 8389877"/>
                    <a:gd name="connsiteY19" fmla="*/ 4050353 h 9224165"/>
                    <a:gd name="connsiteX0" fmla="*/ 541518 w 8389877"/>
                    <a:gd name="connsiteY0" fmla="*/ 4050353 h 9224165"/>
                    <a:gd name="connsiteX1" fmla="*/ 1163309 w 8389877"/>
                    <a:gd name="connsiteY1" fmla="*/ 3368184 h 9224165"/>
                    <a:gd name="connsiteX2" fmla="*/ 2967723 w 8389877"/>
                    <a:gd name="connsiteY2" fmla="*/ 5196984 h 9224165"/>
                    <a:gd name="connsiteX3" fmla="*/ 108411 w 8389877"/>
                    <a:gd name="connsiteY3" fmla="*/ 2221554 h 9224165"/>
                    <a:gd name="connsiteX4" fmla="*/ 1008296 w 8389877"/>
                    <a:gd name="connsiteY4" fmla="*/ 1510355 h 9224165"/>
                    <a:gd name="connsiteX5" fmla="*/ 3432182 w 8389877"/>
                    <a:gd name="connsiteY5" fmla="*/ 3948755 h 9224165"/>
                    <a:gd name="connsiteX6" fmla="*/ 718011 w 8389877"/>
                    <a:gd name="connsiteY6" fmla="*/ 1191041 h 9224165"/>
                    <a:gd name="connsiteX7" fmla="*/ 1719497 w 8389877"/>
                    <a:gd name="connsiteY7" fmla="*/ 494356 h 9224165"/>
                    <a:gd name="connsiteX8" fmla="*/ 4085326 w 8389877"/>
                    <a:gd name="connsiteY8" fmla="*/ 2976299 h 9224165"/>
                    <a:gd name="connsiteX9" fmla="*/ 2133444 w 8389877"/>
                    <a:gd name="connsiteY9" fmla="*/ 867083 h 9224165"/>
                    <a:gd name="connsiteX10" fmla="*/ 3170925 w 8389877"/>
                    <a:gd name="connsiteY10" fmla="*/ 276642 h 9224165"/>
                    <a:gd name="connsiteX11" fmla="*/ 6538239 w 8389877"/>
                    <a:gd name="connsiteY11" fmla="*/ 3731040 h 9224165"/>
                    <a:gd name="connsiteX12" fmla="*/ 6090619 w 8389877"/>
                    <a:gd name="connsiteY12" fmla="*/ 2238393 h 9224165"/>
                    <a:gd name="connsiteX13" fmla="*/ 6639839 w 8389877"/>
                    <a:gd name="connsiteY13" fmla="*/ 1031385 h 9224165"/>
                    <a:gd name="connsiteX14" fmla="*/ 7757440 w 8389877"/>
                    <a:gd name="connsiteY14" fmla="*/ 2976297 h 9224165"/>
                    <a:gd name="connsiteX15" fmla="*/ 7989669 w 8389877"/>
                    <a:gd name="connsiteY15" fmla="*/ 4340640 h 9224165"/>
                    <a:gd name="connsiteX16" fmla="*/ 8389877 w 8389877"/>
                    <a:gd name="connsiteY16" fmla="*/ 5777404 h 9224165"/>
                    <a:gd name="connsiteX17" fmla="*/ 6266896 w 8389877"/>
                    <a:gd name="connsiteY17" fmla="*/ 9224162 h 9224165"/>
                    <a:gd name="connsiteX18" fmla="*/ 5057784 w 8389877"/>
                    <a:gd name="connsiteY18" fmla="*/ 8462696 h 9224165"/>
                    <a:gd name="connsiteX19" fmla="*/ 541518 w 8389877"/>
                    <a:gd name="connsiteY19" fmla="*/ 4050353 h 9224165"/>
                    <a:gd name="connsiteX0" fmla="*/ 541518 w 8389877"/>
                    <a:gd name="connsiteY0" fmla="*/ 4050353 h 9224165"/>
                    <a:gd name="connsiteX1" fmla="*/ 1163309 w 8389877"/>
                    <a:gd name="connsiteY1" fmla="*/ 3368184 h 9224165"/>
                    <a:gd name="connsiteX2" fmla="*/ 2967723 w 8389877"/>
                    <a:gd name="connsiteY2" fmla="*/ 5196984 h 9224165"/>
                    <a:gd name="connsiteX3" fmla="*/ 108411 w 8389877"/>
                    <a:gd name="connsiteY3" fmla="*/ 2221554 h 9224165"/>
                    <a:gd name="connsiteX4" fmla="*/ 1008296 w 8389877"/>
                    <a:gd name="connsiteY4" fmla="*/ 1510355 h 9224165"/>
                    <a:gd name="connsiteX5" fmla="*/ 3432182 w 8389877"/>
                    <a:gd name="connsiteY5" fmla="*/ 3948755 h 9224165"/>
                    <a:gd name="connsiteX6" fmla="*/ 718011 w 8389877"/>
                    <a:gd name="connsiteY6" fmla="*/ 1191041 h 9224165"/>
                    <a:gd name="connsiteX7" fmla="*/ 1719497 w 8389877"/>
                    <a:gd name="connsiteY7" fmla="*/ 494356 h 9224165"/>
                    <a:gd name="connsiteX8" fmla="*/ 4085326 w 8389877"/>
                    <a:gd name="connsiteY8" fmla="*/ 2976299 h 9224165"/>
                    <a:gd name="connsiteX9" fmla="*/ 2133444 w 8389877"/>
                    <a:gd name="connsiteY9" fmla="*/ 867083 h 9224165"/>
                    <a:gd name="connsiteX10" fmla="*/ 3170925 w 8389877"/>
                    <a:gd name="connsiteY10" fmla="*/ 276642 h 9224165"/>
                    <a:gd name="connsiteX11" fmla="*/ 6538239 w 8389877"/>
                    <a:gd name="connsiteY11" fmla="*/ 3731040 h 9224165"/>
                    <a:gd name="connsiteX12" fmla="*/ 6090619 w 8389877"/>
                    <a:gd name="connsiteY12" fmla="*/ 2238393 h 9224165"/>
                    <a:gd name="connsiteX13" fmla="*/ 6639839 w 8389877"/>
                    <a:gd name="connsiteY13" fmla="*/ 1031385 h 9224165"/>
                    <a:gd name="connsiteX14" fmla="*/ 7757440 w 8389877"/>
                    <a:gd name="connsiteY14" fmla="*/ 2976297 h 9224165"/>
                    <a:gd name="connsiteX15" fmla="*/ 7989669 w 8389877"/>
                    <a:gd name="connsiteY15" fmla="*/ 4340640 h 9224165"/>
                    <a:gd name="connsiteX16" fmla="*/ 8389877 w 8389877"/>
                    <a:gd name="connsiteY16" fmla="*/ 5777404 h 9224165"/>
                    <a:gd name="connsiteX17" fmla="*/ 6266896 w 8389877"/>
                    <a:gd name="connsiteY17" fmla="*/ 9224162 h 9224165"/>
                    <a:gd name="connsiteX18" fmla="*/ 5057784 w 8389877"/>
                    <a:gd name="connsiteY18" fmla="*/ 8462696 h 9224165"/>
                    <a:gd name="connsiteX19" fmla="*/ 541518 w 8389877"/>
                    <a:gd name="connsiteY19" fmla="*/ 4050353 h 9224165"/>
                    <a:gd name="connsiteX0" fmla="*/ 541518 w 8359910"/>
                    <a:gd name="connsiteY0" fmla="*/ 4050353 h 9224165"/>
                    <a:gd name="connsiteX1" fmla="*/ 1163309 w 8359910"/>
                    <a:gd name="connsiteY1" fmla="*/ 3368184 h 9224165"/>
                    <a:gd name="connsiteX2" fmla="*/ 2967723 w 8359910"/>
                    <a:gd name="connsiteY2" fmla="*/ 5196984 h 9224165"/>
                    <a:gd name="connsiteX3" fmla="*/ 108411 w 8359910"/>
                    <a:gd name="connsiteY3" fmla="*/ 2221554 h 9224165"/>
                    <a:gd name="connsiteX4" fmla="*/ 1008296 w 8359910"/>
                    <a:gd name="connsiteY4" fmla="*/ 1510355 h 9224165"/>
                    <a:gd name="connsiteX5" fmla="*/ 3432182 w 8359910"/>
                    <a:gd name="connsiteY5" fmla="*/ 3948755 h 9224165"/>
                    <a:gd name="connsiteX6" fmla="*/ 718011 w 8359910"/>
                    <a:gd name="connsiteY6" fmla="*/ 1191041 h 9224165"/>
                    <a:gd name="connsiteX7" fmla="*/ 1719497 w 8359910"/>
                    <a:gd name="connsiteY7" fmla="*/ 494356 h 9224165"/>
                    <a:gd name="connsiteX8" fmla="*/ 4085326 w 8359910"/>
                    <a:gd name="connsiteY8" fmla="*/ 2976299 h 9224165"/>
                    <a:gd name="connsiteX9" fmla="*/ 2133444 w 8359910"/>
                    <a:gd name="connsiteY9" fmla="*/ 867083 h 9224165"/>
                    <a:gd name="connsiteX10" fmla="*/ 3170925 w 8359910"/>
                    <a:gd name="connsiteY10" fmla="*/ 276642 h 9224165"/>
                    <a:gd name="connsiteX11" fmla="*/ 6538239 w 8359910"/>
                    <a:gd name="connsiteY11" fmla="*/ 3731040 h 9224165"/>
                    <a:gd name="connsiteX12" fmla="*/ 6090619 w 8359910"/>
                    <a:gd name="connsiteY12" fmla="*/ 2238393 h 9224165"/>
                    <a:gd name="connsiteX13" fmla="*/ 6639839 w 8359910"/>
                    <a:gd name="connsiteY13" fmla="*/ 1031385 h 9224165"/>
                    <a:gd name="connsiteX14" fmla="*/ 7757440 w 8359910"/>
                    <a:gd name="connsiteY14" fmla="*/ 2976297 h 9224165"/>
                    <a:gd name="connsiteX15" fmla="*/ 7989669 w 8359910"/>
                    <a:gd name="connsiteY15" fmla="*/ 4340640 h 9224165"/>
                    <a:gd name="connsiteX16" fmla="*/ 8359907 w 8359910"/>
                    <a:gd name="connsiteY16" fmla="*/ 5645609 h 9224165"/>
                    <a:gd name="connsiteX17" fmla="*/ 6266896 w 8359910"/>
                    <a:gd name="connsiteY17" fmla="*/ 9224162 h 9224165"/>
                    <a:gd name="connsiteX18" fmla="*/ 5057784 w 8359910"/>
                    <a:gd name="connsiteY18" fmla="*/ 8462696 h 9224165"/>
                    <a:gd name="connsiteX19" fmla="*/ 541518 w 8359910"/>
                    <a:gd name="connsiteY19" fmla="*/ 4050353 h 9224165"/>
                    <a:gd name="connsiteX0" fmla="*/ 541518 w 8636226"/>
                    <a:gd name="connsiteY0" fmla="*/ 4050353 h 9224165"/>
                    <a:gd name="connsiteX1" fmla="*/ 1163309 w 8636226"/>
                    <a:gd name="connsiteY1" fmla="*/ 3368184 h 9224165"/>
                    <a:gd name="connsiteX2" fmla="*/ 2967723 w 8636226"/>
                    <a:gd name="connsiteY2" fmla="*/ 5196984 h 9224165"/>
                    <a:gd name="connsiteX3" fmla="*/ 108411 w 8636226"/>
                    <a:gd name="connsiteY3" fmla="*/ 2221554 h 9224165"/>
                    <a:gd name="connsiteX4" fmla="*/ 1008296 w 8636226"/>
                    <a:gd name="connsiteY4" fmla="*/ 1510355 h 9224165"/>
                    <a:gd name="connsiteX5" fmla="*/ 3432182 w 8636226"/>
                    <a:gd name="connsiteY5" fmla="*/ 3948755 h 9224165"/>
                    <a:gd name="connsiteX6" fmla="*/ 718011 w 8636226"/>
                    <a:gd name="connsiteY6" fmla="*/ 1191041 h 9224165"/>
                    <a:gd name="connsiteX7" fmla="*/ 1719497 w 8636226"/>
                    <a:gd name="connsiteY7" fmla="*/ 494356 h 9224165"/>
                    <a:gd name="connsiteX8" fmla="*/ 4085326 w 8636226"/>
                    <a:gd name="connsiteY8" fmla="*/ 2976299 h 9224165"/>
                    <a:gd name="connsiteX9" fmla="*/ 2133444 w 8636226"/>
                    <a:gd name="connsiteY9" fmla="*/ 867083 h 9224165"/>
                    <a:gd name="connsiteX10" fmla="*/ 3170925 w 8636226"/>
                    <a:gd name="connsiteY10" fmla="*/ 276642 h 9224165"/>
                    <a:gd name="connsiteX11" fmla="*/ 6538239 w 8636226"/>
                    <a:gd name="connsiteY11" fmla="*/ 3731040 h 9224165"/>
                    <a:gd name="connsiteX12" fmla="*/ 6090619 w 8636226"/>
                    <a:gd name="connsiteY12" fmla="*/ 2238393 h 9224165"/>
                    <a:gd name="connsiteX13" fmla="*/ 6639839 w 8636226"/>
                    <a:gd name="connsiteY13" fmla="*/ 1031385 h 9224165"/>
                    <a:gd name="connsiteX14" fmla="*/ 7757440 w 8636226"/>
                    <a:gd name="connsiteY14" fmla="*/ 2976297 h 9224165"/>
                    <a:gd name="connsiteX15" fmla="*/ 7989669 w 8636226"/>
                    <a:gd name="connsiteY15" fmla="*/ 4340640 h 9224165"/>
                    <a:gd name="connsiteX16" fmla="*/ 8636220 w 8636226"/>
                    <a:gd name="connsiteY16" fmla="*/ 6034120 h 9224165"/>
                    <a:gd name="connsiteX17" fmla="*/ 6266896 w 8636226"/>
                    <a:gd name="connsiteY17" fmla="*/ 9224162 h 9224165"/>
                    <a:gd name="connsiteX18" fmla="*/ 5057784 w 8636226"/>
                    <a:gd name="connsiteY18" fmla="*/ 8462696 h 9224165"/>
                    <a:gd name="connsiteX19" fmla="*/ 541518 w 8636226"/>
                    <a:gd name="connsiteY19" fmla="*/ 4050353 h 9224165"/>
                    <a:gd name="connsiteX0" fmla="*/ 541518 w 8752649"/>
                    <a:gd name="connsiteY0" fmla="*/ 4050353 h 9224165"/>
                    <a:gd name="connsiteX1" fmla="*/ 1163309 w 8752649"/>
                    <a:gd name="connsiteY1" fmla="*/ 3368184 h 9224165"/>
                    <a:gd name="connsiteX2" fmla="*/ 2967723 w 8752649"/>
                    <a:gd name="connsiteY2" fmla="*/ 5196984 h 9224165"/>
                    <a:gd name="connsiteX3" fmla="*/ 108411 w 8752649"/>
                    <a:gd name="connsiteY3" fmla="*/ 2221554 h 9224165"/>
                    <a:gd name="connsiteX4" fmla="*/ 1008296 w 8752649"/>
                    <a:gd name="connsiteY4" fmla="*/ 1510355 h 9224165"/>
                    <a:gd name="connsiteX5" fmla="*/ 3432182 w 8752649"/>
                    <a:gd name="connsiteY5" fmla="*/ 3948755 h 9224165"/>
                    <a:gd name="connsiteX6" fmla="*/ 718011 w 8752649"/>
                    <a:gd name="connsiteY6" fmla="*/ 1191041 h 9224165"/>
                    <a:gd name="connsiteX7" fmla="*/ 1719497 w 8752649"/>
                    <a:gd name="connsiteY7" fmla="*/ 494356 h 9224165"/>
                    <a:gd name="connsiteX8" fmla="*/ 4085326 w 8752649"/>
                    <a:gd name="connsiteY8" fmla="*/ 2976299 h 9224165"/>
                    <a:gd name="connsiteX9" fmla="*/ 2133444 w 8752649"/>
                    <a:gd name="connsiteY9" fmla="*/ 867083 h 9224165"/>
                    <a:gd name="connsiteX10" fmla="*/ 3170925 w 8752649"/>
                    <a:gd name="connsiteY10" fmla="*/ 276642 h 9224165"/>
                    <a:gd name="connsiteX11" fmla="*/ 6538239 w 8752649"/>
                    <a:gd name="connsiteY11" fmla="*/ 3731040 h 9224165"/>
                    <a:gd name="connsiteX12" fmla="*/ 6090619 w 8752649"/>
                    <a:gd name="connsiteY12" fmla="*/ 2238393 h 9224165"/>
                    <a:gd name="connsiteX13" fmla="*/ 6639839 w 8752649"/>
                    <a:gd name="connsiteY13" fmla="*/ 1031385 h 9224165"/>
                    <a:gd name="connsiteX14" fmla="*/ 7757440 w 8752649"/>
                    <a:gd name="connsiteY14" fmla="*/ 2976297 h 9224165"/>
                    <a:gd name="connsiteX15" fmla="*/ 7989669 w 8752649"/>
                    <a:gd name="connsiteY15" fmla="*/ 4340640 h 9224165"/>
                    <a:gd name="connsiteX16" fmla="*/ 8752654 w 8752649"/>
                    <a:gd name="connsiteY16" fmla="*/ 6193162 h 9224165"/>
                    <a:gd name="connsiteX17" fmla="*/ 6266896 w 8752649"/>
                    <a:gd name="connsiteY17" fmla="*/ 9224162 h 9224165"/>
                    <a:gd name="connsiteX18" fmla="*/ 5057784 w 8752649"/>
                    <a:gd name="connsiteY18" fmla="*/ 8462696 h 9224165"/>
                    <a:gd name="connsiteX19" fmla="*/ 541518 w 8752649"/>
                    <a:gd name="connsiteY19" fmla="*/ 4050353 h 9224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752649" h="9224165">
                      <a:moveTo>
                        <a:pt x="541518" y="4050353"/>
                      </a:moveTo>
                      <a:cubicBezTo>
                        <a:pt x="125441" y="3629439"/>
                        <a:pt x="694015" y="2947268"/>
                        <a:pt x="1163309" y="3368184"/>
                      </a:cubicBezTo>
                      <a:lnTo>
                        <a:pt x="2967723" y="5196984"/>
                      </a:lnTo>
                      <a:lnTo>
                        <a:pt x="108411" y="2221554"/>
                      </a:lnTo>
                      <a:cubicBezTo>
                        <a:pt x="-288312" y="1549060"/>
                        <a:pt x="493523" y="1038543"/>
                        <a:pt x="1008296" y="1510355"/>
                      </a:cubicBezTo>
                      <a:lnTo>
                        <a:pt x="3432182" y="3948755"/>
                      </a:lnTo>
                      <a:lnTo>
                        <a:pt x="718011" y="1191041"/>
                      </a:lnTo>
                      <a:cubicBezTo>
                        <a:pt x="330963" y="465328"/>
                        <a:pt x="1235688" y="29898"/>
                        <a:pt x="1719497" y="494356"/>
                      </a:cubicBezTo>
                      <a:lnTo>
                        <a:pt x="4085326" y="2976299"/>
                      </a:lnTo>
                      <a:lnTo>
                        <a:pt x="2133444" y="867083"/>
                      </a:lnTo>
                      <a:cubicBezTo>
                        <a:pt x="1689694" y="110019"/>
                        <a:pt x="2618995" y="-311477"/>
                        <a:pt x="3170925" y="276642"/>
                      </a:cubicBezTo>
                      <a:lnTo>
                        <a:pt x="6538239" y="3731040"/>
                      </a:lnTo>
                      <a:cubicBezTo>
                        <a:pt x="6567268" y="3498812"/>
                        <a:pt x="6433736" y="2847992"/>
                        <a:pt x="6090619" y="2238393"/>
                      </a:cubicBezTo>
                      <a:cubicBezTo>
                        <a:pt x="5902707" y="1832574"/>
                        <a:pt x="6141515" y="1249099"/>
                        <a:pt x="6639839" y="1031385"/>
                      </a:cubicBezTo>
                      <a:cubicBezTo>
                        <a:pt x="7026887" y="1679688"/>
                        <a:pt x="7384906" y="2327993"/>
                        <a:pt x="7757440" y="2976297"/>
                      </a:cubicBezTo>
                      <a:lnTo>
                        <a:pt x="7989669" y="4340640"/>
                      </a:lnTo>
                      <a:cubicBezTo>
                        <a:pt x="8085131" y="4794167"/>
                        <a:pt x="8594837" y="6050116"/>
                        <a:pt x="8752654" y="6193162"/>
                      </a:cubicBezTo>
                      <a:cubicBezTo>
                        <a:pt x="7977375" y="7437758"/>
                        <a:pt x="7007393" y="7933774"/>
                        <a:pt x="6266896" y="9224162"/>
                      </a:cubicBezTo>
                      <a:cubicBezTo>
                        <a:pt x="6129010" y="9197551"/>
                        <a:pt x="5181156" y="8530430"/>
                        <a:pt x="5057784" y="8462696"/>
                      </a:cubicBezTo>
                      <a:cubicBezTo>
                        <a:pt x="4397384" y="8046620"/>
                        <a:pt x="768618" y="4236716"/>
                        <a:pt x="541518" y="4050353"/>
                      </a:cubicBezTo>
                      <a:close/>
                    </a:path>
                  </a:pathLst>
                </a:custGeom>
                <a:solidFill>
                  <a:srgbClr val="F4B18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sp>
              <p:nvSpPr>
                <p:cNvPr id="129" name="Rectangle 2"/>
                <p:cNvSpPr/>
                <p:nvPr/>
              </p:nvSpPr>
              <p:spPr>
                <a:xfrm rot="17964795" flipH="1" flipV="1">
                  <a:off x="1434884" y="2167217"/>
                  <a:ext cx="255664" cy="232762"/>
                </a:xfrm>
                <a:custGeom>
                  <a:avLst/>
                  <a:gdLst>
                    <a:gd name="connsiteX0" fmla="*/ 0 w 4659086"/>
                    <a:gd name="connsiteY0" fmla="*/ 0 h 2017485"/>
                    <a:gd name="connsiteX1" fmla="*/ 4659086 w 4659086"/>
                    <a:gd name="connsiteY1" fmla="*/ 0 h 2017485"/>
                    <a:gd name="connsiteX2" fmla="*/ 4659086 w 4659086"/>
                    <a:gd name="connsiteY2" fmla="*/ 2017485 h 2017485"/>
                    <a:gd name="connsiteX3" fmla="*/ 0 w 4659086"/>
                    <a:gd name="connsiteY3" fmla="*/ 2017485 h 2017485"/>
                    <a:gd name="connsiteX4" fmla="*/ 0 w 4659086"/>
                    <a:gd name="connsiteY4" fmla="*/ 0 h 2017485"/>
                    <a:gd name="connsiteX0" fmla="*/ 0 w 4804229"/>
                    <a:gd name="connsiteY0" fmla="*/ 0 h 2017485"/>
                    <a:gd name="connsiteX1" fmla="*/ 4659086 w 4804229"/>
                    <a:gd name="connsiteY1" fmla="*/ 0 h 2017485"/>
                    <a:gd name="connsiteX2" fmla="*/ 4804229 w 4804229"/>
                    <a:gd name="connsiteY2" fmla="*/ 1204685 h 2017485"/>
                    <a:gd name="connsiteX3" fmla="*/ 0 w 4804229"/>
                    <a:gd name="connsiteY3" fmla="*/ 2017485 h 2017485"/>
                    <a:gd name="connsiteX4" fmla="*/ 0 w 4804229"/>
                    <a:gd name="connsiteY4" fmla="*/ 0 h 2017485"/>
                    <a:gd name="connsiteX0" fmla="*/ 0 w 4804229"/>
                    <a:gd name="connsiteY0" fmla="*/ 0 h 4223656"/>
                    <a:gd name="connsiteX1" fmla="*/ 4659086 w 4804229"/>
                    <a:gd name="connsiteY1" fmla="*/ 0 h 4223656"/>
                    <a:gd name="connsiteX2" fmla="*/ 4804229 w 4804229"/>
                    <a:gd name="connsiteY2" fmla="*/ 1204685 h 4223656"/>
                    <a:gd name="connsiteX3" fmla="*/ 2002971 w 4804229"/>
                    <a:gd name="connsiteY3" fmla="*/ 4223656 h 4223656"/>
                    <a:gd name="connsiteX4" fmla="*/ 0 w 4804229"/>
                    <a:gd name="connsiteY4" fmla="*/ 0 h 4223656"/>
                    <a:gd name="connsiteX0" fmla="*/ 0 w 7634515"/>
                    <a:gd name="connsiteY0" fmla="*/ 0 h 4499428"/>
                    <a:gd name="connsiteX1" fmla="*/ 7489372 w 7634515"/>
                    <a:gd name="connsiteY1" fmla="*/ 275772 h 4499428"/>
                    <a:gd name="connsiteX2" fmla="*/ 7634515 w 7634515"/>
                    <a:gd name="connsiteY2" fmla="*/ 1480457 h 4499428"/>
                    <a:gd name="connsiteX3" fmla="*/ 4833257 w 7634515"/>
                    <a:gd name="connsiteY3" fmla="*/ 4499428 h 4499428"/>
                    <a:gd name="connsiteX4" fmla="*/ 0 w 7634515"/>
                    <a:gd name="connsiteY4" fmla="*/ 0 h 4499428"/>
                    <a:gd name="connsiteX0" fmla="*/ 0 w 7634515"/>
                    <a:gd name="connsiteY0" fmla="*/ 0 h 4499428"/>
                    <a:gd name="connsiteX1" fmla="*/ 7489372 w 7634515"/>
                    <a:gd name="connsiteY1" fmla="*/ 275772 h 4499428"/>
                    <a:gd name="connsiteX2" fmla="*/ 7634515 w 7634515"/>
                    <a:gd name="connsiteY2" fmla="*/ 1480457 h 4499428"/>
                    <a:gd name="connsiteX3" fmla="*/ 4833257 w 7634515"/>
                    <a:gd name="connsiteY3" fmla="*/ 4499428 h 4499428"/>
                    <a:gd name="connsiteX4" fmla="*/ 0 w 7634515"/>
                    <a:gd name="connsiteY4" fmla="*/ 0 h 4499428"/>
                    <a:gd name="connsiteX0" fmla="*/ 39552 w 7674067"/>
                    <a:gd name="connsiteY0" fmla="*/ 0 h 4895853"/>
                    <a:gd name="connsiteX1" fmla="*/ 7528924 w 7674067"/>
                    <a:gd name="connsiteY1" fmla="*/ 275772 h 4895853"/>
                    <a:gd name="connsiteX2" fmla="*/ 7674067 w 7674067"/>
                    <a:gd name="connsiteY2" fmla="*/ 1480457 h 4895853"/>
                    <a:gd name="connsiteX3" fmla="*/ 4872809 w 7674067"/>
                    <a:gd name="connsiteY3" fmla="*/ 4499428 h 4895853"/>
                    <a:gd name="connsiteX4" fmla="*/ 4582524 w 7674067"/>
                    <a:gd name="connsiteY4" fmla="*/ 4368799 h 4895853"/>
                    <a:gd name="connsiteX5" fmla="*/ 39552 w 7674067"/>
                    <a:gd name="connsiteY5" fmla="*/ 0 h 4895853"/>
                    <a:gd name="connsiteX0" fmla="*/ 38817 w 7673332"/>
                    <a:gd name="connsiteY0" fmla="*/ 0 h 4715686"/>
                    <a:gd name="connsiteX1" fmla="*/ 7528189 w 7673332"/>
                    <a:gd name="connsiteY1" fmla="*/ 275772 h 4715686"/>
                    <a:gd name="connsiteX2" fmla="*/ 7673332 w 7673332"/>
                    <a:gd name="connsiteY2" fmla="*/ 1480457 h 4715686"/>
                    <a:gd name="connsiteX3" fmla="*/ 4872074 w 7673332"/>
                    <a:gd name="connsiteY3" fmla="*/ 4499428 h 4715686"/>
                    <a:gd name="connsiteX4" fmla="*/ 4668875 w 7673332"/>
                    <a:gd name="connsiteY4" fmla="*/ 3860799 h 4715686"/>
                    <a:gd name="connsiteX5" fmla="*/ 38817 w 7673332"/>
                    <a:gd name="connsiteY5" fmla="*/ 0 h 4715686"/>
                    <a:gd name="connsiteX0" fmla="*/ 38817 w 7673332"/>
                    <a:gd name="connsiteY0" fmla="*/ 0 h 4614939"/>
                    <a:gd name="connsiteX1" fmla="*/ 7528189 w 7673332"/>
                    <a:gd name="connsiteY1" fmla="*/ 275772 h 4614939"/>
                    <a:gd name="connsiteX2" fmla="*/ 7673332 w 7673332"/>
                    <a:gd name="connsiteY2" fmla="*/ 1480457 h 4614939"/>
                    <a:gd name="connsiteX3" fmla="*/ 4872074 w 7673332"/>
                    <a:gd name="connsiteY3" fmla="*/ 4499428 h 4614939"/>
                    <a:gd name="connsiteX4" fmla="*/ 4668875 w 7673332"/>
                    <a:gd name="connsiteY4" fmla="*/ 3860799 h 4614939"/>
                    <a:gd name="connsiteX5" fmla="*/ 38817 w 7673332"/>
                    <a:gd name="connsiteY5" fmla="*/ 0 h 4614939"/>
                    <a:gd name="connsiteX0" fmla="*/ 38817 w 7673332"/>
                    <a:gd name="connsiteY0" fmla="*/ 0 h 4499428"/>
                    <a:gd name="connsiteX1" fmla="*/ 7528189 w 7673332"/>
                    <a:gd name="connsiteY1" fmla="*/ 275772 h 4499428"/>
                    <a:gd name="connsiteX2" fmla="*/ 7673332 w 7673332"/>
                    <a:gd name="connsiteY2" fmla="*/ 1480457 h 4499428"/>
                    <a:gd name="connsiteX3" fmla="*/ 4872074 w 7673332"/>
                    <a:gd name="connsiteY3" fmla="*/ 4499428 h 4499428"/>
                    <a:gd name="connsiteX4" fmla="*/ 4668875 w 7673332"/>
                    <a:gd name="connsiteY4" fmla="*/ 3860799 h 4499428"/>
                    <a:gd name="connsiteX5" fmla="*/ 38817 w 7673332"/>
                    <a:gd name="connsiteY5" fmla="*/ 0 h 4499428"/>
                    <a:gd name="connsiteX0" fmla="*/ 39428 w 7673943"/>
                    <a:gd name="connsiteY0" fmla="*/ 0 h 4499428"/>
                    <a:gd name="connsiteX1" fmla="*/ 7528800 w 7673943"/>
                    <a:gd name="connsiteY1" fmla="*/ 275772 h 4499428"/>
                    <a:gd name="connsiteX2" fmla="*/ 7673943 w 7673943"/>
                    <a:gd name="connsiteY2" fmla="*/ 1480457 h 4499428"/>
                    <a:gd name="connsiteX3" fmla="*/ 4872685 w 7673943"/>
                    <a:gd name="connsiteY3" fmla="*/ 4499428 h 4499428"/>
                    <a:gd name="connsiteX4" fmla="*/ 4596915 w 7673943"/>
                    <a:gd name="connsiteY4" fmla="*/ 4397828 h 4499428"/>
                    <a:gd name="connsiteX5" fmla="*/ 39428 w 7673943"/>
                    <a:gd name="connsiteY5" fmla="*/ 0 h 4499428"/>
                    <a:gd name="connsiteX0" fmla="*/ 39428 w 7673943"/>
                    <a:gd name="connsiteY0" fmla="*/ 0 h 4499428"/>
                    <a:gd name="connsiteX1" fmla="*/ 7528800 w 7673943"/>
                    <a:gd name="connsiteY1" fmla="*/ 275772 h 4499428"/>
                    <a:gd name="connsiteX2" fmla="*/ 7673943 w 7673943"/>
                    <a:gd name="connsiteY2" fmla="*/ 1480457 h 4499428"/>
                    <a:gd name="connsiteX3" fmla="*/ 4872685 w 7673943"/>
                    <a:gd name="connsiteY3" fmla="*/ 4499428 h 4499428"/>
                    <a:gd name="connsiteX4" fmla="*/ 4596915 w 7673943"/>
                    <a:gd name="connsiteY4" fmla="*/ 4397828 h 4499428"/>
                    <a:gd name="connsiteX5" fmla="*/ 39428 w 7673943"/>
                    <a:gd name="connsiteY5" fmla="*/ 0 h 4499428"/>
                    <a:gd name="connsiteX0" fmla="*/ 39428 w 7673943"/>
                    <a:gd name="connsiteY0" fmla="*/ 0 h 4499428"/>
                    <a:gd name="connsiteX1" fmla="*/ 7528800 w 7673943"/>
                    <a:gd name="connsiteY1" fmla="*/ 275772 h 4499428"/>
                    <a:gd name="connsiteX2" fmla="*/ 7673943 w 7673943"/>
                    <a:gd name="connsiteY2" fmla="*/ 1480457 h 4499428"/>
                    <a:gd name="connsiteX3" fmla="*/ 4872685 w 7673943"/>
                    <a:gd name="connsiteY3" fmla="*/ 4499428 h 4499428"/>
                    <a:gd name="connsiteX4" fmla="*/ 4596915 w 7673943"/>
                    <a:gd name="connsiteY4" fmla="*/ 4397828 h 4499428"/>
                    <a:gd name="connsiteX5" fmla="*/ 39428 w 7673943"/>
                    <a:gd name="connsiteY5" fmla="*/ 0 h 4499428"/>
                    <a:gd name="connsiteX0" fmla="*/ 39428 w 7673943"/>
                    <a:gd name="connsiteY0" fmla="*/ 0 h 4499428"/>
                    <a:gd name="connsiteX1" fmla="*/ 7528800 w 7673943"/>
                    <a:gd name="connsiteY1" fmla="*/ 275772 h 4499428"/>
                    <a:gd name="connsiteX2" fmla="*/ 7673943 w 7673943"/>
                    <a:gd name="connsiteY2" fmla="*/ 1480457 h 4499428"/>
                    <a:gd name="connsiteX3" fmla="*/ 4872685 w 7673943"/>
                    <a:gd name="connsiteY3" fmla="*/ 4499428 h 4499428"/>
                    <a:gd name="connsiteX4" fmla="*/ 4596915 w 7673943"/>
                    <a:gd name="connsiteY4" fmla="*/ 4397828 h 4499428"/>
                    <a:gd name="connsiteX5" fmla="*/ 39428 w 7673943"/>
                    <a:gd name="connsiteY5" fmla="*/ 0 h 4499428"/>
                    <a:gd name="connsiteX0" fmla="*/ 38245 w 7672760"/>
                    <a:gd name="connsiteY0" fmla="*/ 0 h 4499428"/>
                    <a:gd name="connsiteX1" fmla="*/ 7527617 w 7672760"/>
                    <a:gd name="connsiteY1" fmla="*/ 275772 h 4499428"/>
                    <a:gd name="connsiteX2" fmla="*/ 7672760 w 7672760"/>
                    <a:gd name="connsiteY2" fmla="*/ 1480457 h 4499428"/>
                    <a:gd name="connsiteX3" fmla="*/ 4871502 w 7672760"/>
                    <a:gd name="connsiteY3" fmla="*/ 4499428 h 4499428"/>
                    <a:gd name="connsiteX4" fmla="*/ 4595732 w 7672760"/>
                    <a:gd name="connsiteY4" fmla="*/ 4397828 h 4499428"/>
                    <a:gd name="connsiteX5" fmla="*/ 38245 w 7672760"/>
                    <a:gd name="connsiteY5" fmla="*/ 0 h 4499428"/>
                    <a:gd name="connsiteX0" fmla="*/ 0 w 7634515"/>
                    <a:gd name="connsiteY0" fmla="*/ 0 h 4499428"/>
                    <a:gd name="connsiteX1" fmla="*/ 7489372 w 7634515"/>
                    <a:gd name="connsiteY1" fmla="*/ 275772 h 4499428"/>
                    <a:gd name="connsiteX2" fmla="*/ 7634515 w 7634515"/>
                    <a:gd name="connsiteY2" fmla="*/ 1480457 h 4499428"/>
                    <a:gd name="connsiteX3" fmla="*/ 4833257 w 7634515"/>
                    <a:gd name="connsiteY3" fmla="*/ 4499428 h 4499428"/>
                    <a:gd name="connsiteX4" fmla="*/ 4557487 w 7634515"/>
                    <a:gd name="connsiteY4" fmla="*/ 4397828 h 4499428"/>
                    <a:gd name="connsiteX5" fmla="*/ 0 w 7634515"/>
                    <a:gd name="connsiteY5" fmla="*/ 0 h 4499428"/>
                    <a:gd name="connsiteX0" fmla="*/ 0 w 7634515"/>
                    <a:gd name="connsiteY0" fmla="*/ 0 h 4455885"/>
                    <a:gd name="connsiteX1" fmla="*/ 7489372 w 7634515"/>
                    <a:gd name="connsiteY1" fmla="*/ 275772 h 4455885"/>
                    <a:gd name="connsiteX2" fmla="*/ 7634515 w 7634515"/>
                    <a:gd name="connsiteY2" fmla="*/ 1480457 h 4455885"/>
                    <a:gd name="connsiteX3" fmla="*/ 4862285 w 7634515"/>
                    <a:gd name="connsiteY3" fmla="*/ 4455885 h 4455885"/>
                    <a:gd name="connsiteX4" fmla="*/ 4557487 w 7634515"/>
                    <a:gd name="connsiteY4" fmla="*/ 4397828 h 4455885"/>
                    <a:gd name="connsiteX5" fmla="*/ 0 w 7634515"/>
                    <a:gd name="connsiteY5" fmla="*/ 0 h 4455885"/>
                    <a:gd name="connsiteX0" fmla="*/ 0 w 7634515"/>
                    <a:gd name="connsiteY0" fmla="*/ 0 h 4484914"/>
                    <a:gd name="connsiteX1" fmla="*/ 7489372 w 7634515"/>
                    <a:gd name="connsiteY1" fmla="*/ 275772 h 4484914"/>
                    <a:gd name="connsiteX2" fmla="*/ 7634515 w 7634515"/>
                    <a:gd name="connsiteY2" fmla="*/ 1480457 h 4484914"/>
                    <a:gd name="connsiteX3" fmla="*/ 4833256 w 7634515"/>
                    <a:gd name="connsiteY3" fmla="*/ 4484914 h 4484914"/>
                    <a:gd name="connsiteX4" fmla="*/ 4557487 w 7634515"/>
                    <a:gd name="connsiteY4" fmla="*/ 4397828 h 4484914"/>
                    <a:gd name="connsiteX5" fmla="*/ 0 w 7634515"/>
                    <a:gd name="connsiteY5" fmla="*/ 0 h 4484914"/>
                    <a:gd name="connsiteX0" fmla="*/ 0 w 7634515"/>
                    <a:gd name="connsiteY0" fmla="*/ 0 h 4484914"/>
                    <a:gd name="connsiteX1" fmla="*/ 7489372 w 7634515"/>
                    <a:gd name="connsiteY1" fmla="*/ 275772 h 4484914"/>
                    <a:gd name="connsiteX2" fmla="*/ 7634515 w 7634515"/>
                    <a:gd name="connsiteY2" fmla="*/ 1480457 h 4484914"/>
                    <a:gd name="connsiteX3" fmla="*/ 4833256 w 7634515"/>
                    <a:gd name="connsiteY3" fmla="*/ 4484914 h 4484914"/>
                    <a:gd name="connsiteX4" fmla="*/ 4557487 w 7634515"/>
                    <a:gd name="connsiteY4" fmla="*/ 4397828 h 4484914"/>
                    <a:gd name="connsiteX5" fmla="*/ 0 w 7634515"/>
                    <a:gd name="connsiteY5" fmla="*/ 0 h 4484914"/>
                    <a:gd name="connsiteX0" fmla="*/ 0 w 7634515"/>
                    <a:gd name="connsiteY0" fmla="*/ 0 h 4484914"/>
                    <a:gd name="connsiteX1" fmla="*/ 5573485 w 7634515"/>
                    <a:gd name="connsiteY1" fmla="*/ 203200 h 4484914"/>
                    <a:gd name="connsiteX2" fmla="*/ 7489372 w 7634515"/>
                    <a:gd name="connsiteY2" fmla="*/ 275772 h 4484914"/>
                    <a:gd name="connsiteX3" fmla="*/ 7634515 w 7634515"/>
                    <a:gd name="connsiteY3" fmla="*/ 1480457 h 4484914"/>
                    <a:gd name="connsiteX4" fmla="*/ 4833256 w 7634515"/>
                    <a:gd name="connsiteY4" fmla="*/ 4484914 h 4484914"/>
                    <a:gd name="connsiteX5" fmla="*/ 4557487 w 7634515"/>
                    <a:gd name="connsiteY5" fmla="*/ 4397828 h 4484914"/>
                    <a:gd name="connsiteX6" fmla="*/ 0 w 7634515"/>
                    <a:gd name="connsiteY6" fmla="*/ 0 h 4484914"/>
                    <a:gd name="connsiteX0" fmla="*/ 0 w 7634515"/>
                    <a:gd name="connsiteY0" fmla="*/ 798285 h 5283199"/>
                    <a:gd name="connsiteX1" fmla="*/ 7082971 w 7634515"/>
                    <a:gd name="connsiteY1" fmla="*/ 0 h 5283199"/>
                    <a:gd name="connsiteX2" fmla="*/ 7489372 w 7634515"/>
                    <a:gd name="connsiteY2" fmla="*/ 1074057 h 5283199"/>
                    <a:gd name="connsiteX3" fmla="*/ 7634515 w 7634515"/>
                    <a:gd name="connsiteY3" fmla="*/ 2278742 h 5283199"/>
                    <a:gd name="connsiteX4" fmla="*/ 4833256 w 7634515"/>
                    <a:gd name="connsiteY4" fmla="*/ 5283199 h 5283199"/>
                    <a:gd name="connsiteX5" fmla="*/ 4557487 w 7634515"/>
                    <a:gd name="connsiteY5" fmla="*/ 5196113 h 5283199"/>
                    <a:gd name="connsiteX6" fmla="*/ 0 w 7634515"/>
                    <a:gd name="connsiteY6" fmla="*/ 798285 h 5283199"/>
                    <a:gd name="connsiteX0" fmla="*/ 0 w 7634515"/>
                    <a:gd name="connsiteY0" fmla="*/ 1088571 h 5573485"/>
                    <a:gd name="connsiteX1" fmla="*/ 7257143 w 7634515"/>
                    <a:gd name="connsiteY1" fmla="*/ 0 h 5573485"/>
                    <a:gd name="connsiteX2" fmla="*/ 7489372 w 7634515"/>
                    <a:gd name="connsiteY2" fmla="*/ 1364343 h 5573485"/>
                    <a:gd name="connsiteX3" fmla="*/ 7634515 w 7634515"/>
                    <a:gd name="connsiteY3" fmla="*/ 2569028 h 5573485"/>
                    <a:gd name="connsiteX4" fmla="*/ 4833256 w 7634515"/>
                    <a:gd name="connsiteY4" fmla="*/ 5573485 h 5573485"/>
                    <a:gd name="connsiteX5" fmla="*/ 4557487 w 7634515"/>
                    <a:gd name="connsiteY5" fmla="*/ 5486399 h 5573485"/>
                    <a:gd name="connsiteX6" fmla="*/ 0 w 7634515"/>
                    <a:gd name="connsiteY6" fmla="*/ 1088571 h 5573485"/>
                    <a:gd name="connsiteX0" fmla="*/ 0 w 7634515"/>
                    <a:gd name="connsiteY0" fmla="*/ 1088571 h 5573485"/>
                    <a:gd name="connsiteX1" fmla="*/ 5660571 w 7634515"/>
                    <a:gd name="connsiteY1" fmla="*/ 217715 h 5573485"/>
                    <a:gd name="connsiteX2" fmla="*/ 7257143 w 7634515"/>
                    <a:gd name="connsiteY2" fmla="*/ 0 h 5573485"/>
                    <a:gd name="connsiteX3" fmla="*/ 7489372 w 7634515"/>
                    <a:gd name="connsiteY3" fmla="*/ 1364343 h 5573485"/>
                    <a:gd name="connsiteX4" fmla="*/ 7634515 w 7634515"/>
                    <a:gd name="connsiteY4" fmla="*/ 2569028 h 5573485"/>
                    <a:gd name="connsiteX5" fmla="*/ 4833256 w 7634515"/>
                    <a:gd name="connsiteY5" fmla="*/ 5573485 h 5573485"/>
                    <a:gd name="connsiteX6" fmla="*/ 4557487 w 7634515"/>
                    <a:gd name="connsiteY6" fmla="*/ 5486399 h 5573485"/>
                    <a:gd name="connsiteX7" fmla="*/ 0 w 7634515"/>
                    <a:gd name="connsiteY7" fmla="*/ 1088571 h 5573485"/>
                    <a:gd name="connsiteX0" fmla="*/ 0 w 7634515"/>
                    <a:gd name="connsiteY0" fmla="*/ 1088571 h 5573485"/>
                    <a:gd name="connsiteX1" fmla="*/ 6110514 w 7634515"/>
                    <a:gd name="connsiteY1" fmla="*/ 740229 h 5573485"/>
                    <a:gd name="connsiteX2" fmla="*/ 7257143 w 7634515"/>
                    <a:gd name="connsiteY2" fmla="*/ 0 h 5573485"/>
                    <a:gd name="connsiteX3" fmla="*/ 7489372 w 7634515"/>
                    <a:gd name="connsiteY3" fmla="*/ 1364343 h 5573485"/>
                    <a:gd name="connsiteX4" fmla="*/ 7634515 w 7634515"/>
                    <a:gd name="connsiteY4" fmla="*/ 2569028 h 5573485"/>
                    <a:gd name="connsiteX5" fmla="*/ 4833256 w 7634515"/>
                    <a:gd name="connsiteY5" fmla="*/ 5573485 h 5573485"/>
                    <a:gd name="connsiteX6" fmla="*/ 4557487 w 7634515"/>
                    <a:gd name="connsiteY6" fmla="*/ 5486399 h 5573485"/>
                    <a:gd name="connsiteX7" fmla="*/ 0 w 7634515"/>
                    <a:gd name="connsiteY7" fmla="*/ 1088571 h 5573485"/>
                    <a:gd name="connsiteX0" fmla="*/ 0 w 7634515"/>
                    <a:gd name="connsiteY0" fmla="*/ 1088571 h 5573485"/>
                    <a:gd name="connsiteX1" fmla="*/ 6037942 w 7634515"/>
                    <a:gd name="connsiteY1" fmla="*/ 754743 h 5573485"/>
                    <a:gd name="connsiteX2" fmla="*/ 7257143 w 7634515"/>
                    <a:gd name="connsiteY2" fmla="*/ 0 h 5573485"/>
                    <a:gd name="connsiteX3" fmla="*/ 7489372 w 7634515"/>
                    <a:gd name="connsiteY3" fmla="*/ 1364343 h 5573485"/>
                    <a:gd name="connsiteX4" fmla="*/ 7634515 w 7634515"/>
                    <a:gd name="connsiteY4" fmla="*/ 2569028 h 5573485"/>
                    <a:gd name="connsiteX5" fmla="*/ 4833256 w 7634515"/>
                    <a:gd name="connsiteY5" fmla="*/ 5573485 h 5573485"/>
                    <a:gd name="connsiteX6" fmla="*/ 4557487 w 7634515"/>
                    <a:gd name="connsiteY6" fmla="*/ 5486399 h 5573485"/>
                    <a:gd name="connsiteX7" fmla="*/ 0 w 7634515"/>
                    <a:gd name="connsiteY7" fmla="*/ 1088571 h 5573485"/>
                    <a:gd name="connsiteX0" fmla="*/ 0 w 7634515"/>
                    <a:gd name="connsiteY0" fmla="*/ 1088571 h 5573485"/>
                    <a:gd name="connsiteX1" fmla="*/ 3164114 w 7634515"/>
                    <a:gd name="connsiteY1" fmla="*/ 914401 h 5573485"/>
                    <a:gd name="connsiteX2" fmla="*/ 6037942 w 7634515"/>
                    <a:gd name="connsiteY2" fmla="*/ 754743 h 5573485"/>
                    <a:gd name="connsiteX3" fmla="*/ 7257143 w 7634515"/>
                    <a:gd name="connsiteY3" fmla="*/ 0 h 5573485"/>
                    <a:gd name="connsiteX4" fmla="*/ 7489372 w 7634515"/>
                    <a:gd name="connsiteY4" fmla="*/ 1364343 h 5573485"/>
                    <a:gd name="connsiteX5" fmla="*/ 7634515 w 7634515"/>
                    <a:gd name="connsiteY5" fmla="*/ 2569028 h 5573485"/>
                    <a:gd name="connsiteX6" fmla="*/ 4833256 w 7634515"/>
                    <a:gd name="connsiteY6" fmla="*/ 5573485 h 5573485"/>
                    <a:gd name="connsiteX7" fmla="*/ 4557487 w 7634515"/>
                    <a:gd name="connsiteY7" fmla="*/ 5486399 h 5573485"/>
                    <a:gd name="connsiteX8" fmla="*/ 0 w 7634515"/>
                    <a:gd name="connsiteY8" fmla="*/ 1088571 h 5573485"/>
                    <a:gd name="connsiteX0" fmla="*/ 0 w 7634515"/>
                    <a:gd name="connsiteY0" fmla="*/ 1088571 h 5573485"/>
                    <a:gd name="connsiteX1" fmla="*/ 711199 w 7634515"/>
                    <a:gd name="connsiteY1" fmla="*/ 435430 h 5573485"/>
                    <a:gd name="connsiteX2" fmla="*/ 6037942 w 7634515"/>
                    <a:gd name="connsiteY2" fmla="*/ 754743 h 5573485"/>
                    <a:gd name="connsiteX3" fmla="*/ 7257143 w 7634515"/>
                    <a:gd name="connsiteY3" fmla="*/ 0 h 5573485"/>
                    <a:gd name="connsiteX4" fmla="*/ 7489372 w 7634515"/>
                    <a:gd name="connsiteY4" fmla="*/ 1364343 h 5573485"/>
                    <a:gd name="connsiteX5" fmla="*/ 7634515 w 7634515"/>
                    <a:gd name="connsiteY5" fmla="*/ 2569028 h 5573485"/>
                    <a:gd name="connsiteX6" fmla="*/ 4833256 w 7634515"/>
                    <a:gd name="connsiteY6" fmla="*/ 5573485 h 5573485"/>
                    <a:gd name="connsiteX7" fmla="*/ 4557487 w 7634515"/>
                    <a:gd name="connsiteY7" fmla="*/ 5486399 h 5573485"/>
                    <a:gd name="connsiteX8" fmla="*/ 0 w 7634515"/>
                    <a:gd name="connsiteY8" fmla="*/ 1088571 h 5573485"/>
                    <a:gd name="connsiteX0" fmla="*/ 0 w 7634515"/>
                    <a:gd name="connsiteY0" fmla="*/ 1088571 h 5573485"/>
                    <a:gd name="connsiteX1" fmla="*/ 711199 w 7634515"/>
                    <a:gd name="connsiteY1" fmla="*/ 435430 h 5573485"/>
                    <a:gd name="connsiteX2" fmla="*/ 6037942 w 7634515"/>
                    <a:gd name="connsiteY2" fmla="*/ 754743 h 5573485"/>
                    <a:gd name="connsiteX3" fmla="*/ 7257143 w 7634515"/>
                    <a:gd name="connsiteY3" fmla="*/ 0 h 5573485"/>
                    <a:gd name="connsiteX4" fmla="*/ 7489372 w 7634515"/>
                    <a:gd name="connsiteY4" fmla="*/ 1364343 h 5573485"/>
                    <a:gd name="connsiteX5" fmla="*/ 7634515 w 7634515"/>
                    <a:gd name="connsiteY5" fmla="*/ 2569028 h 5573485"/>
                    <a:gd name="connsiteX6" fmla="*/ 4833256 w 7634515"/>
                    <a:gd name="connsiteY6" fmla="*/ 5573485 h 5573485"/>
                    <a:gd name="connsiteX7" fmla="*/ 4557487 w 7634515"/>
                    <a:gd name="connsiteY7" fmla="*/ 5486399 h 5573485"/>
                    <a:gd name="connsiteX8" fmla="*/ 0 w 7634515"/>
                    <a:gd name="connsiteY8" fmla="*/ 1088571 h 5573485"/>
                    <a:gd name="connsiteX0" fmla="*/ 0 w 7605486"/>
                    <a:gd name="connsiteY0" fmla="*/ 1074056 h 5573485"/>
                    <a:gd name="connsiteX1" fmla="*/ 682170 w 7605486"/>
                    <a:gd name="connsiteY1" fmla="*/ 435430 h 5573485"/>
                    <a:gd name="connsiteX2" fmla="*/ 6008913 w 7605486"/>
                    <a:gd name="connsiteY2" fmla="*/ 754743 h 5573485"/>
                    <a:gd name="connsiteX3" fmla="*/ 7228114 w 7605486"/>
                    <a:gd name="connsiteY3" fmla="*/ 0 h 5573485"/>
                    <a:gd name="connsiteX4" fmla="*/ 7460343 w 7605486"/>
                    <a:gd name="connsiteY4" fmla="*/ 1364343 h 5573485"/>
                    <a:gd name="connsiteX5" fmla="*/ 7605486 w 7605486"/>
                    <a:gd name="connsiteY5" fmla="*/ 2569028 h 5573485"/>
                    <a:gd name="connsiteX6" fmla="*/ 4804227 w 7605486"/>
                    <a:gd name="connsiteY6" fmla="*/ 5573485 h 5573485"/>
                    <a:gd name="connsiteX7" fmla="*/ 4528458 w 7605486"/>
                    <a:gd name="connsiteY7" fmla="*/ 5486399 h 5573485"/>
                    <a:gd name="connsiteX8" fmla="*/ 0 w 7605486"/>
                    <a:gd name="connsiteY8" fmla="*/ 1074056 h 5573485"/>
                    <a:gd name="connsiteX0" fmla="*/ 145217 w 7750703"/>
                    <a:gd name="connsiteY0" fmla="*/ 1074056 h 5573485"/>
                    <a:gd name="connsiteX1" fmla="*/ 827387 w 7750703"/>
                    <a:gd name="connsiteY1" fmla="*/ 435430 h 5573485"/>
                    <a:gd name="connsiteX2" fmla="*/ 6154130 w 7750703"/>
                    <a:gd name="connsiteY2" fmla="*/ 754743 h 5573485"/>
                    <a:gd name="connsiteX3" fmla="*/ 7373331 w 7750703"/>
                    <a:gd name="connsiteY3" fmla="*/ 0 h 5573485"/>
                    <a:gd name="connsiteX4" fmla="*/ 7605560 w 7750703"/>
                    <a:gd name="connsiteY4" fmla="*/ 1364343 h 5573485"/>
                    <a:gd name="connsiteX5" fmla="*/ 7750703 w 7750703"/>
                    <a:gd name="connsiteY5" fmla="*/ 2569028 h 5573485"/>
                    <a:gd name="connsiteX6" fmla="*/ 4949444 w 7750703"/>
                    <a:gd name="connsiteY6" fmla="*/ 5573485 h 5573485"/>
                    <a:gd name="connsiteX7" fmla="*/ 4673675 w 7750703"/>
                    <a:gd name="connsiteY7" fmla="*/ 5486399 h 5573485"/>
                    <a:gd name="connsiteX8" fmla="*/ 145217 w 7750703"/>
                    <a:gd name="connsiteY8" fmla="*/ 1074056 h 5573485"/>
                    <a:gd name="connsiteX0" fmla="*/ 143276 w 7748762"/>
                    <a:gd name="connsiteY0" fmla="*/ 1074056 h 5573485"/>
                    <a:gd name="connsiteX1" fmla="*/ 825446 w 7748762"/>
                    <a:gd name="connsiteY1" fmla="*/ 435430 h 5573485"/>
                    <a:gd name="connsiteX2" fmla="*/ 6152189 w 7748762"/>
                    <a:gd name="connsiteY2" fmla="*/ 754743 h 5573485"/>
                    <a:gd name="connsiteX3" fmla="*/ 7371390 w 7748762"/>
                    <a:gd name="connsiteY3" fmla="*/ 0 h 5573485"/>
                    <a:gd name="connsiteX4" fmla="*/ 7603619 w 7748762"/>
                    <a:gd name="connsiteY4" fmla="*/ 1364343 h 5573485"/>
                    <a:gd name="connsiteX5" fmla="*/ 7748762 w 7748762"/>
                    <a:gd name="connsiteY5" fmla="*/ 2569028 h 5573485"/>
                    <a:gd name="connsiteX6" fmla="*/ 4947503 w 7748762"/>
                    <a:gd name="connsiteY6" fmla="*/ 5573485 h 5573485"/>
                    <a:gd name="connsiteX7" fmla="*/ 4671734 w 7748762"/>
                    <a:gd name="connsiteY7" fmla="*/ 5486399 h 5573485"/>
                    <a:gd name="connsiteX8" fmla="*/ 143276 w 7748762"/>
                    <a:gd name="connsiteY8" fmla="*/ 1074056 h 5573485"/>
                    <a:gd name="connsiteX0" fmla="*/ 143276 w 7748762"/>
                    <a:gd name="connsiteY0" fmla="*/ 1074056 h 5573485"/>
                    <a:gd name="connsiteX1" fmla="*/ 825446 w 7748762"/>
                    <a:gd name="connsiteY1" fmla="*/ 435430 h 5573485"/>
                    <a:gd name="connsiteX2" fmla="*/ 3365445 w 7748762"/>
                    <a:gd name="connsiteY2" fmla="*/ 566058 h 5573485"/>
                    <a:gd name="connsiteX3" fmla="*/ 6152189 w 7748762"/>
                    <a:gd name="connsiteY3" fmla="*/ 754743 h 5573485"/>
                    <a:gd name="connsiteX4" fmla="*/ 7371390 w 7748762"/>
                    <a:gd name="connsiteY4" fmla="*/ 0 h 5573485"/>
                    <a:gd name="connsiteX5" fmla="*/ 7603619 w 7748762"/>
                    <a:gd name="connsiteY5" fmla="*/ 1364343 h 5573485"/>
                    <a:gd name="connsiteX6" fmla="*/ 7748762 w 7748762"/>
                    <a:gd name="connsiteY6" fmla="*/ 2569028 h 5573485"/>
                    <a:gd name="connsiteX7" fmla="*/ 4947503 w 7748762"/>
                    <a:gd name="connsiteY7" fmla="*/ 5573485 h 5573485"/>
                    <a:gd name="connsiteX8" fmla="*/ 4671734 w 7748762"/>
                    <a:gd name="connsiteY8" fmla="*/ 5486399 h 5573485"/>
                    <a:gd name="connsiteX9" fmla="*/ 143276 w 7748762"/>
                    <a:gd name="connsiteY9" fmla="*/ 1074056 h 5573485"/>
                    <a:gd name="connsiteX0" fmla="*/ 143276 w 7748762"/>
                    <a:gd name="connsiteY0" fmla="*/ 1074056 h 5573485"/>
                    <a:gd name="connsiteX1" fmla="*/ 825446 w 7748762"/>
                    <a:gd name="connsiteY1" fmla="*/ 435430 h 5573485"/>
                    <a:gd name="connsiteX2" fmla="*/ 2494588 w 7748762"/>
                    <a:gd name="connsiteY2" fmla="*/ 2249715 h 5573485"/>
                    <a:gd name="connsiteX3" fmla="*/ 6152189 w 7748762"/>
                    <a:gd name="connsiteY3" fmla="*/ 754743 h 5573485"/>
                    <a:gd name="connsiteX4" fmla="*/ 7371390 w 7748762"/>
                    <a:gd name="connsiteY4" fmla="*/ 0 h 5573485"/>
                    <a:gd name="connsiteX5" fmla="*/ 7603619 w 7748762"/>
                    <a:gd name="connsiteY5" fmla="*/ 1364343 h 5573485"/>
                    <a:gd name="connsiteX6" fmla="*/ 7748762 w 7748762"/>
                    <a:gd name="connsiteY6" fmla="*/ 2569028 h 5573485"/>
                    <a:gd name="connsiteX7" fmla="*/ 4947503 w 7748762"/>
                    <a:gd name="connsiteY7" fmla="*/ 5573485 h 5573485"/>
                    <a:gd name="connsiteX8" fmla="*/ 4671734 w 7748762"/>
                    <a:gd name="connsiteY8" fmla="*/ 5486399 h 5573485"/>
                    <a:gd name="connsiteX9" fmla="*/ 143276 w 7748762"/>
                    <a:gd name="connsiteY9" fmla="*/ 1074056 h 5573485"/>
                    <a:gd name="connsiteX0" fmla="*/ 225462 w 7830948"/>
                    <a:gd name="connsiteY0" fmla="*/ 1074056 h 5573485"/>
                    <a:gd name="connsiteX1" fmla="*/ 530261 w 7830948"/>
                    <a:gd name="connsiteY1" fmla="*/ 595087 h 5573485"/>
                    <a:gd name="connsiteX2" fmla="*/ 2576774 w 7830948"/>
                    <a:gd name="connsiteY2" fmla="*/ 2249715 h 5573485"/>
                    <a:gd name="connsiteX3" fmla="*/ 6234375 w 7830948"/>
                    <a:gd name="connsiteY3" fmla="*/ 754743 h 5573485"/>
                    <a:gd name="connsiteX4" fmla="*/ 7453576 w 7830948"/>
                    <a:gd name="connsiteY4" fmla="*/ 0 h 5573485"/>
                    <a:gd name="connsiteX5" fmla="*/ 7685805 w 7830948"/>
                    <a:gd name="connsiteY5" fmla="*/ 1364343 h 5573485"/>
                    <a:gd name="connsiteX6" fmla="*/ 7830948 w 7830948"/>
                    <a:gd name="connsiteY6" fmla="*/ 2569028 h 5573485"/>
                    <a:gd name="connsiteX7" fmla="*/ 5029689 w 7830948"/>
                    <a:gd name="connsiteY7" fmla="*/ 5573485 h 5573485"/>
                    <a:gd name="connsiteX8" fmla="*/ 4753920 w 7830948"/>
                    <a:gd name="connsiteY8" fmla="*/ 5486399 h 5573485"/>
                    <a:gd name="connsiteX9" fmla="*/ 225462 w 7830948"/>
                    <a:gd name="connsiteY9" fmla="*/ 1074056 h 5573485"/>
                    <a:gd name="connsiteX0" fmla="*/ 154662 w 7760148"/>
                    <a:gd name="connsiteY0" fmla="*/ 1074056 h 5573485"/>
                    <a:gd name="connsiteX1" fmla="*/ 764261 w 7760148"/>
                    <a:gd name="connsiteY1" fmla="*/ 391887 h 5573485"/>
                    <a:gd name="connsiteX2" fmla="*/ 2505974 w 7760148"/>
                    <a:gd name="connsiteY2" fmla="*/ 2249715 h 5573485"/>
                    <a:gd name="connsiteX3" fmla="*/ 6163575 w 7760148"/>
                    <a:gd name="connsiteY3" fmla="*/ 754743 h 5573485"/>
                    <a:gd name="connsiteX4" fmla="*/ 7382776 w 7760148"/>
                    <a:gd name="connsiteY4" fmla="*/ 0 h 5573485"/>
                    <a:gd name="connsiteX5" fmla="*/ 7615005 w 7760148"/>
                    <a:gd name="connsiteY5" fmla="*/ 1364343 h 5573485"/>
                    <a:gd name="connsiteX6" fmla="*/ 7760148 w 7760148"/>
                    <a:gd name="connsiteY6" fmla="*/ 2569028 h 5573485"/>
                    <a:gd name="connsiteX7" fmla="*/ 4958889 w 7760148"/>
                    <a:gd name="connsiteY7" fmla="*/ 5573485 h 5573485"/>
                    <a:gd name="connsiteX8" fmla="*/ 4683120 w 7760148"/>
                    <a:gd name="connsiteY8" fmla="*/ 5486399 h 5573485"/>
                    <a:gd name="connsiteX9" fmla="*/ 154662 w 7760148"/>
                    <a:gd name="connsiteY9" fmla="*/ 1074056 h 5573485"/>
                    <a:gd name="connsiteX0" fmla="*/ 146294 w 7751780"/>
                    <a:gd name="connsiteY0" fmla="*/ 1074056 h 5573485"/>
                    <a:gd name="connsiteX1" fmla="*/ 755893 w 7751780"/>
                    <a:gd name="connsiteY1" fmla="*/ 391887 h 5573485"/>
                    <a:gd name="connsiteX2" fmla="*/ 2497606 w 7751780"/>
                    <a:gd name="connsiteY2" fmla="*/ 2249715 h 5573485"/>
                    <a:gd name="connsiteX3" fmla="*/ 6155207 w 7751780"/>
                    <a:gd name="connsiteY3" fmla="*/ 754743 h 5573485"/>
                    <a:gd name="connsiteX4" fmla="*/ 7374408 w 7751780"/>
                    <a:gd name="connsiteY4" fmla="*/ 0 h 5573485"/>
                    <a:gd name="connsiteX5" fmla="*/ 7606637 w 7751780"/>
                    <a:gd name="connsiteY5" fmla="*/ 1364343 h 5573485"/>
                    <a:gd name="connsiteX6" fmla="*/ 7751780 w 7751780"/>
                    <a:gd name="connsiteY6" fmla="*/ 2569028 h 5573485"/>
                    <a:gd name="connsiteX7" fmla="*/ 4950521 w 7751780"/>
                    <a:gd name="connsiteY7" fmla="*/ 5573485 h 5573485"/>
                    <a:gd name="connsiteX8" fmla="*/ 4674752 w 7751780"/>
                    <a:gd name="connsiteY8" fmla="*/ 5486399 h 5573485"/>
                    <a:gd name="connsiteX9" fmla="*/ 146294 w 7751780"/>
                    <a:gd name="connsiteY9" fmla="*/ 1074056 h 5573485"/>
                    <a:gd name="connsiteX0" fmla="*/ 146294 w 7751780"/>
                    <a:gd name="connsiteY0" fmla="*/ 1074056 h 5573485"/>
                    <a:gd name="connsiteX1" fmla="*/ 755893 w 7751780"/>
                    <a:gd name="connsiteY1" fmla="*/ 391887 h 5573485"/>
                    <a:gd name="connsiteX2" fmla="*/ 2584691 w 7751780"/>
                    <a:gd name="connsiteY2" fmla="*/ 2220687 h 5573485"/>
                    <a:gd name="connsiteX3" fmla="*/ 6155207 w 7751780"/>
                    <a:gd name="connsiteY3" fmla="*/ 754743 h 5573485"/>
                    <a:gd name="connsiteX4" fmla="*/ 7374408 w 7751780"/>
                    <a:gd name="connsiteY4" fmla="*/ 0 h 5573485"/>
                    <a:gd name="connsiteX5" fmla="*/ 7606637 w 7751780"/>
                    <a:gd name="connsiteY5" fmla="*/ 1364343 h 5573485"/>
                    <a:gd name="connsiteX6" fmla="*/ 7751780 w 7751780"/>
                    <a:gd name="connsiteY6" fmla="*/ 2569028 h 5573485"/>
                    <a:gd name="connsiteX7" fmla="*/ 4950521 w 7751780"/>
                    <a:gd name="connsiteY7" fmla="*/ 5573485 h 5573485"/>
                    <a:gd name="connsiteX8" fmla="*/ 4674752 w 7751780"/>
                    <a:gd name="connsiteY8" fmla="*/ 5486399 h 5573485"/>
                    <a:gd name="connsiteX9" fmla="*/ 146294 w 7751780"/>
                    <a:gd name="connsiteY9" fmla="*/ 1074056 h 5573485"/>
                    <a:gd name="connsiteX0" fmla="*/ 146294 w 7751780"/>
                    <a:gd name="connsiteY0" fmla="*/ 1074056 h 5573485"/>
                    <a:gd name="connsiteX1" fmla="*/ 755893 w 7751780"/>
                    <a:gd name="connsiteY1" fmla="*/ 391887 h 5573485"/>
                    <a:gd name="connsiteX2" fmla="*/ 2584691 w 7751780"/>
                    <a:gd name="connsiteY2" fmla="*/ 2220687 h 5573485"/>
                    <a:gd name="connsiteX3" fmla="*/ 4094178 w 7751780"/>
                    <a:gd name="connsiteY3" fmla="*/ 1611086 h 5573485"/>
                    <a:gd name="connsiteX4" fmla="*/ 6155207 w 7751780"/>
                    <a:gd name="connsiteY4" fmla="*/ 754743 h 5573485"/>
                    <a:gd name="connsiteX5" fmla="*/ 7374408 w 7751780"/>
                    <a:gd name="connsiteY5" fmla="*/ 0 h 5573485"/>
                    <a:gd name="connsiteX6" fmla="*/ 7606637 w 7751780"/>
                    <a:gd name="connsiteY6" fmla="*/ 1364343 h 5573485"/>
                    <a:gd name="connsiteX7" fmla="*/ 7751780 w 7751780"/>
                    <a:gd name="connsiteY7" fmla="*/ 2569028 h 5573485"/>
                    <a:gd name="connsiteX8" fmla="*/ 4950521 w 7751780"/>
                    <a:gd name="connsiteY8" fmla="*/ 5573485 h 5573485"/>
                    <a:gd name="connsiteX9" fmla="*/ 4674752 w 7751780"/>
                    <a:gd name="connsiteY9" fmla="*/ 5486399 h 5573485"/>
                    <a:gd name="connsiteX10" fmla="*/ 146294 w 7751780"/>
                    <a:gd name="connsiteY10" fmla="*/ 1074056 h 5573485"/>
                    <a:gd name="connsiteX0" fmla="*/ 362859 w 7968345"/>
                    <a:gd name="connsiteY0" fmla="*/ 1944913 h 6444342"/>
                    <a:gd name="connsiteX1" fmla="*/ 972458 w 7968345"/>
                    <a:gd name="connsiteY1" fmla="*/ 1262744 h 6444342"/>
                    <a:gd name="connsiteX2" fmla="*/ 2801256 w 7968345"/>
                    <a:gd name="connsiteY2" fmla="*/ 3091544 h 6444342"/>
                    <a:gd name="connsiteX3" fmla="*/ 0 w 7968345"/>
                    <a:gd name="connsiteY3" fmla="*/ 0 h 6444342"/>
                    <a:gd name="connsiteX4" fmla="*/ 6371772 w 7968345"/>
                    <a:gd name="connsiteY4" fmla="*/ 1625600 h 6444342"/>
                    <a:gd name="connsiteX5" fmla="*/ 7590973 w 7968345"/>
                    <a:gd name="connsiteY5" fmla="*/ 870857 h 6444342"/>
                    <a:gd name="connsiteX6" fmla="*/ 7823202 w 7968345"/>
                    <a:gd name="connsiteY6" fmla="*/ 2235200 h 6444342"/>
                    <a:gd name="connsiteX7" fmla="*/ 7968345 w 7968345"/>
                    <a:gd name="connsiteY7" fmla="*/ 3439885 h 6444342"/>
                    <a:gd name="connsiteX8" fmla="*/ 5167086 w 7968345"/>
                    <a:gd name="connsiteY8" fmla="*/ 6444342 h 6444342"/>
                    <a:gd name="connsiteX9" fmla="*/ 4891317 w 7968345"/>
                    <a:gd name="connsiteY9" fmla="*/ 6357256 h 6444342"/>
                    <a:gd name="connsiteX10" fmla="*/ 362859 w 7968345"/>
                    <a:gd name="connsiteY10" fmla="*/ 1944913 h 6444342"/>
                    <a:gd name="connsiteX0" fmla="*/ 449944 w 8055430"/>
                    <a:gd name="connsiteY0" fmla="*/ 1857827 h 6357256"/>
                    <a:gd name="connsiteX1" fmla="*/ 1059543 w 8055430"/>
                    <a:gd name="connsiteY1" fmla="*/ 1175658 h 6357256"/>
                    <a:gd name="connsiteX2" fmla="*/ 2888341 w 8055430"/>
                    <a:gd name="connsiteY2" fmla="*/ 3004458 h 6357256"/>
                    <a:gd name="connsiteX3" fmla="*/ 0 w 8055430"/>
                    <a:gd name="connsiteY3" fmla="*/ 0 h 6357256"/>
                    <a:gd name="connsiteX4" fmla="*/ 6458857 w 8055430"/>
                    <a:gd name="connsiteY4" fmla="*/ 1538514 h 6357256"/>
                    <a:gd name="connsiteX5" fmla="*/ 7678058 w 8055430"/>
                    <a:gd name="connsiteY5" fmla="*/ 783771 h 6357256"/>
                    <a:gd name="connsiteX6" fmla="*/ 7910287 w 8055430"/>
                    <a:gd name="connsiteY6" fmla="*/ 2148114 h 6357256"/>
                    <a:gd name="connsiteX7" fmla="*/ 8055430 w 8055430"/>
                    <a:gd name="connsiteY7" fmla="*/ 3352799 h 6357256"/>
                    <a:gd name="connsiteX8" fmla="*/ 5254171 w 8055430"/>
                    <a:gd name="connsiteY8" fmla="*/ 6357256 h 6357256"/>
                    <a:gd name="connsiteX9" fmla="*/ 4978402 w 8055430"/>
                    <a:gd name="connsiteY9" fmla="*/ 6270170 h 6357256"/>
                    <a:gd name="connsiteX10" fmla="*/ 449944 w 8055430"/>
                    <a:gd name="connsiteY10" fmla="*/ 1857827 h 6357256"/>
                    <a:gd name="connsiteX0" fmla="*/ 406401 w 8011887"/>
                    <a:gd name="connsiteY0" fmla="*/ 1828799 h 6328228"/>
                    <a:gd name="connsiteX1" fmla="*/ 1016000 w 8011887"/>
                    <a:gd name="connsiteY1" fmla="*/ 1146630 h 6328228"/>
                    <a:gd name="connsiteX2" fmla="*/ 2844798 w 8011887"/>
                    <a:gd name="connsiteY2" fmla="*/ 2975430 h 6328228"/>
                    <a:gd name="connsiteX3" fmla="*/ 0 w 8011887"/>
                    <a:gd name="connsiteY3" fmla="*/ 0 h 6328228"/>
                    <a:gd name="connsiteX4" fmla="*/ 6415314 w 8011887"/>
                    <a:gd name="connsiteY4" fmla="*/ 1509486 h 6328228"/>
                    <a:gd name="connsiteX5" fmla="*/ 7634515 w 8011887"/>
                    <a:gd name="connsiteY5" fmla="*/ 754743 h 6328228"/>
                    <a:gd name="connsiteX6" fmla="*/ 7866744 w 8011887"/>
                    <a:gd name="connsiteY6" fmla="*/ 2119086 h 6328228"/>
                    <a:gd name="connsiteX7" fmla="*/ 8011887 w 8011887"/>
                    <a:gd name="connsiteY7" fmla="*/ 3323771 h 6328228"/>
                    <a:gd name="connsiteX8" fmla="*/ 5210628 w 8011887"/>
                    <a:gd name="connsiteY8" fmla="*/ 6328228 h 6328228"/>
                    <a:gd name="connsiteX9" fmla="*/ 4934859 w 8011887"/>
                    <a:gd name="connsiteY9" fmla="*/ 6241142 h 6328228"/>
                    <a:gd name="connsiteX10" fmla="*/ 406401 w 8011887"/>
                    <a:gd name="connsiteY10" fmla="*/ 1828799 h 6328228"/>
                    <a:gd name="connsiteX0" fmla="*/ 420915 w 8026401"/>
                    <a:gd name="connsiteY0" fmla="*/ 1828799 h 6328228"/>
                    <a:gd name="connsiteX1" fmla="*/ 1030514 w 8026401"/>
                    <a:gd name="connsiteY1" fmla="*/ 1146630 h 6328228"/>
                    <a:gd name="connsiteX2" fmla="*/ 2859312 w 8026401"/>
                    <a:gd name="connsiteY2" fmla="*/ 2975430 h 6328228"/>
                    <a:gd name="connsiteX3" fmla="*/ 0 w 8026401"/>
                    <a:gd name="connsiteY3" fmla="*/ 0 h 6328228"/>
                    <a:gd name="connsiteX4" fmla="*/ 6429828 w 8026401"/>
                    <a:gd name="connsiteY4" fmla="*/ 1509486 h 6328228"/>
                    <a:gd name="connsiteX5" fmla="*/ 7649029 w 8026401"/>
                    <a:gd name="connsiteY5" fmla="*/ 754743 h 6328228"/>
                    <a:gd name="connsiteX6" fmla="*/ 7881258 w 8026401"/>
                    <a:gd name="connsiteY6" fmla="*/ 2119086 h 6328228"/>
                    <a:gd name="connsiteX7" fmla="*/ 8026401 w 8026401"/>
                    <a:gd name="connsiteY7" fmla="*/ 3323771 h 6328228"/>
                    <a:gd name="connsiteX8" fmla="*/ 5225142 w 8026401"/>
                    <a:gd name="connsiteY8" fmla="*/ 6328228 h 6328228"/>
                    <a:gd name="connsiteX9" fmla="*/ 4949373 w 8026401"/>
                    <a:gd name="connsiteY9" fmla="*/ 6241142 h 6328228"/>
                    <a:gd name="connsiteX10" fmla="*/ 420915 w 8026401"/>
                    <a:gd name="connsiteY10" fmla="*/ 1828799 h 6328228"/>
                    <a:gd name="connsiteX0" fmla="*/ 420915 w 8026401"/>
                    <a:gd name="connsiteY0" fmla="*/ 1828799 h 6328228"/>
                    <a:gd name="connsiteX1" fmla="*/ 1030514 w 8026401"/>
                    <a:gd name="connsiteY1" fmla="*/ 1146630 h 6328228"/>
                    <a:gd name="connsiteX2" fmla="*/ 2859312 w 8026401"/>
                    <a:gd name="connsiteY2" fmla="*/ 2975430 h 6328228"/>
                    <a:gd name="connsiteX3" fmla="*/ 0 w 8026401"/>
                    <a:gd name="connsiteY3" fmla="*/ 0 h 6328228"/>
                    <a:gd name="connsiteX4" fmla="*/ 1698171 w 8026401"/>
                    <a:gd name="connsiteY4" fmla="*/ 377372 h 6328228"/>
                    <a:gd name="connsiteX5" fmla="*/ 6429828 w 8026401"/>
                    <a:gd name="connsiteY5" fmla="*/ 1509486 h 6328228"/>
                    <a:gd name="connsiteX6" fmla="*/ 7649029 w 8026401"/>
                    <a:gd name="connsiteY6" fmla="*/ 754743 h 6328228"/>
                    <a:gd name="connsiteX7" fmla="*/ 7881258 w 8026401"/>
                    <a:gd name="connsiteY7" fmla="*/ 2119086 h 6328228"/>
                    <a:gd name="connsiteX8" fmla="*/ 8026401 w 8026401"/>
                    <a:gd name="connsiteY8" fmla="*/ 3323771 h 6328228"/>
                    <a:gd name="connsiteX9" fmla="*/ 5225142 w 8026401"/>
                    <a:gd name="connsiteY9" fmla="*/ 6328228 h 6328228"/>
                    <a:gd name="connsiteX10" fmla="*/ 4949373 w 8026401"/>
                    <a:gd name="connsiteY10" fmla="*/ 6241142 h 6328228"/>
                    <a:gd name="connsiteX11" fmla="*/ 420915 w 8026401"/>
                    <a:gd name="connsiteY11" fmla="*/ 1828799 h 6328228"/>
                    <a:gd name="connsiteX0" fmla="*/ 420915 w 8026401"/>
                    <a:gd name="connsiteY0" fmla="*/ 2539998 h 7039427"/>
                    <a:gd name="connsiteX1" fmla="*/ 1030514 w 8026401"/>
                    <a:gd name="connsiteY1" fmla="*/ 1857829 h 7039427"/>
                    <a:gd name="connsiteX2" fmla="*/ 2859312 w 8026401"/>
                    <a:gd name="connsiteY2" fmla="*/ 3686629 h 7039427"/>
                    <a:gd name="connsiteX3" fmla="*/ 0 w 8026401"/>
                    <a:gd name="connsiteY3" fmla="*/ 711199 h 7039427"/>
                    <a:gd name="connsiteX4" fmla="*/ 899885 w 8026401"/>
                    <a:gd name="connsiteY4" fmla="*/ 0 h 7039427"/>
                    <a:gd name="connsiteX5" fmla="*/ 6429828 w 8026401"/>
                    <a:gd name="connsiteY5" fmla="*/ 2220685 h 7039427"/>
                    <a:gd name="connsiteX6" fmla="*/ 7649029 w 8026401"/>
                    <a:gd name="connsiteY6" fmla="*/ 1465942 h 7039427"/>
                    <a:gd name="connsiteX7" fmla="*/ 7881258 w 8026401"/>
                    <a:gd name="connsiteY7" fmla="*/ 2830285 h 7039427"/>
                    <a:gd name="connsiteX8" fmla="*/ 8026401 w 8026401"/>
                    <a:gd name="connsiteY8" fmla="*/ 4034970 h 7039427"/>
                    <a:gd name="connsiteX9" fmla="*/ 5225142 w 8026401"/>
                    <a:gd name="connsiteY9" fmla="*/ 7039427 h 7039427"/>
                    <a:gd name="connsiteX10" fmla="*/ 4949373 w 8026401"/>
                    <a:gd name="connsiteY10" fmla="*/ 6952341 h 7039427"/>
                    <a:gd name="connsiteX11" fmla="*/ 420915 w 8026401"/>
                    <a:gd name="connsiteY11" fmla="*/ 2539998 h 7039427"/>
                    <a:gd name="connsiteX0" fmla="*/ 420915 w 8026401"/>
                    <a:gd name="connsiteY0" fmla="*/ 2665438 h 7164867"/>
                    <a:gd name="connsiteX1" fmla="*/ 1030514 w 8026401"/>
                    <a:gd name="connsiteY1" fmla="*/ 1983269 h 7164867"/>
                    <a:gd name="connsiteX2" fmla="*/ 2859312 w 8026401"/>
                    <a:gd name="connsiteY2" fmla="*/ 3812069 h 7164867"/>
                    <a:gd name="connsiteX3" fmla="*/ 0 w 8026401"/>
                    <a:gd name="connsiteY3" fmla="*/ 836639 h 7164867"/>
                    <a:gd name="connsiteX4" fmla="*/ 899885 w 8026401"/>
                    <a:gd name="connsiteY4" fmla="*/ 125440 h 7164867"/>
                    <a:gd name="connsiteX5" fmla="*/ 6429828 w 8026401"/>
                    <a:gd name="connsiteY5" fmla="*/ 2346125 h 7164867"/>
                    <a:gd name="connsiteX6" fmla="*/ 7649029 w 8026401"/>
                    <a:gd name="connsiteY6" fmla="*/ 1591382 h 7164867"/>
                    <a:gd name="connsiteX7" fmla="*/ 7881258 w 8026401"/>
                    <a:gd name="connsiteY7" fmla="*/ 2955725 h 7164867"/>
                    <a:gd name="connsiteX8" fmla="*/ 8026401 w 8026401"/>
                    <a:gd name="connsiteY8" fmla="*/ 4160410 h 7164867"/>
                    <a:gd name="connsiteX9" fmla="*/ 5225142 w 8026401"/>
                    <a:gd name="connsiteY9" fmla="*/ 7164867 h 7164867"/>
                    <a:gd name="connsiteX10" fmla="*/ 4949373 w 8026401"/>
                    <a:gd name="connsiteY10" fmla="*/ 7077781 h 7164867"/>
                    <a:gd name="connsiteX11" fmla="*/ 420915 w 8026401"/>
                    <a:gd name="connsiteY11" fmla="*/ 2665438 h 7164867"/>
                    <a:gd name="connsiteX0" fmla="*/ 534938 w 8140424"/>
                    <a:gd name="connsiteY0" fmla="*/ 2718214 h 7217643"/>
                    <a:gd name="connsiteX1" fmla="*/ 1144537 w 8140424"/>
                    <a:gd name="connsiteY1" fmla="*/ 2036045 h 7217643"/>
                    <a:gd name="connsiteX2" fmla="*/ 2973335 w 8140424"/>
                    <a:gd name="connsiteY2" fmla="*/ 3864845 h 7217643"/>
                    <a:gd name="connsiteX3" fmla="*/ 114023 w 8140424"/>
                    <a:gd name="connsiteY3" fmla="*/ 889415 h 7217643"/>
                    <a:gd name="connsiteX4" fmla="*/ 1013908 w 8140424"/>
                    <a:gd name="connsiteY4" fmla="*/ 178216 h 7217643"/>
                    <a:gd name="connsiteX5" fmla="*/ 6543851 w 8140424"/>
                    <a:gd name="connsiteY5" fmla="*/ 2398901 h 7217643"/>
                    <a:gd name="connsiteX6" fmla="*/ 7763052 w 8140424"/>
                    <a:gd name="connsiteY6" fmla="*/ 1644158 h 7217643"/>
                    <a:gd name="connsiteX7" fmla="*/ 7995281 w 8140424"/>
                    <a:gd name="connsiteY7" fmla="*/ 3008501 h 7217643"/>
                    <a:gd name="connsiteX8" fmla="*/ 8140424 w 8140424"/>
                    <a:gd name="connsiteY8" fmla="*/ 4213186 h 7217643"/>
                    <a:gd name="connsiteX9" fmla="*/ 5339165 w 8140424"/>
                    <a:gd name="connsiteY9" fmla="*/ 7217643 h 7217643"/>
                    <a:gd name="connsiteX10" fmla="*/ 5063396 w 8140424"/>
                    <a:gd name="connsiteY10" fmla="*/ 7130557 h 7217643"/>
                    <a:gd name="connsiteX11" fmla="*/ 534938 w 8140424"/>
                    <a:gd name="connsiteY11" fmla="*/ 2718214 h 7217643"/>
                    <a:gd name="connsiteX0" fmla="*/ 534938 w 8140424"/>
                    <a:gd name="connsiteY0" fmla="*/ 2718214 h 7217643"/>
                    <a:gd name="connsiteX1" fmla="*/ 1144537 w 8140424"/>
                    <a:gd name="connsiteY1" fmla="*/ 2036045 h 7217643"/>
                    <a:gd name="connsiteX2" fmla="*/ 2973335 w 8140424"/>
                    <a:gd name="connsiteY2" fmla="*/ 3864845 h 7217643"/>
                    <a:gd name="connsiteX3" fmla="*/ 114023 w 8140424"/>
                    <a:gd name="connsiteY3" fmla="*/ 889415 h 7217643"/>
                    <a:gd name="connsiteX4" fmla="*/ 1013908 w 8140424"/>
                    <a:gd name="connsiteY4" fmla="*/ 178216 h 7217643"/>
                    <a:gd name="connsiteX5" fmla="*/ 3510366 w 8140424"/>
                    <a:gd name="connsiteY5" fmla="*/ 1194217 h 7217643"/>
                    <a:gd name="connsiteX6" fmla="*/ 6543851 w 8140424"/>
                    <a:gd name="connsiteY6" fmla="*/ 2398901 h 7217643"/>
                    <a:gd name="connsiteX7" fmla="*/ 7763052 w 8140424"/>
                    <a:gd name="connsiteY7" fmla="*/ 1644158 h 7217643"/>
                    <a:gd name="connsiteX8" fmla="*/ 7995281 w 8140424"/>
                    <a:gd name="connsiteY8" fmla="*/ 3008501 h 7217643"/>
                    <a:gd name="connsiteX9" fmla="*/ 8140424 w 8140424"/>
                    <a:gd name="connsiteY9" fmla="*/ 4213186 h 7217643"/>
                    <a:gd name="connsiteX10" fmla="*/ 5339165 w 8140424"/>
                    <a:gd name="connsiteY10" fmla="*/ 7217643 h 7217643"/>
                    <a:gd name="connsiteX11" fmla="*/ 5063396 w 8140424"/>
                    <a:gd name="connsiteY11" fmla="*/ 7130557 h 7217643"/>
                    <a:gd name="connsiteX12" fmla="*/ 534938 w 8140424"/>
                    <a:gd name="connsiteY12" fmla="*/ 2718214 h 7217643"/>
                    <a:gd name="connsiteX0" fmla="*/ 534938 w 8140424"/>
                    <a:gd name="connsiteY0" fmla="*/ 2718214 h 7217643"/>
                    <a:gd name="connsiteX1" fmla="*/ 1144537 w 8140424"/>
                    <a:gd name="connsiteY1" fmla="*/ 2036045 h 7217643"/>
                    <a:gd name="connsiteX2" fmla="*/ 2973335 w 8140424"/>
                    <a:gd name="connsiteY2" fmla="*/ 3864845 h 7217643"/>
                    <a:gd name="connsiteX3" fmla="*/ 114023 w 8140424"/>
                    <a:gd name="connsiteY3" fmla="*/ 889415 h 7217643"/>
                    <a:gd name="connsiteX4" fmla="*/ 1013908 w 8140424"/>
                    <a:gd name="connsiteY4" fmla="*/ 178216 h 7217643"/>
                    <a:gd name="connsiteX5" fmla="*/ 3379737 w 8140424"/>
                    <a:gd name="connsiteY5" fmla="*/ 2631131 h 7217643"/>
                    <a:gd name="connsiteX6" fmla="*/ 6543851 w 8140424"/>
                    <a:gd name="connsiteY6" fmla="*/ 2398901 h 7217643"/>
                    <a:gd name="connsiteX7" fmla="*/ 7763052 w 8140424"/>
                    <a:gd name="connsiteY7" fmla="*/ 1644158 h 7217643"/>
                    <a:gd name="connsiteX8" fmla="*/ 7995281 w 8140424"/>
                    <a:gd name="connsiteY8" fmla="*/ 3008501 h 7217643"/>
                    <a:gd name="connsiteX9" fmla="*/ 8140424 w 8140424"/>
                    <a:gd name="connsiteY9" fmla="*/ 4213186 h 7217643"/>
                    <a:gd name="connsiteX10" fmla="*/ 5339165 w 8140424"/>
                    <a:gd name="connsiteY10" fmla="*/ 7217643 h 7217643"/>
                    <a:gd name="connsiteX11" fmla="*/ 5063396 w 8140424"/>
                    <a:gd name="connsiteY11" fmla="*/ 7130557 h 7217643"/>
                    <a:gd name="connsiteX12" fmla="*/ 534938 w 8140424"/>
                    <a:gd name="connsiteY12" fmla="*/ 2718214 h 7217643"/>
                    <a:gd name="connsiteX0" fmla="*/ 534938 w 8140424"/>
                    <a:gd name="connsiteY0" fmla="*/ 2718214 h 7217643"/>
                    <a:gd name="connsiteX1" fmla="*/ 1144537 w 8140424"/>
                    <a:gd name="connsiteY1" fmla="*/ 2036045 h 7217643"/>
                    <a:gd name="connsiteX2" fmla="*/ 2973335 w 8140424"/>
                    <a:gd name="connsiteY2" fmla="*/ 3864845 h 7217643"/>
                    <a:gd name="connsiteX3" fmla="*/ 114023 w 8140424"/>
                    <a:gd name="connsiteY3" fmla="*/ 889415 h 7217643"/>
                    <a:gd name="connsiteX4" fmla="*/ 1013908 w 8140424"/>
                    <a:gd name="connsiteY4" fmla="*/ 178216 h 7217643"/>
                    <a:gd name="connsiteX5" fmla="*/ 3437794 w 8140424"/>
                    <a:gd name="connsiteY5" fmla="*/ 2616616 h 7217643"/>
                    <a:gd name="connsiteX6" fmla="*/ 6543851 w 8140424"/>
                    <a:gd name="connsiteY6" fmla="*/ 2398901 h 7217643"/>
                    <a:gd name="connsiteX7" fmla="*/ 7763052 w 8140424"/>
                    <a:gd name="connsiteY7" fmla="*/ 1644158 h 7217643"/>
                    <a:gd name="connsiteX8" fmla="*/ 7995281 w 8140424"/>
                    <a:gd name="connsiteY8" fmla="*/ 3008501 h 7217643"/>
                    <a:gd name="connsiteX9" fmla="*/ 8140424 w 8140424"/>
                    <a:gd name="connsiteY9" fmla="*/ 4213186 h 7217643"/>
                    <a:gd name="connsiteX10" fmla="*/ 5339165 w 8140424"/>
                    <a:gd name="connsiteY10" fmla="*/ 7217643 h 7217643"/>
                    <a:gd name="connsiteX11" fmla="*/ 5063396 w 8140424"/>
                    <a:gd name="connsiteY11" fmla="*/ 7130557 h 7217643"/>
                    <a:gd name="connsiteX12" fmla="*/ 534938 w 8140424"/>
                    <a:gd name="connsiteY12" fmla="*/ 2718214 h 7217643"/>
                    <a:gd name="connsiteX0" fmla="*/ 534938 w 8140424"/>
                    <a:gd name="connsiteY0" fmla="*/ 2718214 h 7217643"/>
                    <a:gd name="connsiteX1" fmla="*/ 1144537 w 8140424"/>
                    <a:gd name="connsiteY1" fmla="*/ 2036045 h 7217643"/>
                    <a:gd name="connsiteX2" fmla="*/ 2973335 w 8140424"/>
                    <a:gd name="connsiteY2" fmla="*/ 3864845 h 7217643"/>
                    <a:gd name="connsiteX3" fmla="*/ 114023 w 8140424"/>
                    <a:gd name="connsiteY3" fmla="*/ 889415 h 7217643"/>
                    <a:gd name="connsiteX4" fmla="*/ 1013908 w 8140424"/>
                    <a:gd name="connsiteY4" fmla="*/ 178216 h 7217643"/>
                    <a:gd name="connsiteX5" fmla="*/ 3437794 w 8140424"/>
                    <a:gd name="connsiteY5" fmla="*/ 2616616 h 7217643"/>
                    <a:gd name="connsiteX6" fmla="*/ 4932766 w 8140424"/>
                    <a:gd name="connsiteY6" fmla="*/ 2471474 h 7217643"/>
                    <a:gd name="connsiteX7" fmla="*/ 6543851 w 8140424"/>
                    <a:gd name="connsiteY7" fmla="*/ 2398901 h 7217643"/>
                    <a:gd name="connsiteX8" fmla="*/ 7763052 w 8140424"/>
                    <a:gd name="connsiteY8" fmla="*/ 1644158 h 7217643"/>
                    <a:gd name="connsiteX9" fmla="*/ 7995281 w 8140424"/>
                    <a:gd name="connsiteY9" fmla="*/ 3008501 h 7217643"/>
                    <a:gd name="connsiteX10" fmla="*/ 8140424 w 8140424"/>
                    <a:gd name="connsiteY10" fmla="*/ 4213186 h 7217643"/>
                    <a:gd name="connsiteX11" fmla="*/ 5339165 w 8140424"/>
                    <a:gd name="connsiteY11" fmla="*/ 7217643 h 7217643"/>
                    <a:gd name="connsiteX12" fmla="*/ 5063396 w 8140424"/>
                    <a:gd name="connsiteY12" fmla="*/ 7130557 h 7217643"/>
                    <a:gd name="connsiteX13" fmla="*/ 534938 w 8140424"/>
                    <a:gd name="connsiteY13" fmla="*/ 2718214 h 7217643"/>
                    <a:gd name="connsiteX0" fmla="*/ 534938 w 8140424"/>
                    <a:gd name="connsiteY0" fmla="*/ 2859312 h 7358741"/>
                    <a:gd name="connsiteX1" fmla="*/ 1144537 w 8140424"/>
                    <a:gd name="connsiteY1" fmla="*/ 2177143 h 7358741"/>
                    <a:gd name="connsiteX2" fmla="*/ 2973335 w 8140424"/>
                    <a:gd name="connsiteY2" fmla="*/ 4005943 h 7358741"/>
                    <a:gd name="connsiteX3" fmla="*/ 114023 w 8140424"/>
                    <a:gd name="connsiteY3" fmla="*/ 1030513 h 7358741"/>
                    <a:gd name="connsiteX4" fmla="*/ 1013908 w 8140424"/>
                    <a:gd name="connsiteY4" fmla="*/ 319314 h 7358741"/>
                    <a:gd name="connsiteX5" fmla="*/ 3437794 w 8140424"/>
                    <a:gd name="connsiteY5" fmla="*/ 2757714 h 7358741"/>
                    <a:gd name="connsiteX6" fmla="*/ 723623 w 8140424"/>
                    <a:gd name="connsiteY6" fmla="*/ 0 h 7358741"/>
                    <a:gd name="connsiteX7" fmla="*/ 6543851 w 8140424"/>
                    <a:gd name="connsiteY7" fmla="*/ 2539999 h 7358741"/>
                    <a:gd name="connsiteX8" fmla="*/ 7763052 w 8140424"/>
                    <a:gd name="connsiteY8" fmla="*/ 1785256 h 7358741"/>
                    <a:gd name="connsiteX9" fmla="*/ 7995281 w 8140424"/>
                    <a:gd name="connsiteY9" fmla="*/ 3149599 h 7358741"/>
                    <a:gd name="connsiteX10" fmla="*/ 8140424 w 8140424"/>
                    <a:gd name="connsiteY10" fmla="*/ 4354284 h 7358741"/>
                    <a:gd name="connsiteX11" fmla="*/ 5339165 w 8140424"/>
                    <a:gd name="connsiteY11" fmla="*/ 7358741 h 7358741"/>
                    <a:gd name="connsiteX12" fmla="*/ 5063396 w 8140424"/>
                    <a:gd name="connsiteY12" fmla="*/ 7271655 h 7358741"/>
                    <a:gd name="connsiteX13" fmla="*/ 534938 w 8140424"/>
                    <a:gd name="connsiteY13" fmla="*/ 2859312 h 7358741"/>
                    <a:gd name="connsiteX0" fmla="*/ 534938 w 8140424"/>
                    <a:gd name="connsiteY0" fmla="*/ 2859312 h 7358741"/>
                    <a:gd name="connsiteX1" fmla="*/ 1144537 w 8140424"/>
                    <a:gd name="connsiteY1" fmla="*/ 2177143 h 7358741"/>
                    <a:gd name="connsiteX2" fmla="*/ 2973335 w 8140424"/>
                    <a:gd name="connsiteY2" fmla="*/ 4005943 h 7358741"/>
                    <a:gd name="connsiteX3" fmla="*/ 114023 w 8140424"/>
                    <a:gd name="connsiteY3" fmla="*/ 1030513 h 7358741"/>
                    <a:gd name="connsiteX4" fmla="*/ 1013908 w 8140424"/>
                    <a:gd name="connsiteY4" fmla="*/ 319314 h 7358741"/>
                    <a:gd name="connsiteX5" fmla="*/ 3437794 w 8140424"/>
                    <a:gd name="connsiteY5" fmla="*/ 2757714 h 7358741"/>
                    <a:gd name="connsiteX6" fmla="*/ 723623 w 8140424"/>
                    <a:gd name="connsiteY6" fmla="*/ 0 h 7358741"/>
                    <a:gd name="connsiteX7" fmla="*/ 3713566 w 8140424"/>
                    <a:gd name="connsiteY7" fmla="*/ 1291772 h 7358741"/>
                    <a:gd name="connsiteX8" fmla="*/ 6543851 w 8140424"/>
                    <a:gd name="connsiteY8" fmla="*/ 2539999 h 7358741"/>
                    <a:gd name="connsiteX9" fmla="*/ 7763052 w 8140424"/>
                    <a:gd name="connsiteY9" fmla="*/ 1785256 h 7358741"/>
                    <a:gd name="connsiteX10" fmla="*/ 7995281 w 8140424"/>
                    <a:gd name="connsiteY10" fmla="*/ 3149599 h 7358741"/>
                    <a:gd name="connsiteX11" fmla="*/ 8140424 w 8140424"/>
                    <a:gd name="connsiteY11" fmla="*/ 4354284 h 7358741"/>
                    <a:gd name="connsiteX12" fmla="*/ 5339165 w 8140424"/>
                    <a:gd name="connsiteY12" fmla="*/ 7358741 h 7358741"/>
                    <a:gd name="connsiteX13" fmla="*/ 5063396 w 8140424"/>
                    <a:gd name="connsiteY13" fmla="*/ 7271655 h 7358741"/>
                    <a:gd name="connsiteX14" fmla="*/ 534938 w 8140424"/>
                    <a:gd name="connsiteY14" fmla="*/ 2859312 h 7358741"/>
                    <a:gd name="connsiteX0" fmla="*/ 534938 w 8140424"/>
                    <a:gd name="connsiteY0" fmla="*/ 3555997 h 8055426"/>
                    <a:gd name="connsiteX1" fmla="*/ 1144537 w 8140424"/>
                    <a:gd name="connsiteY1" fmla="*/ 2873828 h 8055426"/>
                    <a:gd name="connsiteX2" fmla="*/ 2973335 w 8140424"/>
                    <a:gd name="connsiteY2" fmla="*/ 4702628 h 8055426"/>
                    <a:gd name="connsiteX3" fmla="*/ 114023 w 8140424"/>
                    <a:gd name="connsiteY3" fmla="*/ 1727198 h 8055426"/>
                    <a:gd name="connsiteX4" fmla="*/ 1013908 w 8140424"/>
                    <a:gd name="connsiteY4" fmla="*/ 1015999 h 8055426"/>
                    <a:gd name="connsiteX5" fmla="*/ 3437794 w 8140424"/>
                    <a:gd name="connsiteY5" fmla="*/ 3454399 h 8055426"/>
                    <a:gd name="connsiteX6" fmla="*/ 723623 w 8140424"/>
                    <a:gd name="connsiteY6" fmla="*/ 696685 h 8055426"/>
                    <a:gd name="connsiteX7" fmla="*/ 1696080 w 8140424"/>
                    <a:gd name="connsiteY7" fmla="*/ 0 h 8055426"/>
                    <a:gd name="connsiteX8" fmla="*/ 6543851 w 8140424"/>
                    <a:gd name="connsiteY8" fmla="*/ 3236684 h 8055426"/>
                    <a:gd name="connsiteX9" fmla="*/ 7763052 w 8140424"/>
                    <a:gd name="connsiteY9" fmla="*/ 2481941 h 8055426"/>
                    <a:gd name="connsiteX10" fmla="*/ 7995281 w 8140424"/>
                    <a:gd name="connsiteY10" fmla="*/ 3846284 h 8055426"/>
                    <a:gd name="connsiteX11" fmla="*/ 8140424 w 8140424"/>
                    <a:gd name="connsiteY11" fmla="*/ 5050969 h 8055426"/>
                    <a:gd name="connsiteX12" fmla="*/ 5339165 w 8140424"/>
                    <a:gd name="connsiteY12" fmla="*/ 8055426 h 8055426"/>
                    <a:gd name="connsiteX13" fmla="*/ 5063396 w 8140424"/>
                    <a:gd name="connsiteY13" fmla="*/ 7968340 h 8055426"/>
                    <a:gd name="connsiteX14" fmla="*/ 534938 w 8140424"/>
                    <a:gd name="connsiteY14" fmla="*/ 3555997 h 8055426"/>
                    <a:gd name="connsiteX0" fmla="*/ 534938 w 8140424"/>
                    <a:gd name="connsiteY0" fmla="*/ 3662537 h 8161966"/>
                    <a:gd name="connsiteX1" fmla="*/ 1144537 w 8140424"/>
                    <a:gd name="connsiteY1" fmla="*/ 2980368 h 8161966"/>
                    <a:gd name="connsiteX2" fmla="*/ 2973335 w 8140424"/>
                    <a:gd name="connsiteY2" fmla="*/ 4809168 h 8161966"/>
                    <a:gd name="connsiteX3" fmla="*/ 114023 w 8140424"/>
                    <a:gd name="connsiteY3" fmla="*/ 1833738 h 8161966"/>
                    <a:gd name="connsiteX4" fmla="*/ 1013908 w 8140424"/>
                    <a:gd name="connsiteY4" fmla="*/ 1122539 h 8161966"/>
                    <a:gd name="connsiteX5" fmla="*/ 3437794 w 8140424"/>
                    <a:gd name="connsiteY5" fmla="*/ 3560939 h 8161966"/>
                    <a:gd name="connsiteX6" fmla="*/ 723623 w 8140424"/>
                    <a:gd name="connsiteY6" fmla="*/ 803225 h 8161966"/>
                    <a:gd name="connsiteX7" fmla="*/ 1696080 w 8140424"/>
                    <a:gd name="connsiteY7" fmla="*/ 106540 h 8161966"/>
                    <a:gd name="connsiteX8" fmla="*/ 6543851 w 8140424"/>
                    <a:gd name="connsiteY8" fmla="*/ 3343224 h 8161966"/>
                    <a:gd name="connsiteX9" fmla="*/ 7763052 w 8140424"/>
                    <a:gd name="connsiteY9" fmla="*/ 2588481 h 8161966"/>
                    <a:gd name="connsiteX10" fmla="*/ 7995281 w 8140424"/>
                    <a:gd name="connsiteY10" fmla="*/ 3952824 h 8161966"/>
                    <a:gd name="connsiteX11" fmla="*/ 8140424 w 8140424"/>
                    <a:gd name="connsiteY11" fmla="*/ 5157509 h 8161966"/>
                    <a:gd name="connsiteX12" fmla="*/ 5339165 w 8140424"/>
                    <a:gd name="connsiteY12" fmla="*/ 8161966 h 8161966"/>
                    <a:gd name="connsiteX13" fmla="*/ 5063396 w 8140424"/>
                    <a:gd name="connsiteY13" fmla="*/ 8074880 h 8161966"/>
                    <a:gd name="connsiteX14" fmla="*/ 534938 w 8140424"/>
                    <a:gd name="connsiteY14" fmla="*/ 3662537 h 8161966"/>
                    <a:gd name="connsiteX0" fmla="*/ 534938 w 8140424"/>
                    <a:gd name="connsiteY0" fmla="*/ 3662537 h 8161966"/>
                    <a:gd name="connsiteX1" fmla="*/ 1144537 w 8140424"/>
                    <a:gd name="connsiteY1" fmla="*/ 2980368 h 8161966"/>
                    <a:gd name="connsiteX2" fmla="*/ 2973335 w 8140424"/>
                    <a:gd name="connsiteY2" fmla="*/ 4809168 h 8161966"/>
                    <a:gd name="connsiteX3" fmla="*/ 114023 w 8140424"/>
                    <a:gd name="connsiteY3" fmla="*/ 1833738 h 8161966"/>
                    <a:gd name="connsiteX4" fmla="*/ 1013908 w 8140424"/>
                    <a:gd name="connsiteY4" fmla="*/ 1122539 h 8161966"/>
                    <a:gd name="connsiteX5" fmla="*/ 3437794 w 8140424"/>
                    <a:gd name="connsiteY5" fmla="*/ 3560939 h 8161966"/>
                    <a:gd name="connsiteX6" fmla="*/ 723623 w 8140424"/>
                    <a:gd name="connsiteY6" fmla="*/ 803225 h 8161966"/>
                    <a:gd name="connsiteX7" fmla="*/ 1725109 w 8140424"/>
                    <a:gd name="connsiteY7" fmla="*/ 106540 h 8161966"/>
                    <a:gd name="connsiteX8" fmla="*/ 6543851 w 8140424"/>
                    <a:gd name="connsiteY8" fmla="*/ 3343224 h 8161966"/>
                    <a:gd name="connsiteX9" fmla="*/ 7763052 w 8140424"/>
                    <a:gd name="connsiteY9" fmla="*/ 2588481 h 8161966"/>
                    <a:gd name="connsiteX10" fmla="*/ 7995281 w 8140424"/>
                    <a:gd name="connsiteY10" fmla="*/ 3952824 h 8161966"/>
                    <a:gd name="connsiteX11" fmla="*/ 8140424 w 8140424"/>
                    <a:gd name="connsiteY11" fmla="*/ 5157509 h 8161966"/>
                    <a:gd name="connsiteX12" fmla="*/ 5339165 w 8140424"/>
                    <a:gd name="connsiteY12" fmla="*/ 8161966 h 8161966"/>
                    <a:gd name="connsiteX13" fmla="*/ 5063396 w 8140424"/>
                    <a:gd name="connsiteY13" fmla="*/ 8074880 h 8161966"/>
                    <a:gd name="connsiteX14" fmla="*/ 534938 w 8140424"/>
                    <a:gd name="connsiteY14" fmla="*/ 3662537 h 8161966"/>
                    <a:gd name="connsiteX0" fmla="*/ 534938 w 8140424"/>
                    <a:gd name="connsiteY0" fmla="*/ 3722591 h 8222020"/>
                    <a:gd name="connsiteX1" fmla="*/ 1144537 w 8140424"/>
                    <a:gd name="connsiteY1" fmla="*/ 3040422 h 8222020"/>
                    <a:gd name="connsiteX2" fmla="*/ 2973335 w 8140424"/>
                    <a:gd name="connsiteY2" fmla="*/ 4869222 h 8222020"/>
                    <a:gd name="connsiteX3" fmla="*/ 114023 w 8140424"/>
                    <a:gd name="connsiteY3" fmla="*/ 1893792 h 8222020"/>
                    <a:gd name="connsiteX4" fmla="*/ 1013908 w 8140424"/>
                    <a:gd name="connsiteY4" fmla="*/ 1182593 h 8222020"/>
                    <a:gd name="connsiteX5" fmla="*/ 3437794 w 8140424"/>
                    <a:gd name="connsiteY5" fmla="*/ 3620993 h 8222020"/>
                    <a:gd name="connsiteX6" fmla="*/ 723623 w 8140424"/>
                    <a:gd name="connsiteY6" fmla="*/ 863279 h 8222020"/>
                    <a:gd name="connsiteX7" fmla="*/ 1725109 w 8140424"/>
                    <a:gd name="connsiteY7" fmla="*/ 166594 h 8222020"/>
                    <a:gd name="connsiteX8" fmla="*/ 6543851 w 8140424"/>
                    <a:gd name="connsiteY8" fmla="*/ 3403278 h 8222020"/>
                    <a:gd name="connsiteX9" fmla="*/ 7763052 w 8140424"/>
                    <a:gd name="connsiteY9" fmla="*/ 2648535 h 8222020"/>
                    <a:gd name="connsiteX10" fmla="*/ 7995281 w 8140424"/>
                    <a:gd name="connsiteY10" fmla="*/ 4012878 h 8222020"/>
                    <a:gd name="connsiteX11" fmla="*/ 8140424 w 8140424"/>
                    <a:gd name="connsiteY11" fmla="*/ 5217563 h 8222020"/>
                    <a:gd name="connsiteX12" fmla="*/ 5339165 w 8140424"/>
                    <a:gd name="connsiteY12" fmla="*/ 8222020 h 8222020"/>
                    <a:gd name="connsiteX13" fmla="*/ 5063396 w 8140424"/>
                    <a:gd name="connsiteY13" fmla="*/ 8134934 h 8222020"/>
                    <a:gd name="connsiteX14" fmla="*/ 534938 w 8140424"/>
                    <a:gd name="connsiteY14" fmla="*/ 3722591 h 822202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6543851 w 8140424"/>
                    <a:gd name="connsiteY8" fmla="*/ 3428628 h 8247370"/>
                    <a:gd name="connsiteX9" fmla="*/ 7763052 w 8140424"/>
                    <a:gd name="connsiteY9" fmla="*/ 2673885 h 8247370"/>
                    <a:gd name="connsiteX10" fmla="*/ 7995281 w 8140424"/>
                    <a:gd name="connsiteY10" fmla="*/ 4038228 h 8247370"/>
                    <a:gd name="connsiteX11" fmla="*/ 8140424 w 8140424"/>
                    <a:gd name="connsiteY11" fmla="*/ 5242913 h 8247370"/>
                    <a:gd name="connsiteX12" fmla="*/ 5339165 w 8140424"/>
                    <a:gd name="connsiteY12" fmla="*/ 8247370 h 8247370"/>
                    <a:gd name="connsiteX13" fmla="*/ 5063396 w 8140424"/>
                    <a:gd name="connsiteY13" fmla="*/ 8160284 h 8247370"/>
                    <a:gd name="connsiteX14" fmla="*/ 534938 w 8140424"/>
                    <a:gd name="connsiteY14" fmla="*/ 3747941 h 824737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3931280 w 8140424"/>
                    <a:gd name="connsiteY8" fmla="*/ 1672401 h 8247370"/>
                    <a:gd name="connsiteX9" fmla="*/ 6543851 w 8140424"/>
                    <a:gd name="connsiteY9" fmla="*/ 3428628 h 8247370"/>
                    <a:gd name="connsiteX10" fmla="*/ 7763052 w 8140424"/>
                    <a:gd name="connsiteY10" fmla="*/ 2673885 h 8247370"/>
                    <a:gd name="connsiteX11" fmla="*/ 7995281 w 8140424"/>
                    <a:gd name="connsiteY11" fmla="*/ 4038228 h 8247370"/>
                    <a:gd name="connsiteX12" fmla="*/ 8140424 w 8140424"/>
                    <a:gd name="connsiteY12" fmla="*/ 5242913 h 8247370"/>
                    <a:gd name="connsiteX13" fmla="*/ 5339165 w 8140424"/>
                    <a:gd name="connsiteY13" fmla="*/ 8247370 h 8247370"/>
                    <a:gd name="connsiteX14" fmla="*/ 5063396 w 8140424"/>
                    <a:gd name="connsiteY14" fmla="*/ 8160284 h 8247370"/>
                    <a:gd name="connsiteX15" fmla="*/ 534938 w 8140424"/>
                    <a:gd name="connsiteY15" fmla="*/ 3747941 h 824737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4090938 w 8140424"/>
                    <a:gd name="connsiteY8" fmla="*/ 2673887 h 8247370"/>
                    <a:gd name="connsiteX9" fmla="*/ 6543851 w 8140424"/>
                    <a:gd name="connsiteY9" fmla="*/ 3428628 h 8247370"/>
                    <a:gd name="connsiteX10" fmla="*/ 7763052 w 8140424"/>
                    <a:gd name="connsiteY10" fmla="*/ 2673885 h 8247370"/>
                    <a:gd name="connsiteX11" fmla="*/ 7995281 w 8140424"/>
                    <a:gd name="connsiteY11" fmla="*/ 4038228 h 8247370"/>
                    <a:gd name="connsiteX12" fmla="*/ 8140424 w 8140424"/>
                    <a:gd name="connsiteY12" fmla="*/ 5242913 h 8247370"/>
                    <a:gd name="connsiteX13" fmla="*/ 5339165 w 8140424"/>
                    <a:gd name="connsiteY13" fmla="*/ 8247370 h 8247370"/>
                    <a:gd name="connsiteX14" fmla="*/ 5063396 w 8140424"/>
                    <a:gd name="connsiteY14" fmla="*/ 8160284 h 8247370"/>
                    <a:gd name="connsiteX15" fmla="*/ 534938 w 8140424"/>
                    <a:gd name="connsiteY15" fmla="*/ 3747941 h 824737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4090938 w 8140424"/>
                    <a:gd name="connsiteY8" fmla="*/ 2673887 h 8247370"/>
                    <a:gd name="connsiteX9" fmla="*/ 5847166 w 8140424"/>
                    <a:gd name="connsiteY9" fmla="*/ 3196401 h 8247370"/>
                    <a:gd name="connsiteX10" fmla="*/ 6543851 w 8140424"/>
                    <a:gd name="connsiteY10" fmla="*/ 3428628 h 8247370"/>
                    <a:gd name="connsiteX11" fmla="*/ 7763052 w 8140424"/>
                    <a:gd name="connsiteY11" fmla="*/ 2673885 h 8247370"/>
                    <a:gd name="connsiteX12" fmla="*/ 7995281 w 8140424"/>
                    <a:gd name="connsiteY12" fmla="*/ 4038228 h 8247370"/>
                    <a:gd name="connsiteX13" fmla="*/ 8140424 w 8140424"/>
                    <a:gd name="connsiteY13" fmla="*/ 5242913 h 8247370"/>
                    <a:gd name="connsiteX14" fmla="*/ 5339165 w 8140424"/>
                    <a:gd name="connsiteY14" fmla="*/ 8247370 h 8247370"/>
                    <a:gd name="connsiteX15" fmla="*/ 5063396 w 8140424"/>
                    <a:gd name="connsiteY15" fmla="*/ 8160284 h 8247370"/>
                    <a:gd name="connsiteX16" fmla="*/ 534938 w 8140424"/>
                    <a:gd name="connsiteY16" fmla="*/ 3747941 h 824737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4090938 w 8140424"/>
                    <a:gd name="connsiteY8" fmla="*/ 2673887 h 8247370"/>
                    <a:gd name="connsiteX9" fmla="*/ 2058937 w 8140424"/>
                    <a:gd name="connsiteY9" fmla="*/ 540287 h 8247370"/>
                    <a:gd name="connsiteX10" fmla="*/ 6543851 w 8140424"/>
                    <a:gd name="connsiteY10" fmla="*/ 3428628 h 8247370"/>
                    <a:gd name="connsiteX11" fmla="*/ 7763052 w 8140424"/>
                    <a:gd name="connsiteY11" fmla="*/ 2673885 h 8247370"/>
                    <a:gd name="connsiteX12" fmla="*/ 7995281 w 8140424"/>
                    <a:gd name="connsiteY12" fmla="*/ 4038228 h 8247370"/>
                    <a:gd name="connsiteX13" fmla="*/ 8140424 w 8140424"/>
                    <a:gd name="connsiteY13" fmla="*/ 5242913 h 8247370"/>
                    <a:gd name="connsiteX14" fmla="*/ 5339165 w 8140424"/>
                    <a:gd name="connsiteY14" fmla="*/ 8247370 h 8247370"/>
                    <a:gd name="connsiteX15" fmla="*/ 5063396 w 8140424"/>
                    <a:gd name="connsiteY15" fmla="*/ 8160284 h 8247370"/>
                    <a:gd name="connsiteX16" fmla="*/ 534938 w 8140424"/>
                    <a:gd name="connsiteY16" fmla="*/ 3747941 h 824737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4090938 w 8140424"/>
                    <a:gd name="connsiteY8" fmla="*/ 2673887 h 8247370"/>
                    <a:gd name="connsiteX9" fmla="*/ 2102480 w 8140424"/>
                    <a:gd name="connsiteY9" fmla="*/ 540287 h 8247370"/>
                    <a:gd name="connsiteX10" fmla="*/ 6543851 w 8140424"/>
                    <a:gd name="connsiteY10" fmla="*/ 3428628 h 8247370"/>
                    <a:gd name="connsiteX11" fmla="*/ 7763052 w 8140424"/>
                    <a:gd name="connsiteY11" fmla="*/ 2673885 h 8247370"/>
                    <a:gd name="connsiteX12" fmla="*/ 7995281 w 8140424"/>
                    <a:gd name="connsiteY12" fmla="*/ 4038228 h 8247370"/>
                    <a:gd name="connsiteX13" fmla="*/ 8140424 w 8140424"/>
                    <a:gd name="connsiteY13" fmla="*/ 5242913 h 8247370"/>
                    <a:gd name="connsiteX14" fmla="*/ 5339165 w 8140424"/>
                    <a:gd name="connsiteY14" fmla="*/ 8247370 h 8247370"/>
                    <a:gd name="connsiteX15" fmla="*/ 5063396 w 8140424"/>
                    <a:gd name="connsiteY15" fmla="*/ 8160284 h 8247370"/>
                    <a:gd name="connsiteX16" fmla="*/ 534938 w 8140424"/>
                    <a:gd name="connsiteY16" fmla="*/ 3747941 h 8247370"/>
                    <a:gd name="connsiteX0" fmla="*/ 534938 w 8140424"/>
                    <a:gd name="connsiteY0" fmla="*/ 3747941 h 8247370"/>
                    <a:gd name="connsiteX1" fmla="*/ 1144537 w 8140424"/>
                    <a:gd name="connsiteY1" fmla="*/ 3065772 h 8247370"/>
                    <a:gd name="connsiteX2" fmla="*/ 2973335 w 8140424"/>
                    <a:gd name="connsiteY2" fmla="*/ 4894572 h 8247370"/>
                    <a:gd name="connsiteX3" fmla="*/ 114023 w 8140424"/>
                    <a:gd name="connsiteY3" fmla="*/ 1919142 h 8247370"/>
                    <a:gd name="connsiteX4" fmla="*/ 1013908 w 8140424"/>
                    <a:gd name="connsiteY4" fmla="*/ 1207943 h 8247370"/>
                    <a:gd name="connsiteX5" fmla="*/ 3437794 w 8140424"/>
                    <a:gd name="connsiteY5" fmla="*/ 3646343 h 8247370"/>
                    <a:gd name="connsiteX6" fmla="*/ 723623 w 8140424"/>
                    <a:gd name="connsiteY6" fmla="*/ 888629 h 8247370"/>
                    <a:gd name="connsiteX7" fmla="*/ 1725109 w 8140424"/>
                    <a:gd name="connsiteY7" fmla="*/ 191944 h 8247370"/>
                    <a:gd name="connsiteX8" fmla="*/ 4090938 w 8140424"/>
                    <a:gd name="connsiteY8" fmla="*/ 2673887 h 8247370"/>
                    <a:gd name="connsiteX9" fmla="*/ 2102480 w 8140424"/>
                    <a:gd name="connsiteY9" fmla="*/ 540287 h 8247370"/>
                    <a:gd name="connsiteX10" fmla="*/ 3887737 w 8140424"/>
                    <a:gd name="connsiteY10" fmla="*/ 1730458 h 8247370"/>
                    <a:gd name="connsiteX11" fmla="*/ 6543851 w 8140424"/>
                    <a:gd name="connsiteY11" fmla="*/ 3428628 h 8247370"/>
                    <a:gd name="connsiteX12" fmla="*/ 7763052 w 8140424"/>
                    <a:gd name="connsiteY12" fmla="*/ 2673885 h 8247370"/>
                    <a:gd name="connsiteX13" fmla="*/ 7995281 w 8140424"/>
                    <a:gd name="connsiteY13" fmla="*/ 4038228 h 8247370"/>
                    <a:gd name="connsiteX14" fmla="*/ 8140424 w 8140424"/>
                    <a:gd name="connsiteY14" fmla="*/ 5242913 h 8247370"/>
                    <a:gd name="connsiteX15" fmla="*/ 5339165 w 8140424"/>
                    <a:gd name="connsiteY15" fmla="*/ 8247370 h 8247370"/>
                    <a:gd name="connsiteX16" fmla="*/ 5063396 w 8140424"/>
                    <a:gd name="connsiteY16" fmla="*/ 8160284 h 8247370"/>
                    <a:gd name="connsiteX17" fmla="*/ 534938 w 8140424"/>
                    <a:gd name="connsiteY17" fmla="*/ 3747941 h 8247370"/>
                    <a:gd name="connsiteX0" fmla="*/ 534938 w 8140424"/>
                    <a:gd name="connsiteY0" fmla="*/ 3773711 h 8273140"/>
                    <a:gd name="connsiteX1" fmla="*/ 1144537 w 8140424"/>
                    <a:gd name="connsiteY1" fmla="*/ 3091542 h 8273140"/>
                    <a:gd name="connsiteX2" fmla="*/ 2973335 w 8140424"/>
                    <a:gd name="connsiteY2" fmla="*/ 4920342 h 8273140"/>
                    <a:gd name="connsiteX3" fmla="*/ 114023 w 8140424"/>
                    <a:gd name="connsiteY3" fmla="*/ 1944912 h 8273140"/>
                    <a:gd name="connsiteX4" fmla="*/ 1013908 w 8140424"/>
                    <a:gd name="connsiteY4" fmla="*/ 1233713 h 8273140"/>
                    <a:gd name="connsiteX5" fmla="*/ 3437794 w 8140424"/>
                    <a:gd name="connsiteY5" fmla="*/ 3672113 h 8273140"/>
                    <a:gd name="connsiteX6" fmla="*/ 723623 w 8140424"/>
                    <a:gd name="connsiteY6" fmla="*/ 914399 h 8273140"/>
                    <a:gd name="connsiteX7" fmla="*/ 1725109 w 8140424"/>
                    <a:gd name="connsiteY7" fmla="*/ 217714 h 8273140"/>
                    <a:gd name="connsiteX8" fmla="*/ 4090938 w 8140424"/>
                    <a:gd name="connsiteY8" fmla="*/ 2699657 h 8273140"/>
                    <a:gd name="connsiteX9" fmla="*/ 2102480 w 8140424"/>
                    <a:gd name="connsiteY9" fmla="*/ 566057 h 8273140"/>
                    <a:gd name="connsiteX10" fmla="*/ 3176537 w 8140424"/>
                    <a:gd name="connsiteY10" fmla="*/ 0 h 8273140"/>
                    <a:gd name="connsiteX11" fmla="*/ 6543851 w 8140424"/>
                    <a:gd name="connsiteY11" fmla="*/ 3454398 h 8273140"/>
                    <a:gd name="connsiteX12" fmla="*/ 7763052 w 8140424"/>
                    <a:gd name="connsiteY12" fmla="*/ 2699655 h 8273140"/>
                    <a:gd name="connsiteX13" fmla="*/ 7995281 w 8140424"/>
                    <a:gd name="connsiteY13" fmla="*/ 4063998 h 8273140"/>
                    <a:gd name="connsiteX14" fmla="*/ 8140424 w 8140424"/>
                    <a:gd name="connsiteY14" fmla="*/ 5268683 h 8273140"/>
                    <a:gd name="connsiteX15" fmla="*/ 5339165 w 8140424"/>
                    <a:gd name="connsiteY15" fmla="*/ 8273140 h 8273140"/>
                    <a:gd name="connsiteX16" fmla="*/ 5063396 w 8140424"/>
                    <a:gd name="connsiteY16" fmla="*/ 8186054 h 8273140"/>
                    <a:gd name="connsiteX17" fmla="*/ 534938 w 8140424"/>
                    <a:gd name="connsiteY17" fmla="*/ 3773711 h 8273140"/>
                    <a:gd name="connsiteX0" fmla="*/ 534938 w 8140424"/>
                    <a:gd name="connsiteY0" fmla="*/ 3773711 h 8273140"/>
                    <a:gd name="connsiteX1" fmla="*/ 1144537 w 8140424"/>
                    <a:gd name="connsiteY1" fmla="*/ 3091542 h 8273140"/>
                    <a:gd name="connsiteX2" fmla="*/ 2973335 w 8140424"/>
                    <a:gd name="connsiteY2" fmla="*/ 4920342 h 8273140"/>
                    <a:gd name="connsiteX3" fmla="*/ 114023 w 8140424"/>
                    <a:gd name="connsiteY3" fmla="*/ 1944912 h 8273140"/>
                    <a:gd name="connsiteX4" fmla="*/ 1013908 w 8140424"/>
                    <a:gd name="connsiteY4" fmla="*/ 1233713 h 8273140"/>
                    <a:gd name="connsiteX5" fmla="*/ 3437794 w 8140424"/>
                    <a:gd name="connsiteY5" fmla="*/ 3672113 h 8273140"/>
                    <a:gd name="connsiteX6" fmla="*/ 723623 w 8140424"/>
                    <a:gd name="connsiteY6" fmla="*/ 914399 h 8273140"/>
                    <a:gd name="connsiteX7" fmla="*/ 1725109 w 8140424"/>
                    <a:gd name="connsiteY7" fmla="*/ 217714 h 8273140"/>
                    <a:gd name="connsiteX8" fmla="*/ 4090938 w 8140424"/>
                    <a:gd name="connsiteY8" fmla="*/ 2699657 h 8273140"/>
                    <a:gd name="connsiteX9" fmla="*/ 2175052 w 8140424"/>
                    <a:gd name="connsiteY9" fmla="*/ 566057 h 8273140"/>
                    <a:gd name="connsiteX10" fmla="*/ 3176537 w 8140424"/>
                    <a:gd name="connsiteY10" fmla="*/ 0 h 8273140"/>
                    <a:gd name="connsiteX11" fmla="*/ 6543851 w 8140424"/>
                    <a:gd name="connsiteY11" fmla="*/ 3454398 h 8273140"/>
                    <a:gd name="connsiteX12" fmla="*/ 7763052 w 8140424"/>
                    <a:gd name="connsiteY12" fmla="*/ 2699655 h 8273140"/>
                    <a:gd name="connsiteX13" fmla="*/ 7995281 w 8140424"/>
                    <a:gd name="connsiteY13" fmla="*/ 4063998 h 8273140"/>
                    <a:gd name="connsiteX14" fmla="*/ 8140424 w 8140424"/>
                    <a:gd name="connsiteY14" fmla="*/ 5268683 h 8273140"/>
                    <a:gd name="connsiteX15" fmla="*/ 5339165 w 8140424"/>
                    <a:gd name="connsiteY15" fmla="*/ 8273140 h 8273140"/>
                    <a:gd name="connsiteX16" fmla="*/ 5063396 w 8140424"/>
                    <a:gd name="connsiteY16" fmla="*/ 8186054 h 8273140"/>
                    <a:gd name="connsiteX17" fmla="*/ 534938 w 8140424"/>
                    <a:gd name="connsiteY17" fmla="*/ 3773711 h 8273140"/>
                    <a:gd name="connsiteX0" fmla="*/ 534938 w 8140424"/>
                    <a:gd name="connsiteY0" fmla="*/ 3773711 h 8273140"/>
                    <a:gd name="connsiteX1" fmla="*/ 1144537 w 8140424"/>
                    <a:gd name="connsiteY1" fmla="*/ 3091542 h 8273140"/>
                    <a:gd name="connsiteX2" fmla="*/ 2973335 w 8140424"/>
                    <a:gd name="connsiteY2" fmla="*/ 4920342 h 8273140"/>
                    <a:gd name="connsiteX3" fmla="*/ 114023 w 8140424"/>
                    <a:gd name="connsiteY3" fmla="*/ 1944912 h 8273140"/>
                    <a:gd name="connsiteX4" fmla="*/ 1013908 w 8140424"/>
                    <a:gd name="connsiteY4" fmla="*/ 1233713 h 8273140"/>
                    <a:gd name="connsiteX5" fmla="*/ 3437794 w 8140424"/>
                    <a:gd name="connsiteY5" fmla="*/ 3672113 h 8273140"/>
                    <a:gd name="connsiteX6" fmla="*/ 723623 w 8140424"/>
                    <a:gd name="connsiteY6" fmla="*/ 914399 h 8273140"/>
                    <a:gd name="connsiteX7" fmla="*/ 1725109 w 8140424"/>
                    <a:gd name="connsiteY7" fmla="*/ 217714 h 8273140"/>
                    <a:gd name="connsiteX8" fmla="*/ 4090938 w 8140424"/>
                    <a:gd name="connsiteY8" fmla="*/ 2699657 h 8273140"/>
                    <a:gd name="connsiteX9" fmla="*/ 2102480 w 8140424"/>
                    <a:gd name="connsiteY9" fmla="*/ 566057 h 8273140"/>
                    <a:gd name="connsiteX10" fmla="*/ 3176537 w 8140424"/>
                    <a:gd name="connsiteY10" fmla="*/ 0 h 8273140"/>
                    <a:gd name="connsiteX11" fmla="*/ 6543851 w 8140424"/>
                    <a:gd name="connsiteY11" fmla="*/ 3454398 h 8273140"/>
                    <a:gd name="connsiteX12" fmla="*/ 7763052 w 8140424"/>
                    <a:gd name="connsiteY12" fmla="*/ 2699655 h 8273140"/>
                    <a:gd name="connsiteX13" fmla="*/ 7995281 w 8140424"/>
                    <a:gd name="connsiteY13" fmla="*/ 4063998 h 8273140"/>
                    <a:gd name="connsiteX14" fmla="*/ 8140424 w 8140424"/>
                    <a:gd name="connsiteY14" fmla="*/ 5268683 h 8273140"/>
                    <a:gd name="connsiteX15" fmla="*/ 5339165 w 8140424"/>
                    <a:gd name="connsiteY15" fmla="*/ 8273140 h 8273140"/>
                    <a:gd name="connsiteX16" fmla="*/ 5063396 w 8140424"/>
                    <a:gd name="connsiteY16" fmla="*/ 8186054 h 8273140"/>
                    <a:gd name="connsiteX17" fmla="*/ 534938 w 8140424"/>
                    <a:gd name="connsiteY17" fmla="*/ 3773711 h 8273140"/>
                    <a:gd name="connsiteX0" fmla="*/ 534938 w 8140424"/>
                    <a:gd name="connsiteY0" fmla="*/ 3773711 h 8273140"/>
                    <a:gd name="connsiteX1" fmla="*/ 1144537 w 8140424"/>
                    <a:gd name="connsiteY1" fmla="*/ 3091542 h 8273140"/>
                    <a:gd name="connsiteX2" fmla="*/ 2973335 w 8140424"/>
                    <a:gd name="connsiteY2" fmla="*/ 4920342 h 8273140"/>
                    <a:gd name="connsiteX3" fmla="*/ 114023 w 8140424"/>
                    <a:gd name="connsiteY3" fmla="*/ 1944912 h 8273140"/>
                    <a:gd name="connsiteX4" fmla="*/ 1013908 w 8140424"/>
                    <a:gd name="connsiteY4" fmla="*/ 1233713 h 8273140"/>
                    <a:gd name="connsiteX5" fmla="*/ 3437794 w 8140424"/>
                    <a:gd name="connsiteY5" fmla="*/ 3672113 h 8273140"/>
                    <a:gd name="connsiteX6" fmla="*/ 723623 w 8140424"/>
                    <a:gd name="connsiteY6" fmla="*/ 914399 h 8273140"/>
                    <a:gd name="connsiteX7" fmla="*/ 1725109 w 8140424"/>
                    <a:gd name="connsiteY7" fmla="*/ 217714 h 8273140"/>
                    <a:gd name="connsiteX8" fmla="*/ 4090938 w 8140424"/>
                    <a:gd name="connsiteY8" fmla="*/ 2699657 h 8273140"/>
                    <a:gd name="connsiteX9" fmla="*/ 2102480 w 8140424"/>
                    <a:gd name="connsiteY9" fmla="*/ 566057 h 8273140"/>
                    <a:gd name="connsiteX10" fmla="*/ 3176537 w 8140424"/>
                    <a:gd name="connsiteY10" fmla="*/ 0 h 8273140"/>
                    <a:gd name="connsiteX11" fmla="*/ 6543851 w 8140424"/>
                    <a:gd name="connsiteY11" fmla="*/ 3454398 h 8273140"/>
                    <a:gd name="connsiteX12" fmla="*/ 7763052 w 8140424"/>
                    <a:gd name="connsiteY12" fmla="*/ 2699655 h 8273140"/>
                    <a:gd name="connsiteX13" fmla="*/ 7995281 w 8140424"/>
                    <a:gd name="connsiteY13" fmla="*/ 4063998 h 8273140"/>
                    <a:gd name="connsiteX14" fmla="*/ 8140424 w 8140424"/>
                    <a:gd name="connsiteY14" fmla="*/ 5268683 h 8273140"/>
                    <a:gd name="connsiteX15" fmla="*/ 5339165 w 8140424"/>
                    <a:gd name="connsiteY15" fmla="*/ 8273140 h 8273140"/>
                    <a:gd name="connsiteX16" fmla="*/ 5063396 w 8140424"/>
                    <a:gd name="connsiteY16" fmla="*/ 8186054 h 8273140"/>
                    <a:gd name="connsiteX17" fmla="*/ 534938 w 8140424"/>
                    <a:gd name="connsiteY17" fmla="*/ 3773711 h 8273140"/>
                    <a:gd name="connsiteX0" fmla="*/ 534938 w 8140424"/>
                    <a:gd name="connsiteY0" fmla="*/ 4045114 h 8544543"/>
                    <a:gd name="connsiteX1" fmla="*/ 1144537 w 8140424"/>
                    <a:gd name="connsiteY1" fmla="*/ 3362945 h 8544543"/>
                    <a:gd name="connsiteX2" fmla="*/ 2973335 w 8140424"/>
                    <a:gd name="connsiteY2" fmla="*/ 5191745 h 8544543"/>
                    <a:gd name="connsiteX3" fmla="*/ 114023 w 8140424"/>
                    <a:gd name="connsiteY3" fmla="*/ 2216315 h 8544543"/>
                    <a:gd name="connsiteX4" fmla="*/ 1013908 w 8140424"/>
                    <a:gd name="connsiteY4" fmla="*/ 1505116 h 8544543"/>
                    <a:gd name="connsiteX5" fmla="*/ 3437794 w 8140424"/>
                    <a:gd name="connsiteY5" fmla="*/ 3943516 h 8544543"/>
                    <a:gd name="connsiteX6" fmla="*/ 723623 w 8140424"/>
                    <a:gd name="connsiteY6" fmla="*/ 1185802 h 8544543"/>
                    <a:gd name="connsiteX7" fmla="*/ 1725109 w 8140424"/>
                    <a:gd name="connsiteY7" fmla="*/ 489117 h 8544543"/>
                    <a:gd name="connsiteX8" fmla="*/ 4090938 w 8140424"/>
                    <a:gd name="connsiteY8" fmla="*/ 2971060 h 8544543"/>
                    <a:gd name="connsiteX9" fmla="*/ 2102480 w 8140424"/>
                    <a:gd name="connsiteY9" fmla="*/ 837460 h 8544543"/>
                    <a:gd name="connsiteX10" fmla="*/ 3176537 w 8140424"/>
                    <a:gd name="connsiteY10" fmla="*/ 271403 h 8544543"/>
                    <a:gd name="connsiteX11" fmla="*/ 6543851 w 8140424"/>
                    <a:gd name="connsiteY11" fmla="*/ 3725801 h 8544543"/>
                    <a:gd name="connsiteX12" fmla="*/ 7763052 w 8140424"/>
                    <a:gd name="connsiteY12" fmla="*/ 2971058 h 8544543"/>
                    <a:gd name="connsiteX13" fmla="*/ 7995281 w 8140424"/>
                    <a:gd name="connsiteY13" fmla="*/ 4335401 h 8544543"/>
                    <a:gd name="connsiteX14" fmla="*/ 8140424 w 8140424"/>
                    <a:gd name="connsiteY14" fmla="*/ 5540086 h 8544543"/>
                    <a:gd name="connsiteX15" fmla="*/ 5339165 w 8140424"/>
                    <a:gd name="connsiteY15" fmla="*/ 8544543 h 8544543"/>
                    <a:gd name="connsiteX16" fmla="*/ 5063396 w 8140424"/>
                    <a:gd name="connsiteY16" fmla="*/ 8457457 h 8544543"/>
                    <a:gd name="connsiteX17" fmla="*/ 534938 w 8140424"/>
                    <a:gd name="connsiteY17" fmla="*/ 4045114 h 8544543"/>
                    <a:gd name="connsiteX0" fmla="*/ 534938 w 8140424"/>
                    <a:gd name="connsiteY0" fmla="*/ 4041454 h 8540883"/>
                    <a:gd name="connsiteX1" fmla="*/ 1144537 w 8140424"/>
                    <a:gd name="connsiteY1" fmla="*/ 3359285 h 8540883"/>
                    <a:gd name="connsiteX2" fmla="*/ 2973335 w 8140424"/>
                    <a:gd name="connsiteY2" fmla="*/ 5188085 h 8540883"/>
                    <a:gd name="connsiteX3" fmla="*/ 114023 w 8140424"/>
                    <a:gd name="connsiteY3" fmla="*/ 2212655 h 8540883"/>
                    <a:gd name="connsiteX4" fmla="*/ 1013908 w 8140424"/>
                    <a:gd name="connsiteY4" fmla="*/ 1501456 h 8540883"/>
                    <a:gd name="connsiteX5" fmla="*/ 3437794 w 8140424"/>
                    <a:gd name="connsiteY5" fmla="*/ 3939856 h 8540883"/>
                    <a:gd name="connsiteX6" fmla="*/ 723623 w 8140424"/>
                    <a:gd name="connsiteY6" fmla="*/ 1182142 h 8540883"/>
                    <a:gd name="connsiteX7" fmla="*/ 1725109 w 8140424"/>
                    <a:gd name="connsiteY7" fmla="*/ 485457 h 8540883"/>
                    <a:gd name="connsiteX8" fmla="*/ 4090938 w 8140424"/>
                    <a:gd name="connsiteY8" fmla="*/ 2967400 h 8540883"/>
                    <a:gd name="connsiteX9" fmla="*/ 2102480 w 8140424"/>
                    <a:gd name="connsiteY9" fmla="*/ 833800 h 8540883"/>
                    <a:gd name="connsiteX10" fmla="*/ 3176537 w 8140424"/>
                    <a:gd name="connsiteY10" fmla="*/ 267743 h 8540883"/>
                    <a:gd name="connsiteX11" fmla="*/ 6543851 w 8140424"/>
                    <a:gd name="connsiteY11" fmla="*/ 3722141 h 8540883"/>
                    <a:gd name="connsiteX12" fmla="*/ 7763052 w 8140424"/>
                    <a:gd name="connsiteY12" fmla="*/ 2967398 h 8540883"/>
                    <a:gd name="connsiteX13" fmla="*/ 7995281 w 8140424"/>
                    <a:gd name="connsiteY13" fmla="*/ 4331741 h 8540883"/>
                    <a:gd name="connsiteX14" fmla="*/ 8140424 w 8140424"/>
                    <a:gd name="connsiteY14" fmla="*/ 5536426 h 8540883"/>
                    <a:gd name="connsiteX15" fmla="*/ 5339165 w 8140424"/>
                    <a:gd name="connsiteY15" fmla="*/ 8540883 h 8540883"/>
                    <a:gd name="connsiteX16" fmla="*/ 5063396 w 8140424"/>
                    <a:gd name="connsiteY16" fmla="*/ 8453797 h 8540883"/>
                    <a:gd name="connsiteX17" fmla="*/ 534938 w 8140424"/>
                    <a:gd name="connsiteY17" fmla="*/ 4041454 h 8540883"/>
                    <a:gd name="connsiteX0" fmla="*/ 534938 w 8140424"/>
                    <a:gd name="connsiteY0" fmla="*/ 4047870 h 8547299"/>
                    <a:gd name="connsiteX1" fmla="*/ 1144537 w 8140424"/>
                    <a:gd name="connsiteY1" fmla="*/ 3365701 h 8547299"/>
                    <a:gd name="connsiteX2" fmla="*/ 2973335 w 8140424"/>
                    <a:gd name="connsiteY2" fmla="*/ 5194501 h 8547299"/>
                    <a:gd name="connsiteX3" fmla="*/ 114023 w 8140424"/>
                    <a:gd name="connsiteY3" fmla="*/ 2219071 h 8547299"/>
                    <a:gd name="connsiteX4" fmla="*/ 1013908 w 8140424"/>
                    <a:gd name="connsiteY4" fmla="*/ 1507872 h 8547299"/>
                    <a:gd name="connsiteX5" fmla="*/ 3437794 w 8140424"/>
                    <a:gd name="connsiteY5" fmla="*/ 3946272 h 8547299"/>
                    <a:gd name="connsiteX6" fmla="*/ 723623 w 8140424"/>
                    <a:gd name="connsiteY6" fmla="*/ 1188558 h 8547299"/>
                    <a:gd name="connsiteX7" fmla="*/ 1725109 w 8140424"/>
                    <a:gd name="connsiteY7" fmla="*/ 491873 h 8547299"/>
                    <a:gd name="connsiteX8" fmla="*/ 4090938 w 8140424"/>
                    <a:gd name="connsiteY8" fmla="*/ 2973816 h 8547299"/>
                    <a:gd name="connsiteX9" fmla="*/ 2102480 w 8140424"/>
                    <a:gd name="connsiteY9" fmla="*/ 840216 h 8547299"/>
                    <a:gd name="connsiteX10" fmla="*/ 3176537 w 8140424"/>
                    <a:gd name="connsiteY10" fmla="*/ 274159 h 8547299"/>
                    <a:gd name="connsiteX11" fmla="*/ 6543851 w 8140424"/>
                    <a:gd name="connsiteY11" fmla="*/ 3728557 h 8547299"/>
                    <a:gd name="connsiteX12" fmla="*/ 7763052 w 8140424"/>
                    <a:gd name="connsiteY12" fmla="*/ 2973814 h 8547299"/>
                    <a:gd name="connsiteX13" fmla="*/ 7995281 w 8140424"/>
                    <a:gd name="connsiteY13" fmla="*/ 4338157 h 8547299"/>
                    <a:gd name="connsiteX14" fmla="*/ 8140424 w 8140424"/>
                    <a:gd name="connsiteY14" fmla="*/ 5542842 h 8547299"/>
                    <a:gd name="connsiteX15" fmla="*/ 5339165 w 8140424"/>
                    <a:gd name="connsiteY15" fmla="*/ 8547299 h 8547299"/>
                    <a:gd name="connsiteX16" fmla="*/ 5063396 w 8140424"/>
                    <a:gd name="connsiteY16" fmla="*/ 8460213 h 8547299"/>
                    <a:gd name="connsiteX17" fmla="*/ 534938 w 8140424"/>
                    <a:gd name="connsiteY17" fmla="*/ 4047870 h 8547299"/>
                    <a:gd name="connsiteX0" fmla="*/ 534938 w 8140424"/>
                    <a:gd name="connsiteY0" fmla="*/ 4023705 h 8523134"/>
                    <a:gd name="connsiteX1" fmla="*/ 1144537 w 8140424"/>
                    <a:gd name="connsiteY1" fmla="*/ 3341536 h 8523134"/>
                    <a:gd name="connsiteX2" fmla="*/ 2973335 w 8140424"/>
                    <a:gd name="connsiteY2" fmla="*/ 5170336 h 8523134"/>
                    <a:gd name="connsiteX3" fmla="*/ 114023 w 8140424"/>
                    <a:gd name="connsiteY3" fmla="*/ 2194906 h 8523134"/>
                    <a:gd name="connsiteX4" fmla="*/ 1013908 w 8140424"/>
                    <a:gd name="connsiteY4" fmla="*/ 1483707 h 8523134"/>
                    <a:gd name="connsiteX5" fmla="*/ 3437794 w 8140424"/>
                    <a:gd name="connsiteY5" fmla="*/ 3922107 h 8523134"/>
                    <a:gd name="connsiteX6" fmla="*/ 723623 w 8140424"/>
                    <a:gd name="connsiteY6" fmla="*/ 1164393 h 8523134"/>
                    <a:gd name="connsiteX7" fmla="*/ 1725109 w 8140424"/>
                    <a:gd name="connsiteY7" fmla="*/ 467708 h 8523134"/>
                    <a:gd name="connsiteX8" fmla="*/ 4090938 w 8140424"/>
                    <a:gd name="connsiteY8" fmla="*/ 2949651 h 8523134"/>
                    <a:gd name="connsiteX9" fmla="*/ 2102480 w 8140424"/>
                    <a:gd name="connsiteY9" fmla="*/ 816051 h 8523134"/>
                    <a:gd name="connsiteX10" fmla="*/ 3176537 w 8140424"/>
                    <a:gd name="connsiteY10" fmla="*/ 249994 h 8523134"/>
                    <a:gd name="connsiteX11" fmla="*/ 6543851 w 8140424"/>
                    <a:gd name="connsiteY11" fmla="*/ 3704392 h 8523134"/>
                    <a:gd name="connsiteX12" fmla="*/ 7763052 w 8140424"/>
                    <a:gd name="connsiteY12" fmla="*/ 2949649 h 8523134"/>
                    <a:gd name="connsiteX13" fmla="*/ 7995281 w 8140424"/>
                    <a:gd name="connsiteY13" fmla="*/ 4313992 h 8523134"/>
                    <a:gd name="connsiteX14" fmla="*/ 8140424 w 8140424"/>
                    <a:gd name="connsiteY14" fmla="*/ 5518677 h 8523134"/>
                    <a:gd name="connsiteX15" fmla="*/ 5339165 w 8140424"/>
                    <a:gd name="connsiteY15" fmla="*/ 8523134 h 8523134"/>
                    <a:gd name="connsiteX16" fmla="*/ 5063396 w 8140424"/>
                    <a:gd name="connsiteY16" fmla="*/ 8436048 h 8523134"/>
                    <a:gd name="connsiteX17" fmla="*/ 534938 w 8140424"/>
                    <a:gd name="connsiteY17" fmla="*/ 4023705 h 852313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7763052 w 8140424"/>
                    <a:gd name="connsiteY12" fmla="*/ 2968999 h 8542484"/>
                    <a:gd name="connsiteX13" fmla="*/ 7995281 w 8140424"/>
                    <a:gd name="connsiteY13" fmla="*/ 4333342 h 8542484"/>
                    <a:gd name="connsiteX14" fmla="*/ 8140424 w 8140424"/>
                    <a:gd name="connsiteY14" fmla="*/ 5538027 h 8542484"/>
                    <a:gd name="connsiteX15" fmla="*/ 5339165 w 8140424"/>
                    <a:gd name="connsiteY15" fmla="*/ 8542484 h 8542484"/>
                    <a:gd name="connsiteX16" fmla="*/ 5063396 w 8140424"/>
                    <a:gd name="connsiteY16" fmla="*/ 8455398 h 8542484"/>
                    <a:gd name="connsiteX17" fmla="*/ 534938 w 8140424"/>
                    <a:gd name="connsiteY17"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7037337 w 8140424"/>
                    <a:gd name="connsiteY12" fmla="*/ 3389915 h 8542484"/>
                    <a:gd name="connsiteX13" fmla="*/ 7763052 w 8140424"/>
                    <a:gd name="connsiteY13" fmla="*/ 2968999 h 8542484"/>
                    <a:gd name="connsiteX14" fmla="*/ 7995281 w 8140424"/>
                    <a:gd name="connsiteY14" fmla="*/ 4333342 h 8542484"/>
                    <a:gd name="connsiteX15" fmla="*/ 8140424 w 8140424"/>
                    <a:gd name="connsiteY15" fmla="*/ 5538027 h 8542484"/>
                    <a:gd name="connsiteX16" fmla="*/ 5339165 w 8140424"/>
                    <a:gd name="connsiteY16" fmla="*/ 8542484 h 8542484"/>
                    <a:gd name="connsiteX17" fmla="*/ 5063396 w 8140424"/>
                    <a:gd name="connsiteY17" fmla="*/ 8455398 h 8542484"/>
                    <a:gd name="connsiteX18" fmla="*/ 534938 w 8140424"/>
                    <a:gd name="connsiteY18"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51966 w 8140424"/>
                    <a:gd name="connsiteY12" fmla="*/ 2243287 h 8542484"/>
                    <a:gd name="connsiteX13" fmla="*/ 7763052 w 8140424"/>
                    <a:gd name="connsiteY13" fmla="*/ 2968999 h 8542484"/>
                    <a:gd name="connsiteX14" fmla="*/ 7995281 w 8140424"/>
                    <a:gd name="connsiteY14" fmla="*/ 4333342 h 8542484"/>
                    <a:gd name="connsiteX15" fmla="*/ 8140424 w 8140424"/>
                    <a:gd name="connsiteY15" fmla="*/ 5538027 h 8542484"/>
                    <a:gd name="connsiteX16" fmla="*/ 5339165 w 8140424"/>
                    <a:gd name="connsiteY16" fmla="*/ 8542484 h 8542484"/>
                    <a:gd name="connsiteX17" fmla="*/ 5063396 w 8140424"/>
                    <a:gd name="connsiteY17" fmla="*/ 8455398 h 8542484"/>
                    <a:gd name="connsiteX18" fmla="*/ 534938 w 8140424"/>
                    <a:gd name="connsiteY18"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51966 w 8140424"/>
                    <a:gd name="connsiteY12" fmla="*/ 2243287 h 8542484"/>
                    <a:gd name="connsiteX13" fmla="*/ 7763052 w 8140424"/>
                    <a:gd name="connsiteY13" fmla="*/ 2968999 h 8542484"/>
                    <a:gd name="connsiteX14" fmla="*/ 7995281 w 8140424"/>
                    <a:gd name="connsiteY14" fmla="*/ 4333342 h 8542484"/>
                    <a:gd name="connsiteX15" fmla="*/ 8140424 w 8140424"/>
                    <a:gd name="connsiteY15" fmla="*/ 5538027 h 8542484"/>
                    <a:gd name="connsiteX16" fmla="*/ 5339165 w 8140424"/>
                    <a:gd name="connsiteY16" fmla="*/ 8542484 h 8542484"/>
                    <a:gd name="connsiteX17" fmla="*/ 5063396 w 8140424"/>
                    <a:gd name="connsiteY17" fmla="*/ 8455398 h 8542484"/>
                    <a:gd name="connsiteX18" fmla="*/ 534938 w 8140424"/>
                    <a:gd name="connsiteY18"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51966 w 8140424"/>
                    <a:gd name="connsiteY12" fmla="*/ 2243287 h 8542484"/>
                    <a:gd name="connsiteX13" fmla="*/ 7763052 w 8140424"/>
                    <a:gd name="connsiteY13" fmla="*/ 2968999 h 8542484"/>
                    <a:gd name="connsiteX14" fmla="*/ 7995281 w 8140424"/>
                    <a:gd name="connsiteY14" fmla="*/ 4333342 h 8542484"/>
                    <a:gd name="connsiteX15" fmla="*/ 8140424 w 8140424"/>
                    <a:gd name="connsiteY15" fmla="*/ 5538027 h 8542484"/>
                    <a:gd name="connsiteX16" fmla="*/ 5339165 w 8140424"/>
                    <a:gd name="connsiteY16" fmla="*/ 8542484 h 8542484"/>
                    <a:gd name="connsiteX17" fmla="*/ 5063396 w 8140424"/>
                    <a:gd name="connsiteY17" fmla="*/ 8455398 h 8542484"/>
                    <a:gd name="connsiteX18" fmla="*/ 534938 w 8140424"/>
                    <a:gd name="connsiteY18"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7763052 w 8140424"/>
                    <a:gd name="connsiteY13" fmla="*/ 2968999 h 8542484"/>
                    <a:gd name="connsiteX14" fmla="*/ 7995281 w 8140424"/>
                    <a:gd name="connsiteY14" fmla="*/ 4333342 h 8542484"/>
                    <a:gd name="connsiteX15" fmla="*/ 8140424 w 8140424"/>
                    <a:gd name="connsiteY15" fmla="*/ 5538027 h 8542484"/>
                    <a:gd name="connsiteX16" fmla="*/ 5339165 w 8140424"/>
                    <a:gd name="connsiteY16" fmla="*/ 8542484 h 8542484"/>
                    <a:gd name="connsiteX17" fmla="*/ 5063396 w 8140424"/>
                    <a:gd name="connsiteY17" fmla="*/ 8455398 h 8542484"/>
                    <a:gd name="connsiteX18" fmla="*/ 534938 w 8140424"/>
                    <a:gd name="connsiteY18"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7269566 w 8140424"/>
                    <a:gd name="connsiteY13" fmla="*/ 2780315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44537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34938 w 8140424"/>
                    <a:gd name="connsiteY0" fmla="*/ 4043055 h 8542484"/>
                    <a:gd name="connsiteX1" fmla="*/ 1168921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34938 w 8140424"/>
                    <a:gd name="connsiteY19" fmla="*/ 4043055 h 8542484"/>
                    <a:gd name="connsiteX0" fmla="*/ 547130 w 8140424"/>
                    <a:gd name="connsiteY0" fmla="*/ 4043055 h 8542484"/>
                    <a:gd name="connsiteX1" fmla="*/ 1168921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47130 w 8140424"/>
                    <a:gd name="connsiteY19" fmla="*/ 4043055 h 8542484"/>
                    <a:gd name="connsiteX0" fmla="*/ 547130 w 8140424"/>
                    <a:gd name="connsiteY0" fmla="*/ 4043055 h 8542484"/>
                    <a:gd name="connsiteX1" fmla="*/ 1168921 w 8140424"/>
                    <a:gd name="connsiteY1" fmla="*/ 3360886 h 8542484"/>
                    <a:gd name="connsiteX2" fmla="*/ 2973335 w 8140424"/>
                    <a:gd name="connsiteY2" fmla="*/ 5189686 h 8542484"/>
                    <a:gd name="connsiteX3" fmla="*/ 114023 w 8140424"/>
                    <a:gd name="connsiteY3" fmla="*/ 2214256 h 8542484"/>
                    <a:gd name="connsiteX4" fmla="*/ 1013908 w 8140424"/>
                    <a:gd name="connsiteY4" fmla="*/ 1503057 h 8542484"/>
                    <a:gd name="connsiteX5" fmla="*/ 3437794 w 8140424"/>
                    <a:gd name="connsiteY5" fmla="*/ 3941457 h 8542484"/>
                    <a:gd name="connsiteX6" fmla="*/ 723623 w 8140424"/>
                    <a:gd name="connsiteY6" fmla="*/ 1183743 h 8542484"/>
                    <a:gd name="connsiteX7" fmla="*/ 1725109 w 8140424"/>
                    <a:gd name="connsiteY7" fmla="*/ 487058 h 8542484"/>
                    <a:gd name="connsiteX8" fmla="*/ 4090938 w 8140424"/>
                    <a:gd name="connsiteY8" fmla="*/ 2969001 h 8542484"/>
                    <a:gd name="connsiteX9" fmla="*/ 2102480 w 8140424"/>
                    <a:gd name="connsiteY9" fmla="*/ 835401 h 8542484"/>
                    <a:gd name="connsiteX10" fmla="*/ 3176537 w 8140424"/>
                    <a:gd name="connsiteY10" fmla="*/ 269344 h 8542484"/>
                    <a:gd name="connsiteX11" fmla="*/ 6543851 w 8140424"/>
                    <a:gd name="connsiteY11" fmla="*/ 3723742 h 8542484"/>
                    <a:gd name="connsiteX12" fmla="*/ 6108423 w 8140424"/>
                    <a:gd name="connsiteY12" fmla="*/ 2243287 h 8542484"/>
                    <a:gd name="connsiteX13" fmla="*/ 6645451 w 8140424"/>
                    <a:gd name="connsiteY13" fmla="*/ 1024087 h 8542484"/>
                    <a:gd name="connsiteX14" fmla="*/ 7763052 w 8140424"/>
                    <a:gd name="connsiteY14" fmla="*/ 2968999 h 8542484"/>
                    <a:gd name="connsiteX15" fmla="*/ 7995281 w 8140424"/>
                    <a:gd name="connsiteY15" fmla="*/ 4333342 h 8542484"/>
                    <a:gd name="connsiteX16" fmla="*/ 8140424 w 8140424"/>
                    <a:gd name="connsiteY16" fmla="*/ 5538027 h 8542484"/>
                    <a:gd name="connsiteX17" fmla="*/ 5339165 w 8140424"/>
                    <a:gd name="connsiteY17" fmla="*/ 8542484 h 8542484"/>
                    <a:gd name="connsiteX18" fmla="*/ 5063396 w 8140424"/>
                    <a:gd name="connsiteY18" fmla="*/ 8455398 h 8542484"/>
                    <a:gd name="connsiteX19" fmla="*/ 547130 w 8140424"/>
                    <a:gd name="connsiteY19" fmla="*/ 4043055 h 8542484"/>
                    <a:gd name="connsiteX0" fmla="*/ 541518 w 8134812"/>
                    <a:gd name="connsiteY0" fmla="*/ 4043055 h 8542484"/>
                    <a:gd name="connsiteX1" fmla="*/ 1163309 w 8134812"/>
                    <a:gd name="connsiteY1" fmla="*/ 3360886 h 8542484"/>
                    <a:gd name="connsiteX2" fmla="*/ 2967723 w 8134812"/>
                    <a:gd name="connsiteY2" fmla="*/ 5189686 h 8542484"/>
                    <a:gd name="connsiteX3" fmla="*/ 108411 w 8134812"/>
                    <a:gd name="connsiteY3" fmla="*/ 2214256 h 8542484"/>
                    <a:gd name="connsiteX4" fmla="*/ 1008296 w 8134812"/>
                    <a:gd name="connsiteY4" fmla="*/ 1503057 h 8542484"/>
                    <a:gd name="connsiteX5" fmla="*/ 3432182 w 8134812"/>
                    <a:gd name="connsiteY5" fmla="*/ 3941457 h 8542484"/>
                    <a:gd name="connsiteX6" fmla="*/ 718011 w 8134812"/>
                    <a:gd name="connsiteY6" fmla="*/ 1183743 h 8542484"/>
                    <a:gd name="connsiteX7" fmla="*/ 1719497 w 8134812"/>
                    <a:gd name="connsiteY7" fmla="*/ 487058 h 8542484"/>
                    <a:gd name="connsiteX8" fmla="*/ 4085326 w 8134812"/>
                    <a:gd name="connsiteY8" fmla="*/ 2969001 h 8542484"/>
                    <a:gd name="connsiteX9" fmla="*/ 2096868 w 8134812"/>
                    <a:gd name="connsiteY9" fmla="*/ 835401 h 8542484"/>
                    <a:gd name="connsiteX10" fmla="*/ 3170925 w 8134812"/>
                    <a:gd name="connsiteY10" fmla="*/ 269344 h 8542484"/>
                    <a:gd name="connsiteX11" fmla="*/ 6538239 w 8134812"/>
                    <a:gd name="connsiteY11" fmla="*/ 3723742 h 8542484"/>
                    <a:gd name="connsiteX12" fmla="*/ 6102811 w 8134812"/>
                    <a:gd name="connsiteY12" fmla="*/ 2243287 h 8542484"/>
                    <a:gd name="connsiteX13" fmla="*/ 6639839 w 8134812"/>
                    <a:gd name="connsiteY13" fmla="*/ 1024087 h 8542484"/>
                    <a:gd name="connsiteX14" fmla="*/ 7757440 w 8134812"/>
                    <a:gd name="connsiteY14" fmla="*/ 2968999 h 8542484"/>
                    <a:gd name="connsiteX15" fmla="*/ 7989669 w 8134812"/>
                    <a:gd name="connsiteY15" fmla="*/ 4333342 h 8542484"/>
                    <a:gd name="connsiteX16" fmla="*/ 8134812 w 8134812"/>
                    <a:gd name="connsiteY16" fmla="*/ 5538027 h 8542484"/>
                    <a:gd name="connsiteX17" fmla="*/ 5333553 w 8134812"/>
                    <a:gd name="connsiteY17" fmla="*/ 8542484 h 8542484"/>
                    <a:gd name="connsiteX18" fmla="*/ 5057784 w 8134812"/>
                    <a:gd name="connsiteY18" fmla="*/ 8455398 h 8542484"/>
                    <a:gd name="connsiteX19" fmla="*/ 541518 w 8134812"/>
                    <a:gd name="connsiteY19" fmla="*/ 4043055 h 8542484"/>
                    <a:gd name="connsiteX0" fmla="*/ 541518 w 8134812"/>
                    <a:gd name="connsiteY0" fmla="*/ 4043055 h 8542484"/>
                    <a:gd name="connsiteX1" fmla="*/ 1163309 w 8134812"/>
                    <a:gd name="connsiteY1" fmla="*/ 3360886 h 8542484"/>
                    <a:gd name="connsiteX2" fmla="*/ 2967723 w 8134812"/>
                    <a:gd name="connsiteY2" fmla="*/ 5189686 h 8542484"/>
                    <a:gd name="connsiteX3" fmla="*/ 108411 w 8134812"/>
                    <a:gd name="connsiteY3" fmla="*/ 2214256 h 8542484"/>
                    <a:gd name="connsiteX4" fmla="*/ 1008296 w 8134812"/>
                    <a:gd name="connsiteY4" fmla="*/ 1503057 h 8542484"/>
                    <a:gd name="connsiteX5" fmla="*/ 3432182 w 8134812"/>
                    <a:gd name="connsiteY5" fmla="*/ 3941457 h 8542484"/>
                    <a:gd name="connsiteX6" fmla="*/ 718011 w 8134812"/>
                    <a:gd name="connsiteY6" fmla="*/ 1183743 h 8542484"/>
                    <a:gd name="connsiteX7" fmla="*/ 1719497 w 8134812"/>
                    <a:gd name="connsiteY7" fmla="*/ 487058 h 8542484"/>
                    <a:gd name="connsiteX8" fmla="*/ 4085326 w 8134812"/>
                    <a:gd name="connsiteY8" fmla="*/ 2969001 h 8542484"/>
                    <a:gd name="connsiteX9" fmla="*/ 2096868 w 8134812"/>
                    <a:gd name="connsiteY9" fmla="*/ 835401 h 8542484"/>
                    <a:gd name="connsiteX10" fmla="*/ 3170925 w 8134812"/>
                    <a:gd name="connsiteY10" fmla="*/ 269344 h 8542484"/>
                    <a:gd name="connsiteX11" fmla="*/ 6538239 w 8134812"/>
                    <a:gd name="connsiteY11" fmla="*/ 3723742 h 8542484"/>
                    <a:gd name="connsiteX12" fmla="*/ 6090619 w 8134812"/>
                    <a:gd name="connsiteY12" fmla="*/ 2231095 h 8542484"/>
                    <a:gd name="connsiteX13" fmla="*/ 6639839 w 8134812"/>
                    <a:gd name="connsiteY13" fmla="*/ 1024087 h 8542484"/>
                    <a:gd name="connsiteX14" fmla="*/ 7757440 w 8134812"/>
                    <a:gd name="connsiteY14" fmla="*/ 2968999 h 8542484"/>
                    <a:gd name="connsiteX15" fmla="*/ 7989669 w 8134812"/>
                    <a:gd name="connsiteY15" fmla="*/ 4333342 h 8542484"/>
                    <a:gd name="connsiteX16" fmla="*/ 8134812 w 8134812"/>
                    <a:gd name="connsiteY16" fmla="*/ 5538027 h 8542484"/>
                    <a:gd name="connsiteX17" fmla="*/ 5333553 w 8134812"/>
                    <a:gd name="connsiteY17" fmla="*/ 8542484 h 8542484"/>
                    <a:gd name="connsiteX18" fmla="*/ 5057784 w 8134812"/>
                    <a:gd name="connsiteY18" fmla="*/ 8455398 h 8542484"/>
                    <a:gd name="connsiteX19" fmla="*/ 541518 w 8134812"/>
                    <a:gd name="connsiteY19" fmla="*/ 4043055 h 8542484"/>
                    <a:gd name="connsiteX0" fmla="*/ 541518 w 8134812"/>
                    <a:gd name="connsiteY0" fmla="*/ 4043055 h 8542484"/>
                    <a:gd name="connsiteX1" fmla="*/ 1163309 w 8134812"/>
                    <a:gd name="connsiteY1" fmla="*/ 3360886 h 8542484"/>
                    <a:gd name="connsiteX2" fmla="*/ 2967723 w 8134812"/>
                    <a:gd name="connsiteY2" fmla="*/ 5189686 h 8542484"/>
                    <a:gd name="connsiteX3" fmla="*/ 108411 w 8134812"/>
                    <a:gd name="connsiteY3" fmla="*/ 2214256 h 8542484"/>
                    <a:gd name="connsiteX4" fmla="*/ 1008296 w 8134812"/>
                    <a:gd name="connsiteY4" fmla="*/ 1503057 h 8542484"/>
                    <a:gd name="connsiteX5" fmla="*/ 3432182 w 8134812"/>
                    <a:gd name="connsiteY5" fmla="*/ 3941457 h 8542484"/>
                    <a:gd name="connsiteX6" fmla="*/ 718011 w 8134812"/>
                    <a:gd name="connsiteY6" fmla="*/ 1183743 h 8542484"/>
                    <a:gd name="connsiteX7" fmla="*/ 1719497 w 8134812"/>
                    <a:gd name="connsiteY7" fmla="*/ 487058 h 8542484"/>
                    <a:gd name="connsiteX8" fmla="*/ 4085326 w 8134812"/>
                    <a:gd name="connsiteY8" fmla="*/ 2969001 h 8542484"/>
                    <a:gd name="connsiteX9" fmla="*/ 2096868 w 8134812"/>
                    <a:gd name="connsiteY9" fmla="*/ 835401 h 8542484"/>
                    <a:gd name="connsiteX10" fmla="*/ 3170925 w 8134812"/>
                    <a:gd name="connsiteY10" fmla="*/ 269344 h 8542484"/>
                    <a:gd name="connsiteX11" fmla="*/ 6538239 w 8134812"/>
                    <a:gd name="connsiteY11" fmla="*/ 3723742 h 8542484"/>
                    <a:gd name="connsiteX12" fmla="*/ 6090619 w 8134812"/>
                    <a:gd name="connsiteY12" fmla="*/ 2231095 h 8542484"/>
                    <a:gd name="connsiteX13" fmla="*/ 6639839 w 8134812"/>
                    <a:gd name="connsiteY13" fmla="*/ 1024087 h 8542484"/>
                    <a:gd name="connsiteX14" fmla="*/ 7757440 w 8134812"/>
                    <a:gd name="connsiteY14" fmla="*/ 2968999 h 8542484"/>
                    <a:gd name="connsiteX15" fmla="*/ 7989669 w 8134812"/>
                    <a:gd name="connsiteY15" fmla="*/ 4333342 h 8542484"/>
                    <a:gd name="connsiteX16" fmla="*/ 8134812 w 8134812"/>
                    <a:gd name="connsiteY16" fmla="*/ 5538027 h 8542484"/>
                    <a:gd name="connsiteX17" fmla="*/ 5333553 w 8134812"/>
                    <a:gd name="connsiteY17" fmla="*/ 8542484 h 8542484"/>
                    <a:gd name="connsiteX18" fmla="*/ 5057784 w 8134812"/>
                    <a:gd name="connsiteY18" fmla="*/ 8455398 h 8542484"/>
                    <a:gd name="connsiteX19" fmla="*/ 541518 w 8134812"/>
                    <a:gd name="connsiteY19" fmla="*/ 4043055 h 8542484"/>
                    <a:gd name="connsiteX0" fmla="*/ 541518 w 8134812"/>
                    <a:gd name="connsiteY0" fmla="*/ 4043055 h 8542484"/>
                    <a:gd name="connsiteX1" fmla="*/ 1163309 w 8134812"/>
                    <a:gd name="connsiteY1" fmla="*/ 3360886 h 8542484"/>
                    <a:gd name="connsiteX2" fmla="*/ 2967723 w 8134812"/>
                    <a:gd name="connsiteY2" fmla="*/ 5189686 h 8542484"/>
                    <a:gd name="connsiteX3" fmla="*/ 108411 w 8134812"/>
                    <a:gd name="connsiteY3" fmla="*/ 2214256 h 8542484"/>
                    <a:gd name="connsiteX4" fmla="*/ 1008296 w 8134812"/>
                    <a:gd name="connsiteY4" fmla="*/ 1503057 h 8542484"/>
                    <a:gd name="connsiteX5" fmla="*/ 3432182 w 8134812"/>
                    <a:gd name="connsiteY5" fmla="*/ 3941457 h 8542484"/>
                    <a:gd name="connsiteX6" fmla="*/ 718011 w 8134812"/>
                    <a:gd name="connsiteY6" fmla="*/ 1183743 h 8542484"/>
                    <a:gd name="connsiteX7" fmla="*/ 1719497 w 8134812"/>
                    <a:gd name="connsiteY7" fmla="*/ 487058 h 8542484"/>
                    <a:gd name="connsiteX8" fmla="*/ 4085326 w 8134812"/>
                    <a:gd name="connsiteY8" fmla="*/ 2969001 h 8542484"/>
                    <a:gd name="connsiteX9" fmla="*/ 2096868 w 8134812"/>
                    <a:gd name="connsiteY9" fmla="*/ 835401 h 8542484"/>
                    <a:gd name="connsiteX10" fmla="*/ 3170925 w 8134812"/>
                    <a:gd name="connsiteY10" fmla="*/ 269344 h 8542484"/>
                    <a:gd name="connsiteX11" fmla="*/ 6538239 w 8134812"/>
                    <a:gd name="connsiteY11" fmla="*/ 3723742 h 8542484"/>
                    <a:gd name="connsiteX12" fmla="*/ 6090619 w 8134812"/>
                    <a:gd name="connsiteY12" fmla="*/ 2231095 h 8542484"/>
                    <a:gd name="connsiteX13" fmla="*/ 6639839 w 8134812"/>
                    <a:gd name="connsiteY13" fmla="*/ 1024087 h 8542484"/>
                    <a:gd name="connsiteX14" fmla="*/ 7757440 w 8134812"/>
                    <a:gd name="connsiteY14" fmla="*/ 2968999 h 8542484"/>
                    <a:gd name="connsiteX15" fmla="*/ 7989669 w 8134812"/>
                    <a:gd name="connsiteY15" fmla="*/ 4333342 h 8542484"/>
                    <a:gd name="connsiteX16" fmla="*/ 8134812 w 8134812"/>
                    <a:gd name="connsiteY16" fmla="*/ 5538027 h 8542484"/>
                    <a:gd name="connsiteX17" fmla="*/ 5333553 w 8134812"/>
                    <a:gd name="connsiteY17" fmla="*/ 8542484 h 8542484"/>
                    <a:gd name="connsiteX18" fmla="*/ 5057784 w 8134812"/>
                    <a:gd name="connsiteY18" fmla="*/ 8455398 h 8542484"/>
                    <a:gd name="connsiteX19" fmla="*/ 541518 w 8134812"/>
                    <a:gd name="connsiteY19" fmla="*/ 4043055 h 8542484"/>
                    <a:gd name="connsiteX0" fmla="*/ 541518 w 8134812"/>
                    <a:gd name="connsiteY0" fmla="*/ 4043055 h 8542484"/>
                    <a:gd name="connsiteX1" fmla="*/ 1163309 w 8134812"/>
                    <a:gd name="connsiteY1" fmla="*/ 3360886 h 8542484"/>
                    <a:gd name="connsiteX2" fmla="*/ 2967723 w 8134812"/>
                    <a:gd name="connsiteY2" fmla="*/ 5189686 h 8542484"/>
                    <a:gd name="connsiteX3" fmla="*/ 108411 w 8134812"/>
                    <a:gd name="connsiteY3" fmla="*/ 2214256 h 8542484"/>
                    <a:gd name="connsiteX4" fmla="*/ 1008296 w 8134812"/>
                    <a:gd name="connsiteY4" fmla="*/ 1503057 h 8542484"/>
                    <a:gd name="connsiteX5" fmla="*/ 3432182 w 8134812"/>
                    <a:gd name="connsiteY5" fmla="*/ 3941457 h 8542484"/>
                    <a:gd name="connsiteX6" fmla="*/ 718011 w 8134812"/>
                    <a:gd name="connsiteY6" fmla="*/ 1183743 h 8542484"/>
                    <a:gd name="connsiteX7" fmla="*/ 1719497 w 8134812"/>
                    <a:gd name="connsiteY7" fmla="*/ 487058 h 8542484"/>
                    <a:gd name="connsiteX8" fmla="*/ 4085326 w 8134812"/>
                    <a:gd name="connsiteY8" fmla="*/ 2969001 h 8542484"/>
                    <a:gd name="connsiteX9" fmla="*/ 2096868 w 8134812"/>
                    <a:gd name="connsiteY9" fmla="*/ 835401 h 8542484"/>
                    <a:gd name="connsiteX10" fmla="*/ 3170925 w 8134812"/>
                    <a:gd name="connsiteY10" fmla="*/ 269344 h 8542484"/>
                    <a:gd name="connsiteX11" fmla="*/ 6538239 w 8134812"/>
                    <a:gd name="connsiteY11" fmla="*/ 3723742 h 8542484"/>
                    <a:gd name="connsiteX12" fmla="*/ 6090619 w 8134812"/>
                    <a:gd name="connsiteY12" fmla="*/ 2231095 h 8542484"/>
                    <a:gd name="connsiteX13" fmla="*/ 6639839 w 8134812"/>
                    <a:gd name="connsiteY13" fmla="*/ 1024087 h 8542484"/>
                    <a:gd name="connsiteX14" fmla="*/ 7757440 w 8134812"/>
                    <a:gd name="connsiteY14" fmla="*/ 2968999 h 8542484"/>
                    <a:gd name="connsiteX15" fmla="*/ 7989669 w 8134812"/>
                    <a:gd name="connsiteY15" fmla="*/ 4333342 h 8542484"/>
                    <a:gd name="connsiteX16" fmla="*/ 8134812 w 8134812"/>
                    <a:gd name="connsiteY16" fmla="*/ 5538027 h 8542484"/>
                    <a:gd name="connsiteX17" fmla="*/ 5333553 w 8134812"/>
                    <a:gd name="connsiteY17" fmla="*/ 8542484 h 8542484"/>
                    <a:gd name="connsiteX18" fmla="*/ 5057784 w 8134812"/>
                    <a:gd name="connsiteY18" fmla="*/ 8455398 h 8542484"/>
                    <a:gd name="connsiteX19" fmla="*/ 541518 w 8134812"/>
                    <a:gd name="connsiteY19" fmla="*/ 4043055 h 8542484"/>
                    <a:gd name="connsiteX0" fmla="*/ 541518 w 8134812"/>
                    <a:gd name="connsiteY0" fmla="*/ 4036746 h 8536175"/>
                    <a:gd name="connsiteX1" fmla="*/ 1163309 w 8134812"/>
                    <a:gd name="connsiteY1" fmla="*/ 3354577 h 8536175"/>
                    <a:gd name="connsiteX2" fmla="*/ 2967723 w 8134812"/>
                    <a:gd name="connsiteY2" fmla="*/ 5183377 h 8536175"/>
                    <a:gd name="connsiteX3" fmla="*/ 108411 w 8134812"/>
                    <a:gd name="connsiteY3" fmla="*/ 2207947 h 8536175"/>
                    <a:gd name="connsiteX4" fmla="*/ 1008296 w 8134812"/>
                    <a:gd name="connsiteY4" fmla="*/ 1496748 h 8536175"/>
                    <a:gd name="connsiteX5" fmla="*/ 3432182 w 8134812"/>
                    <a:gd name="connsiteY5" fmla="*/ 3935148 h 8536175"/>
                    <a:gd name="connsiteX6" fmla="*/ 718011 w 8134812"/>
                    <a:gd name="connsiteY6" fmla="*/ 1177434 h 8536175"/>
                    <a:gd name="connsiteX7" fmla="*/ 1719497 w 8134812"/>
                    <a:gd name="connsiteY7" fmla="*/ 480749 h 8536175"/>
                    <a:gd name="connsiteX8" fmla="*/ 4085326 w 8134812"/>
                    <a:gd name="connsiteY8" fmla="*/ 2962692 h 8536175"/>
                    <a:gd name="connsiteX9" fmla="*/ 2133444 w 8134812"/>
                    <a:gd name="connsiteY9" fmla="*/ 853476 h 8536175"/>
                    <a:gd name="connsiteX10" fmla="*/ 3170925 w 8134812"/>
                    <a:gd name="connsiteY10" fmla="*/ 263035 h 8536175"/>
                    <a:gd name="connsiteX11" fmla="*/ 6538239 w 8134812"/>
                    <a:gd name="connsiteY11" fmla="*/ 3717433 h 8536175"/>
                    <a:gd name="connsiteX12" fmla="*/ 6090619 w 8134812"/>
                    <a:gd name="connsiteY12" fmla="*/ 2224786 h 8536175"/>
                    <a:gd name="connsiteX13" fmla="*/ 6639839 w 8134812"/>
                    <a:gd name="connsiteY13" fmla="*/ 1017778 h 8536175"/>
                    <a:gd name="connsiteX14" fmla="*/ 7757440 w 8134812"/>
                    <a:gd name="connsiteY14" fmla="*/ 2962690 h 8536175"/>
                    <a:gd name="connsiteX15" fmla="*/ 7989669 w 8134812"/>
                    <a:gd name="connsiteY15" fmla="*/ 4327033 h 8536175"/>
                    <a:gd name="connsiteX16" fmla="*/ 8134812 w 8134812"/>
                    <a:gd name="connsiteY16" fmla="*/ 5531718 h 8536175"/>
                    <a:gd name="connsiteX17" fmla="*/ 5333553 w 8134812"/>
                    <a:gd name="connsiteY17" fmla="*/ 8536175 h 8536175"/>
                    <a:gd name="connsiteX18" fmla="*/ 5057784 w 8134812"/>
                    <a:gd name="connsiteY18" fmla="*/ 8449089 h 8536175"/>
                    <a:gd name="connsiteX19" fmla="*/ 541518 w 8134812"/>
                    <a:gd name="connsiteY19" fmla="*/ 4036746 h 8536175"/>
                    <a:gd name="connsiteX0" fmla="*/ 541518 w 8134812"/>
                    <a:gd name="connsiteY0" fmla="*/ 4036746 h 8536175"/>
                    <a:gd name="connsiteX1" fmla="*/ 1163309 w 8134812"/>
                    <a:gd name="connsiteY1" fmla="*/ 3354577 h 8536175"/>
                    <a:gd name="connsiteX2" fmla="*/ 2967723 w 8134812"/>
                    <a:gd name="connsiteY2" fmla="*/ 5183377 h 8536175"/>
                    <a:gd name="connsiteX3" fmla="*/ 108411 w 8134812"/>
                    <a:gd name="connsiteY3" fmla="*/ 2207947 h 8536175"/>
                    <a:gd name="connsiteX4" fmla="*/ 1008296 w 8134812"/>
                    <a:gd name="connsiteY4" fmla="*/ 1496748 h 8536175"/>
                    <a:gd name="connsiteX5" fmla="*/ 3432182 w 8134812"/>
                    <a:gd name="connsiteY5" fmla="*/ 3935148 h 8536175"/>
                    <a:gd name="connsiteX6" fmla="*/ 718011 w 8134812"/>
                    <a:gd name="connsiteY6" fmla="*/ 1177434 h 8536175"/>
                    <a:gd name="connsiteX7" fmla="*/ 1719497 w 8134812"/>
                    <a:gd name="connsiteY7" fmla="*/ 480749 h 8536175"/>
                    <a:gd name="connsiteX8" fmla="*/ 4085326 w 8134812"/>
                    <a:gd name="connsiteY8" fmla="*/ 2962692 h 8536175"/>
                    <a:gd name="connsiteX9" fmla="*/ 2133444 w 8134812"/>
                    <a:gd name="connsiteY9" fmla="*/ 853476 h 8536175"/>
                    <a:gd name="connsiteX10" fmla="*/ 3170925 w 8134812"/>
                    <a:gd name="connsiteY10" fmla="*/ 263035 h 8536175"/>
                    <a:gd name="connsiteX11" fmla="*/ 6538239 w 8134812"/>
                    <a:gd name="connsiteY11" fmla="*/ 3717433 h 8536175"/>
                    <a:gd name="connsiteX12" fmla="*/ 6090619 w 8134812"/>
                    <a:gd name="connsiteY12" fmla="*/ 2224786 h 8536175"/>
                    <a:gd name="connsiteX13" fmla="*/ 6639839 w 8134812"/>
                    <a:gd name="connsiteY13" fmla="*/ 1017778 h 8536175"/>
                    <a:gd name="connsiteX14" fmla="*/ 7757440 w 8134812"/>
                    <a:gd name="connsiteY14" fmla="*/ 2962690 h 8536175"/>
                    <a:gd name="connsiteX15" fmla="*/ 7989669 w 8134812"/>
                    <a:gd name="connsiteY15" fmla="*/ 4327033 h 8536175"/>
                    <a:gd name="connsiteX16" fmla="*/ 8134812 w 8134812"/>
                    <a:gd name="connsiteY16" fmla="*/ 5531718 h 8536175"/>
                    <a:gd name="connsiteX17" fmla="*/ 5333553 w 8134812"/>
                    <a:gd name="connsiteY17" fmla="*/ 8536175 h 8536175"/>
                    <a:gd name="connsiteX18" fmla="*/ 5057784 w 8134812"/>
                    <a:gd name="connsiteY18" fmla="*/ 8449089 h 8536175"/>
                    <a:gd name="connsiteX19" fmla="*/ 541518 w 8134812"/>
                    <a:gd name="connsiteY19" fmla="*/ 4036746 h 8536175"/>
                    <a:gd name="connsiteX0" fmla="*/ 541518 w 8134812"/>
                    <a:gd name="connsiteY0" fmla="*/ 4036746 h 8536175"/>
                    <a:gd name="connsiteX1" fmla="*/ 1163309 w 8134812"/>
                    <a:gd name="connsiteY1" fmla="*/ 3354577 h 8536175"/>
                    <a:gd name="connsiteX2" fmla="*/ 2967723 w 8134812"/>
                    <a:gd name="connsiteY2" fmla="*/ 5183377 h 8536175"/>
                    <a:gd name="connsiteX3" fmla="*/ 108411 w 8134812"/>
                    <a:gd name="connsiteY3" fmla="*/ 2207947 h 8536175"/>
                    <a:gd name="connsiteX4" fmla="*/ 1008296 w 8134812"/>
                    <a:gd name="connsiteY4" fmla="*/ 1496748 h 8536175"/>
                    <a:gd name="connsiteX5" fmla="*/ 3432182 w 8134812"/>
                    <a:gd name="connsiteY5" fmla="*/ 3935148 h 8536175"/>
                    <a:gd name="connsiteX6" fmla="*/ 718011 w 8134812"/>
                    <a:gd name="connsiteY6" fmla="*/ 1177434 h 8536175"/>
                    <a:gd name="connsiteX7" fmla="*/ 1719497 w 8134812"/>
                    <a:gd name="connsiteY7" fmla="*/ 480749 h 8536175"/>
                    <a:gd name="connsiteX8" fmla="*/ 4085326 w 8134812"/>
                    <a:gd name="connsiteY8" fmla="*/ 2962692 h 8536175"/>
                    <a:gd name="connsiteX9" fmla="*/ 2133444 w 8134812"/>
                    <a:gd name="connsiteY9" fmla="*/ 853476 h 8536175"/>
                    <a:gd name="connsiteX10" fmla="*/ 3170925 w 8134812"/>
                    <a:gd name="connsiteY10" fmla="*/ 263035 h 8536175"/>
                    <a:gd name="connsiteX11" fmla="*/ 6538239 w 8134812"/>
                    <a:gd name="connsiteY11" fmla="*/ 3717433 h 8536175"/>
                    <a:gd name="connsiteX12" fmla="*/ 6090619 w 8134812"/>
                    <a:gd name="connsiteY12" fmla="*/ 2224786 h 8536175"/>
                    <a:gd name="connsiteX13" fmla="*/ 6639839 w 8134812"/>
                    <a:gd name="connsiteY13" fmla="*/ 1017778 h 8536175"/>
                    <a:gd name="connsiteX14" fmla="*/ 7757440 w 8134812"/>
                    <a:gd name="connsiteY14" fmla="*/ 2962690 h 8536175"/>
                    <a:gd name="connsiteX15" fmla="*/ 7989669 w 8134812"/>
                    <a:gd name="connsiteY15" fmla="*/ 4327033 h 8536175"/>
                    <a:gd name="connsiteX16" fmla="*/ 8134812 w 8134812"/>
                    <a:gd name="connsiteY16" fmla="*/ 5531718 h 8536175"/>
                    <a:gd name="connsiteX17" fmla="*/ 5333553 w 8134812"/>
                    <a:gd name="connsiteY17" fmla="*/ 8536175 h 8536175"/>
                    <a:gd name="connsiteX18" fmla="*/ 5057784 w 8134812"/>
                    <a:gd name="connsiteY18" fmla="*/ 8449089 h 8536175"/>
                    <a:gd name="connsiteX19" fmla="*/ 541518 w 8134812"/>
                    <a:gd name="connsiteY19" fmla="*/ 4036746 h 8536175"/>
                    <a:gd name="connsiteX0" fmla="*/ 541518 w 8134812"/>
                    <a:gd name="connsiteY0" fmla="*/ 4053000 h 8552429"/>
                    <a:gd name="connsiteX1" fmla="*/ 1163309 w 8134812"/>
                    <a:gd name="connsiteY1" fmla="*/ 3370831 h 8552429"/>
                    <a:gd name="connsiteX2" fmla="*/ 2967723 w 8134812"/>
                    <a:gd name="connsiteY2" fmla="*/ 5199631 h 8552429"/>
                    <a:gd name="connsiteX3" fmla="*/ 108411 w 8134812"/>
                    <a:gd name="connsiteY3" fmla="*/ 2224201 h 8552429"/>
                    <a:gd name="connsiteX4" fmla="*/ 1008296 w 8134812"/>
                    <a:gd name="connsiteY4" fmla="*/ 1513002 h 8552429"/>
                    <a:gd name="connsiteX5" fmla="*/ 3432182 w 8134812"/>
                    <a:gd name="connsiteY5" fmla="*/ 3951402 h 8552429"/>
                    <a:gd name="connsiteX6" fmla="*/ 718011 w 8134812"/>
                    <a:gd name="connsiteY6" fmla="*/ 1193688 h 8552429"/>
                    <a:gd name="connsiteX7" fmla="*/ 1719497 w 8134812"/>
                    <a:gd name="connsiteY7" fmla="*/ 497003 h 8552429"/>
                    <a:gd name="connsiteX8" fmla="*/ 4085326 w 8134812"/>
                    <a:gd name="connsiteY8" fmla="*/ 2978946 h 8552429"/>
                    <a:gd name="connsiteX9" fmla="*/ 2133444 w 8134812"/>
                    <a:gd name="connsiteY9" fmla="*/ 869730 h 8552429"/>
                    <a:gd name="connsiteX10" fmla="*/ 3170925 w 8134812"/>
                    <a:gd name="connsiteY10" fmla="*/ 279289 h 8552429"/>
                    <a:gd name="connsiteX11" fmla="*/ 6538239 w 8134812"/>
                    <a:gd name="connsiteY11" fmla="*/ 3733687 h 8552429"/>
                    <a:gd name="connsiteX12" fmla="*/ 6090619 w 8134812"/>
                    <a:gd name="connsiteY12" fmla="*/ 2241040 h 8552429"/>
                    <a:gd name="connsiteX13" fmla="*/ 6639839 w 8134812"/>
                    <a:gd name="connsiteY13" fmla="*/ 1034032 h 8552429"/>
                    <a:gd name="connsiteX14" fmla="*/ 7757440 w 8134812"/>
                    <a:gd name="connsiteY14" fmla="*/ 2978944 h 8552429"/>
                    <a:gd name="connsiteX15" fmla="*/ 7989669 w 8134812"/>
                    <a:gd name="connsiteY15" fmla="*/ 4343287 h 8552429"/>
                    <a:gd name="connsiteX16" fmla="*/ 8134812 w 8134812"/>
                    <a:gd name="connsiteY16" fmla="*/ 5547972 h 8552429"/>
                    <a:gd name="connsiteX17" fmla="*/ 5333553 w 8134812"/>
                    <a:gd name="connsiteY17" fmla="*/ 8552429 h 8552429"/>
                    <a:gd name="connsiteX18" fmla="*/ 5057784 w 8134812"/>
                    <a:gd name="connsiteY18" fmla="*/ 8465343 h 8552429"/>
                    <a:gd name="connsiteX19" fmla="*/ 541518 w 8134812"/>
                    <a:gd name="connsiteY19" fmla="*/ 4053000 h 8552429"/>
                    <a:gd name="connsiteX0" fmla="*/ 541518 w 8134812"/>
                    <a:gd name="connsiteY0" fmla="*/ 4050353 h 8549782"/>
                    <a:gd name="connsiteX1" fmla="*/ 1163309 w 8134812"/>
                    <a:gd name="connsiteY1" fmla="*/ 3368184 h 8549782"/>
                    <a:gd name="connsiteX2" fmla="*/ 2967723 w 8134812"/>
                    <a:gd name="connsiteY2" fmla="*/ 5196984 h 8549782"/>
                    <a:gd name="connsiteX3" fmla="*/ 108411 w 8134812"/>
                    <a:gd name="connsiteY3" fmla="*/ 2221554 h 8549782"/>
                    <a:gd name="connsiteX4" fmla="*/ 1008296 w 8134812"/>
                    <a:gd name="connsiteY4" fmla="*/ 1510355 h 8549782"/>
                    <a:gd name="connsiteX5" fmla="*/ 3432182 w 8134812"/>
                    <a:gd name="connsiteY5" fmla="*/ 3948755 h 8549782"/>
                    <a:gd name="connsiteX6" fmla="*/ 718011 w 8134812"/>
                    <a:gd name="connsiteY6" fmla="*/ 1191041 h 8549782"/>
                    <a:gd name="connsiteX7" fmla="*/ 1719497 w 8134812"/>
                    <a:gd name="connsiteY7" fmla="*/ 494356 h 8549782"/>
                    <a:gd name="connsiteX8" fmla="*/ 4085326 w 8134812"/>
                    <a:gd name="connsiteY8" fmla="*/ 2976299 h 8549782"/>
                    <a:gd name="connsiteX9" fmla="*/ 2133444 w 8134812"/>
                    <a:gd name="connsiteY9" fmla="*/ 867083 h 8549782"/>
                    <a:gd name="connsiteX10" fmla="*/ 3170925 w 8134812"/>
                    <a:gd name="connsiteY10" fmla="*/ 276642 h 8549782"/>
                    <a:gd name="connsiteX11" fmla="*/ 6538239 w 8134812"/>
                    <a:gd name="connsiteY11" fmla="*/ 3731040 h 8549782"/>
                    <a:gd name="connsiteX12" fmla="*/ 6090619 w 8134812"/>
                    <a:gd name="connsiteY12" fmla="*/ 2238393 h 8549782"/>
                    <a:gd name="connsiteX13" fmla="*/ 6639839 w 8134812"/>
                    <a:gd name="connsiteY13" fmla="*/ 1031385 h 8549782"/>
                    <a:gd name="connsiteX14" fmla="*/ 7757440 w 8134812"/>
                    <a:gd name="connsiteY14" fmla="*/ 2976297 h 8549782"/>
                    <a:gd name="connsiteX15" fmla="*/ 7989669 w 8134812"/>
                    <a:gd name="connsiteY15" fmla="*/ 4340640 h 8549782"/>
                    <a:gd name="connsiteX16" fmla="*/ 8134812 w 8134812"/>
                    <a:gd name="connsiteY16" fmla="*/ 5545325 h 8549782"/>
                    <a:gd name="connsiteX17" fmla="*/ 5333553 w 8134812"/>
                    <a:gd name="connsiteY17" fmla="*/ 8549782 h 8549782"/>
                    <a:gd name="connsiteX18" fmla="*/ 5057784 w 8134812"/>
                    <a:gd name="connsiteY18" fmla="*/ 8462696 h 8549782"/>
                    <a:gd name="connsiteX19" fmla="*/ 541518 w 8134812"/>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8549782"/>
                    <a:gd name="connsiteX1" fmla="*/ 1163309 w 8389877"/>
                    <a:gd name="connsiteY1" fmla="*/ 3368184 h 8549782"/>
                    <a:gd name="connsiteX2" fmla="*/ 2967723 w 8389877"/>
                    <a:gd name="connsiteY2" fmla="*/ 5196984 h 8549782"/>
                    <a:gd name="connsiteX3" fmla="*/ 108411 w 8389877"/>
                    <a:gd name="connsiteY3" fmla="*/ 2221554 h 8549782"/>
                    <a:gd name="connsiteX4" fmla="*/ 1008296 w 8389877"/>
                    <a:gd name="connsiteY4" fmla="*/ 1510355 h 8549782"/>
                    <a:gd name="connsiteX5" fmla="*/ 3432182 w 8389877"/>
                    <a:gd name="connsiteY5" fmla="*/ 3948755 h 8549782"/>
                    <a:gd name="connsiteX6" fmla="*/ 718011 w 8389877"/>
                    <a:gd name="connsiteY6" fmla="*/ 1191041 h 8549782"/>
                    <a:gd name="connsiteX7" fmla="*/ 1719497 w 8389877"/>
                    <a:gd name="connsiteY7" fmla="*/ 494356 h 8549782"/>
                    <a:gd name="connsiteX8" fmla="*/ 4085326 w 8389877"/>
                    <a:gd name="connsiteY8" fmla="*/ 2976299 h 8549782"/>
                    <a:gd name="connsiteX9" fmla="*/ 2133444 w 8389877"/>
                    <a:gd name="connsiteY9" fmla="*/ 867083 h 8549782"/>
                    <a:gd name="connsiteX10" fmla="*/ 3170925 w 8389877"/>
                    <a:gd name="connsiteY10" fmla="*/ 276642 h 8549782"/>
                    <a:gd name="connsiteX11" fmla="*/ 6538239 w 8389877"/>
                    <a:gd name="connsiteY11" fmla="*/ 3731040 h 8549782"/>
                    <a:gd name="connsiteX12" fmla="*/ 6090619 w 8389877"/>
                    <a:gd name="connsiteY12" fmla="*/ 2238393 h 8549782"/>
                    <a:gd name="connsiteX13" fmla="*/ 6639839 w 8389877"/>
                    <a:gd name="connsiteY13" fmla="*/ 1031385 h 8549782"/>
                    <a:gd name="connsiteX14" fmla="*/ 7757440 w 8389877"/>
                    <a:gd name="connsiteY14" fmla="*/ 2976297 h 8549782"/>
                    <a:gd name="connsiteX15" fmla="*/ 7989669 w 8389877"/>
                    <a:gd name="connsiteY15" fmla="*/ 4340640 h 8549782"/>
                    <a:gd name="connsiteX16" fmla="*/ 8389877 w 8389877"/>
                    <a:gd name="connsiteY16" fmla="*/ 5777404 h 8549782"/>
                    <a:gd name="connsiteX17" fmla="*/ 5333553 w 8389877"/>
                    <a:gd name="connsiteY17" fmla="*/ 8549782 h 8549782"/>
                    <a:gd name="connsiteX18" fmla="*/ 5057784 w 8389877"/>
                    <a:gd name="connsiteY18" fmla="*/ 8462696 h 8549782"/>
                    <a:gd name="connsiteX19" fmla="*/ 541518 w 8389877"/>
                    <a:gd name="connsiteY19" fmla="*/ 4050353 h 8549782"/>
                    <a:gd name="connsiteX0" fmla="*/ 541518 w 8389877"/>
                    <a:gd name="connsiteY0" fmla="*/ 4050353 h 9315726"/>
                    <a:gd name="connsiteX1" fmla="*/ 1163309 w 8389877"/>
                    <a:gd name="connsiteY1" fmla="*/ 3368184 h 9315726"/>
                    <a:gd name="connsiteX2" fmla="*/ 2967723 w 8389877"/>
                    <a:gd name="connsiteY2" fmla="*/ 5196984 h 9315726"/>
                    <a:gd name="connsiteX3" fmla="*/ 108411 w 8389877"/>
                    <a:gd name="connsiteY3" fmla="*/ 2221554 h 9315726"/>
                    <a:gd name="connsiteX4" fmla="*/ 1008296 w 8389877"/>
                    <a:gd name="connsiteY4" fmla="*/ 1510355 h 9315726"/>
                    <a:gd name="connsiteX5" fmla="*/ 3432182 w 8389877"/>
                    <a:gd name="connsiteY5" fmla="*/ 3948755 h 9315726"/>
                    <a:gd name="connsiteX6" fmla="*/ 718011 w 8389877"/>
                    <a:gd name="connsiteY6" fmla="*/ 1191041 h 9315726"/>
                    <a:gd name="connsiteX7" fmla="*/ 1719497 w 8389877"/>
                    <a:gd name="connsiteY7" fmla="*/ 494356 h 9315726"/>
                    <a:gd name="connsiteX8" fmla="*/ 4085326 w 8389877"/>
                    <a:gd name="connsiteY8" fmla="*/ 2976299 h 9315726"/>
                    <a:gd name="connsiteX9" fmla="*/ 2133444 w 8389877"/>
                    <a:gd name="connsiteY9" fmla="*/ 867083 h 9315726"/>
                    <a:gd name="connsiteX10" fmla="*/ 3170925 w 8389877"/>
                    <a:gd name="connsiteY10" fmla="*/ 276642 h 9315726"/>
                    <a:gd name="connsiteX11" fmla="*/ 6538239 w 8389877"/>
                    <a:gd name="connsiteY11" fmla="*/ 3731040 h 9315726"/>
                    <a:gd name="connsiteX12" fmla="*/ 6090619 w 8389877"/>
                    <a:gd name="connsiteY12" fmla="*/ 2238393 h 9315726"/>
                    <a:gd name="connsiteX13" fmla="*/ 6639839 w 8389877"/>
                    <a:gd name="connsiteY13" fmla="*/ 1031385 h 9315726"/>
                    <a:gd name="connsiteX14" fmla="*/ 7757440 w 8389877"/>
                    <a:gd name="connsiteY14" fmla="*/ 2976297 h 9315726"/>
                    <a:gd name="connsiteX15" fmla="*/ 7989669 w 8389877"/>
                    <a:gd name="connsiteY15" fmla="*/ 4340640 h 9315726"/>
                    <a:gd name="connsiteX16" fmla="*/ 8389877 w 8389877"/>
                    <a:gd name="connsiteY16" fmla="*/ 5777404 h 9315726"/>
                    <a:gd name="connsiteX17" fmla="*/ 6336452 w 8389877"/>
                    <a:gd name="connsiteY17" fmla="*/ 9315727 h 9315726"/>
                    <a:gd name="connsiteX18" fmla="*/ 5057784 w 8389877"/>
                    <a:gd name="connsiteY18" fmla="*/ 8462696 h 9315726"/>
                    <a:gd name="connsiteX19" fmla="*/ 541518 w 8389877"/>
                    <a:gd name="connsiteY19" fmla="*/ 4050353 h 9315726"/>
                    <a:gd name="connsiteX0" fmla="*/ 541518 w 8389877"/>
                    <a:gd name="connsiteY0" fmla="*/ 4050353 h 9224165"/>
                    <a:gd name="connsiteX1" fmla="*/ 1163309 w 8389877"/>
                    <a:gd name="connsiteY1" fmla="*/ 3368184 h 9224165"/>
                    <a:gd name="connsiteX2" fmla="*/ 2967723 w 8389877"/>
                    <a:gd name="connsiteY2" fmla="*/ 5196984 h 9224165"/>
                    <a:gd name="connsiteX3" fmla="*/ 108411 w 8389877"/>
                    <a:gd name="connsiteY3" fmla="*/ 2221554 h 9224165"/>
                    <a:gd name="connsiteX4" fmla="*/ 1008296 w 8389877"/>
                    <a:gd name="connsiteY4" fmla="*/ 1510355 h 9224165"/>
                    <a:gd name="connsiteX5" fmla="*/ 3432182 w 8389877"/>
                    <a:gd name="connsiteY5" fmla="*/ 3948755 h 9224165"/>
                    <a:gd name="connsiteX6" fmla="*/ 718011 w 8389877"/>
                    <a:gd name="connsiteY6" fmla="*/ 1191041 h 9224165"/>
                    <a:gd name="connsiteX7" fmla="*/ 1719497 w 8389877"/>
                    <a:gd name="connsiteY7" fmla="*/ 494356 h 9224165"/>
                    <a:gd name="connsiteX8" fmla="*/ 4085326 w 8389877"/>
                    <a:gd name="connsiteY8" fmla="*/ 2976299 h 9224165"/>
                    <a:gd name="connsiteX9" fmla="*/ 2133444 w 8389877"/>
                    <a:gd name="connsiteY9" fmla="*/ 867083 h 9224165"/>
                    <a:gd name="connsiteX10" fmla="*/ 3170925 w 8389877"/>
                    <a:gd name="connsiteY10" fmla="*/ 276642 h 9224165"/>
                    <a:gd name="connsiteX11" fmla="*/ 6538239 w 8389877"/>
                    <a:gd name="connsiteY11" fmla="*/ 3731040 h 9224165"/>
                    <a:gd name="connsiteX12" fmla="*/ 6090619 w 8389877"/>
                    <a:gd name="connsiteY12" fmla="*/ 2238393 h 9224165"/>
                    <a:gd name="connsiteX13" fmla="*/ 6639839 w 8389877"/>
                    <a:gd name="connsiteY13" fmla="*/ 1031385 h 9224165"/>
                    <a:gd name="connsiteX14" fmla="*/ 7757440 w 8389877"/>
                    <a:gd name="connsiteY14" fmla="*/ 2976297 h 9224165"/>
                    <a:gd name="connsiteX15" fmla="*/ 7989669 w 8389877"/>
                    <a:gd name="connsiteY15" fmla="*/ 4340640 h 9224165"/>
                    <a:gd name="connsiteX16" fmla="*/ 8389877 w 8389877"/>
                    <a:gd name="connsiteY16" fmla="*/ 5777404 h 9224165"/>
                    <a:gd name="connsiteX17" fmla="*/ 6266896 w 8389877"/>
                    <a:gd name="connsiteY17" fmla="*/ 9224162 h 9224165"/>
                    <a:gd name="connsiteX18" fmla="*/ 5057784 w 8389877"/>
                    <a:gd name="connsiteY18" fmla="*/ 8462696 h 9224165"/>
                    <a:gd name="connsiteX19" fmla="*/ 541518 w 8389877"/>
                    <a:gd name="connsiteY19" fmla="*/ 4050353 h 9224165"/>
                    <a:gd name="connsiteX0" fmla="*/ 541518 w 8389877"/>
                    <a:gd name="connsiteY0" fmla="*/ 4050353 h 9224165"/>
                    <a:gd name="connsiteX1" fmla="*/ 1163309 w 8389877"/>
                    <a:gd name="connsiteY1" fmla="*/ 3368184 h 9224165"/>
                    <a:gd name="connsiteX2" fmla="*/ 2967723 w 8389877"/>
                    <a:gd name="connsiteY2" fmla="*/ 5196984 h 9224165"/>
                    <a:gd name="connsiteX3" fmla="*/ 108411 w 8389877"/>
                    <a:gd name="connsiteY3" fmla="*/ 2221554 h 9224165"/>
                    <a:gd name="connsiteX4" fmla="*/ 1008296 w 8389877"/>
                    <a:gd name="connsiteY4" fmla="*/ 1510355 h 9224165"/>
                    <a:gd name="connsiteX5" fmla="*/ 3432182 w 8389877"/>
                    <a:gd name="connsiteY5" fmla="*/ 3948755 h 9224165"/>
                    <a:gd name="connsiteX6" fmla="*/ 718011 w 8389877"/>
                    <a:gd name="connsiteY6" fmla="*/ 1191041 h 9224165"/>
                    <a:gd name="connsiteX7" fmla="*/ 1719497 w 8389877"/>
                    <a:gd name="connsiteY7" fmla="*/ 494356 h 9224165"/>
                    <a:gd name="connsiteX8" fmla="*/ 4085326 w 8389877"/>
                    <a:gd name="connsiteY8" fmla="*/ 2976299 h 9224165"/>
                    <a:gd name="connsiteX9" fmla="*/ 2133444 w 8389877"/>
                    <a:gd name="connsiteY9" fmla="*/ 867083 h 9224165"/>
                    <a:gd name="connsiteX10" fmla="*/ 3170925 w 8389877"/>
                    <a:gd name="connsiteY10" fmla="*/ 276642 h 9224165"/>
                    <a:gd name="connsiteX11" fmla="*/ 6538239 w 8389877"/>
                    <a:gd name="connsiteY11" fmla="*/ 3731040 h 9224165"/>
                    <a:gd name="connsiteX12" fmla="*/ 6090619 w 8389877"/>
                    <a:gd name="connsiteY12" fmla="*/ 2238393 h 9224165"/>
                    <a:gd name="connsiteX13" fmla="*/ 6639839 w 8389877"/>
                    <a:gd name="connsiteY13" fmla="*/ 1031385 h 9224165"/>
                    <a:gd name="connsiteX14" fmla="*/ 7757440 w 8389877"/>
                    <a:gd name="connsiteY14" fmla="*/ 2976297 h 9224165"/>
                    <a:gd name="connsiteX15" fmla="*/ 7989669 w 8389877"/>
                    <a:gd name="connsiteY15" fmla="*/ 4340640 h 9224165"/>
                    <a:gd name="connsiteX16" fmla="*/ 8389877 w 8389877"/>
                    <a:gd name="connsiteY16" fmla="*/ 5777404 h 9224165"/>
                    <a:gd name="connsiteX17" fmla="*/ 6266896 w 8389877"/>
                    <a:gd name="connsiteY17" fmla="*/ 9224162 h 9224165"/>
                    <a:gd name="connsiteX18" fmla="*/ 5057784 w 8389877"/>
                    <a:gd name="connsiteY18" fmla="*/ 8462696 h 9224165"/>
                    <a:gd name="connsiteX19" fmla="*/ 541518 w 8389877"/>
                    <a:gd name="connsiteY19" fmla="*/ 4050353 h 9224165"/>
                    <a:gd name="connsiteX0" fmla="*/ 541518 w 8389877"/>
                    <a:gd name="connsiteY0" fmla="*/ 4050353 h 9224165"/>
                    <a:gd name="connsiteX1" fmla="*/ 1163309 w 8389877"/>
                    <a:gd name="connsiteY1" fmla="*/ 3368184 h 9224165"/>
                    <a:gd name="connsiteX2" fmla="*/ 2967723 w 8389877"/>
                    <a:gd name="connsiteY2" fmla="*/ 5196984 h 9224165"/>
                    <a:gd name="connsiteX3" fmla="*/ 108411 w 8389877"/>
                    <a:gd name="connsiteY3" fmla="*/ 2221554 h 9224165"/>
                    <a:gd name="connsiteX4" fmla="*/ 1008296 w 8389877"/>
                    <a:gd name="connsiteY4" fmla="*/ 1510355 h 9224165"/>
                    <a:gd name="connsiteX5" fmla="*/ 3432182 w 8389877"/>
                    <a:gd name="connsiteY5" fmla="*/ 3948755 h 9224165"/>
                    <a:gd name="connsiteX6" fmla="*/ 718011 w 8389877"/>
                    <a:gd name="connsiteY6" fmla="*/ 1191041 h 9224165"/>
                    <a:gd name="connsiteX7" fmla="*/ 1719497 w 8389877"/>
                    <a:gd name="connsiteY7" fmla="*/ 494356 h 9224165"/>
                    <a:gd name="connsiteX8" fmla="*/ 4085326 w 8389877"/>
                    <a:gd name="connsiteY8" fmla="*/ 2976299 h 9224165"/>
                    <a:gd name="connsiteX9" fmla="*/ 2133444 w 8389877"/>
                    <a:gd name="connsiteY9" fmla="*/ 867083 h 9224165"/>
                    <a:gd name="connsiteX10" fmla="*/ 3170925 w 8389877"/>
                    <a:gd name="connsiteY10" fmla="*/ 276642 h 9224165"/>
                    <a:gd name="connsiteX11" fmla="*/ 6538239 w 8389877"/>
                    <a:gd name="connsiteY11" fmla="*/ 3731040 h 9224165"/>
                    <a:gd name="connsiteX12" fmla="*/ 6090619 w 8389877"/>
                    <a:gd name="connsiteY12" fmla="*/ 2238393 h 9224165"/>
                    <a:gd name="connsiteX13" fmla="*/ 6639839 w 8389877"/>
                    <a:gd name="connsiteY13" fmla="*/ 1031385 h 9224165"/>
                    <a:gd name="connsiteX14" fmla="*/ 7757440 w 8389877"/>
                    <a:gd name="connsiteY14" fmla="*/ 2976297 h 9224165"/>
                    <a:gd name="connsiteX15" fmla="*/ 7989669 w 8389877"/>
                    <a:gd name="connsiteY15" fmla="*/ 4340640 h 9224165"/>
                    <a:gd name="connsiteX16" fmla="*/ 8389877 w 8389877"/>
                    <a:gd name="connsiteY16" fmla="*/ 5777404 h 9224165"/>
                    <a:gd name="connsiteX17" fmla="*/ 6266896 w 8389877"/>
                    <a:gd name="connsiteY17" fmla="*/ 9224162 h 9224165"/>
                    <a:gd name="connsiteX18" fmla="*/ 5057784 w 8389877"/>
                    <a:gd name="connsiteY18" fmla="*/ 8462696 h 9224165"/>
                    <a:gd name="connsiteX19" fmla="*/ 541518 w 8389877"/>
                    <a:gd name="connsiteY19" fmla="*/ 4050353 h 9224165"/>
                    <a:gd name="connsiteX0" fmla="*/ 541518 w 8359910"/>
                    <a:gd name="connsiteY0" fmla="*/ 4050353 h 9224165"/>
                    <a:gd name="connsiteX1" fmla="*/ 1163309 w 8359910"/>
                    <a:gd name="connsiteY1" fmla="*/ 3368184 h 9224165"/>
                    <a:gd name="connsiteX2" fmla="*/ 2967723 w 8359910"/>
                    <a:gd name="connsiteY2" fmla="*/ 5196984 h 9224165"/>
                    <a:gd name="connsiteX3" fmla="*/ 108411 w 8359910"/>
                    <a:gd name="connsiteY3" fmla="*/ 2221554 h 9224165"/>
                    <a:gd name="connsiteX4" fmla="*/ 1008296 w 8359910"/>
                    <a:gd name="connsiteY4" fmla="*/ 1510355 h 9224165"/>
                    <a:gd name="connsiteX5" fmla="*/ 3432182 w 8359910"/>
                    <a:gd name="connsiteY5" fmla="*/ 3948755 h 9224165"/>
                    <a:gd name="connsiteX6" fmla="*/ 718011 w 8359910"/>
                    <a:gd name="connsiteY6" fmla="*/ 1191041 h 9224165"/>
                    <a:gd name="connsiteX7" fmla="*/ 1719497 w 8359910"/>
                    <a:gd name="connsiteY7" fmla="*/ 494356 h 9224165"/>
                    <a:gd name="connsiteX8" fmla="*/ 4085326 w 8359910"/>
                    <a:gd name="connsiteY8" fmla="*/ 2976299 h 9224165"/>
                    <a:gd name="connsiteX9" fmla="*/ 2133444 w 8359910"/>
                    <a:gd name="connsiteY9" fmla="*/ 867083 h 9224165"/>
                    <a:gd name="connsiteX10" fmla="*/ 3170925 w 8359910"/>
                    <a:gd name="connsiteY10" fmla="*/ 276642 h 9224165"/>
                    <a:gd name="connsiteX11" fmla="*/ 6538239 w 8359910"/>
                    <a:gd name="connsiteY11" fmla="*/ 3731040 h 9224165"/>
                    <a:gd name="connsiteX12" fmla="*/ 6090619 w 8359910"/>
                    <a:gd name="connsiteY12" fmla="*/ 2238393 h 9224165"/>
                    <a:gd name="connsiteX13" fmla="*/ 6639839 w 8359910"/>
                    <a:gd name="connsiteY13" fmla="*/ 1031385 h 9224165"/>
                    <a:gd name="connsiteX14" fmla="*/ 7757440 w 8359910"/>
                    <a:gd name="connsiteY14" fmla="*/ 2976297 h 9224165"/>
                    <a:gd name="connsiteX15" fmla="*/ 7989669 w 8359910"/>
                    <a:gd name="connsiteY15" fmla="*/ 4340640 h 9224165"/>
                    <a:gd name="connsiteX16" fmla="*/ 8359907 w 8359910"/>
                    <a:gd name="connsiteY16" fmla="*/ 5645609 h 9224165"/>
                    <a:gd name="connsiteX17" fmla="*/ 6266896 w 8359910"/>
                    <a:gd name="connsiteY17" fmla="*/ 9224162 h 9224165"/>
                    <a:gd name="connsiteX18" fmla="*/ 5057784 w 8359910"/>
                    <a:gd name="connsiteY18" fmla="*/ 8462696 h 9224165"/>
                    <a:gd name="connsiteX19" fmla="*/ 541518 w 8359910"/>
                    <a:gd name="connsiteY19" fmla="*/ 4050353 h 9224165"/>
                    <a:gd name="connsiteX0" fmla="*/ 541518 w 8636226"/>
                    <a:gd name="connsiteY0" fmla="*/ 4050353 h 9224165"/>
                    <a:gd name="connsiteX1" fmla="*/ 1163309 w 8636226"/>
                    <a:gd name="connsiteY1" fmla="*/ 3368184 h 9224165"/>
                    <a:gd name="connsiteX2" fmla="*/ 2967723 w 8636226"/>
                    <a:gd name="connsiteY2" fmla="*/ 5196984 h 9224165"/>
                    <a:gd name="connsiteX3" fmla="*/ 108411 w 8636226"/>
                    <a:gd name="connsiteY3" fmla="*/ 2221554 h 9224165"/>
                    <a:gd name="connsiteX4" fmla="*/ 1008296 w 8636226"/>
                    <a:gd name="connsiteY4" fmla="*/ 1510355 h 9224165"/>
                    <a:gd name="connsiteX5" fmla="*/ 3432182 w 8636226"/>
                    <a:gd name="connsiteY5" fmla="*/ 3948755 h 9224165"/>
                    <a:gd name="connsiteX6" fmla="*/ 718011 w 8636226"/>
                    <a:gd name="connsiteY6" fmla="*/ 1191041 h 9224165"/>
                    <a:gd name="connsiteX7" fmla="*/ 1719497 w 8636226"/>
                    <a:gd name="connsiteY7" fmla="*/ 494356 h 9224165"/>
                    <a:gd name="connsiteX8" fmla="*/ 4085326 w 8636226"/>
                    <a:gd name="connsiteY8" fmla="*/ 2976299 h 9224165"/>
                    <a:gd name="connsiteX9" fmla="*/ 2133444 w 8636226"/>
                    <a:gd name="connsiteY9" fmla="*/ 867083 h 9224165"/>
                    <a:gd name="connsiteX10" fmla="*/ 3170925 w 8636226"/>
                    <a:gd name="connsiteY10" fmla="*/ 276642 h 9224165"/>
                    <a:gd name="connsiteX11" fmla="*/ 6538239 w 8636226"/>
                    <a:gd name="connsiteY11" fmla="*/ 3731040 h 9224165"/>
                    <a:gd name="connsiteX12" fmla="*/ 6090619 w 8636226"/>
                    <a:gd name="connsiteY12" fmla="*/ 2238393 h 9224165"/>
                    <a:gd name="connsiteX13" fmla="*/ 6639839 w 8636226"/>
                    <a:gd name="connsiteY13" fmla="*/ 1031385 h 9224165"/>
                    <a:gd name="connsiteX14" fmla="*/ 7757440 w 8636226"/>
                    <a:gd name="connsiteY14" fmla="*/ 2976297 h 9224165"/>
                    <a:gd name="connsiteX15" fmla="*/ 7989669 w 8636226"/>
                    <a:gd name="connsiteY15" fmla="*/ 4340640 h 9224165"/>
                    <a:gd name="connsiteX16" fmla="*/ 8636220 w 8636226"/>
                    <a:gd name="connsiteY16" fmla="*/ 6034120 h 9224165"/>
                    <a:gd name="connsiteX17" fmla="*/ 6266896 w 8636226"/>
                    <a:gd name="connsiteY17" fmla="*/ 9224162 h 9224165"/>
                    <a:gd name="connsiteX18" fmla="*/ 5057784 w 8636226"/>
                    <a:gd name="connsiteY18" fmla="*/ 8462696 h 9224165"/>
                    <a:gd name="connsiteX19" fmla="*/ 541518 w 8636226"/>
                    <a:gd name="connsiteY19" fmla="*/ 4050353 h 9224165"/>
                    <a:gd name="connsiteX0" fmla="*/ 541518 w 8752649"/>
                    <a:gd name="connsiteY0" fmla="*/ 4050353 h 9224165"/>
                    <a:gd name="connsiteX1" fmla="*/ 1163309 w 8752649"/>
                    <a:gd name="connsiteY1" fmla="*/ 3368184 h 9224165"/>
                    <a:gd name="connsiteX2" fmla="*/ 2967723 w 8752649"/>
                    <a:gd name="connsiteY2" fmla="*/ 5196984 h 9224165"/>
                    <a:gd name="connsiteX3" fmla="*/ 108411 w 8752649"/>
                    <a:gd name="connsiteY3" fmla="*/ 2221554 h 9224165"/>
                    <a:gd name="connsiteX4" fmla="*/ 1008296 w 8752649"/>
                    <a:gd name="connsiteY4" fmla="*/ 1510355 h 9224165"/>
                    <a:gd name="connsiteX5" fmla="*/ 3432182 w 8752649"/>
                    <a:gd name="connsiteY5" fmla="*/ 3948755 h 9224165"/>
                    <a:gd name="connsiteX6" fmla="*/ 718011 w 8752649"/>
                    <a:gd name="connsiteY6" fmla="*/ 1191041 h 9224165"/>
                    <a:gd name="connsiteX7" fmla="*/ 1719497 w 8752649"/>
                    <a:gd name="connsiteY7" fmla="*/ 494356 h 9224165"/>
                    <a:gd name="connsiteX8" fmla="*/ 4085326 w 8752649"/>
                    <a:gd name="connsiteY8" fmla="*/ 2976299 h 9224165"/>
                    <a:gd name="connsiteX9" fmla="*/ 2133444 w 8752649"/>
                    <a:gd name="connsiteY9" fmla="*/ 867083 h 9224165"/>
                    <a:gd name="connsiteX10" fmla="*/ 3170925 w 8752649"/>
                    <a:gd name="connsiteY10" fmla="*/ 276642 h 9224165"/>
                    <a:gd name="connsiteX11" fmla="*/ 6538239 w 8752649"/>
                    <a:gd name="connsiteY11" fmla="*/ 3731040 h 9224165"/>
                    <a:gd name="connsiteX12" fmla="*/ 6090619 w 8752649"/>
                    <a:gd name="connsiteY12" fmla="*/ 2238393 h 9224165"/>
                    <a:gd name="connsiteX13" fmla="*/ 6639839 w 8752649"/>
                    <a:gd name="connsiteY13" fmla="*/ 1031385 h 9224165"/>
                    <a:gd name="connsiteX14" fmla="*/ 7757440 w 8752649"/>
                    <a:gd name="connsiteY14" fmla="*/ 2976297 h 9224165"/>
                    <a:gd name="connsiteX15" fmla="*/ 7989669 w 8752649"/>
                    <a:gd name="connsiteY15" fmla="*/ 4340640 h 9224165"/>
                    <a:gd name="connsiteX16" fmla="*/ 8752654 w 8752649"/>
                    <a:gd name="connsiteY16" fmla="*/ 6193162 h 9224165"/>
                    <a:gd name="connsiteX17" fmla="*/ 6266896 w 8752649"/>
                    <a:gd name="connsiteY17" fmla="*/ 9224162 h 9224165"/>
                    <a:gd name="connsiteX18" fmla="*/ 5057784 w 8752649"/>
                    <a:gd name="connsiteY18" fmla="*/ 8462696 h 9224165"/>
                    <a:gd name="connsiteX19" fmla="*/ 541518 w 8752649"/>
                    <a:gd name="connsiteY19" fmla="*/ 4050353 h 9224165"/>
                    <a:gd name="connsiteX0" fmla="*/ 541518 w 8752649"/>
                    <a:gd name="connsiteY0" fmla="*/ 4050353 h 9224165"/>
                    <a:gd name="connsiteX1" fmla="*/ 1163309 w 8752649"/>
                    <a:gd name="connsiteY1" fmla="*/ 3368184 h 9224165"/>
                    <a:gd name="connsiteX2" fmla="*/ 2967723 w 8752649"/>
                    <a:gd name="connsiteY2" fmla="*/ 5196984 h 9224165"/>
                    <a:gd name="connsiteX3" fmla="*/ 108411 w 8752649"/>
                    <a:gd name="connsiteY3" fmla="*/ 2221554 h 9224165"/>
                    <a:gd name="connsiteX4" fmla="*/ 1008296 w 8752649"/>
                    <a:gd name="connsiteY4" fmla="*/ 1510355 h 9224165"/>
                    <a:gd name="connsiteX5" fmla="*/ 3432182 w 8752649"/>
                    <a:gd name="connsiteY5" fmla="*/ 3948755 h 9224165"/>
                    <a:gd name="connsiteX6" fmla="*/ 718011 w 8752649"/>
                    <a:gd name="connsiteY6" fmla="*/ 1191041 h 9224165"/>
                    <a:gd name="connsiteX7" fmla="*/ 1719497 w 8752649"/>
                    <a:gd name="connsiteY7" fmla="*/ 494356 h 9224165"/>
                    <a:gd name="connsiteX8" fmla="*/ 4085326 w 8752649"/>
                    <a:gd name="connsiteY8" fmla="*/ 2976299 h 9224165"/>
                    <a:gd name="connsiteX9" fmla="*/ 2133444 w 8752649"/>
                    <a:gd name="connsiteY9" fmla="*/ 867083 h 9224165"/>
                    <a:gd name="connsiteX10" fmla="*/ 3170925 w 8752649"/>
                    <a:gd name="connsiteY10" fmla="*/ 276642 h 9224165"/>
                    <a:gd name="connsiteX11" fmla="*/ 6538239 w 8752649"/>
                    <a:gd name="connsiteY11" fmla="*/ 3731040 h 9224165"/>
                    <a:gd name="connsiteX12" fmla="*/ 6090619 w 8752649"/>
                    <a:gd name="connsiteY12" fmla="*/ 2238393 h 9224165"/>
                    <a:gd name="connsiteX13" fmla="*/ 6639839 w 8752649"/>
                    <a:gd name="connsiteY13" fmla="*/ 1031385 h 9224165"/>
                    <a:gd name="connsiteX14" fmla="*/ 7757440 w 8752649"/>
                    <a:gd name="connsiteY14" fmla="*/ 2976297 h 9224165"/>
                    <a:gd name="connsiteX15" fmla="*/ 7989669 w 8752649"/>
                    <a:gd name="connsiteY15" fmla="*/ 4340640 h 9224165"/>
                    <a:gd name="connsiteX16" fmla="*/ 8752654 w 8752649"/>
                    <a:gd name="connsiteY16" fmla="*/ 6193162 h 9224165"/>
                    <a:gd name="connsiteX17" fmla="*/ 6266896 w 8752649"/>
                    <a:gd name="connsiteY17" fmla="*/ 9224162 h 9224165"/>
                    <a:gd name="connsiteX18" fmla="*/ 5057784 w 8752649"/>
                    <a:gd name="connsiteY18" fmla="*/ 8462696 h 9224165"/>
                    <a:gd name="connsiteX19" fmla="*/ 541518 w 8752649"/>
                    <a:gd name="connsiteY19" fmla="*/ 4050353 h 9224165"/>
                    <a:gd name="connsiteX0" fmla="*/ 541518 w 8758653"/>
                    <a:gd name="connsiteY0" fmla="*/ 4050353 h 9224165"/>
                    <a:gd name="connsiteX1" fmla="*/ 1163309 w 8758653"/>
                    <a:gd name="connsiteY1" fmla="*/ 3368184 h 9224165"/>
                    <a:gd name="connsiteX2" fmla="*/ 2967723 w 8758653"/>
                    <a:gd name="connsiteY2" fmla="*/ 5196984 h 9224165"/>
                    <a:gd name="connsiteX3" fmla="*/ 108411 w 8758653"/>
                    <a:gd name="connsiteY3" fmla="*/ 2221554 h 9224165"/>
                    <a:gd name="connsiteX4" fmla="*/ 1008296 w 8758653"/>
                    <a:gd name="connsiteY4" fmla="*/ 1510355 h 9224165"/>
                    <a:gd name="connsiteX5" fmla="*/ 3432182 w 8758653"/>
                    <a:gd name="connsiteY5" fmla="*/ 3948755 h 9224165"/>
                    <a:gd name="connsiteX6" fmla="*/ 718011 w 8758653"/>
                    <a:gd name="connsiteY6" fmla="*/ 1191041 h 9224165"/>
                    <a:gd name="connsiteX7" fmla="*/ 1719497 w 8758653"/>
                    <a:gd name="connsiteY7" fmla="*/ 494356 h 9224165"/>
                    <a:gd name="connsiteX8" fmla="*/ 4085326 w 8758653"/>
                    <a:gd name="connsiteY8" fmla="*/ 2976299 h 9224165"/>
                    <a:gd name="connsiteX9" fmla="*/ 2133444 w 8758653"/>
                    <a:gd name="connsiteY9" fmla="*/ 867083 h 9224165"/>
                    <a:gd name="connsiteX10" fmla="*/ 3170925 w 8758653"/>
                    <a:gd name="connsiteY10" fmla="*/ 276642 h 9224165"/>
                    <a:gd name="connsiteX11" fmla="*/ 6538239 w 8758653"/>
                    <a:gd name="connsiteY11" fmla="*/ 3731040 h 9224165"/>
                    <a:gd name="connsiteX12" fmla="*/ 6090619 w 8758653"/>
                    <a:gd name="connsiteY12" fmla="*/ 2238393 h 9224165"/>
                    <a:gd name="connsiteX13" fmla="*/ 6639839 w 8758653"/>
                    <a:gd name="connsiteY13" fmla="*/ 1031385 h 9224165"/>
                    <a:gd name="connsiteX14" fmla="*/ 7757440 w 8758653"/>
                    <a:gd name="connsiteY14" fmla="*/ 2976297 h 9224165"/>
                    <a:gd name="connsiteX15" fmla="*/ 7989669 w 8758653"/>
                    <a:gd name="connsiteY15" fmla="*/ 4340640 h 9224165"/>
                    <a:gd name="connsiteX16" fmla="*/ 8758649 w 8758653"/>
                    <a:gd name="connsiteY16" fmla="*/ 6332734 h 9224165"/>
                    <a:gd name="connsiteX17" fmla="*/ 6266896 w 8758653"/>
                    <a:gd name="connsiteY17" fmla="*/ 9224162 h 9224165"/>
                    <a:gd name="connsiteX18" fmla="*/ 5057784 w 8758653"/>
                    <a:gd name="connsiteY18" fmla="*/ 8462696 h 9224165"/>
                    <a:gd name="connsiteX19" fmla="*/ 541518 w 8758653"/>
                    <a:gd name="connsiteY19" fmla="*/ 4050353 h 9224165"/>
                    <a:gd name="connsiteX0" fmla="*/ 541518 w 8817757"/>
                    <a:gd name="connsiteY0" fmla="*/ 4050353 h 9224165"/>
                    <a:gd name="connsiteX1" fmla="*/ 1163309 w 8817757"/>
                    <a:gd name="connsiteY1" fmla="*/ 3368184 h 9224165"/>
                    <a:gd name="connsiteX2" fmla="*/ 2967723 w 8817757"/>
                    <a:gd name="connsiteY2" fmla="*/ 5196984 h 9224165"/>
                    <a:gd name="connsiteX3" fmla="*/ 108411 w 8817757"/>
                    <a:gd name="connsiteY3" fmla="*/ 2221554 h 9224165"/>
                    <a:gd name="connsiteX4" fmla="*/ 1008296 w 8817757"/>
                    <a:gd name="connsiteY4" fmla="*/ 1510355 h 9224165"/>
                    <a:gd name="connsiteX5" fmla="*/ 3432182 w 8817757"/>
                    <a:gd name="connsiteY5" fmla="*/ 3948755 h 9224165"/>
                    <a:gd name="connsiteX6" fmla="*/ 718011 w 8817757"/>
                    <a:gd name="connsiteY6" fmla="*/ 1191041 h 9224165"/>
                    <a:gd name="connsiteX7" fmla="*/ 1719497 w 8817757"/>
                    <a:gd name="connsiteY7" fmla="*/ 494356 h 9224165"/>
                    <a:gd name="connsiteX8" fmla="*/ 4085326 w 8817757"/>
                    <a:gd name="connsiteY8" fmla="*/ 2976299 h 9224165"/>
                    <a:gd name="connsiteX9" fmla="*/ 2133444 w 8817757"/>
                    <a:gd name="connsiteY9" fmla="*/ 867083 h 9224165"/>
                    <a:gd name="connsiteX10" fmla="*/ 3170925 w 8817757"/>
                    <a:gd name="connsiteY10" fmla="*/ 276642 h 9224165"/>
                    <a:gd name="connsiteX11" fmla="*/ 6538239 w 8817757"/>
                    <a:gd name="connsiteY11" fmla="*/ 3731040 h 9224165"/>
                    <a:gd name="connsiteX12" fmla="*/ 6090619 w 8817757"/>
                    <a:gd name="connsiteY12" fmla="*/ 2238393 h 9224165"/>
                    <a:gd name="connsiteX13" fmla="*/ 6639839 w 8817757"/>
                    <a:gd name="connsiteY13" fmla="*/ 1031385 h 9224165"/>
                    <a:gd name="connsiteX14" fmla="*/ 7757440 w 8817757"/>
                    <a:gd name="connsiteY14" fmla="*/ 2976297 h 9224165"/>
                    <a:gd name="connsiteX15" fmla="*/ 7989669 w 8817757"/>
                    <a:gd name="connsiteY15" fmla="*/ 4340640 h 9224165"/>
                    <a:gd name="connsiteX16" fmla="*/ 8817753 w 8817757"/>
                    <a:gd name="connsiteY16" fmla="*/ 6581188 h 9224165"/>
                    <a:gd name="connsiteX17" fmla="*/ 6266896 w 8817757"/>
                    <a:gd name="connsiteY17" fmla="*/ 9224162 h 9224165"/>
                    <a:gd name="connsiteX18" fmla="*/ 5057784 w 8817757"/>
                    <a:gd name="connsiteY18" fmla="*/ 8462696 h 9224165"/>
                    <a:gd name="connsiteX19" fmla="*/ 541518 w 8817757"/>
                    <a:gd name="connsiteY19" fmla="*/ 4050353 h 9224165"/>
                    <a:gd name="connsiteX0" fmla="*/ 541518 w 8764658"/>
                    <a:gd name="connsiteY0" fmla="*/ 4050353 h 9224165"/>
                    <a:gd name="connsiteX1" fmla="*/ 1163309 w 8764658"/>
                    <a:gd name="connsiteY1" fmla="*/ 3368184 h 9224165"/>
                    <a:gd name="connsiteX2" fmla="*/ 2967723 w 8764658"/>
                    <a:gd name="connsiteY2" fmla="*/ 5196984 h 9224165"/>
                    <a:gd name="connsiteX3" fmla="*/ 108411 w 8764658"/>
                    <a:gd name="connsiteY3" fmla="*/ 2221554 h 9224165"/>
                    <a:gd name="connsiteX4" fmla="*/ 1008296 w 8764658"/>
                    <a:gd name="connsiteY4" fmla="*/ 1510355 h 9224165"/>
                    <a:gd name="connsiteX5" fmla="*/ 3432182 w 8764658"/>
                    <a:gd name="connsiteY5" fmla="*/ 3948755 h 9224165"/>
                    <a:gd name="connsiteX6" fmla="*/ 718011 w 8764658"/>
                    <a:gd name="connsiteY6" fmla="*/ 1191041 h 9224165"/>
                    <a:gd name="connsiteX7" fmla="*/ 1719497 w 8764658"/>
                    <a:gd name="connsiteY7" fmla="*/ 494356 h 9224165"/>
                    <a:gd name="connsiteX8" fmla="*/ 4085326 w 8764658"/>
                    <a:gd name="connsiteY8" fmla="*/ 2976299 h 9224165"/>
                    <a:gd name="connsiteX9" fmla="*/ 2133444 w 8764658"/>
                    <a:gd name="connsiteY9" fmla="*/ 867083 h 9224165"/>
                    <a:gd name="connsiteX10" fmla="*/ 3170925 w 8764658"/>
                    <a:gd name="connsiteY10" fmla="*/ 276642 h 9224165"/>
                    <a:gd name="connsiteX11" fmla="*/ 6538239 w 8764658"/>
                    <a:gd name="connsiteY11" fmla="*/ 3731040 h 9224165"/>
                    <a:gd name="connsiteX12" fmla="*/ 6090619 w 8764658"/>
                    <a:gd name="connsiteY12" fmla="*/ 2238393 h 9224165"/>
                    <a:gd name="connsiteX13" fmla="*/ 6639839 w 8764658"/>
                    <a:gd name="connsiteY13" fmla="*/ 1031385 h 9224165"/>
                    <a:gd name="connsiteX14" fmla="*/ 7757440 w 8764658"/>
                    <a:gd name="connsiteY14" fmla="*/ 2976297 h 9224165"/>
                    <a:gd name="connsiteX15" fmla="*/ 7989669 w 8764658"/>
                    <a:gd name="connsiteY15" fmla="*/ 4340640 h 9224165"/>
                    <a:gd name="connsiteX16" fmla="*/ 8764662 w 8764658"/>
                    <a:gd name="connsiteY16" fmla="*/ 6472307 h 9224165"/>
                    <a:gd name="connsiteX17" fmla="*/ 6266896 w 8764658"/>
                    <a:gd name="connsiteY17" fmla="*/ 9224162 h 9224165"/>
                    <a:gd name="connsiteX18" fmla="*/ 5057784 w 8764658"/>
                    <a:gd name="connsiteY18" fmla="*/ 8462696 h 9224165"/>
                    <a:gd name="connsiteX19" fmla="*/ 541518 w 8764658"/>
                    <a:gd name="connsiteY19" fmla="*/ 4050353 h 9224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764658" h="9224165">
                      <a:moveTo>
                        <a:pt x="541518" y="4050353"/>
                      </a:moveTo>
                      <a:cubicBezTo>
                        <a:pt x="125441" y="3629439"/>
                        <a:pt x="694015" y="2947268"/>
                        <a:pt x="1163309" y="3368184"/>
                      </a:cubicBezTo>
                      <a:lnTo>
                        <a:pt x="2967723" y="5196984"/>
                      </a:lnTo>
                      <a:lnTo>
                        <a:pt x="108411" y="2221554"/>
                      </a:lnTo>
                      <a:cubicBezTo>
                        <a:pt x="-288312" y="1549060"/>
                        <a:pt x="493523" y="1038543"/>
                        <a:pt x="1008296" y="1510355"/>
                      </a:cubicBezTo>
                      <a:lnTo>
                        <a:pt x="3432182" y="3948755"/>
                      </a:lnTo>
                      <a:lnTo>
                        <a:pt x="718011" y="1191041"/>
                      </a:lnTo>
                      <a:cubicBezTo>
                        <a:pt x="330963" y="465328"/>
                        <a:pt x="1235688" y="29898"/>
                        <a:pt x="1719497" y="494356"/>
                      </a:cubicBezTo>
                      <a:lnTo>
                        <a:pt x="4085326" y="2976299"/>
                      </a:lnTo>
                      <a:lnTo>
                        <a:pt x="2133444" y="867083"/>
                      </a:lnTo>
                      <a:cubicBezTo>
                        <a:pt x="1689694" y="110019"/>
                        <a:pt x="2618995" y="-311477"/>
                        <a:pt x="3170925" y="276642"/>
                      </a:cubicBezTo>
                      <a:lnTo>
                        <a:pt x="6538239" y="3731040"/>
                      </a:lnTo>
                      <a:cubicBezTo>
                        <a:pt x="6567268" y="3498812"/>
                        <a:pt x="6433736" y="2847992"/>
                        <a:pt x="6090619" y="2238393"/>
                      </a:cubicBezTo>
                      <a:cubicBezTo>
                        <a:pt x="5902707" y="1832574"/>
                        <a:pt x="6141515" y="1249099"/>
                        <a:pt x="6639839" y="1031385"/>
                      </a:cubicBezTo>
                      <a:cubicBezTo>
                        <a:pt x="7026887" y="1679688"/>
                        <a:pt x="7384906" y="2327993"/>
                        <a:pt x="7757440" y="2976297"/>
                      </a:cubicBezTo>
                      <a:lnTo>
                        <a:pt x="7989669" y="4340640"/>
                      </a:lnTo>
                      <a:cubicBezTo>
                        <a:pt x="8085131" y="4794167"/>
                        <a:pt x="8606845" y="6329261"/>
                        <a:pt x="8764662" y="6472307"/>
                      </a:cubicBezTo>
                      <a:cubicBezTo>
                        <a:pt x="7989383" y="7716903"/>
                        <a:pt x="7170303" y="8195142"/>
                        <a:pt x="6266896" y="9224162"/>
                      </a:cubicBezTo>
                      <a:cubicBezTo>
                        <a:pt x="6129010" y="9197551"/>
                        <a:pt x="5181156" y="8530430"/>
                        <a:pt x="5057784" y="8462696"/>
                      </a:cubicBezTo>
                      <a:cubicBezTo>
                        <a:pt x="4397384" y="8046620"/>
                        <a:pt x="768618" y="4236716"/>
                        <a:pt x="541518" y="4050353"/>
                      </a:cubicBezTo>
                      <a:close/>
                    </a:path>
                  </a:pathLst>
                </a:custGeom>
                <a:solidFill>
                  <a:srgbClr val="F4B18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sp>
              <p:nvSpPr>
                <p:cNvPr id="130" name="Rectangle 12"/>
                <p:cNvSpPr/>
                <p:nvPr/>
              </p:nvSpPr>
              <p:spPr>
                <a:xfrm rot="13571737">
                  <a:off x="659795" y="2318202"/>
                  <a:ext cx="1140676" cy="1096932"/>
                </a:xfrm>
                <a:custGeom>
                  <a:avLst/>
                  <a:gdLst>
                    <a:gd name="connsiteX0" fmla="*/ 0 w 2869809"/>
                    <a:gd name="connsiteY0" fmla="*/ 0 h 2791482"/>
                    <a:gd name="connsiteX1" fmla="*/ 2869809 w 2869809"/>
                    <a:gd name="connsiteY1" fmla="*/ 0 h 2791482"/>
                    <a:gd name="connsiteX2" fmla="*/ 2869809 w 2869809"/>
                    <a:gd name="connsiteY2" fmla="*/ 2791482 h 2791482"/>
                    <a:gd name="connsiteX3" fmla="*/ 0 w 2869809"/>
                    <a:gd name="connsiteY3" fmla="*/ 2791482 h 2791482"/>
                    <a:gd name="connsiteX4" fmla="*/ 0 w 2869809"/>
                    <a:gd name="connsiteY4" fmla="*/ 0 h 2791482"/>
                    <a:gd name="connsiteX0" fmla="*/ 14068 w 2869809"/>
                    <a:gd name="connsiteY0" fmla="*/ 386861 h 2791482"/>
                    <a:gd name="connsiteX1" fmla="*/ 2869809 w 2869809"/>
                    <a:gd name="connsiteY1" fmla="*/ 0 h 2791482"/>
                    <a:gd name="connsiteX2" fmla="*/ 2869809 w 2869809"/>
                    <a:gd name="connsiteY2" fmla="*/ 2791482 h 2791482"/>
                    <a:gd name="connsiteX3" fmla="*/ 0 w 2869809"/>
                    <a:gd name="connsiteY3" fmla="*/ 2791482 h 2791482"/>
                    <a:gd name="connsiteX4" fmla="*/ 14068 w 2869809"/>
                    <a:gd name="connsiteY4" fmla="*/ 386861 h 2791482"/>
                    <a:gd name="connsiteX0" fmla="*/ 14068 w 2869809"/>
                    <a:gd name="connsiteY0" fmla="*/ 316522 h 2721143"/>
                    <a:gd name="connsiteX1" fmla="*/ 2461846 w 2869809"/>
                    <a:gd name="connsiteY1" fmla="*/ 0 h 2721143"/>
                    <a:gd name="connsiteX2" fmla="*/ 2869809 w 2869809"/>
                    <a:gd name="connsiteY2" fmla="*/ 2721143 h 2721143"/>
                    <a:gd name="connsiteX3" fmla="*/ 0 w 2869809"/>
                    <a:gd name="connsiteY3" fmla="*/ 2721143 h 2721143"/>
                    <a:gd name="connsiteX4" fmla="*/ 14068 w 2869809"/>
                    <a:gd name="connsiteY4" fmla="*/ 316522 h 2721143"/>
                    <a:gd name="connsiteX0" fmla="*/ 35169 w 2869809"/>
                    <a:gd name="connsiteY0" fmla="*/ 337623 h 2721143"/>
                    <a:gd name="connsiteX1" fmla="*/ 2461846 w 2869809"/>
                    <a:gd name="connsiteY1" fmla="*/ 0 h 2721143"/>
                    <a:gd name="connsiteX2" fmla="*/ 2869809 w 2869809"/>
                    <a:gd name="connsiteY2" fmla="*/ 2721143 h 2721143"/>
                    <a:gd name="connsiteX3" fmla="*/ 0 w 2869809"/>
                    <a:gd name="connsiteY3" fmla="*/ 2721143 h 2721143"/>
                    <a:gd name="connsiteX4" fmla="*/ 35169 w 2869809"/>
                    <a:gd name="connsiteY4" fmla="*/ 337623 h 2721143"/>
                    <a:gd name="connsiteX0" fmla="*/ 21101 w 2869809"/>
                    <a:gd name="connsiteY0" fmla="*/ 302454 h 2721143"/>
                    <a:gd name="connsiteX1" fmla="*/ 2461846 w 2869809"/>
                    <a:gd name="connsiteY1" fmla="*/ 0 h 2721143"/>
                    <a:gd name="connsiteX2" fmla="*/ 2869809 w 2869809"/>
                    <a:gd name="connsiteY2" fmla="*/ 2721143 h 2721143"/>
                    <a:gd name="connsiteX3" fmla="*/ 0 w 2869809"/>
                    <a:gd name="connsiteY3" fmla="*/ 2721143 h 2721143"/>
                    <a:gd name="connsiteX4" fmla="*/ 21101 w 2869809"/>
                    <a:gd name="connsiteY4" fmla="*/ 302454 h 2721143"/>
                    <a:gd name="connsiteX0" fmla="*/ 21101 w 2869809"/>
                    <a:gd name="connsiteY0" fmla="*/ 326022 h 2744711"/>
                    <a:gd name="connsiteX1" fmla="*/ 2461846 w 2869809"/>
                    <a:gd name="connsiteY1" fmla="*/ 23568 h 2744711"/>
                    <a:gd name="connsiteX2" fmla="*/ 2869809 w 2869809"/>
                    <a:gd name="connsiteY2" fmla="*/ 2744711 h 2744711"/>
                    <a:gd name="connsiteX3" fmla="*/ 0 w 2869809"/>
                    <a:gd name="connsiteY3" fmla="*/ 2744711 h 2744711"/>
                    <a:gd name="connsiteX4" fmla="*/ 21101 w 2869809"/>
                    <a:gd name="connsiteY4" fmla="*/ 326022 h 2744711"/>
                    <a:gd name="connsiteX0" fmla="*/ 21101 w 2869809"/>
                    <a:gd name="connsiteY0" fmla="*/ 515823 h 2934512"/>
                    <a:gd name="connsiteX1" fmla="*/ 2461846 w 2869809"/>
                    <a:gd name="connsiteY1" fmla="*/ 213369 h 2934512"/>
                    <a:gd name="connsiteX2" fmla="*/ 2869809 w 2869809"/>
                    <a:gd name="connsiteY2" fmla="*/ 2934512 h 2934512"/>
                    <a:gd name="connsiteX3" fmla="*/ 0 w 2869809"/>
                    <a:gd name="connsiteY3" fmla="*/ 2934512 h 2934512"/>
                    <a:gd name="connsiteX4" fmla="*/ 21101 w 2869809"/>
                    <a:gd name="connsiteY4" fmla="*/ 515823 h 2934512"/>
                    <a:gd name="connsiteX0" fmla="*/ 21101 w 2869809"/>
                    <a:gd name="connsiteY0" fmla="*/ 515823 h 2934512"/>
                    <a:gd name="connsiteX1" fmla="*/ 2461846 w 2869809"/>
                    <a:gd name="connsiteY1" fmla="*/ 213369 h 2934512"/>
                    <a:gd name="connsiteX2" fmla="*/ 2609557 w 2869809"/>
                    <a:gd name="connsiteY2" fmla="*/ 1284952 h 2934512"/>
                    <a:gd name="connsiteX3" fmla="*/ 2869809 w 2869809"/>
                    <a:gd name="connsiteY3" fmla="*/ 2934512 h 2934512"/>
                    <a:gd name="connsiteX4" fmla="*/ 0 w 2869809"/>
                    <a:gd name="connsiteY4" fmla="*/ 2934512 h 2934512"/>
                    <a:gd name="connsiteX5" fmla="*/ 21101 w 2869809"/>
                    <a:gd name="connsiteY5" fmla="*/ 515823 h 2934512"/>
                    <a:gd name="connsiteX0" fmla="*/ 21101 w 2869809"/>
                    <a:gd name="connsiteY0" fmla="*/ 515823 h 2934512"/>
                    <a:gd name="connsiteX1" fmla="*/ 2461846 w 2869809"/>
                    <a:gd name="connsiteY1" fmla="*/ 213369 h 2934512"/>
                    <a:gd name="connsiteX2" fmla="*/ 2644726 w 2869809"/>
                    <a:gd name="connsiteY2" fmla="*/ 813684 h 2934512"/>
                    <a:gd name="connsiteX3" fmla="*/ 2869809 w 2869809"/>
                    <a:gd name="connsiteY3" fmla="*/ 2934512 h 2934512"/>
                    <a:gd name="connsiteX4" fmla="*/ 0 w 2869809"/>
                    <a:gd name="connsiteY4" fmla="*/ 2934512 h 2934512"/>
                    <a:gd name="connsiteX5" fmla="*/ 21101 w 2869809"/>
                    <a:gd name="connsiteY5" fmla="*/ 515823 h 2934512"/>
                    <a:gd name="connsiteX0" fmla="*/ 21101 w 2869809"/>
                    <a:gd name="connsiteY0" fmla="*/ 515823 h 2934512"/>
                    <a:gd name="connsiteX1" fmla="*/ 2461846 w 2869809"/>
                    <a:gd name="connsiteY1" fmla="*/ 213369 h 2934512"/>
                    <a:gd name="connsiteX2" fmla="*/ 2644726 w 2869809"/>
                    <a:gd name="connsiteY2" fmla="*/ 813684 h 2934512"/>
                    <a:gd name="connsiteX3" fmla="*/ 2869809 w 2869809"/>
                    <a:gd name="connsiteY3" fmla="*/ 2934512 h 2934512"/>
                    <a:gd name="connsiteX4" fmla="*/ 0 w 2869809"/>
                    <a:gd name="connsiteY4" fmla="*/ 2934512 h 2934512"/>
                    <a:gd name="connsiteX5" fmla="*/ 21101 w 2869809"/>
                    <a:gd name="connsiteY5" fmla="*/ 515823 h 2934512"/>
                    <a:gd name="connsiteX0" fmla="*/ 21101 w 2869809"/>
                    <a:gd name="connsiteY0" fmla="*/ 515823 h 2934512"/>
                    <a:gd name="connsiteX1" fmla="*/ 2461846 w 2869809"/>
                    <a:gd name="connsiteY1" fmla="*/ 213369 h 2934512"/>
                    <a:gd name="connsiteX2" fmla="*/ 2644726 w 2869809"/>
                    <a:gd name="connsiteY2" fmla="*/ 813684 h 2934512"/>
                    <a:gd name="connsiteX3" fmla="*/ 2869809 w 2869809"/>
                    <a:gd name="connsiteY3" fmla="*/ 2934512 h 2934512"/>
                    <a:gd name="connsiteX4" fmla="*/ 0 w 2869809"/>
                    <a:gd name="connsiteY4" fmla="*/ 2934512 h 2934512"/>
                    <a:gd name="connsiteX5" fmla="*/ 21101 w 2869809"/>
                    <a:gd name="connsiteY5" fmla="*/ 515823 h 2934512"/>
                    <a:gd name="connsiteX0" fmla="*/ 21101 w 2869809"/>
                    <a:gd name="connsiteY0" fmla="*/ 511198 h 2929887"/>
                    <a:gd name="connsiteX1" fmla="*/ 2447779 w 2869809"/>
                    <a:gd name="connsiteY1" fmla="*/ 215777 h 2929887"/>
                    <a:gd name="connsiteX2" fmla="*/ 2644726 w 2869809"/>
                    <a:gd name="connsiteY2" fmla="*/ 809059 h 2929887"/>
                    <a:gd name="connsiteX3" fmla="*/ 2869809 w 2869809"/>
                    <a:gd name="connsiteY3" fmla="*/ 2929887 h 2929887"/>
                    <a:gd name="connsiteX4" fmla="*/ 0 w 2869809"/>
                    <a:gd name="connsiteY4" fmla="*/ 2929887 h 2929887"/>
                    <a:gd name="connsiteX5" fmla="*/ 21101 w 2869809"/>
                    <a:gd name="connsiteY5" fmla="*/ 511198 h 2929887"/>
                    <a:gd name="connsiteX0" fmla="*/ 21101 w 2869809"/>
                    <a:gd name="connsiteY0" fmla="*/ 511198 h 2929887"/>
                    <a:gd name="connsiteX1" fmla="*/ 2447779 w 2869809"/>
                    <a:gd name="connsiteY1" fmla="*/ 215777 h 2929887"/>
                    <a:gd name="connsiteX2" fmla="*/ 2644726 w 2869809"/>
                    <a:gd name="connsiteY2" fmla="*/ 809059 h 2929887"/>
                    <a:gd name="connsiteX3" fmla="*/ 2869809 w 2869809"/>
                    <a:gd name="connsiteY3" fmla="*/ 2929887 h 2929887"/>
                    <a:gd name="connsiteX4" fmla="*/ 0 w 2869809"/>
                    <a:gd name="connsiteY4" fmla="*/ 2929887 h 2929887"/>
                    <a:gd name="connsiteX5" fmla="*/ 21101 w 2869809"/>
                    <a:gd name="connsiteY5" fmla="*/ 511198 h 2929887"/>
                    <a:gd name="connsiteX0" fmla="*/ 21101 w 2869809"/>
                    <a:gd name="connsiteY0" fmla="*/ 511198 h 2929887"/>
                    <a:gd name="connsiteX1" fmla="*/ 2447779 w 2869809"/>
                    <a:gd name="connsiteY1" fmla="*/ 215777 h 2929887"/>
                    <a:gd name="connsiteX2" fmla="*/ 2644726 w 2869809"/>
                    <a:gd name="connsiteY2" fmla="*/ 809059 h 2929887"/>
                    <a:gd name="connsiteX3" fmla="*/ 2869809 w 2869809"/>
                    <a:gd name="connsiteY3" fmla="*/ 2929887 h 2929887"/>
                    <a:gd name="connsiteX4" fmla="*/ 0 w 2869809"/>
                    <a:gd name="connsiteY4" fmla="*/ 2929887 h 2929887"/>
                    <a:gd name="connsiteX5" fmla="*/ 21101 w 2869809"/>
                    <a:gd name="connsiteY5" fmla="*/ 511198 h 2929887"/>
                    <a:gd name="connsiteX0" fmla="*/ 21101 w 2869809"/>
                    <a:gd name="connsiteY0" fmla="*/ 511198 h 2929887"/>
                    <a:gd name="connsiteX1" fmla="*/ 2447779 w 2869809"/>
                    <a:gd name="connsiteY1" fmla="*/ 215777 h 2929887"/>
                    <a:gd name="connsiteX2" fmla="*/ 2644726 w 2869809"/>
                    <a:gd name="connsiteY2" fmla="*/ 809059 h 2929887"/>
                    <a:gd name="connsiteX3" fmla="*/ 2869809 w 2869809"/>
                    <a:gd name="connsiteY3" fmla="*/ 2929887 h 2929887"/>
                    <a:gd name="connsiteX4" fmla="*/ 0 w 2869809"/>
                    <a:gd name="connsiteY4" fmla="*/ 2929887 h 2929887"/>
                    <a:gd name="connsiteX5" fmla="*/ 21101 w 2869809"/>
                    <a:gd name="connsiteY5" fmla="*/ 511198 h 2929887"/>
                    <a:gd name="connsiteX0" fmla="*/ 21101 w 2757267"/>
                    <a:gd name="connsiteY0" fmla="*/ 511198 h 2929887"/>
                    <a:gd name="connsiteX1" fmla="*/ 2447779 w 2757267"/>
                    <a:gd name="connsiteY1" fmla="*/ 215777 h 2929887"/>
                    <a:gd name="connsiteX2" fmla="*/ 2644726 w 2757267"/>
                    <a:gd name="connsiteY2" fmla="*/ 809059 h 2929887"/>
                    <a:gd name="connsiteX3" fmla="*/ 2757267 w 2757267"/>
                    <a:gd name="connsiteY3" fmla="*/ 2479720 h 2929887"/>
                    <a:gd name="connsiteX4" fmla="*/ 0 w 2757267"/>
                    <a:gd name="connsiteY4" fmla="*/ 2929887 h 2929887"/>
                    <a:gd name="connsiteX5" fmla="*/ 21101 w 2757267"/>
                    <a:gd name="connsiteY5"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0 w 2757267"/>
                    <a:gd name="connsiteY4" fmla="*/ 2929887 h 2929887"/>
                    <a:gd name="connsiteX5" fmla="*/ 21101 w 2757267"/>
                    <a:gd name="connsiteY5"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0 w 2757267"/>
                    <a:gd name="connsiteY4" fmla="*/ 2929887 h 2929887"/>
                    <a:gd name="connsiteX5" fmla="*/ 21101 w 2757267"/>
                    <a:gd name="connsiteY5"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13991 w 2757267"/>
                    <a:gd name="connsiteY4" fmla="*/ 2547435 h 2929887"/>
                    <a:gd name="connsiteX5" fmla="*/ 0 w 2757267"/>
                    <a:gd name="connsiteY5" fmla="*/ 2929887 h 2929887"/>
                    <a:gd name="connsiteX6" fmla="*/ 21101 w 2757267"/>
                    <a:gd name="connsiteY6"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61125 w 2757267"/>
                    <a:gd name="connsiteY4" fmla="*/ 2516012 h 2929887"/>
                    <a:gd name="connsiteX5" fmla="*/ 0 w 2757267"/>
                    <a:gd name="connsiteY5" fmla="*/ 2929887 h 2929887"/>
                    <a:gd name="connsiteX6" fmla="*/ 21101 w 2757267"/>
                    <a:gd name="connsiteY6"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61125 w 2757267"/>
                    <a:gd name="connsiteY4" fmla="*/ 2516012 h 2929887"/>
                    <a:gd name="connsiteX5" fmla="*/ 1412160 w 2757267"/>
                    <a:gd name="connsiteY5" fmla="*/ 2679410 h 2929887"/>
                    <a:gd name="connsiteX6" fmla="*/ 0 w 2757267"/>
                    <a:gd name="connsiteY6" fmla="*/ 2929887 h 2929887"/>
                    <a:gd name="connsiteX7" fmla="*/ 21101 w 2757267"/>
                    <a:gd name="connsiteY7"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61125 w 2757267"/>
                    <a:gd name="connsiteY4" fmla="*/ 2516012 h 2929887"/>
                    <a:gd name="connsiteX5" fmla="*/ 2288853 w 2757267"/>
                    <a:gd name="connsiteY5" fmla="*/ 1837283 h 2929887"/>
                    <a:gd name="connsiteX6" fmla="*/ 0 w 2757267"/>
                    <a:gd name="connsiteY6" fmla="*/ 2929887 h 2929887"/>
                    <a:gd name="connsiteX7" fmla="*/ 21101 w 2757267"/>
                    <a:gd name="connsiteY7"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61125 w 2757267"/>
                    <a:gd name="connsiteY4" fmla="*/ 2516012 h 2929887"/>
                    <a:gd name="connsiteX5" fmla="*/ 2317134 w 2757267"/>
                    <a:gd name="connsiteY5" fmla="*/ 1058000 h 2929887"/>
                    <a:gd name="connsiteX6" fmla="*/ 0 w 2757267"/>
                    <a:gd name="connsiteY6" fmla="*/ 2929887 h 2929887"/>
                    <a:gd name="connsiteX7" fmla="*/ 21101 w 2757267"/>
                    <a:gd name="connsiteY7"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61125 w 2757267"/>
                    <a:gd name="connsiteY4" fmla="*/ 2516012 h 2929887"/>
                    <a:gd name="connsiteX5" fmla="*/ 2182017 w 2757267"/>
                    <a:gd name="connsiteY5" fmla="*/ 753200 h 2929887"/>
                    <a:gd name="connsiteX6" fmla="*/ 0 w 2757267"/>
                    <a:gd name="connsiteY6" fmla="*/ 2929887 h 2929887"/>
                    <a:gd name="connsiteX7" fmla="*/ 21101 w 2757267"/>
                    <a:gd name="connsiteY7"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2017 w 2757267"/>
                    <a:gd name="connsiteY5" fmla="*/ 753200 h 2929887"/>
                    <a:gd name="connsiteX6" fmla="*/ 0 w 2757267"/>
                    <a:gd name="connsiteY6" fmla="*/ 2929887 h 2929887"/>
                    <a:gd name="connsiteX7" fmla="*/ 21101 w 2757267"/>
                    <a:gd name="connsiteY7"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0 w 2757267"/>
                    <a:gd name="connsiteY6" fmla="*/ 2929887 h 2929887"/>
                    <a:gd name="connsiteX7" fmla="*/ 21101 w 2757267"/>
                    <a:gd name="connsiteY7"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358741 w 2757267"/>
                    <a:gd name="connsiteY6" fmla="*/ 1582759 h 2929887"/>
                    <a:gd name="connsiteX7" fmla="*/ 0 w 2757267"/>
                    <a:gd name="connsiteY7" fmla="*/ 2929887 h 2929887"/>
                    <a:gd name="connsiteX8" fmla="*/ 21101 w 2757267"/>
                    <a:gd name="connsiteY8"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99211 w 2757267"/>
                    <a:gd name="connsiteY6" fmla="*/ 904029 h 2929887"/>
                    <a:gd name="connsiteX7" fmla="*/ 0 w 2757267"/>
                    <a:gd name="connsiteY7" fmla="*/ 2929887 h 2929887"/>
                    <a:gd name="connsiteX8" fmla="*/ 21101 w 2757267"/>
                    <a:gd name="connsiteY8"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99211 w 2757267"/>
                    <a:gd name="connsiteY6" fmla="*/ 904029 h 2929887"/>
                    <a:gd name="connsiteX7" fmla="*/ 0 w 2757267"/>
                    <a:gd name="connsiteY7" fmla="*/ 2929887 h 2929887"/>
                    <a:gd name="connsiteX8" fmla="*/ 21101 w 2757267"/>
                    <a:gd name="connsiteY8"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99211 w 2757267"/>
                    <a:gd name="connsiteY6" fmla="*/ 904029 h 2929887"/>
                    <a:gd name="connsiteX7" fmla="*/ 0 w 2757267"/>
                    <a:gd name="connsiteY7" fmla="*/ 2929887 h 2929887"/>
                    <a:gd name="connsiteX8" fmla="*/ 21101 w 2757267"/>
                    <a:gd name="connsiteY8"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99211 w 2757267"/>
                    <a:gd name="connsiteY6" fmla="*/ 904029 h 2929887"/>
                    <a:gd name="connsiteX7" fmla="*/ 0 w 2757267"/>
                    <a:gd name="connsiteY7" fmla="*/ 2929887 h 2929887"/>
                    <a:gd name="connsiteX8" fmla="*/ 21101 w 2757267"/>
                    <a:gd name="connsiteY8"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0 w 2757267"/>
                    <a:gd name="connsiteY7" fmla="*/ 2929887 h 2929887"/>
                    <a:gd name="connsiteX8" fmla="*/ 21101 w 2757267"/>
                    <a:gd name="connsiteY8"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0 w 2757267"/>
                    <a:gd name="connsiteY7" fmla="*/ 2929887 h 2929887"/>
                    <a:gd name="connsiteX8" fmla="*/ 21101 w 2757267"/>
                    <a:gd name="connsiteY8"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859120 w 2757267"/>
                    <a:gd name="connsiteY7" fmla="*/ 1997538 h 2929887"/>
                    <a:gd name="connsiteX8" fmla="*/ 0 w 2757267"/>
                    <a:gd name="connsiteY8" fmla="*/ 2929887 h 2929887"/>
                    <a:gd name="connsiteX9" fmla="*/ 21101 w 2757267"/>
                    <a:gd name="connsiteY9"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774279 w 2757267"/>
                    <a:gd name="connsiteY7" fmla="*/ 1463352 h 2929887"/>
                    <a:gd name="connsiteX8" fmla="*/ 0 w 2757267"/>
                    <a:gd name="connsiteY8" fmla="*/ 2929887 h 2929887"/>
                    <a:gd name="connsiteX9" fmla="*/ 21101 w 2757267"/>
                    <a:gd name="connsiteY9"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789990 w 2757267"/>
                    <a:gd name="connsiteY7" fmla="*/ 963731 h 2929887"/>
                    <a:gd name="connsiteX8" fmla="*/ 0 w 2757267"/>
                    <a:gd name="connsiteY8" fmla="*/ 2929887 h 2929887"/>
                    <a:gd name="connsiteX9" fmla="*/ 21101 w 2757267"/>
                    <a:gd name="connsiteY9"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789990 w 2757267"/>
                    <a:gd name="connsiteY7" fmla="*/ 963731 h 2929887"/>
                    <a:gd name="connsiteX8" fmla="*/ 478906 w 2757267"/>
                    <a:gd name="connsiteY8" fmla="*/ 1733587 h 2929887"/>
                    <a:gd name="connsiteX9" fmla="*/ 0 w 2757267"/>
                    <a:gd name="connsiteY9" fmla="*/ 2929887 h 2929887"/>
                    <a:gd name="connsiteX10" fmla="*/ 21101 w 2757267"/>
                    <a:gd name="connsiteY10"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789990 w 2757267"/>
                    <a:gd name="connsiteY7" fmla="*/ 963731 h 2929887"/>
                    <a:gd name="connsiteX8" fmla="*/ 573174 w 2757267"/>
                    <a:gd name="connsiteY8" fmla="*/ 860036 h 2929887"/>
                    <a:gd name="connsiteX9" fmla="*/ 0 w 2757267"/>
                    <a:gd name="connsiteY9" fmla="*/ 2929887 h 2929887"/>
                    <a:gd name="connsiteX10" fmla="*/ 21101 w 2757267"/>
                    <a:gd name="connsiteY10"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789990 w 2757267"/>
                    <a:gd name="connsiteY7" fmla="*/ 963731 h 2929887"/>
                    <a:gd name="connsiteX8" fmla="*/ 573174 w 2757267"/>
                    <a:gd name="connsiteY8" fmla="*/ 860036 h 2929887"/>
                    <a:gd name="connsiteX9" fmla="*/ 0 w 2757267"/>
                    <a:gd name="connsiteY9" fmla="*/ 2929887 h 2929887"/>
                    <a:gd name="connsiteX10" fmla="*/ 21101 w 2757267"/>
                    <a:gd name="connsiteY10"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789990 w 2757267"/>
                    <a:gd name="connsiteY7" fmla="*/ 963731 h 2929887"/>
                    <a:gd name="connsiteX8" fmla="*/ 573174 w 2757267"/>
                    <a:gd name="connsiteY8" fmla="*/ 860036 h 2929887"/>
                    <a:gd name="connsiteX9" fmla="*/ 0 w 2757267"/>
                    <a:gd name="connsiteY9" fmla="*/ 2929887 h 2929887"/>
                    <a:gd name="connsiteX10" fmla="*/ 21101 w 2757267"/>
                    <a:gd name="connsiteY10"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789990 w 2757267"/>
                    <a:gd name="connsiteY7" fmla="*/ 963731 h 2929887"/>
                    <a:gd name="connsiteX8" fmla="*/ 573174 w 2757267"/>
                    <a:gd name="connsiteY8" fmla="*/ 860036 h 2929887"/>
                    <a:gd name="connsiteX9" fmla="*/ 507186 w 2757267"/>
                    <a:gd name="connsiteY9" fmla="*/ 1083138 h 2929887"/>
                    <a:gd name="connsiteX10" fmla="*/ 0 w 2757267"/>
                    <a:gd name="connsiteY10" fmla="*/ 2929887 h 2929887"/>
                    <a:gd name="connsiteX11" fmla="*/ 21101 w 2757267"/>
                    <a:gd name="connsiteY11"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789990 w 2757267"/>
                    <a:gd name="connsiteY7" fmla="*/ 963731 h 2929887"/>
                    <a:gd name="connsiteX8" fmla="*/ 573174 w 2757267"/>
                    <a:gd name="connsiteY8" fmla="*/ 860036 h 2929887"/>
                    <a:gd name="connsiteX9" fmla="*/ 469479 w 2757267"/>
                    <a:gd name="connsiteY9" fmla="*/ 1048573 h 2929887"/>
                    <a:gd name="connsiteX10" fmla="*/ 0 w 2757267"/>
                    <a:gd name="connsiteY10" fmla="*/ 2929887 h 2929887"/>
                    <a:gd name="connsiteX11" fmla="*/ 21101 w 2757267"/>
                    <a:gd name="connsiteY11"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789990 w 2757267"/>
                    <a:gd name="connsiteY7" fmla="*/ 963731 h 2929887"/>
                    <a:gd name="connsiteX8" fmla="*/ 573174 w 2757267"/>
                    <a:gd name="connsiteY8" fmla="*/ 860036 h 2929887"/>
                    <a:gd name="connsiteX9" fmla="*/ 469479 w 2757267"/>
                    <a:gd name="connsiteY9" fmla="*/ 1048573 h 2929887"/>
                    <a:gd name="connsiteX10" fmla="*/ 0 w 2757267"/>
                    <a:gd name="connsiteY10" fmla="*/ 2929887 h 2929887"/>
                    <a:gd name="connsiteX11" fmla="*/ 21101 w 2757267"/>
                    <a:gd name="connsiteY11"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789990 w 2757267"/>
                    <a:gd name="connsiteY7" fmla="*/ 963731 h 2929887"/>
                    <a:gd name="connsiteX8" fmla="*/ 588885 w 2757267"/>
                    <a:gd name="connsiteY8" fmla="*/ 882032 h 2929887"/>
                    <a:gd name="connsiteX9" fmla="*/ 469479 w 2757267"/>
                    <a:gd name="connsiteY9" fmla="*/ 1048573 h 2929887"/>
                    <a:gd name="connsiteX10" fmla="*/ 0 w 2757267"/>
                    <a:gd name="connsiteY10" fmla="*/ 2929887 h 2929887"/>
                    <a:gd name="connsiteX11" fmla="*/ 21101 w 2757267"/>
                    <a:gd name="connsiteY11"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789990 w 2757267"/>
                    <a:gd name="connsiteY7" fmla="*/ 963731 h 2929887"/>
                    <a:gd name="connsiteX8" fmla="*/ 604596 w 2757267"/>
                    <a:gd name="connsiteY8" fmla="*/ 891459 h 2929887"/>
                    <a:gd name="connsiteX9" fmla="*/ 469479 w 2757267"/>
                    <a:gd name="connsiteY9" fmla="*/ 1048573 h 2929887"/>
                    <a:gd name="connsiteX10" fmla="*/ 0 w 2757267"/>
                    <a:gd name="connsiteY10" fmla="*/ 2929887 h 2929887"/>
                    <a:gd name="connsiteX11" fmla="*/ 21101 w 2757267"/>
                    <a:gd name="connsiteY11"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789990 w 2757267"/>
                    <a:gd name="connsiteY7" fmla="*/ 963731 h 2929887"/>
                    <a:gd name="connsiteX8" fmla="*/ 604596 w 2757267"/>
                    <a:gd name="connsiteY8" fmla="*/ 891459 h 2929887"/>
                    <a:gd name="connsiteX9" fmla="*/ 469479 w 2757267"/>
                    <a:gd name="connsiteY9" fmla="*/ 1048573 h 2929887"/>
                    <a:gd name="connsiteX10" fmla="*/ 0 w 2757267"/>
                    <a:gd name="connsiteY10" fmla="*/ 2929887 h 2929887"/>
                    <a:gd name="connsiteX11" fmla="*/ 21101 w 2757267"/>
                    <a:gd name="connsiteY11"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789990 w 2757267"/>
                    <a:gd name="connsiteY7" fmla="*/ 963731 h 2929887"/>
                    <a:gd name="connsiteX8" fmla="*/ 604596 w 2757267"/>
                    <a:gd name="connsiteY8" fmla="*/ 891459 h 2929887"/>
                    <a:gd name="connsiteX9" fmla="*/ 469479 w 2757267"/>
                    <a:gd name="connsiteY9" fmla="*/ 1057999 h 2929887"/>
                    <a:gd name="connsiteX10" fmla="*/ 0 w 2757267"/>
                    <a:gd name="connsiteY10" fmla="*/ 2929887 h 2929887"/>
                    <a:gd name="connsiteX11" fmla="*/ 21101 w 2757267"/>
                    <a:gd name="connsiteY11"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789990 w 2757267"/>
                    <a:gd name="connsiteY7" fmla="*/ 963731 h 2929887"/>
                    <a:gd name="connsiteX8" fmla="*/ 604596 w 2757267"/>
                    <a:gd name="connsiteY8" fmla="*/ 891459 h 2929887"/>
                    <a:gd name="connsiteX9" fmla="*/ 469479 w 2757267"/>
                    <a:gd name="connsiteY9" fmla="*/ 1057999 h 2929887"/>
                    <a:gd name="connsiteX10" fmla="*/ 0 w 2757267"/>
                    <a:gd name="connsiteY10" fmla="*/ 2929887 h 2929887"/>
                    <a:gd name="connsiteX11" fmla="*/ 21101 w 2757267"/>
                    <a:gd name="connsiteY11"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789990 w 2757267"/>
                    <a:gd name="connsiteY7" fmla="*/ 963731 h 2929887"/>
                    <a:gd name="connsiteX8" fmla="*/ 604596 w 2757267"/>
                    <a:gd name="connsiteY8" fmla="*/ 891459 h 2929887"/>
                    <a:gd name="connsiteX9" fmla="*/ 469479 w 2757267"/>
                    <a:gd name="connsiteY9" fmla="*/ 1057999 h 2929887"/>
                    <a:gd name="connsiteX10" fmla="*/ 0 w 2757267"/>
                    <a:gd name="connsiteY10" fmla="*/ 2929887 h 2929887"/>
                    <a:gd name="connsiteX11" fmla="*/ 21101 w 2757267"/>
                    <a:gd name="connsiteY11"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789990 w 2757267"/>
                    <a:gd name="connsiteY7" fmla="*/ 963731 h 2929887"/>
                    <a:gd name="connsiteX8" fmla="*/ 604596 w 2757267"/>
                    <a:gd name="connsiteY8" fmla="*/ 891459 h 2929887"/>
                    <a:gd name="connsiteX9" fmla="*/ 478905 w 2757267"/>
                    <a:gd name="connsiteY9" fmla="*/ 1054857 h 2929887"/>
                    <a:gd name="connsiteX10" fmla="*/ 0 w 2757267"/>
                    <a:gd name="connsiteY10" fmla="*/ 2929887 h 2929887"/>
                    <a:gd name="connsiteX11" fmla="*/ 21101 w 2757267"/>
                    <a:gd name="connsiteY11"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789990 w 2757267"/>
                    <a:gd name="connsiteY7" fmla="*/ 963731 h 2929887"/>
                    <a:gd name="connsiteX8" fmla="*/ 604596 w 2757267"/>
                    <a:gd name="connsiteY8" fmla="*/ 891459 h 2929887"/>
                    <a:gd name="connsiteX9" fmla="*/ 478905 w 2757267"/>
                    <a:gd name="connsiteY9" fmla="*/ 1054857 h 2929887"/>
                    <a:gd name="connsiteX10" fmla="*/ 0 w 2757267"/>
                    <a:gd name="connsiteY10" fmla="*/ 2929887 h 2929887"/>
                    <a:gd name="connsiteX11" fmla="*/ 21101 w 2757267"/>
                    <a:gd name="connsiteY11"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789990 w 2757267"/>
                    <a:gd name="connsiteY7" fmla="*/ 963731 h 2929887"/>
                    <a:gd name="connsiteX8" fmla="*/ 604596 w 2757267"/>
                    <a:gd name="connsiteY8" fmla="*/ 891459 h 2929887"/>
                    <a:gd name="connsiteX9" fmla="*/ 478905 w 2757267"/>
                    <a:gd name="connsiteY9" fmla="*/ 1054857 h 2929887"/>
                    <a:gd name="connsiteX10" fmla="*/ 0 w 2757267"/>
                    <a:gd name="connsiteY10" fmla="*/ 2929887 h 2929887"/>
                    <a:gd name="connsiteX11" fmla="*/ 21101 w 2757267"/>
                    <a:gd name="connsiteY11"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789990 w 2757267"/>
                    <a:gd name="connsiteY7" fmla="*/ 963731 h 2929887"/>
                    <a:gd name="connsiteX8" fmla="*/ 604596 w 2757267"/>
                    <a:gd name="connsiteY8" fmla="*/ 891459 h 2929887"/>
                    <a:gd name="connsiteX9" fmla="*/ 491474 w 2757267"/>
                    <a:gd name="connsiteY9" fmla="*/ 1058000 h 2929887"/>
                    <a:gd name="connsiteX10" fmla="*/ 0 w 2757267"/>
                    <a:gd name="connsiteY10" fmla="*/ 2929887 h 2929887"/>
                    <a:gd name="connsiteX11" fmla="*/ 21101 w 2757267"/>
                    <a:gd name="connsiteY11"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789990 w 2757267"/>
                    <a:gd name="connsiteY7" fmla="*/ 963731 h 2929887"/>
                    <a:gd name="connsiteX8" fmla="*/ 604596 w 2757267"/>
                    <a:gd name="connsiteY8" fmla="*/ 891459 h 2929887"/>
                    <a:gd name="connsiteX9" fmla="*/ 491474 w 2757267"/>
                    <a:gd name="connsiteY9" fmla="*/ 1058000 h 2929887"/>
                    <a:gd name="connsiteX10" fmla="*/ 126972 w 2757267"/>
                    <a:gd name="connsiteY10" fmla="*/ 2440598 h 2929887"/>
                    <a:gd name="connsiteX11" fmla="*/ 0 w 2757267"/>
                    <a:gd name="connsiteY11" fmla="*/ 2929887 h 2929887"/>
                    <a:gd name="connsiteX12" fmla="*/ 21101 w 2757267"/>
                    <a:gd name="connsiteY12"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789990 w 2757267"/>
                    <a:gd name="connsiteY7" fmla="*/ 963731 h 2929887"/>
                    <a:gd name="connsiteX8" fmla="*/ 604596 w 2757267"/>
                    <a:gd name="connsiteY8" fmla="*/ 891459 h 2929887"/>
                    <a:gd name="connsiteX9" fmla="*/ 491474 w 2757267"/>
                    <a:gd name="connsiteY9" fmla="*/ 1058000 h 2929887"/>
                    <a:gd name="connsiteX10" fmla="*/ 610881 w 2757267"/>
                    <a:gd name="connsiteY10" fmla="*/ 2494017 h 2929887"/>
                    <a:gd name="connsiteX11" fmla="*/ 0 w 2757267"/>
                    <a:gd name="connsiteY11" fmla="*/ 2929887 h 2929887"/>
                    <a:gd name="connsiteX12" fmla="*/ 21101 w 2757267"/>
                    <a:gd name="connsiteY12"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789990 w 2757267"/>
                    <a:gd name="connsiteY7" fmla="*/ 963731 h 2929887"/>
                    <a:gd name="connsiteX8" fmla="*/ 604596 w 2757267"/>
                    <a:gd name="connsiteY8" fmla="*/ 891459 h 2929887"/>
                    <a:gd name="connsiteX9" fmla="*/ 485190 w 2757267"/>
                    <a:gd name="connsiteY9" fmla="*/ 1058000 h 2929887"/>
                    <a:gd name="connsiteX10" fmla="*/ 610881 w 2757267"/>
                    <a:gd name="connsiteY10" fmla="*/ 2494017 h 2929887"/>
                    <a:gd name="connsiteX11" fmla="*/ 0 w 2757267"/>
                    <a:gd name="connsiteY11" fmla="*/ 2929887 h 2929887"/>
                    <a:gd name="connsiteX12" fmla="*/ 21101 w 2757267"/>
                    <a:gd name="connsiteY12"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789990 w 2757267"/>
                    <a:gd name="connsiteY7" fmla="*/ 963731 h 2929887"/>
                    <a:gd name="connsiteX8" fmla="*/ 604596 w 2757267"/>
                    <a:gd name="connsiteY8" fmla="*/ 891459 h 2929887"/>
                    <a:gd name="connsiteX9" fmla="*/ 485190 w 2757267"/>
                    <a:gd name="connsiteY9" fmla="*/ 1058000 h 2929887"/>
                    <a:gd name="connsiteX10" fmla="*/ 610881 w 2757267"/>
                    <a:gd name="connsiteY10" fmla="*/ 2494017 h 2929887"/>
                    <a:gd name="connsiteX11" fmla="*/ 0 w 2757267"/>
                    <a:gd name="connsiteY11" fmla="*/ 2929887 h 2929887"/>
                    <a:gd name="connsiteX12" fmla="*/ 21101 w 2757267"/>
                    <a:gd name="connsiteY12"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789990 w 2757267"/>
                    <a:gd name="connsiteY7" fmla="*/ 963731 h 2929887"/>
                    <a:gd name="connsiteX8" fmla="*/ 604596 w 2757267"/>
                    <a:gd name="connsiteY8" fmla="*/ 891459 h 2929887"/>
                    <a:gd name="connsiteX9" fmla="*/ 485190 w 2757267"/>
                    <a:gd name="connsiteY9" fmla="*/ 1058000 h 2929887"/>
                    <a:gd name="connsiteX10" fmla="*/ 610881 w 2757267"/>
                    <a:gd name="connsiteY10" fmla="*/ 2494017 h 2929887"/>
                    <a:gd name="connsiteX11" fmla="*/ 0 w 2757267"/>
                    <a:gd name="connsiteY11" fmla="*/ 2929887 h 2929887"/>
                    <a:gd name="connsiteX12" fmla="*/ 21101 w 2757267"/>
                    <a:gd name="connsiteY12"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789990 w 2757267"/>
                    <a:gd name="connsiteY7" fmla="*/ 963731 h 2929887"/>
                    <a:gd name="connsiteX8" fmla="*/ 604596 w 2757267"/>
                    <a:gd name="connsiteY8" fmla="*/ 891459 h 2929887"/>
                    <a:gd name="connsiteX9" fmla="*/ 485190 w 2757267"/>
                    <a:gd name="connsiteY9" fmla="*/ 1058000 h 2929887"/>
                    <a:gd name="connsiteX10" fmla="*/ 614023 w 2757267"/>
                    <a:gd name="connsiteY10" fmla="*/ 2525440 h 2929887"/>
                    <a:gd name="connsiteX11" fmla="*/ 0 w 2757267"/>
                    <a:gd name="connsiteY11" fmla="*/ 2929887 h 2929887"/>
                    <a:gd name="connsiteX12" fmla="*/ 21101 w 2757267"/>
                    <a:gd name="connsiteY12" fmla="*/ 511198 h 2929887"/>
                    <a:gd name="connsiteX0" fmla="*/ 21101 w 2757267"/>
                    <a:gd name="connsiteY0" fmla="*/ 511198 h 2929887"/>
                    <a:gd name="connsiteX1" fmla="*/ 2447779 w 2757267"/>
                    <a:gd name="connsiteY1" fmla="*/ 215777 h 2929887"/>
                    <a:gd name="connsiteX2" fmla="*/ 2658794 w 2757267"/>
                    <a:gd name="connsiteY2" fmla="*/ 816093 h 2929887"/>
                    <a:gd name="connsiteX3" fmla="*/ 2757267 w 2757267"/>
                    <a:gd name="connsiteY3" fmla="*/ 2479720 h 2929887"/>
                    <a:gd name="connsiteX4" fmla="*/ 2335987 w 2757267"/>
                    <a:gd name="connsiteY4" fmla="*/ 2512869 h 2929887"/>
                    <a:gd name="connsiteX5" fmla="*/ 2188301 w 2757267"/>
                    <a:gd name="connsiteY5" fmla="*/ 768911 h 2929887"/>
                    <a:gd name="connsiteX6" fmla="*/ 1880358 w 2757267"/>
                    <a:gd name="connsiteY6" fmla="*/ 910313 h 2929887"/>
                    <a:gd name="connsiteX7" fmla="*/ 789990 w 2757267"/>
                    <a:gd name="connsiteY7" fmla="*/ 963731 h 2929887"/>
                    <a:gd name="connsiteX8" fmla="*/ 604596 w 2757267"/>
                    <a:gd name="connsiteY8" fmla="*/ 891459 h 2929887"/>
                    <a:gd name="connsiteX9" fmla="*/ 485190 w 2757267"/>
                    <a:gd name="connsiteY9" fmla="*/ 1058000 h 2929887"/>
                    <a:gd name="connsiteX10" fmla="*/ 614023 w 2757267"/>
                    <a:gd name="connsiteY10" fmla="*/ 2525440 h 2929887"/>
                    <a:gd name="connsiteX11" fmla="*/ 0 w 2757267"/>
                    <a:gd name="connsiteY11" fmla="*/ 2929887 h 2929887"/>
                    <a:gd name="connsiteX12" fmla="*/ 21101 w 2757267"/>
                    <a:gd name="connsiteY12" fmla="*/ 511198 h 2929887"/>
                    <a:gd name="connsiteX0" fmla="*/ 79 w 2736245"/>
                    <a:gd name="connsiteY0" fmla="*/ 511198 h 2653367"/>
                    <a:gd name="connsiteX1" fmla="*/ 2426757 w 2736245"/>
                    <a:gd name="connsiteY1" fmla="*/ 215777 h 2653367"/>
                    <a:gd name="connsiteX2" fmla="*/ 2637772 w 2736245"/>
                    <a:gd name="connsiteY2" fmla="*/ 816093 h 2653367"/>
                    <a:gd name="connsiteX3" fmla="*/ 2736245 w 2736245"/>
                    <a:gd name="connsiteY3" fmla="*/ 2479720 h 2653367"/>
                    <a:gd name="connsiteX4" fmla="*/ 2314965 w 2736245"/>
                    <a:gd name="connsiteY4" fmla="*/ 2512869 h 2653367"/>
                    <a:gd name="connsiteX5" fmla="*/ 2167279 w 2736245"/>
                    <a:gd name="connsiteY5" fmla="*/ 768911 h 2653367"/>
                    <a:gd name="connsiteX6" fmla="*/ 1859336 w 2736245"/>
                    <a:gd name="connsiteY6" fmla="*/ 910313 h 2653367"/>
                    <a:gd name="connsiteX7" fmla="*/ 768968 w 2736245"/>
                    <a:gd name="connsiteY7" fmla="*/ 963731 h 2653367"/>
                    <a:gd name="connsiteX8" fmla="*/ 583574 w 2736245"/>
                    <a:gd name="connsiteY8" fmla="*/ 891459 h 2653367"/>
                    <a:gd name="connsiteX9" fmla="*/ 464168 w 2736245"/>
                    <a:gd name="connsiteY9" fmla="*/ 1058000 h 2653367"/>
                    <a:gd name="connsiteX10" fmla="*/ 593001 w 2736245"/>
                    <a:gd name="connsiteY10" fmla="*/ 2525440 h 2653367"/>
                    <a:gd name="connsiteX11" fmla="*/ 198937 w 2736245"/>
                    <a:gd name="connsiteY11" fmla="*/ 2653367 h 2653367"/>
                    <a:gd name="connsiteX12" fmla="*/ 79 w 2736245"/>
                    <a:gd name="connsiteY12" fmla="*/ 511198 h 2653367"/>
                    <a:gd name="connsiteX0" fmla="*/ 81 w 2729962"/>
                    <a:gd name="connsiteY0" fmla="*/ 515330 h 2651214"/>
                    <a:gd name="connsiteX1" fmla="*/ 2420474 w 2729962"/>
                    <a:gd name="connsiteY1" fmla="*/ 213624 h 2651214"/>
                    <a:gd name="connsiteX2" fmla="*/ 2631489 w 2729962"/>
                    <a:gd name="connsiteY2" fmla="*/ 813940 h 2651214"/>
                    <a:gd name="connsiteX3" fmla="*/ 2729962 w 2729962"/>
                    <a:gd name="connsiteY3" fmla="*/ 2477567 h 2651214"/>
                    <a:gd name="connsiteX4" fmla="*/ 2308682 w 2729962"/>
                    <a:gd name="connsiteY4" fmla="*/ 2510716 h 2651214"/>
                    <a:gd name="connsiteX5" fmla="*/ 2160996 w 2729962"/>
                    <a:gd name="connsiteY5" fmla="*/ 766758 h 2651214"/>
                    <a:gd name="connsiteX6" fmla="*/ 1853053 w 2729962"/>
                    <a:gd name="connsiteY6" fmla="*/ 908160 h 2651214"/>
                    <a:gd name="connsiteX7" fmla="*/ 762685 w 2729962"/>
                    <a:gd name="connsiteY7" fmla="*/ 961578 h 2651214"/>
                    <a:gd name="connsiteX8" fmla="*/ 577291 w 2729962"/>
                    <a:gd name="connsiteY8" fmla="*/ 889306 h 2651214"/>
                    <a:gd name="connsiteX9" fmla="*/ 457885 w 2729962"/>
                    <a:gd name="connsiteY9" fmla="*/ 1055847 h 2651214"/>
                    <a:gd name="connsiteX10" fmla="*/ 586718 w 2729962"/>
                    <a:gd name="connsiteY10" fmla="*/ 2523287 h 2651214"/>
                    <a:gd name="connsiteX11" fmla="*/ 192654 w 2729962"/>
                    <a:gd name="connsiteY11" fmla="*/ 2651214 h 2651214"/>
                    <a:gd name="connsiteX12" fmla="*/ 81 w 2729962"/>
                    <a:gd name="connsiteY12" fmla="*/ 515330 h 2651214"/>
                    <a:gd name="connsiteX0" fmla="*/ 81 w 2729962"/>
                    <a:gd name="connsiteY0" fmla="*/ 508397 h 2644281"/>
                    <a:gd name="connsiteX1" fmla="*/ 2420474 w 2729962"/>
                    <a:gd name="connsiteY1" fmla="*/ 206691 h 2644281"/>
                    <a:gd name="connsiteX2" fmla="*/ 2631489 w 2729962"/>
                    <a:gd name="connsiteY2" fmla="*/ 807007 h 2644281"/>
                    <a:gd name="connsiteX3" fmla="*/ 2729962 w 2729962"/>
                    <a:gd name="connsiteY3" fmla="*/ 2470634 h 2644281"/>
                    <a:gd name="connsiteX4" fmla="*/ 2308682 w 2729962"/>
                    <a:gd name="connsiteY4" fmla="*/ 2503783 h 2644281"/>
                    <a:gd name="connsiteX5" fmla="*/ 2160996 w 2729962"/>
                    <a:gd name="connsiteY5" fmla="*/ 759825 h 2644281"/>
                    <a:gd name="connsiteX6" fmla="*/ 1853053 w 2729962"/>
                    <a:gd name="connsiteY6" fmla="*/ 901227 h 2644281"/>
                    <a:gd name="connsiteX7" fmla="*/ 762685 w 2729962"/>
                    <a:gd name="connsiteY7" fmla="*/ 954645 h 2644281"/>
                    <a:gd name="connsiteX8" fmla="*/ 577291 w 2729962"/>
                    <a:gd name="connsiteY8" fmla="*/ 882373 h 2644281"/>
                    <a:gd name="connsiteX9" fmla="*/ 457885 w 2729962"/>
                    <a:gd name="connsiteY9" fmla="*/ 1048914 h 2644281"/>
                    <a:gd name="connsiteX10" fmla="*/ 586718 w 2729962"/>
                    <a:gd name="connsiteY10" fmla="*/ 2516354 h 2644281"/>
                    <a:gd name="connsiteX11" fmla="*/ 192654 w 2729962"/>
                    <a:gd name="connsiteY11" fmla="*/ 2644281 h 2644281"/>
                    <a:gd name="connsiteX12" fmla="*/ 81 w 2729962"/>
                    <a:gd name="connsiteY12" fmla="*/ 508397 h 2644281"/>
                    <a:gd name="connsiteX0" fmla="*/ 81 w 2729962"/>
                    <a:gd name="connsiteY0" fmla="*/ 518023 h 2653907"/>
                    <a:gd name="connsiteX1" fmla="*/ 2420474 w 2729962"/>
                    <a:gd name="connsiteY1" fmla="*/ 216317 h 2653907"/>
                    <a:gd name="connsiteX2" fmla="*/ 2631489 w 2729962"/>
                    <a:gd name="connsiteY2" fmla="*/ 816633 h 2653907"/>
                    <a:gd name="connsiteX3" fmla="*/ 2729962 w 2729962"/>
                    <a:gd name="connsiteY3" fmla="*/ 2480260 h 2653907"/>
                    <a:gd name="connsiteX4" fmla="*/ 2308682 w 2729962"/>
                    <a:gd name="connsiteY4" fmla="*/ 2513409 h 2653907"/>
                    <a:gd name="connsiteX5" fmla="*/ 2160996 w 2729962"/>
                    <a:gd name="connsiteY5" fmla="*/ 769451 h 2653907"/>
                    <a:gd name="connsiteX6" fmla="*/ 1853053 w 2729962"/>
                    <a:gd name="connsiteY6" fmla="*/ 910853 h 2653907"/>
                    <a:gd name="connsiteX7" fmla="*/ 762685 w 2729962"/>
                    <a:gd name="connsiteY7" fmla="*/ 964271 h 2653907"/>
                    <a:gd name="connsiteX8" fmla="*/ 577291 w 2729962"/>
                    <a:gd name="connsiteY8" fmla="*/ 891999 h 2653907"/>
                    <a:gd name="connsiteX9" fmla="*/ 457885 w 2729962"/>
                    <a:gd name="connsiteY9" fmla="*/ 1058540 h 2653907"/>
                    <a:gd name="connsiteX10" fmla="*/ 586718 w 2729962"/>
                    <a:gd name="connsiteY10" fmla="*/ 2525980 h 2653907"/>
                    <a:gd name="connsiteX11" fmla="*/ 192654 w 2729962"/>
                    <a:gd name="connsiteY11" fmla="*/ 2653907 h 2653907"/>
                    <a:gd name="connsiteX12" fmla="*/ 81 w 2729962"/>
                    <a:gd name="connsiteY12" fmla="*/ 518023 h 2653907"/>
                    <a:gd name="connsiteX0" fmla="*/ 81 w 2729962"/>
                    <a:gd name="connsiteY0" fmla="*/ 522153 h 2658037"/>
                    <a:gd name="connsiteX1" fmla="*/ 2420474 w 2729962"/>
                    <a:gd name="connsiteY1" fmla="*/ 220447 h 2658037"/>
                    <a:gd name="connsiteX2" fmla="*/ 2631489 w 2729962"/>
                    <a:gd name="connsiteY2" fmla="*/ 820763 h 2658037"/>
                    <a:gd name="connsiteX3" fmla="*/ 2729962 w 2729962"/>
                    <a:gd name="connsiteY3" fmla="*/ 2484390 h 2658037"/>
                    <a:gd name="connsiteX4" fmla="*/ 2308682 w 2729962"/>
                    <a:gd name="connsiteY4" fmla="*/ 2517539 h 2658037"/>
                    <a:gd name="connsiteX5" fmla="*/ 2160996 w 2729962"/>
                    <a:gd name="connsiteY5" fmla="*/ 773581 h 2658037"/>
                    <a:gd name="connsiteX6" fmla="*/ 1853053 w 2729962"/>
                    <a:gd name="connsiteY6" fmla="*/ 914983 h 2658037"/>
                    <a:gd name="connsiteX7" fmla="*/ 762685 w 2729962"/>
                    <a:gd name="connsiteY7" fmla="*/ 968401 h 2658037"/>
                    <a:gd name="connsiteX8" fmla="*/ 577291 w 2729962"/>
                    <a:gd name="connsiteY8" fmla="*/ 896129 h 2658037"/>
                    <a:gd name="connsiteX9" fmla="*/ 457885 w 2729962"/>
                    <a:gd name="connsiteY9" fmla="*/ 1062670 h 2658037"/>
                    <a:gd name="connsiteX10" fmla="*/ 586718 w 2729962"/>
                    <a:gd name="connsiteY10" fmla="*/ 2530110 h 2658037"/>
                    <a:gd name="connsiteX11" fmla="*/ 192654 w 2729962"/>
                    <a:gd name="connsiteY11" fmla="*/ 2658037 h 2658037"/>
                    <a:gd name="connsiteX12" fmla="*/ 81 w 2729962"/>
                    <a:gd name="connsiteY12" fmla="*/ 522153 h 2658037"/>
                    <a:gd name="connsiteX0" fmla="*/ 172207 w 2902088"/>
                    <a:gd name="connsiteY0" fmla="*/ 522153 h 2658037"/>
                    <a:gd name="connsiteX1" fmla="*/ 2592600 w 2902088"/>
                    <a:gd name="connsiteY1" fmla="*/ 220447 h 2658037"/>
                    <a:gd name="connsiteX2" fmla="*/ 2803615 w 2902088"/>
                    <a:gd name="connsiteY2" fmla="*/ 820763 h 2658037"/>
                    <a:gd name="connsiteX3" fmla="*/ 2902088 w 2902088"/>
                    <a:gd name="connsiteY3" fmla="*/ 2484390 h 2658037"/>
                    <a:gd name="connsiteX4" fmla="*/ 2480808 w 2902088"/>
                    <a:gd name="connsiteY4" fmla="*/ 2517539 h 2658037"/>
                    <a:gd name="connsiteX5" fmla="*/ 2333122 w 2902088"/>
                    <a:gd name="connsiteY5" fmla="*/ 773581 h 2658037"/>
                    <a:gd name="connsiteX6" fmla="*/ 2025179 w 2902088"/>
                    <a:gd name="connsiteY6" fmla="*/ 914983 h 2658037"/>
                    <a:gd name="connsiteX7" fmla="*/ 934811 w 2902088"/>
                    <a:gd name="connsiteY7" fmla="*/ 968401 h 2658037"/>
                    <a:gd name="connsiteX8" fmla="*/ 749417 w 2902088"/>
                    <a:gd name="connsiteY8" fmla="*/ 896129 h 2658037"/>
                    <a:gd name="connsiteX9" fmla="*/ 630011 w 2902088"/>
                    <a:gd name="connsiteY9" fmla="*/ 1062670 h 2658037"/>
                    <a:gd name="connsiteX10" fmla="*/ 758844 w 2902088"/>
                    <a:gd name="connsiteY10" fmla="*/ 2530110 h 2658037"/>
                    <a:gd name="connsiteX11" fmla="*/ 364780 w 2902088"/>
                    <a:gd name="connsiteY11" fmla="*/ 2658037 h 2658037"/>
                    <a:gd name="connsiteX12" fmla="*/ 215231 w 2902088"/>
                    <a:gd name="connsiteY12" fmla="*/ 1213498 h 2658037"/>
                    <a:gd name="connsiteX13" fmla="*/ 172207 w 2902088"/>
                    <a:gd name="connsiteY13" fmla="*/ 522153 h 2658037"/>
                    <a:gd name="connsiteX0" fmla="*/ 196812 w 2926693"/>
                    <a:gd name="connsiteY0" fmla="*/ 522153 h 2658037"/>
                    <a:gd name="connsiteX1" fmla="*/ 2617205 w 2926693"/>
                    <a:gd name="connsiteY1" fmla="*/ 220447 h 2658037"/>
                    <a:gd name="connsiteX2" fmla="*/ 2828220 w 2926693"/>
                    <a:gd name="connsiteY2" fmla="*/ 820763 h 2658037"/>
                    <a:gd name="connsiteX3" fmla="*/ 2926693 w 2926693"/>
                    <a:gd name="connsiteY3" fmla="*/ 2484390 h 2658037"/>
                    <a:gd name="connsiteX4" fmla="*/ 2505413 w 2926693"/>
                    <a:gd name="connsiteY4" fmla="*/ 2517539 h 2658037"/>
                    <a:gd name="connsiteX5" fmla="*/ 2357727 w 2926693"/>
                    <a:gd name="connsiteY5" fmla="*/ 773581 h 2658037"/>
                    <a:gd name="connsiteX6" fmla="*/ 2049784 w 2926693"/>
                    <a:gd name="connsiteY6" fmla="*/ 914983 h 2658037"/>
                    <a:gd name="connsiteX7" fmla="*/ 959416 w 2926693"/>
                    <a:gd name="connsiteY7" fmla="*/ 968401 h 2658037"/>
                    <a:gd name="connsiteX8" fmla="*/ 774022 w 2926693"/>
                    <a:gd name="connsiteY8" fmla="*/ 896129 h 2658037"/>
                    <a:gd name="connsiteX9" fmla="*/ 654616 w 2926693"/>
                    <a:gd name="connsiteY9" fmla="*/ 1062670 h 2658037"/>
                    <a:gd name="connsiteX10" fmla="*/ 783449 w 2926693"/>
                    <a:gd name="connsiteY10" fmla="*/ 2530110 h 2658037"/>
                    <a:gd name="connsiteX11" fmla="*/ 389385 w 2926693"/>
                    <a:gd name="connsiteY11" fmla="*/ 2658037 h 2658037"/>
                    <a:gd name="connsiteX12" fmla="*/ 151852 w 2926693"/>
                    <a:gd name="connsiteY12" fmla="*/ 1197787 h 2658037"/>
                    <a:gd name="connsiteX13" fmla="*/ 196812 w 2926693"/>
                    <a:gd name="connsiteY13" fmla="*/ 522153 h 2658037"/>
                    <a:gd name="connsiteX0" fmla="*/ 80585 w 2810466"/>
                    <a:gd name="connsiteY0" fmla="*/ 522153 h 2658037"/>
                    <a:gd name="connsiteX1" fmla="*/ 2500978 w 2810466"/>
                    <a:gd name="connsiteY1" fmla="*/ 220447 h 2658037"/>
                    <a:gd name="connsiteX2" fmla="*/ 2711993 w 2810466"/>
                    <a:gd name="connsiteY2" fmla="*/ 820763 h 2658037"/>
                    <a:gd name="connsiteX3" fmla="*/ 2810466 w 2810466"/>
                    <a:gd name="connsiteY3" fmla="*/ 2484390 h 2658037"/>
                    <a:gd name="connsiteX4" fmla="*/ 2389186 w 2810466"/>
                    <a:gd name="connsiteY4" fmla="*/ 2517539 h 2658037"/>
                    <a:gd name="connsiteX5" fmla="*/ 2241500 w 2810466"/>
                    <a:gd name="connsiteY5" fmla="*/ 773581 h 2658037"/>
                    <a:gd name="connsiteX6" fmla="*/ 1933557 w 2810466"/>
                    <a:gd name="connsiteY6" fmla="*/ 914983 h 2658037"/>
                    <a:gd name="connsiteX7" fmla="*/ 843189 w 2810466"/>
                    <a:gd name="connsiteY7" fmla="*/ 968401 h 2658037"/>
                    <a:gd name="connsiteX8" fmla="*/ 657795 w 2810466"/>
                    <a:gd name="connsiteY8" fmla="*/ 896129 h 2658037"/>
                    <a:gd name="connsiteX9" fmla="*/ 538389 w 2810466"/>
                    <a:gd name="connsiteY9" fmla="*/ 1062670 h 2658037"/>
                    <a:gd name="connsiteX10" fmla="*/ 667222 w 2810466"/>
                    <a:gd name="connsiteY10" fmla="*/ 2530110 h 2658037"/>
                    <a:gd name="connsiteX11" fmla="*/ 273158 w 2810466"/>
                    <a:gd name="connsiteY11" fmla="*/ 2658037 h 2658037"/>
                    <a:gd name="connsiteX12" fmla="*/ 35625 w 2810466"/>
                    <a:gd name="connsiteY12" fmla="*/ 1197787 h 2658037"/>
                    <a:gd name="connsiteX13" fmla="*/ 80585 w 2810466"/>
                    <a:gd name="connsiteY13" fmla="*/ 522153 h 2658037"/>
                    <a:gd name="connsiteX0" fmla="*/ 85498 w 2815379"/>
                    <a:gd name="connsiteY0" fmla="*/ 522153 h 2658037"/>
                    <a:gd name="connsiteX1" fmla="*/ 2505891 w 2815379"/>
                    <a:gd name="connsiteY1" fmla="*/ 220447 h 2658037"/>
                    <a:gd name="connsiteX2" fmla="*/ 2716906 w 2815379"/>
                    <a:gd name="connsiteY2" fmla="*/ 820763 h 2658037"/>
                    <a:gd name="connsiteX3" fmla="*/ 2815379 w 2815379"/>
                    <a:gd name="connsiteY3" fmla="*/ 2484390 h 2658037"/>
                    <a:gd name="connsiteX4" fmla="*/ 2394099 w 2815379"/>
                    <a:gd name="connsiteY4" fmla="*/ 2517539 h 2658037"/>
                    <a:gd name="connsiteX5" fmla="*/ 2246413 w 2815379"/>
                    <a:gd name="connsiteY5" fmla="*/ 773581 h 2658037"/>
                    <a:gd name="connsiteX6" fmla="*/ 1938470 w 2815379"/>
                    <a:gd name="connsiteY6" fmla="*/ 914983 h 2658037"/>
                    <a:gd name="connsiteX7" fmla="*/ 848102 w 2815379"/>
                    <a:gd name="connsiteY7" fmla="*/ 968401 h 2658037"/>
                    <a:gd name="connsiteX8" fmla="*/ 662708 w 2815379"/>
                    <a:gd name="connsiteY8" fmla="*/ 896129 h 2658037"/>
                    <a:gd name="connsiteX9" fmla="*/ 543302 w 2815379"/>
                    <a:gd name="connsiteY9" fmla="*/ 1062670 h 2658037"/>
                    <a:gd name="connsiteX10" fmla="*/ 672135 w 2815379"/>
                    <a:gd name="connsiteY10" fmla="*/ 2530110 h 2658037"/>
                    <a:gd name="connsiteX11" fmla="*/ 278071 w 2815379"/>
                    <a:gd name="connsiteY11" fmla="*/ 2658037 h 2658037"/>
                    <a:gd name="connsiteX12" fmla="*/ 31111 w 2815379"/>
                    <a:gd name="connsiteY12" fmla="*/ 1210356 h 2658037"/>
                    <a:gd name="connsiteX13" fmla="*/ 85498 w 2815379"/>
                    <a:gd name="connsiteY13" fmla="*/ 522153 h 2658037"/>
                    <a:gd name="connsiteX0" fmla="*/ 98332 w 2828213"/>
                    <a:gd name="connsiteY0" fmla="*/ 522153 h 2658037"/>
                    <a:gd name="connsiteX1" fmla="*/ 2518725 w 2828213"/>
                    <a:gd name="connsiteY1" fmla="*/ 220447 h 2658037"/>
                    <a:gd name="connsiteX2" fmla="*/ 2729740 w 2828213"/>
                    <a:gd name="connsiteY2" fmla="*/ 820763 h 2658037"/>
                    <a:gd name="connsiteX3" fmla="*/ 2828213 w 2828213"/>
                    <a:gd name="connsiteY3" fmla="*/ 2484390 h 2658037"/>
                    <a:gd name="connsiteX4" fmla="*/ 2406933 w 2828213"/>
                    <a:gd name="connsiteY4" fmla="*/ 2517539 h 2658037"/>
                    <a:gd name="connsiteX5" fmla="*/ 2259247 w 2828213"/>
                    <a:gd name="connsiteY5" fmla="*/ 773581 h 2658037"/>
                    <a:gd name="connsiteX6" fmla="*/ 1951304 w 2828213"/>
                    <a:gd name="connsiteY6" fmla="*/ 914983 h 2658037"/>
                    <a:gd name="connsiteX7" fmla="*/ 860936 w 2828213"/>
                    <a:gd name="connsiteY7" fmla="*/ 968401 h 2658037"/>
                    <a:gd name="connsiteX8" fmla="*/ 675542 w 2828213"/>
                    <a:gd name="connsiteY8" fmla="*/ 896129 h 2658037"/>
                    <a:gd name="connsiteX9" fmla="*/ 556136 w 2828213"/>
                    <a:gd name="connsiteY9" fmla="*/ 1062670 h 2658037"/>
                    <a:gd name="connsiteX10" fmla="*/ 684969 w 2828213"/>
                    <a:gd name="connsiteY10" fmla="*/ 2530110 h 2658037"/>
                    <a:gd name="connsiteX11" fmla="*/ 290905 w 2828213"/>
                    <a:gd name="connsiteY11" fmla="*/ 2658037 h 2658037"/>
                    <a:gd name="connsiteX12" fmla="*/ 43945 w 2828213"/>
                    <a:gd name="connsiteY12" fmla="*/ 1210356 h 2658037"/>
                    <a:gd name="connsiteX13" fmla="*/ 98332 w 2828213"/>
                    <a:gd name="connsiteY13" fmla="*/ 522153 h 2658037"/>
                    <a:gd name="connsiteX0" fmla="*/ 99338 w 2829219"/>
                    <a:gd name="connsiteY0" fmla="*/ 522153 h 2658037"/>
                    <a:gd name="connsiteX1" fmla="*/ 2519731 w 2829219"/>
                    <a:gd name="connsiteY1" fmla="*/ 220447 h 2658037"/>
                    <a:gd name="connsiteX2" fmla="*/ 2730746 w 2829219"/>
                    <a:gd name="connsiteY2" fmla="*/ 820763 h 2658037"/>
                    <a:gd name="connsiteX3" fmla="*/ 2829219 w 2829219"/>
                    <a:gd name="connsiteY3" fmla="*/ 2484390 h 2658037"/>
                    <a:gd name="connsiteX4" fmla="*/ 2407939 w 2829219"/>
                    <a:gd name="connsiteY4" fmla="*/ 2517539 h 2658037"/>
                    <a:gd name="connsiteX5" fmla="*/ 2260253 w 2829219"/>
                    <a:gd name="connsiteY5" fmla="*/ 773581 h 2658037"/>
                    <a:gd name="connsiteX6" fmla="*/ 1952310 w 2829219"/>
                    <a:gd name="connsiteY6" fmla="*/ 914983 h 2658037"/>
                    <a:gd name="connsiteX7" fmla="*/ 861942 w 2829219"/>
                    <a:gd name="connsiteY7" fmla="*/ 968401 h 2658037"/>
                    <a:gd name="connsiteX8" fmla="*/ 676548 w 2829219"/>
                    <a:gd name="connsiteY8" fmla="*/ 896129 h 2658037"/>
                    <a:gd name="connsiteX9" fmla="*/ 557142 w 2829219"/>
                    <a:gd name="connsiteY9" fmla="*/ 1062670 h 2658037"/>
                    <a:gd name="connsiteX10" fmla="*/ 685975 w 2829219"/>
                    <a:gd name="connsiteY10" fmla="*/ 2530110 h 2658037"/>
                    <a:gd name="connsiteX11" fmla="*/ 291911 w 2829219"/>
                    <a:gd name="connsiteY11" fmla="*/ 2658037 h 2658037"/>
                    <a:gd name="connsiteX12" fmla="*/ 44951 w 2829219"/>
                    <a:gd name="connsiteY12" fmla="*/ 1210356 h 2658037"/>
                    <a:gd name="connsiteX13" fmla="*/ 99338 w 2829219"/>
                    <a:gd name="connsiteY13" fmla="*/ 522153 h 2658037"/>
                    <a:gd name="connsiteX0" fmla="*/ 94163 w 2824044"/>
                    <a:gd name="connsiteY0" fmla="*/ 522153 h 2658037"/>
                    <a:gd name="connsiteX1" fmla="*/ 2514556 w 2824044"/>
                    <a:gd name="connsiteY1" fmla="*/ 220447 h 2658037"/>
                    <a:gd name="connsiteX2" fmla="*/ 2725571 w 2824044"/>
                    <a:gd name="connsiteY2" fmla="*/ 820763 h 2658037"/>
                    <a:gd name="connsiteX3" fmla="*/ 2824044 w 2824044"/>
                    <a:gd name="connsiteY3" fmla="*/ 2484390 h 2658037"/>
                    <a:gd name="connsiteX4" fmla="*/ 2402764 w 2824044"/>
                    <a:gd name="connsiteY4" fmla="*/ 2517539 h 2658037"/>
                    <a:gd name="connsiteX5" fmla="*/ 2255078 w 2824044"/>
                    <a:gd name="connsiteY5" fmla="*/ 773581 h 2658037"/>
                    <a:gd name="connsiteX6" fmla="*/ 1947135 w 2824044"/>
                    <a:gd name="connsiteY6" fmla="*/ 914983 h 2658037"/>
                    <a:gd name="connsiteX7" fmla="*/ 856767 w 2824044"/>
                    <a:gd name="connsiteY7" fmla="*/ 968401 h 2658037"/>
                    <a:gd name="connsiteX8" fmla="*/ 671373 w 2824044"/>
                    <a:gd name="connsiteY8" fmla="*/ 896129 h 2658037"/>
                    <a:gd name="connsiteX9" fmla="*/ 551967 w 2824044"/>
                    <a:gd name="connsiteY9" fmla="*/ 1062670 h 2658037"/>
                    <a:gd name="connsiteX10" fmla="*/ 680800 w 2824044"/>
                    <a:gd name="connsiteY10" fmla="*/ 2530110 h 2658037"/>
                    <a:gd name="connsiteX11" fmla="*/ 286736 w 2824044"/>
                    <a:gd name="connsiteY11" fmla="*/ 2658037 h 2658037"/>
                    <a:gd name="connsiteX12" fmla="*/ 39776 w 2824044"/>
                    <a:gd name="connsiteY12" fmla="*/ 1210356 h 2658037"/>
                    <a:gd name="connsiteX13" fmla="*/ 94163 w 2824044"/>
                    <a:gd name="connsiteY13" fmla="*/ 522153 h 2658037"/>
                    <a:gd name="connsiteX0" fmla="*/ 98484 w 2828365"/>
                    <a:gd name="connsiteY0" fmla="*/ 522153 h 2658037"/>
                    <a:gd name="connsiteX1" fmla="*/ 2518877 w 2828365"/>
                    <a:gd name="connsiteY1" fmla="*/ 220447 h 2658037"/>
                    <a:gd name="connsiteX2" fmla="*/ 2729892 w 2828365"/>
                    <a:gd name="connsiteY2" fmla="*/ 820763 h 2658037"/>
                    <a:gd name="connsiteX3" fmla="*/ 2828365 w 2828365"/>
                    <a:gd name="connsiteY3" fmla="*/ 2484390 h 2658037"/>
                    <a:gd name="connsiteX4" fmla="*/ 2407085 w 2828365"/>
                    <a:gd name="connsiteY4" fmla="*/ 2517539 h 2658037"/>
                    <a:gd name="connsiteX5" fmla="*/ 2259399 w 2828365"/>
                    <a:gd name="connsiteY5" fmla="*/ 773581 h 2658037"/>
                    <a:gd name="connsiteX6" fmla="*/ 1951456 w 2828365"/>
                    <a:gd name="connsiteY6" fmla="*/ 914983 h 2658037"/>
                    <a:gd name="connsiteX7" fmla="*/ 861088 w 2828365"/>
                    <a:gd name="connsiteY7" fmla="*/ 968401 h 2658037"/>
                    <a:gd name="connsiteX8" fmla="*/ 675694 w 2828365"/>
                    <a:gd name="connsiteY8" fmla="*/ 896129 h 2658037"/>
                    <a:gd name="connsiteX9" fmla="*/ 556288 w 2828365"/>
                    <a:gd name="connsiteY9" fmla="*/ 1062670 h 2658037"/>
                    <a:gd name="connsiteX10" fmla="*/ 685121 w 2828365"/>
                    <a:gd name="connsiteY10" fmla="*/ 2530110 h 2658037"/>
                    <a:gd name="connsiteX11" fmla="*/ 291057 w 2828365"/>
                    <a:gd name="connsiteY11" fmla="*/ 2658037 h 2658037"/>
                    <a:gd name="connsiteX12" fmla="*/ 44097 w 2828365"/>
                    <a:gd name="connsiteY12" fmla="*/ 1210356 h 2658037"/>
                    <a:gd name="connsiteX13" fmla="*/ 98484 w 2828365"/>
                    <a:gd name="connsiteY13" fmla="*/ 522153 h 2658037"/>
                    <a:gd name="connsiteX0" fmla="*/ 98484 w 2828365"/>
                    <a:gd name="connsiteY0" fmla="*/ 522153 h 2658037"/>
                    <a:gd name="connsiteX1" fmla="*/ 2518877 w 2828365"/>
                    <a:gd name="connsiteY1" fmla="*/ 220447 h 2658037"/>
                    <a:gd name="connsiteX2" fmla="*/ 2729892 w 2828365"/>
                    <a:gd name="connsiteY2" fmla="*/ 820763 h 2658037"/>
                    <a:gd name="connsiteX3" fmla="*/ 2828365 w 2828365"/>
                    <a:gd name="connsiteY3" fmla="*/ 2484390 h 2658037"/>
                    <a:gd name="connsiteX4" fmla="*/ 2407085 w 2828365"/>
                    <a:gd name="connsiteY4" fmla="*/ 2517539 h 2658037"/>
                    <a:gd name="connsiteX5" fmla="*/ 2259399 w 2828365"/>
                    <a:gd name="connsiteY5" fmla="*/ 773581 h 2658037"/>
                    <a:gd name="connsiteX6" fmla="*/ 1951456 w 2828365"/>
                    <a:gd name="connsiteY6" fmla="*/ 914983 h 2658037"/>
                    <a:gd name="connsiteX7" fmla="*/ 861088 w 2828365"/>
                    <a:gd name="connsiteY7" fmla="*/ 968401 h 2658037"/>
                    <a:gd name="connsiteX8" fmla="*/ 675694 w 2828365"/>
                    <a:gd name="connsiteY8" fmla="*/ 896129 h 2658037"/>
                    <a:gd name="connsiteX9" fmla="*/ 556288 w 2828365"/>
                    <a:gd name="connsiteY9" fmla="*/ 1062670 h 2658037"/>
                    <a:gd name="connsiteX10" fmla="*/ 685121 w 2828365"/>
                    <a:gd name="connsiteY10" fmla="*/ 2530110 h 2658037"/>
                    <a:gd name="connsiteX11" fmla="*/ 291057 w 2828365"/>
                    <a:gd name="connsiteY11" fmla="*/ 2658037 h 2658037"/>
                    <a:gd name="connsiteX12" fmla="*/ 44097 w 2828365"/>
                    <a:gd name="connsiteY12" fmla="*/ 1210356 h 2658037"/>
                    <a:gd name="connsiteX13" fmla="*/ 98484 w 2828365"/>
                    <a:gd name="connsiteY13" fmla="*/ 522153 h 2658037"/>
                    <a:gd name="connsiteX0" fmla="*/ 98484 w 2828365"/>
                    <a:gd name="connsiteY0" fmla="*/ 522153 h 2658037"/>
                    <a:gd name="connsiteX1" fmla="*/ 2518877 w 2828365"/>
                    <a:gd name="connsiteY1" fmla="*/ 220447 h 2658037"/>
                    <a:gd name="connsiteX2" fmla="*/ 2729892 w 2828365"/>
                    <a:gd name="connsiteY2" fmla="*/ 820763 h 2658037"/>
                    <a:gd name="connsiteX3" fmla="*/ 2828365 w 2828365"/>
                    <a:gd name="connsiteY3" fmla="*/ 2484390 h 2658037"/>
                    <a:gd name="connsiteX4" fmla="*/ 2407085 w 2828365"/>
                    <a:gd name="connsiteY4" fmla="*/ 2517539 h 2658037"/>
                    <a:gd name="connsiteX5" fmla="*/ 2259399 w 2828365"/>
                    <a:gd name="connsiteY5" fmla="*/ 773581 h 2658037"/>
                    <a:gd name="connsiteX6" fmla="*/ 1951456 w 2828365"/>
                    <a:gd name="connsiteY6" fmla="*/ 914983 h 2658037"/>
                    <a:gd name="connsiteX7" fmla="*/ 861088 w 2828365"/>
                    <a:gd name="connsiteY7" fmla="*/ 968401 h 2658037"/>
                    <a:gd name="connsiteX8" fmla="*/ 675694 w 2828365"/>
                    <a:gd name="connsiteY8" fmla="*/ 896129 h 2658037"/>
                    <a:gd name="connsiteX9" fmla="*/ 556288 w 2828365"/>
                    <a:gd name="connsiteY9" fmla="*/ 1062670 h 2658037"/>
                    <a:gd name="connsiteX10" fmla="*/ 685121 w 2828365"/>
                    <a:gd name="connsiteY10" fmla="*/ 2530110 h 2658037"/>
                    <a:gd name="connsiteX11" fmla="*/ 291057 w 2828365"/>
                    <a:gd name="connsiteY11" fmla="*/ 2658037 h 2658037"/>
                    <a:gd name="connsiteX12" fmla="*/ 44097 w 2828365"/>
                    <a:gd name="connsiteY12" fmla="*/ 1210356 h 2658037"/>
                    <a:gd name="connsiteX13" fmla="*/ 98484 w 2828365"/>
                    <a:gd name="connsiteY13" fmla="*/ 522153 h 2658037"/>
                    <a:gd name="connsiteX0" fmla="*/ 98484 w 2828365"/>
                    <a:gd name="connsiteY0" fmla="*/ 522153 h 2658037"/>
                    <a:gd name="connsiteX1" fmla="*/ 2518877 w 2828365"/>
                    <a:gd name="connsiteY1" fmla="*/ 220447 h 2658037"/>
                    <a:gd name="connsiteX2" fmla="*/ 2729892 w 2828365"/>
                    <a:gd name="connsiteY2" fmla="*/ 820763 h 2658037"/>
                    <a:gd name="connsiteX3" fmla="*/ 2828365 w 2828365"/>
                    <a:gd name="connsiteY3" fmla="*/ 2484390 h 2658037"/>
                    <a:gd name="connsiteX4" fmla="*/ 2407085 w 2828365"/>
                    <a:gd name="connsiteY4" fmla="*/ 2517539 h 2658037"/>
                    <a:gd name="connsiteX5" fmla="*/ 2259399 w 2828365"/>
                    <a:gd name="connsiteY5" fmla="*/ 773581 h 2658037"/>
                    <a:gd name="connsiteX6" fmla="*/ 1951456 w 2828365"/>
                    <a:gd name="connsiteY6" fmla="*/ 914983 h 2658037"/>
                    <a:gd name="connsiteX7" fmla="*/ 861088 w 2828365"/>
                    <a:gd name="connsiteY7" fmla="*/ 968401 h 2658037"/>
                    <a:gd name="connsiteX8" fmla="*/ 675694 w 2828365"/>
                    <a:gd name="connsiteY8" fmla="*/ 896129 h 2658037"/>
                    <a:gd name="connsiteX9" fmla="*/ 556288 w 2828365"/>
                    <a:gd name="connsiteY9" fmla="*/ 1062670 h 2658037"/>
                    <a:gd name="connsiteX10" fmla="*/ 685121 w 2828365"/>
                    <a:gd name="connsiteY10" fmla="*/ 2530110 h 2658037"/>
                    <a:gd name="connsiteX11" fmla="*/ 291057 w 2828365"/>
                    <a:gd name="connsiteY11" fmla="*/ 2658037 h 2658037"/>
                    <a:gd name="connsiteX12" fmla="*/ 44097 w 2828365"/>
                    <a:gd name="connsiteY12" fmla="*/ 1210356 h 2658037"/>
                    <a:gd name="connsiteX13" fmla="*/ 98484 w 2828365"/>
                    <a:gd name="connsiteY13" fmla="*/ 522153 h 2658037"/>
                    <a:gd name="connsiteX0" fmla="*/ 98484 w 2828365"/>
                    <a:gd name="connsiteY0" fmla="*/ 522153 h 2658037"/>
                    <a:gd name="connsiteX1" fmla="*/ 2518877 w 2828365"/>
                    <a:gd name="connsiteY1" fmla="*/ 220447 h 2658037"/>
                    <a:gd name="connsiteX2" fmla="*/ 2729892 w 2828365"/>
                    <a:gd name="connsiteY2" fmla="*/ 820763 h 2658037"/>
                    <a:gd name="connsiteX3" fmla="*/ 2828365 w 2828365"/>
                    <a:gd name="connsiteY3" fmla="*/ 2484390 h 2658037"/>
                    <a:gd name="connsiteX4" fmla="*/ 2407085 w 2828365"/>
                    <a:gd name="connsiteY4" fmla="*/ 2517539 h 2658037"/>
                    <a:gd name="connsiteX5" fmla="*/ 2259399 w 2828365"/>
                    <a:gd name="connsiteY5" fmla="*/ 773581 h 2658037"/>
                    <a:gd name="connsiteX6" fmla="*/ 1951456 w 2828365"/>
                    <a:gd name="connsiteY6" fmla="*/ 914983 h 2658037"/>
                    <a:gd name="connsiteX7" fmla="*/ 861088 w 2828365"/>
                    <a:gd name="connsiteY7" fmla="*/ 968401 h 2658037"/>
                    <a:gd name="connsiteX8" fmla="*/ 675694 w 2828365"/>
                    <a:gd name="connsiteY8" fmla="*/ 896129 h 2658037"/>
                    <a:gd name="connsiteX9" fmla="*/ 556288 w 2828365"/>
                    <a:gd name="connsiteY9" fmla="*/ 1062670 h 2658037"/>
                    <a:gd name="connsiteX10" fmla="*/ 685121 w 2828365"/>
                    <a:gd name="connsiteY10" fmla="*/ 2530110 h 2658037"/>
                    <a:gd name="connsiteX11" fmla="*/ 291057 w 2828365"/>
                    <a:gd name="connsiteY11" fmla="*/ 2658037 h 2658037"/>
                    <a:gd name="connsiteX12" fmla="*/ 44097 w 2828365"/>
                    <a:gd name="connsiteY12" fmla="*/ 1210356 h 2658037"/>
                    <a:gd name="connsiteX13" fmla="*/ 98484 w 2828365"/>
                    <a:gd name="connsiteY13" fmla="*/ 522153 h 2658037"/>
                    <a:gd name="connsiteX0" fmla="*/ 98484 w 2828365"/>
                    <a:gd name="connsiteY0" fmla="*/ 522153 h 2658037"/>
                    <a:gd name="connsiteX1" fmla="*/ 2518877 w 2828365"/>
                    <a:gd name="connsiteY1" fmla="*/ 220447 h 2658037"/>
                    <a:gd name="connsiteX2" fmla="*/ 2729892 w 2828365"/>
                    <a:gd name="connsiteY2" fmla="*/ 820763 h 2658037"/>
                    <a:gd name="connsiteX3" fmla="*/ 2828365 w 2828365"/>
                    <a:gd name="connsiteY3" fmla="*/ 2484390 h 2658037"/>
                    <a:gd name="connsiteX4" fmla="*/ 2407085 w 2828365"/>
                    <a:gd name="connsiteY4" fmla="*/ 2517539 h 2658037"/>
                    <a:gd name="connsiteX5" fmla="*/ 2259399 w 2828365"/>
                    <a:gd name="connsiteY5" fmla="*/ 773581 h 2658037"/>
                    <a:gd name="connsiteX6" fmla="*/ 1951456 w 2828365"/>
                    <a:gd name="connsiteY6" fmla="*/ 914983 h 2658037"/>
                    <a:gd name="connsiteX7" fmla="*/ 861088 w 2828365"/>
                    <a:gd name="connsiteY7" fmla="*/ 968401 h 2658037"/>
                    <a:gd name="connsiteX8" fmla="*/ 675694 w 2828365"/>
                    <a:gd name="connsiteY8" fmla="*/ 896129 h 2658037"/>
                    <a:gd name="connsiteX9" fmla="*/ 556288 w 2828365"/>
                    <a:gd name="connsiteY9" fmla="*/ 1062670 h 2658037"/>
                    <a:gd name="connsiteX10" fmla="*/ 565715 w 2828365"/>
                    <a:gd name="connsiteY10" fmla="*/ 1169506 h 2658037"/>
                    <a:gd name="connsiteX11" fmla="*/ 685121 w 2828365"/>
                    <a:gd name="connsiteY11" fmla="*/ 2530110 h 2658037"/>
                    <a:gd name="connsiteX12" fmla="*/ 291057 w 2828365"/>
                    <a:gd name="connsiteY12" fmla="*/ 2658037 h 2658037"/>
                    <a:gd name="connsiteX13" fmla="*/ 44097 w 2828365"/>
                    <a:gd name="connsiteY13" fmla="*/ 1210356 h 2658037"/>
                    <a:gd name="connsiteX14" fmla="*/ 98484 w 2828365"/>
                    <a:gd name="connsiteY14" fmla="*/ 522153 h 2658037"/>
                    <a:gd name="connsiteX0" fmla="*/ 98484 w 2828365"/>
                    <a:gd name="connsiteY0" fmla="*/ 522153 h 2658037"/>
                    <a:gd name="connsiteX1" fmla="*/ 2518877 w 2828365"/>
                    <a:gd name="connsiteY1" fmla="*/ 220447 h 2658037"/>
                    <a:gd name="connsiteX2" fmla="*/ 2729892 w 2828365"/>
                    <a:gd name="connsiteY2" fmla="*/ 820763 h 2658037"/>
                    <a:gd name="connsiteX3" fmla="*/ 2828365 w 2828365"/>
                    <a:gd name="connsiteY3" fmla="*/ 2484390 h 2658037"/>
                    <a:gd name="connsiteX4" fmla="*/ 2407085 w 2828365"/>
                    <a:gd name="connsiteY4" fmla="*/ 2517539 h 2658037"/>
                    <a:gd name="connsiteX5" fmla="*/ 2259399 w 2828365"/>
                    <a:gd name="connsiteY5" fmla="*/ 773581 h 2658037"/>
                    <a:gd name="connsiteX6" fmla="*/ 1951456 w 2828365"/>
                    <a:gd name="connsiteY6" fmla="*/ 914983 h 2658037"/>
                    <a:gd name="connsiteX7" fmla="*/ 861088 w 2828365"/>
                    <a:gd name="connsiteY7" fmla="*/ 968401 h 2658037"/>
                    <a:gd name="connsiteX8" fmla="*/ 675694 w 2828365"/>
                    <a:gd name="connsiteY8" fmla="*/ 896129 h 2658037"/>
                    <a:gd name="connsiteX9" fmla="*/ 565715 w 2828365"/>
                    <a:gd name="connsiteY9" fmla="*/ 1169506 h 2658037"/>
                    <a:gd name="connsiteX10" fmla="*/ 685121 w 2828365"/>
                    <a:gd name="connsiteY10" fmla="*/ 2530110 h 2658037"/>
                    <a:gd name="connsiteX11" fmla="*/ 291057 w 2828365"/>
                    <a:gd name="connsiteY11" fmla="*/ 2658037 h 2658037"/>
                    <a:gd name="connsiteX12" fmla="*/ 44097 w 2828365"/>
                    <a:gd name="connsiteY12" fmla="*/ 1210356 h 2658037"/>
                    <a:gd name="connsiteX13" fmla="*/ 98484 w 2828365"/>
                    <a:gd name="connsiteY13" fmla="*/ 522153 h 2658037"/>
                    <a:gd name="connsiteX0" fmla="*/ 98484 w 2828365"/>
                    <a:gd name="connsiteY0" fmla="*/ 522153 h 2658037"/>
                    <a:gd name="connsiteX1" fmla="*/ 2518877 w 2828365"/>
                    <a:gd name="connsiteY1" fmla="*/ 220447 h 2658037"/>
                    <a:gd name="connsiteX2" fmla="*/ 2729892 w 2828365"/>
                    <a:gd name="connsiteY2" fmla="*/ 820763 h 2658037"/>
                    <a:gd name="connsiteX3" fmla="*/ 2828365 w 2828365"/>
                    <a:gd name="connsiteY3" fmla="*/ 2484390 h 2658037"/>
                    <a:gd name="connsiteX4" fmla="*/ 2407085 w 2828365"/>
                    <a:gd name="connsiteY4" fmla="*/ 2517539 h 2658037"/>
                    <a:gd name="connsiteX5" fmla="*/ 2259399 w 2828365"/>
                    <a:gd name="connsiteY5" fmla="*/ 773581 h 2658037"/>
                    <a:gd name="connsiteX6" fmla="*/ 1951456 w 2828365"/>
                    <a:gd name="connsiteY6" fmla="*/ 914983 h 2658037"/>
                    <a:gd name="connsiteX7" fmla="*/ 861088 w 2828365"/>
                    <a:gd name="connsiteY7" fmla="*/ 968401 h 2658037"/>
                    <a:gd name="connsiteX8" fmla="*/ 675694 w 2828365"/>
                    <a:gd name="connsiteY8" fmla="*/ 896129 h 2658037"/>
                    <a:gd name="connsiteX9" fmla="*/ 543719 w 2828365"/>
                    <a:gd name="connsiteY9" fmla="*/ 1119230 h 2658037"/>
                    <a:gd name="connsiteX10" fmla="*/ 685121 w 2828365"/>
                    <a:gd name="connsiteY10" fmla="*/ 2530110 h 2658037"/>
                    <a:gd name="connsiteX11" fmla="*/ 291057 w 2828365"/>
                    <a:gd name="connsiteY11" fmla="*/ 2658037 h 2658037"/>
                    <a:gd name="connsiteX12" fmla="*/ 44097 w 2828365"/>
                    <a:gd name="connsiteY12" fmla="*/ 1210356 h 2658037"/>
                    <a:gd name="connsiteX13" fmla="*/ 98484 w 2828365"/>
                    <a:gd name="connsiteY13" fmla="*/ 522153 h 2658037"/>
                    <a:gd name="connsiteX0" fmla="*/ 98484 w 2828365"/>
                    <a:gd name="connsiteY0" fmla="*/ 522153 h 2658037"/>
                    <a:gd name="connsiteX1" fmla="*/ 2518877 w 2828365"/>
                    <a:gd name="connsiteY1" fmla="*/ 220447 h 2658037"/>
                    <a:gd name="connsiteX2" fmla="*/ 2729892 w 2828365"/>
                    <a:gd name="connsiteY2" fmla="*/ 820763 h 2658037"/>
                    <a:gd name="connsiteX3" fmla="*/ 2828365 w 2828365"/>
                    <a:gd name="connsiteY3" fmla="*/ 2484390 h 2658037"/>
                    <a:gd name="connsiteX4" fmla="*/ 2407085 w 2828365"/>
                    <a:gd name="connsiteY4" fmla="*/ 2517539 h 2658037"/>
                    <a:gd name="connsiteX5" fmla="*/ 2259399 w 2828365"/>
                    <a:gd name="connsiteY5" fmla="*/ 773581 h 2658037"/>
                    <a:gd name="connsiteX6" fmla="*/ 1951456 w 2828365"/>
                    <a:gd name="connsiteY6" fmla="*/ 914983 h 2658037"/>
                    <a:gd name="connsiteX7" fmla="*/ 861088 w 2828365"/>
                    <a:gd name="connsiteY7" fmla="*/ 968401 h 2658037"/>
                    <a:gd name="connsiteX8" fmla="*/ 675694 w 2828365"/>
                    <a:gd name="connsiteY8" fmla="*/ 896129 h 2658037"/>
                    <a:gd name="connsiteX9" fmla="*/ 543719 w 2828365"/>
                    <a:gd name="connsiteY9" fmla="*/ 1119230 h 2658037"/>
                    <a:gd name="connsiteX10" fmla="*/ 685121 w 2828365"/>
                    <a:gd name="connsiteY10" fmla="*/ 2530110 h 2658037"/>
                    <a:gd name="connsiteX11" fmla="*/ 291057 w 2828365"/>
                    <a:gd name="connsiteY11" fmla="*/ 2658037 h 2658037"/>
                    <a:gd name="connsiteX12" fmla="*/ 44097 w 2828365"/>
                    <a:gd name="connsiteY12" fmla="*/ 1210356 h 2658037"/>
                    <a:gd name="connsiteX13" fmla="*/ 98484 w 2828365"/>
                    <a:gd name="connsiteY13" fmla="*/ 522153 h 2658037"/>
                    <a:gd name="connsiteX0" fmla="*/ 98484 w 2828365"/>
                    <a:gd name="connsiteY0" fmla="*/ 522153 h 2658037"/>
                    <a:gd name="connsiteX1" fmla="*/ 2518877 w 2828365"/>
                    <a:gd name="connsiteY1" fmla="*/ 220447 h 2658037"/>
                    <a:gd name="connsiteX2" fmla="*/ 2729892 w 2828365"/>
                    <a:gd name="connsiteY2" fmla="*/ 820763 h 2658037"/>
                    <a:gd name="connsiteX3" fmla="*/ 2828365 w 2828365"/>
                    <a:gd name="connsiteY3" fmla="*/ 2484390 h 2658037"/>
                    <a:gd name="connsiteX4" fmla="*/ 2407085 w 2828365"/>
                    <a:gd name="connsiteY4" fmla="*/ 2517539 h 2658037"/>
                    <a:gd name="connsiteX5" fmla="*/ 2259399 w 2828365"/>
                    <a:gd name="connsiteY5" fmla="*/ 773581 h 2658037"/>
                    <a:gd name="connsiteX6" fmla="*/ 1951456 w 2828365"/>
                    <a:gd name="connsiteY6" fmla="*/ 914983 h 2658037"/>
                    <a:gd name="connsiteX7" fmla="*/ 861088 w 2828365"/>
                    <a:gd name="connsiteY7" fmla="*/ 968401 h 2658037"/>
                    <a:gd name="connsiteX8" fmla="*/ 675694 w 2828365"/>
                    <a:gd name="connsiteY8" fmla="*/ 896129 h 2658037"/>
                    <a:gd name="connsiteX9" fmla="*/ 543719 w 2828365"/>
                    <a:gd name="connsiteY9" fmla="*/ 1119230 h 2658037"/>
                    <a:gd name="connsiteX10" fmla="*/ 685121 w 2828365"/>
                    <a:gd name="connsiteY10" fmla="*/ 2530110 h 2658037"/>
                    <a:gd name="connsiteX11" fmla="*/ 291057 w 2828365"/>
                    <a:gd name="connsiteY11" fmla="*/ 2658037 h 2658037"/>
                    <a:gd name="connsiteX12" fmla="*/ 44097 w 2828365"/>
                    <a:gd name="connsiteY12" fmla="*/ 1210356 h 2658037"/>
                    <a:gd name="connsiteX13" fmla="*/ 98484 w 2828365"/>
                    <a:gd name="connsiteY13" fmla="*/ 522153 h 2658037"/>
                    <a:gd name="connsiteX0" fmla="*/ 98484 w 2828365"/>
                    <a:gd name="connsiteY0" fmla="*/ 522153 h 2658037"/>
                    <a:gd name="connsiteX1" fmla="*/ 2518877 w 2828365"/>
                    <a:gd name="connsiteY1" fmla="*/ 220447 h 2658037"/>
                    <a:gd name="connsiteX2" fmla="*/ 2729892 w 2828365"/>
                    <a:gd name="connsiteY2" fmla="*/ 820763 h 2658037"/>
                    <a:gd name="connsiteX3" fmla="*/ 2828365 w 2828365"/>
                    <a:gd name="connsiteY3" fmla="*/ 2484390 h 2658037"/>
                    <a:gd name="connsiteX4" fmla="*/ 2407085 w 2828365"/>
                    <a:gd name="connsiteY4" fmla="*/ 2517539 h 2658037"/>
                    <a:gd name="connsiteX5" fmla="*/ 2259399 w 2828365"/>
                    <a:gd name="connsiteY5" fmla="*/ 773581 h 2658037"/>
                    <a:gd name="connsiteX6" fmla="*/ 1951456 w 2828365"/>
                    <a:gd name="connsiteY6" fmla="*/ 914983 h 2658037"/>
                    <a:gd name="connsiteX7" fmla="*/ 861088 w 2828365"/>
                    <a:gd name="connsiteY7" fmla="*/ 968401 h 2658037"/>
                    <a:gd name="connsiteX8" fmla="*/ 675694 w 2828365"/>
                    <a:gd name="connsiteY8" fmla="*/ 896129 h 2658037"/>
                    <a:gd name="connsiteX9" fmla="*/ 543719 w 2828365"/>
                    <a:gd name="connsiteY9" fmla="*/ 1119230 h 2658037"/>
                    <a:gd name="connsiteX10" fmla="*/ 685121 w 2828365"/>
                    <a:gd name="connsiteY10" fmla="*/ 2530110 h 2658037"/>
                    <a:gd name="connsiteX11" fmla="*/ 291057 w 2828365"/>
                    <a:gd name="connsiteY11" fmla="*/ 2658037 h 2658037"/>
                    <a:gd name="connsiteX12" fmla="*/ 44097 w 2828365"/>
                    <a:gd name="connsiteY12" fmla="*/ 1210356 h 2658037"/>
                    <a:gd name="connsiteX13" fmla="*/ 98484 w 2828365"/>
                    <a:gd name="connsiteY13" fmla="*/ 522153 h 2658037"/>
                    <a:gd name="connsiteX0" fmla="*/ 98484 w 2828365"/>
                    <a:gd name="connsiteY0" fmla="*/ 522153 h 2658037"/>
                    <a:gd name="connsiteX1" fmla="*/ 2518877 w 2828365"/>
                    <a:gd name="connsiteY1" fmla="*/ 220447 h 2658037"/>
                    <a:gd name="connsiteX2" fmla="*/ 2729892 w 2828365"/>
                    <a:gd name="connsiteY2" fmla="*/ 820763 h 2658037"/>
                    <a:gd name="connsiteX3" fmla="*/ 2828365 w 2828365"/>
                    <a:gd name="connsiteY3" fmla="*/ 2484390 h 2658037"/>
                    <a:gd name="connsiteX4" fmla="*/ 2407085 w 2828365"/>
                    <a:gd name="connsiteY4" fmla="*/ 2517539 h 2658037"/>
                    <a:gd name="connsiteX5" fmla="*/ 2259399 w 2828365"/>
                    <a:gd name="connsiteY5" fmla="*/ 773581 h 2658037"/>
                    <a:gd name="connsiteX6" fmla="*/ 1951456 w 2828365"/>
                    <a:gd name="connsiteY6" fmla="*/ 914983 h 2658037"/>
                    <a:gd name="connsiteX7" fmla="*/ 861088 w 2828365"/>
                    <a:gd name="connsiteY7" fmla="*/ 968401 h 2658037"/>
                    <a:gd name="connsiteX8" fmla="*/ 675694 w 2828365"/>
                    <a:gd name="connsiteY8" fmla="*/ 896129 h 2658037"/>
                    <a:gd name="connsiteX9" fmla="*/ 543719 w 2828365"/>
                    <a:gd name="connsiteY9" fmla="*/ 1119230 h 2658037"/>
                    <a:gd name="connsiteX10" fmla="*/ 685121 w 2828365"/>
                    <a:gd name="connsiteY10" fmla="*/ 2530110 h 2658037"/>
                    <a:gd name="connsiteX11" fmla="*/ 291057 w 2828365"/>
                    <a:gd name="connsiteY11" fmla="*/ 2658037 h 2658037"/>
                    <a:gd name="connsiteX12" fmla="*/ 44097 w 2828365"/>
                    <a:gd name="connsiteY12" fmla="*/ 1210356 h 2658037"/>
                    <a:gd name="connsiteX13" fmla="*/ 98484 w 2828365"/>
                    <a:gd name="connsiteY13" fmla="*/ 522153 h 2658037"/>
                    <a:gd name="connsiteX0" fmla="*/ 98484 w 2828365"/>
                    <a:gd name="connsiteY0" fmla="*/ 522153 h 2658037"/>
                    <a:gd name="connsiteX1" fmla="*/ 2518877 w 2828365"/>
                    <a:gd name="connsiteY1" fmla="*/ 220447 h 2658037"/>
                    <a:gd name="connsiteX2" fmla="*/ 2748861 w 2828365"/>
                    <a:gd name="connsiteY2" fmla="*/ 856802 h 2658037"/>
                    <a:gd name="connsiteX3" fmla="*/ 2828365 w 2828365"/>
                    <a:gd name="connsiteY3" fmla="*/ 2484390 h 2658037"/>
                    <a:gd name="connsiteX4" fmla="*/ 2407085 w 2828365"/>
                    <a:gd name="connsiteY4" fmla="*/ 2517539 h 2658037"/>
                    <a:gd name="connsiteX5" fmla="*/ 2259399 w 2828365"/>
                    <a:gd name="connsiteY5" fmla="*/ 773581 h 2658037"/>
                    <a:gd name="connsiteX6" fmla="*/ 1951456 w 2828365"/>
                    <a:gd name="connsiteY6" fmla="*/ 914983 h 2658037"/>
                    <a:gd name="connsiteX7" fmla="*/ 861088 w 2828365"/>
                    <a:gd name="connsiteY7" fmla="*/ 968401 h 2658037"/>
                    <a:gd name="connsiteX8" fmla="*/ 675694 w 2828365"/>
                    <a:gd name="connsiteY8" fmla="*/ 896129 h 2658037"/>
                    <a:gd name="connsiteX9" fmla="*/ 543719 w 2828365"/>
                    <a:gd name="connsiteY9" fmla="*/ 1119230 h 2658037"/>
                    <a:gd name="connsiteX10" fmla="*/ 685121 w 2828365"/>
                    <a:gd name="connsiteY10" fmla="*/ 2530110 h 2658037"/>
                    <a:gd name="connsiteX11" fmla="*/ 291057 w 2828365"/>
                    <a:gd name="connsiteY11" fmla="*/ 2658037 h 2658037"/>
                    <a:gd name="connsiteX12" fmla="*/ 44097 w 2828365"/>
                    <a:gd name="connsiteY12" fmla="*/ 1210356 h 2658037"/>
                    <a:gd name="connsiteX13" fmla="*/ 98484 w 2828365"/>
                    <a:gd name="connsiteY13" fmla="*/ 522153 h 2658037"/>
                    <a:gd name="connsiteX0" fmla="*/ 98484 w 2828365"/>
                    <a:gd name="connsiteY0" fmla="*/ 490980 h 2626864"/>
                    <a:gd name="connsiteX1" fmla="*/ 2437885 w 2828365"/>
                    <a:gd name="connsiteY1" fmla="*/ 236508 h 2626864"/>
                    <a:gd name="connsiteX2" fmla="*/ 2748861 w 2828365"/>
                    <a:gd name="connsiteY2" fmla="*/ 825629 h 2626864"/>
                    <a:gd name="connsiteX3" fmla="*/ 2828365 w 2828365"/>
                    <a:gd name="connsiteY3" fmla="*/ 2453217 h 2626864"/>
                    <a:gd name="connsiteX4" fmla="*/ 2407085 w 2828365"/>
                    <a:gd name="connsiteY4" fmla="*/ 2486366 h 2626864"/>
                    <a:gd name="connsiteX5" fmla="*/ 2259399 w 2828365"/>
                    <a:gd name="connsiteY5" fmla="*/ 742408 h 2626864"/>
                    <a:gd name="connsiteX6" fmla="*/ 1951456 w 2828365"/>
                    <a:gd name="connsiteY6" fmla="*/ 883810 h 2626864"/>
                    <a:gd name="connsiteX7" fmla="*/ 861088 w 2828365"/>
                    <a:gd name="connsiteY7" fmla="*/ 937228 h 2626864"/>
                    <a:gd name="connsiteX8" fmla="*/ 675694 w 2828365"/>
                    <a:gd name="connsiteY8" fmla="*/ 864956 h 2626864"/>
                    <a:gd name="connsiteX9" fmla="*/ 543719 w 2828365"/>
                    <a:gd name="connsiteY9" fmla="*/ 1088057 h 2626864"/>
                    <a:gd name="connsiteX10" fmla="*/ 685121 w 2828365"/>
                    <a:gd name="connsiteY10" fmla="*/ 2498937 h 2626864"/>
                    <a:gd name="connsiteX11" fmla="*/ 291057 w 2828365"/>
                    <a:gd name="connsiteY11" fmla="*/ 2626864 h 2626864"/>
                    <a:gd name="connsiteX12" fmla="*/ 44097 w 2828365"/>
                    <a:gd name="connsiteY12" fmla="*/ 1179183 h 2626864"/>
                    <a:gd name="connsiteX13" fmla="*/ 98484 w 2828365"/>
                    <a:gd name="connsiteY13" fmla="*/ 490980 h 2626864"/>
                    <a:gd name="connsiteX0" fmla="*/ 98484 w 2828365"/>
                    <a:gd name="connsiteY0" fmla="*/ 490980 h 2626864"/>
                    <a:gd name="connsiteX1" fmla="*/ 2437885 w 2828365"/>
                    <a:gd name="connsiteY1" fmla="*/ 236508 h 2626864"/>
                    <a:gd name="connsiteX2" fmla="*/ 2712442 w 2828365"/>
                    <a:gd name="connsiteY2" fmla="*/ 826389 h 2626864"/>
                    <a:gd name="connsiteX3" fmla="*/ 2828365 w 2828365"/>
                    <a:gd name="connsiteY3" fmla="*/ 2453217 h 2626864"/>
                    <a:gd name="connsiteX4" fmla="*/ 2407085 w 2828365"/>
                    <a:gd name="connsiteY4" fmla="*/ 2486366 h 2626864"/>
                    <a:gd name="connsiteX5" fmla="*/ 2259399 w 2828365"/>
                    <a:gd name="connsiteY5" fmla="*/ 742408 h 2626864"/>
                    <a:gd name="connsiteX6" fmla="*/ 1951456 w 2828365"/>
                    <a:gd name="connsiteY6" fmla="*/ 883810 h 2626864"/>
                    <a:gd name="connsiteX7" fmla="*/ 861088 w 2828365"/>
                    <a:gd name="connsiteY7" fmla="*/ 937228 h 2626864"/>
                    <a:gd name="connsiteX8" fmla="*/ 675694 w 2828365"/>
                    <a:gd name="connsiteY8" fmla="*/ 864956 h 2626864"/>
                    <a:gd name="connsiteX9" fmla="*/ 543719 w 2828365"/>
                    <a:gd name="connsiteY9" fmla="*/ 1088057 h 2626864"/>
                    <a:gd name="connsiteX10" fmla="*/ 685121 w 2828365"/>
                    <a:gd name="connsiteY10" fmla="*/ 2498937 h 2626864"/>
                    <a:gd name="connsiteX11" fmla="*/ 291057 w 2828365"/>
                    <a:gd name="connsiteY11" fmla="*/ 2626864 h 2626864"/>
                    <a:gd name="connsiteX12" fmla="*/ 44097 w 2828365"/>
                    <a:gd name="connsiteY12" fmla="*/ 1179183 h 2626864"/>
                    <a:gd name="connsiteX13" fmla="*/ 98484 w 2828365"/>
                    <a:gd name="connsiteY13" fmla="*/ 490980 h 2626864"/>
                    <a:gd name="connsiteX0" fmla="*/ 98484 w 2828365"/>
                    <a:gd name="connsiteY0" fmla="*/ 490980 h 2626864"/>
                    <a:gd name="connsiteX1" fmla="*/ 2437885 w 2828365"/>
                    <a:gd name="connsiteY1" fmla="*/ 236508 h 2626864"/>
                    <a:gd name="connsiteX2" fmla="*/ 2717280 w 2828365"/>
                    <a:gd name="connsiteY2" fmla="*/ 839952 h 2626864"/>
                    <a:gd name="connsiteX3" fmla="*/ 2828365 w 2828365"/>
                    <a:gd name="connsiteY3" fmla="*/ 2453217 h 2626864"/>
                    <a:gd name="connsiteX4" fmla="*/ 2407085 w 2828365"/>
                    <a:gd name="connsiteY4" fmla="*/ 2486366 h 2626864"/>
                    <a:gd name="connsiteX5" fmla="*/ 2259399 w 2828365"/>
                    <a:gd name="connsiteY5" fmla="*/ 742408 h 2626864"/>
                    <a:gd name="connsiteX6" fmla="*/ 1951456 w 2828365"/>
                    <a:gd name="connsiteY6" fmla="*/ 883810 h 2626864"/>
                    <a:gd name="connsiteX7" fmla="*/ 861088 w 2828365"/>
                    <a:gd name="connsiteY7" fmla="*/ 937228 h 2626864"/>
                    <a:gd name="connsiteX8" fmla="*/ 675694 w 2828365"/>
                    <a:gd name="connsiteY8" fmla="*/ 864956 h 2626864"/>
                    <a:gd name="connsiteX9" fmla="*/ 543719 w 2828365"/>
                    <a:gd name="connsiteY9" fmla="*/ 1088057 h 2626864"/>
                    <a:gd name="connsiteX10" fmla="*/ 685121 w 2828365"/>
                    <a:gd name="connsiteY10" fmla="*/ 2498937 h 2626864"/>
                    <a:gd name="connsiteX11" fmla="*/ 291057 w 2828365"/>
                    <a:gd name="connsiteY11" fmla="*/ 2626864 h 2626864"/>
                    <a:gd name="connsiteX12" fmla="*/ 44097 w 2828365"/>
                    <a:gd name="connsiteY12" fmla="*/ 1179183 h 2626864"/>
                    <a:gd name="connsiteX13" fmla="*/ 98484 w 2828365"/>
                    <a:gd name="connsiteY13" fmla="*/ 490980 h 2626864"/>
                    <a:gd name="connsiteX0" fmla="*/ 98484 w 2828365"/>
                    <a:gd name="connsiteY0" fmla="*/ 490980 h 2626864"/>
                    <a:gd name="connsiteX1" fmla="*/ 2437885 w 2828365"/>
                    <a:gd name="connsiteY1" fmla="*/ 236508 h 2626864"/>
                    <a:gd name="connsiteX2" fmla="*/ 2742797 w 2828365"/>
                    <a:gd name="connsiteY2" fmla="*/ 971497 h 2626864"/>
                    <a:gd name="connsiteX3" fmla="*/ 2828365 w 2828365"/>
                    <a:gd name="connsiteY3" fmla="*/ 2453217 h 2626864"/>
                    <a:gd name="connsiteX4" fmla="*/ 2407085 w 2828365"/>
                    <a:gd name="connsiteY4" fmla="*/ 2486366 h 2626864"/>
                    <a:gd name="connsiteX5" fmla="*/ 2259399 w 2828365"/>
                    <a:gd name="connsiteY5" fmla="*/ 742408 h 2626864"/>
                    <a:gd name="connsiteX6" fmla="*/ 1951456 w 2828365"/>
                    <a:gd name="connsiteY6" fmla="*/ 883810 h 2626864"/>
                    <a:gd name="connsiteX7" fmla="*/ 861088 w 2828365"/>
                    <a:gd name="connsiteY7" fmla="*/ 937228 h 2626864"/>
                    <a:gd name="connsiteX8" fmla="*/ 675694 w 2828365"/>
                    <a:gd name="connsiteY8" fmla="*/ 864956 h 2626864"/>
                    <a:gd name="connsiteX9" fmla="*/ 543719 w 2828365"/>
                    <a:gd name="connsiteY9" fmla="*/ 1088057 h 2626864"/>
                    <a:gd name="connsiteX10" fmla="*/ 685121 w 2828365"/>
                    <a:gd name="connsiteY10" fmla="*/ 2498937 h 2626864"/>
                    <a:gd name="connsiteX11" fmla="*/ 291057 w 2828365"/>
                    <a:gd name="connsiteY11" fmla="*/ 2626864 h 2626864"/>
                    <a:gd name="connsiteX12" fmla="*/ 44097 w 2828365"/>
                    <a:gd name="connsiteY12" fmla="*/ 1179183 h 2626864"/>
                    <a:gd name="connsiteX13" fmla="*/ 98484 w 2828365"/>
                    <a:gd name="connsiteY13" fmla="*/ 490980 h 2626864"/>
                    <a:gd name="connsiteX0" fmla="*/ 98484 w 2828365"/>
                    <a:gd name="connsiteY0" fmla="*/ 490980 h 2626864"/>
                    <a:gd name="connsiteX1" fmla="*/ 2437885 w 2828365"/>
                    <a:gd name="connsiteY1" fmla="*/ 236508 h 2626864"/>
                    <a:gd name="connsiteX2" fmla="*/ 2742797 w 2828365"/>
                    <a:gd name="connsiteY2" fmla="*/ 971497 h 2626864"/>
                    <a:gd name="connsiteX3" fmla="*/ 2828365 w 2828365"/>
                    <a:gd name="connsiteY3" fmla="*/ 2453217 h 2626864"/>
                    <a:gd name="connsiteX4" fmla="*/ 2407085 w 2828365"/>
                    <a:gd name="connsiteY4" fmla="*/ 2486366 h 2626864"/>
                    <a:gd name="connsiteX5" fmla="*/ 2259399 w 2828365"/>
                    <a:gd name="connsiteY5" fmla="*/ 742408 h 2626864"/>
                    <a:gd name="connsiteX6" fmla="*/ 1951456 w 2828365"/>
                    <a:gd name="connsiteY6" fmla="*/ 883810 h 2626864"/>
                    <a:gd name="connsiteX7" fmla="*/ 861088 w 2828365"/>
                    <a:gd name="connsiteY7" fmla="*/ 937228 h 2626864"/>
                    <a:gd name="connsiteX8" fmla="*/ 675694 w 2828365"/>
                    <a:gd name="connsiteY8" fmla="*/ 864956 h 2626864"/>
                    <a:gd name="connsiteX9" fmla="*/ 543719 w 2828365"/>
                    <a:gd name="connsiteY9" fmla="*/ 1088057 h 2626864"/>
                    <a:gd name="connsiteX10" fmla="*/ 685121 w 2828365"/>
                    <a:gd name="connsiteY10" fmla="*/ 2498937 h 2626864"/>
                    <a:gd name="connsiteX11" fmla="*/ 291057 w 2828365"/>
                    <a:gd name="connsiteY11" fmla="*/ 2626864 h 2626864"/>
                    <a:gd name="connsiteX12" fmla="*/ 44097 w 2828365"/>
                    <a:gd name="connsiteY12" fmla="*/ 1179183 h 2626864"/>
                    <a:gd name="connsiteX13" fmla="*/ 98484 w 2828365"/>
                    <a:gd name="connsiteY13" fmla="*/ 490980 h 2626864"/>
                    <a:gd name="connsiteX0" fmla="*/ 98484 w 2828365"/>
                    <a:gd name="connsiteY0" fmla="*/ 490980 h 2626864"/>
                    <a:gd name="connsiteX1" fmla="*/ 2437885 w 2828365"/>
                    <a:gd name="connsiteY1" fmla="*/ 236508 h 2626864"/>
                    <a:gd name="connsiteX2" fmla="*/ 2742797 w 2828365"/>
                    <a:gd name="connsiteY2" fmla="*/ 971497 h 2626864"/>
                    <a:gd name="connsiteX3" fmla="*/ 2828365 w 2828365"/>
                    <a:gd name="connsiteY3" fmla="*/ 2453217 h 2626864"/>
                    <a:gd name="connsiteX4" fmla="*/ 2407085 w 2828365"/>
                    <a:gd name="connsiteY4" fmla="*/ 2486366 h 2626864"/>
                    <a:gd name="connsiteX5" fmla="*/ 2259399 w 2828365"/>
                    <a:gd name="connsiteY5" fmla="*/ 742408 h 2626864"/>
                    <a:gd name="connsiteX6" fmla="*/ 1951456 w 2828365"/>
                    <a:gd name="connsiteY6" fmla="*/ 883810 h 2626864"/>
                    <a:gd name="connsiteX7" fmla="*/ 861088 w 2828365"/>
                    <a:gd name="connsiteY7" fmla="*/ 937228 h 2626864"/>
                    <a:gd name="connsiteX8" fmla="*/ 675694 w 2828365"/>
                    <a:gd name="connsiteY8" fmla="*/ 864956 h 2626864"/>
                    <a:gd name="connsiteX9" fmla="*/ 543719 w 2828365"/>
                    <a:gd name="connsiteY9" fmla="*/ 1088057 h 2626864"/>
                    <a:gd name="connsiteX10" fmla="*/ 685121 w 2828365"/>
                    <a:gd name="connsiteY10" fmla="*/ 2498937 h 2626864"/>
                    <a:gd name="connsiteX11" fmla="*/ 291057 w 2828365"/>
                    <a:gd name="connsiteY11" fmla="*/ 2626864 h 2626864"/>
                    <a:gd name="connsiteX12" fmla="*/ 44097 w 2828365"/>
                    <a:gd name="connsiteY12" fmla="*/ 1179183 h 2626864"/>
                    <a:gd name="connsiteX13" fmla="*/ 98484 w 2828365"/>
                    <a:gd name="connsiteY13" fmla="*/ 490980 h 2626864"/>
                    <a:gd name="connsiteX0" fmla="*/ 98484 w 2828365"/>
                    <a:gd name="connsiteY0" fmla="*/ 490980 h 2626864"/>
                    <a:gd name="connsiteX1" fmla="*/ 2437885 w 2828365"/>
                    <a:gd name="connsiteY1" fmla="*/ 236508 h 2626864"/>
                    <a:gd name="connsiteX2" fmla="*/ 2742797 w 2828365"/>
                    <a:gd name="connsiteY2" fmla="*/ 971497 h 2626864"/>
                    <a:gd name="connsiteX3" fmla="*/ 2828365 w 2828365"/>
                    <a:gd name="connsiteY3" fmla="*/ 2453217 h 2626864"/>
                    <a:gd name="connsiteX4" fmla="*/ 2407085 w 2828365"/>
                    <a:gd name="connsiteY4" fmla="*/ 2486366 h 2626864"/>
                    <a:gd name="connsiteX5" fmla="*/ 2259399 w 2828365"/>
                    <a:gd name="connsiteY5" fmla="*/ 742408 h 2626864"/>
                    <a:gd name="connsiteX6" fmla="*/ 1951456 w 2828365"/>
                    <a:gd name="connsiteY6" fmla="*/ 883810 h 2626864"/>
                    <a:gd name="connsiteX7" fmla="*/ 861088 w 2828365"/>
                    <a:gd name="connsiteY7" fmla="*/ 937228 h 2626864"/>
                    <a:gd name="connsiteX8" fmla="*/ 675694 w 2828365"/>
                    <a:gd name="connsiteY8" fmla="*/ 864956 h 2626864"/>
                    <a:gd name="connsiteX9" fmla="*/ 543719 w 2828365"/>
                    <a:gd name="connsiteY9" fmla="*/ 1088057 h 2626864"/>
                    <a:gd name="connsiteX10" fmla="*/ 685121 w 2828365"/>
                    <a:gd name="connsiteY10" fmla="*/ 2498937 h 2626864"/>
                    <a:gd name="connsiteX11" fmla="*/ 291057 w 2828365"/>
                    <a:gd name="connsiteY11" fmla="*/ 2626864 h 2626864"/>
                    <a:gd name="connsiteX12" fmla="*/ 44097 w 2828365"/>
                    <a:gd name="connsiteY12" fmla="*/ 1179183 h 2626864"/>
                    <a:gd name="connsiteX13" fmla="*/ 98484 w 2828365"/>
                    <a:gd name="connsiteY13" fmla="*/ 490980 h 2626864"/>
                    <a:gd name="connsiteX0" fmla="*/ 86951 w 2840069"/>
                    <a:gd name="connsiteY0" fmla="*/ 476831 h 2635002"/>
                    <a:gd name="connsiteX1" fmla="*/ 2449589 w 2840069"/>
                    <a:gd name="connsiteY1" fmla="*/ 244646 h 2635002"/>
                    <a:gd name="connsiteX2" fmla="*/ 2754501 w 2840069"/>
                    <a:gd name="connsiteY2" fmla="*/ 979635 h 2635002"/>
                    <a:gd name="connsiteX3" fmla="*/ 2840069 w 2840069"/>
                    <a:gd name="connsiteY3" fmla="*/ 2461355 h 2635002"/>
                    <a:gd name="connsiteX4" fmla="*/ 2418789 w 2840069"/>
                    <a:gd name="connsiteY4" fmla="*/ 2494504 h 2635002"/>
                    <a:gd name="connsiteX5" fmla="*/ 2271103 w 2840069"/>
                    <a:gd name="connsiteY5" fmla="*/ 750546 h 2635002"/>
                    <a:gd name="connsiteX6" fmla="*/ 1963160 w 2840069"/>
                    <a:gd name="connsiteY6" fmla="*/ 891948 h 2635002"/>
                    <a:gd name="connsiteX7" fmla="*/ 872792 w 2840069"/>
                    <a:gd name="connsiteY7" fmla="*/ 945366 h 2635002"/>
                    <a:gd name="connsiteX8" fmla="*/ 687398 w 2840069"/>
                    <a:gd name="connsiteY8" fmla="*/ 873094 h 2635002"/>
                    <a:gd name="connsiteX9" fmla="*/ 555423 w 2840069"/>
                    <a:gd name="connsiteY9" fmla="*/ 1096195 h 2635002"/>
                    <a:gd name="connsiteX10" fmla="*/ 696825 w 2840069"/>
                    <a:gd name="connsiteY10" fmla="*/ 2507075 h 2635002"/>
                    <a:gd name="connsiteX11" fmla="*/ 302761 w 2840069"/>
                    <a:gd name="connsiteY11" fmla="*/ 2635002 h 2635002"/>
                    <a:gd name="connsiteX12" fmla="*/ 55801 w 2840069"/>
                    <a:gd name="connsiteY12" fmla="*/ 1187321 h 2635002"/>
                    <a:gd name="connsiteX13" fmla="*/ 86951 w 2840069"/>
                    <a:gd name="connsiteY13" fmla="*/ 476831 h 2635002"/>
                    <a:gd name="connsiteX0" fmla="*/ 121140 w 2874258"/>
                    <a:gd name="connsiteY0" fmla="*/ 476831 h 2635002"/>
                    <a:gd name="connsiteX1" fmla="*/ 2483778 w 2874258"/>
                    <a:gd name="connsiteY1" fmla="*/ 244646 h 2635002"/>
                    <a:gd name="connsiteX2" fmla="*/ 2788690 w 2874258"/>
                    <a:gd name="connsiteY2" fmla="*/ 979635 h 2635002"/>
                    <a:gd name="connsiteX3" fmla="*/ 2874258 w 2874258"/>
                    <a:gd name="connsiteY3" fmla="*/ 2461355 h 2635002"/>
                    <a:gd name="connsiteX4" fmla="*/ 2452978 w 2874258"/>
                    <a:gd name="connsiteY4" fmla="*/ 2494504 h 2635002"/>
                    <a:gd name="connsiteX5" fmla="*/ 2305292 w 2874258"/>
                    <a:gd name="connsiteY5" fmla="*/ 750546 h 2635002"/>
                    <a:gd name="connsiteX6" fmla="*/ 1997349 w 2874258"/>
                    <a:gd name="connsiteY6" fmla="*/ 891948 h 2635002"/>
                    <a:gd name="connsiteX7" fmla="*/ 906981 w 2874258"/>
                    <a:gd name="connsiteY7" fmla="*/ 945366 h 2635002"/>
                    <a:gd name="connsiteX8" fmla="*/ 721587 w 2874258"/>
                    <a:gd name="connsiteY8" fmla="*/ 873094 h 2635002"/>
                    <a:gd name="connsiteX9" fmla="*/ 589612 w 2874258"/>
                    <a:gd name="connsiteY9" fmla="*/ 1096195 h 2635002"/>
                    <a:gd name="connsiteX10" fmla="*/ 731014 w 2874258"/>
                    <a:gd name="connsiteY10" fmla="*/ 2507075 h 2635002"/>
                    <a:gd name="connsiteX11" fmla="*/ 336950 w 2874258"/>
                    <a:gd name="connsiteY11" fmla="*/ 2635002 h 2635002"/>
                    <a:gd name="connsiteX12" fmla="*/ 30144 w 2874258"/>
                    <a:gd name="connsiteY12" fmla="*/ 1156689 h 2635002"/>
                    <a:gd name="connsiteX13" fmla="*/ 121140 w 2874258"/>
                    <a:gd name="connsiteY13" fmla="*/ 476831 h 2635002"/>
                    <a:gd name="connsiteX0" fmla="*/ 121140 w 2874258"/>
                    <a:gd name="connsiteY0" fmla="*/ 476831 h 2635002"/>
                    <a:gd name="connsiteX1" fmla="*/ 2483778 w 2874258"/>
                    <a:gd name="connsiteY1" fmla="*/ 244646 h 2635002"/>
                    <a:gd name="connsiteX2" fmla="*/ 2788690 w 2874258"/>
                    <a:gd name="connsiteY2" fmla="*/ 979635 h 2635002"/>
                    <a:gd name="connsiteX3" fmla="*/ 2874258 w 2874258"/>
                    <a:gd name="connsiteY3" fmla="*/ 2461355 h 2635002"/>
                    <a:gd name="connsiteX4" fmla="*/ 2452978 w 2874258"/>
                    <a:gd name="connsiteY4" fmla="*/ 2494504 h 2635002"/>
                    <a:gd name="connsiteX5" fmla="*/ 2305292 w 2874258"/>
                    <a:gd name="connsiteY5" fmla="*/ 750546 h 2635002"/>
                    <a:gd name="connsiteX6" fmla="*/ 1997349 w 2874258"/>
                    <a:gd name="connsiteY6" fmla="*/ 891948 h 2635002"/>
                    <a:gd name="connsiteX7" fmla="*/ 906981 w 2874258"/>
                    <a:gd name="connsiteY7" fmla="*/ 945366 h 2635002"/>
                    <a:gd name="connsiteX8" fmla="*/ 721587 w 2874258"/>
                    <a:gd name="connsiteY8" fmla="*/ 873094 h 2635002"/>
                    <a:gd name="connsiteX9" fmla="*/ 589612 w 2874258"/>
                    <a:gd name="connsiteY9" fmla="*/ 1096195 h 2635002"/>
                    <a:gd name="connsiteX10" fmla="*/ 731014 w 2874258"/>
                    <a:gd name="connsiteY10" fmla="*/ 2507075 h 2635002"/>
                    <a:gd name="connsiteX11" fmla="*/ 336950 w 2874258"/>
                    <a:gd name="connsiteY11" fmla="*/ 2635002 h 2635002"/>
                    <a:gd name="connsiteX12" fmla="*/ 140317 w 2874258"/>
                    <a:gd name="connsiteY12" fmla="*/ 1759636 h 2635002"/>
                    <a:gd name="connsiteX13" fmla="*/ 30144 w 2874258"/>
                    <a:gd name="connsiteY13" fmla="*/ 1156689 h 2635002"/>
                    <a:gd name="connsiteX14" fmla="*/ 121140 w 2874258"/>
                    <a:gd name="connsiteY14" fmla="*/ 476831 h 2635002"/>
                    <a:gd name="connsiteX0" fmla="*/ 121140 w 2874258"/>
                    <a:gd name="connsiteY0" fmla="*/ 476831 h 2635002"/>
                    <a:gd name="connsiteX1" fmla="*/ 2483778 w 2874258"/>
                    <a:gd name="connsiteY1" fmla="*/ 244646 h 2635002"/>
                    <a:gd name="connsiteX2" fmla="*/ 2788690 w 2874258"/>
                    <a:gd name="connsiteY2" fmla="*/ 979635 h 2635002"/>
                    <a:gd name="connsiteX3" fmla="*/ 2874258 w 2874258"/>
                    <a:gd name="connsiteY3" fmla="*/ 2461355 h 2635002"/>
                    <a:gd name="connsiteX4" fmla="*/ 2452978 w 2874258"/>
                    <a:gd name="connsiteY4" fmla="*/ 2494504 h 2635002"/>
                    <a:gd name="connsiteX5" fmla="*/ 2305292 w 2874258"/>
                    <a:gd name="connsiteY5" fmla="*/ 750546 h 2635002"/>
                    <a:gd name="connsiteX6" fmla="*/ 1997349 w 2874258"/>
                    <a:gd name="connsiteY6" fmla="*/ 891948 h 2635002"/>
                    <a:gd name="connsiteX7" fmla="*/ 906981 w 2874258"/>
                    <a:gd name="connsiteY7" fmla="*/ 945366 h 2635002"/>
                    <a:gd name="connsiteX8" fmla="*/ 721587 w 2874258"/>
                    <a:gd name="connsiteY8" fmla="*/ 873094 h 2635002"/>
                    <a:gd name="connsiteX9" fmla="*/ 589612 w 2874258"/>
                    <a:gd name="connsiteY9" fmla="*/ 1096195 h 2635002"/>
                    <a:gd name="connsiteX10" fmla="*/ 731014 w 2874258"/>
                    <a:gd name="connsiteY10" fmla="*/ 2507075 h 2635002"/>
                    <a:gd name="connsiteX11" fmla="*/ 336950 w 2874258"/>
                    <a:gd name="connsiteY11" fmla="*/ 2635002 h 2635002"/>
                    <a:gd name="connsiteX12" fmla="*/ 40165 w 2874258"/>
                    <a:gd name="connsiteY12" fmla="*/ 1761726 h 2635002"/>
                    <a:gd name="connsiteX13" fmla="*/ 30144 w 2874258"/>
                    <a:gd name="connsiteY13" fmla="*/ 1156689 h 2635002"/>
                    <a:gd name="connsiteX14" fmla="*/ 121140 w 2874258"/>
                    <a:gd name="connsiteY14" fmla="*/ 476831 h 2635002"/>
                    <a:gd name="connsiteX0" fmla="*/ 121140 w 2874258"/>
                    <a:gd name="connsiteY0" fmla="*/ 476831 h 2635002"/>
                    <a:gd name="connsiteX1" fmla="*/ 2483778 w 2874258"/>
                    <a:gd name="connsiteY1" fmla="*/ 244646 h 2635002"/>
                    <a:gd name="connsiteX2" fmla="*/ 2788690 w 2874258"/>
                    <a:gd name="connsiteY2" fmla="*/ 979635 h 2635002"/>
                    <a:gd name="connsiteX3" fmla="*/ 2874258 w 2874258"/>
                    <a:gd name="connsiteY3" fmla="*/ 2461355 h 2635002"/>
                    <a:gd name="connsiteX4" fmla="*/ 2452978 w 2874258"/>
                    <a:gd name="connsiteY4" fmla="*/ 2494504 h 2635002"/>
                    <a:gd name="connsiteX5" fmla="*/ 2305292 w 2874258"/>
                    <a:gd name="connsiteY5" fmla="*/ 750546 h 2635002"/>
                    <a:gd name="connsiteX6" fmla="*/ 1997349 w 2874258"/>
                    <a:gd name="connsiteY6" fmla="*/ 891948 h 2635002"/>
                    <a:gd name="connsiteX7" fmla="*/ 906981 w 2874258"/>
                    <a:gd name="connsiteY7" fmla="*/ 945366 h 2635002"/>
                    <a:gd name="connsiteX8" fmla="*/ 721587 w 2874258"/>
                    <a:gd name="connsiteY8" fmla="*/ 873094 h 2635002"/>
                    <a:gd name="connsiteX9" fmla="*/ 488889 w 2874258"/>
                    <a:gd name="connsiteY9" fmla="*/ 1070971 h 2635002"/>
                    <a:gd name="connsiteX10" fmla="*/ 731014 w 2874258"/>
                    <a:gd name="connsiteY10" fmla="*/ 2507075 h 2635002"/>
                    <a:gd name="connsiteX11" fmla="*/ 336950 w 2874258"/>
                    <a:gd name="connsiteY11" fmla="*/ 2635002 h 2635002"/>
                    <a:gd name="connsiteX12" fmla="*/ 40165 w 2874258"/>
                    <a:gd name="connsiteY12" fmla="*/ 1761726 h 2635002"/>
                    <a:gd name="connsiteX13" fmla="*/ 30144 w 2874258"/>
                    <a:gd name="connsiteY13" fmla="*/ 1156689 h 2635002"/>
                    <a:gd name="connsiteX14" fmla="*/ 121140 w 2874258"/>
                    <a:gd name="connsiteY14" fmla="*/ 476831 h 2635002"/>
                    <a:gd name="connsiteX0" fmla="*/ 121140 w 2874258"/>
                    <a:gd name="connsiteY0" fmla="*/ 476831 h 2635002"/>
                    <a:gd name="connsiteX1" fmla="*/ 2483778 w 2874258"/>
                    <a:gd name="connsiteY1" fmla="*/ 244646 h 2635002"/>
                    <a:gd name="connsiteX2" fmla="*/ 2788690 w 2874258"/>
                    <a:gd name="connsiteY2" fmla="*/ 979635 h 2635002"/>
                    <a:gd name="connsiteX3" fmla="*/ 2874258 w 2874258"/>
                    <a:gd name="connsiteY3" fmla="*/ 2461355 h 2635002"/>
                    <a:gd name="connsiteX4" fmla="*/ 2452978 w 2874258"/>
                    <a:gd name="connsiteY4" fmla="*/ 2494504 h 2635002"/>
                    <a:gd name="connsiteX5" fmla="*/ 2305292 w 2874258"/>
                    <a:gd name="connsiteY5" fmla="*/ 750546 h 2635002"/>
                    <a:gd name="connsiteX6" fmla="*/ 1997349 w 2874258"/>
                    <a:gd name="connsiteY6" fmla="*/ 891948 h 2635002"/>
                    <a:gd name="connsiteX7" fmla="*/ 906981 w 2874258"/>
                    <a:gd name="connsiteY7" fmla="*/ 945366 h 2635002"/>
                    <a:gd name="connsiteX8" fmla="*/ 699490 w 2874258"/>
                    <a:gd name="connsiteY8" fmla="*/ 905436 h 2635002"/>
                    <a:gd name="connsiteX9" fmla="*/ 488889 w 2874258"/>
                    <a:gd name="connsiteY9" fmla="*/ 1070971 h 2635002"/>
                    <a:gd name="connsiteX10" fmla="*/ 731014 w 2874258"/>
                    <a:gd name="connsiteY10" fmla="*/ 2507075 h 2635002"/>
                    <a:gd name="connsiteX11" fmla="*/ 336950 w 2874258"/>
                    <a:gd name="connsiteY11" fmla="*/ 2635002 h 2635002"/>
                    <a:gd name="connsiteX12" fmla="*/ 40165 w 2874258"/>
                    <a:gd name="connsiteY12" fmla="*/ 1761726 h 2635002"/>
                    <a:gd name="connsiteX13" fmla="*/ 30144 w 2874258"/>
                    <a:gd name="connsiteY13" fmla="*/ 1156689 h 2635002"/>
                    <a:gd name="connsiteX14" fmla="*/ 121140 w 2874258"/>
                    <a:gd name="connsiteY14" fmla="*/ 476831 h 2635002"/>
                    <a:gd name="connsiteX0" fmla="*/ 121140 w 2874258"/>
                    <a:gd name="connsiteY0" fmla="*/ 476831 h 2635002"/>
                    <a:gd name="connsiteX1" fmla="*/ 2483778 w 2874258"/>
                    <a:gd name="connsiteY1" fmla="*/ 244646 h 2635002"/>
                    <a:gd name="connsiteX2" fmla="*/ 2788690 w 2874258"/>
                    <a:gd name="connsiteY2" fmla="*/ 979635 h 2635002"/>
                    <a:gd name="connsiteX3" fmla="*/ 2874258 w 2874258"/>
                    <a:gd name="connsiteY3" fmla="*/ 2461355 h 2635002"/>
                    <a:gd name="connsiteX4" fmla="*/ 2452978 w 2874258"/>
                    <a:gd name="connsiteY4" fmla="*/ 2494504 h 2635002"/>
                    <a:gd name="connsiteX5" fmla="*/ 2305292 w 2874258"/>
                    <a:gd name="connsiteY5" fmla="*/ 750546 h 2635002"/>
                    <a:gd name="connsiteX6" fmla="*/ 1997349 w 2874258"/>
                    <a:gd name="connsiteY6" fmla="*/ 891948 h 2635002"/>
                    <a:gd name="connsiteX7" fmla="*/ 898446 w 2874258"/>
                    <a:gd name="connsiteY7" fmla="*/ 972870 h 2635002"/>
                    <a:gd name="connsiteX8" fmla="*/ 699490 w 2874258"/>
                    <a:gd name="connsiteY8" fmla="*/ 905436 h 2635002"/>
                    <a:gd name="connsiteX9" fmla="*/ 488889 w 2874258"/>
                    <a:gd name="connsiteY9" fmla="*/ 1070971 h 2635002"/>
                    <a:gd name="connsiteX10" fmla="*/ 731014 w 2874258"/>
                    <a:gd name="connsiteY10" fmla="*/ 2507075 h 2635002"/>
                    <a:gd name="connsiteX11" fmla="*/ 336950 w 2874258"/>
                    <a:gd name="connsiteY11" fmla="*/ 2635002 h 2635002"/>
                    <a:gd name="connsiteX12" fmla="*/ 40165 w 2874258"/>
                    <a:gd name="connsiteY12" fmla="*/ 1761726 h 2635002"/>
                    <a:gd name="connsiteX13" fmla="*/ 30144 w 2874258"/>
                    <a:gd name="connsiteY13" fmla="*/ 1156689 h 2635002"/>
                    <a:gd name="connsiteX14" fmla="*/ 121140 w 2874258"/>
                    <a:gd name="connsiteY14" fmla="*/ 476831 h 2635002"/>
                    <a:gd name="connsiteX0" fmla="*/ 121140 w 2874258"/>
                    <a:gd name="connsiteY0" fmla="*/ 476831 h 2635002"/>
                    <a:gd name="connsiteX1" fmla="*/ 2483778 w 2874258"/>
                    <a:gd name="connsiteY1" fmla="*/ 244646 h 2635002"/>
                    <a:gd name="connsiteX2" fmla="*/ 2788690 w 2874258"/>
                    <a:gd name="connsiteY2" fmla="*/ 979635 h 2635002"/>
                    <a:gd name="connsiteX3" fmla="*/ 2874258 w 2874258"/>
                    <a:gd name="connsiteY3" fmla="*/ 2461355 h 2635002"/>
                    <a:gd name="connsiteX4" fmla="*/ 2452978 w 2874258"/>
                    <a:gd name="connsiteY4" fmla="*/ 2494504 h 2635002"/>
                    <a:gd name="connsiteX5" fmla="*/ 2305292 w 2874258"/>
                    <a:gd name="connsiteY5" fmla="*/ 750546 h 2635002"/>
                    <a:gd name="connsiteX6" fmla="*/ 1997349 w 2874258"/>
                    <a:gd name="connsiteY6" fmla="*/ 891948 h 2635002"/>
                    <a:gd name="connsiteX7" fmla="*/ 898446 w 2874258"/>
                    <a:gd name="connsiteY7" fmla="*/ 972870 h 2635002"/>
                    <a:gd name="connsiteX8" fmla="*/ 699490 w 2874258"/>
                    <a:gd name="connsiteY8" fmla="*/ 905436 h 2635002"/>
                    <a:gd name="connsiteX9" fmla="*/ 488889 w 2874258"/>
                    <a:gd name="connsiteY9" fmla="*/ 1070971 h 2635002"/>
                    <a:gd name="connsiteX10" fmla="*/ 545194 w 2874258"/>
                    <a:gd name="connsiteY10" fmla="*/ 1737523 h 2635002"/>
                    <a:gd name="connsiteX11" fmla="*/ 731014 w 2874258"/>
                    <a:gd name="connsiteY11" fmla="*/ 2507075 h 2635002"/>
                    <a:gd name="connsiteX12" fmla="*/ 336950 w 2874258"/>
                    <a:gd name="connsiteY12" fmla="*/ 2635002 h 2635002"/>
                    <a:gd name="connsiteX13" fmla="*/ 40165 w 2874258"/>
                    <a:gd name="connsiteY13" fmla="*/ 1761726 h 2635002"/>
                    <a:gd name="connsiteX14" fmla="*/ 30144 w 2874258"/>
                    <a:gd name="connsiteY14" fmla="*/ 1156689 h 2635002"/>
                    <a:gd name="connsiteX15" fmla="*/ 121140 w 2874258"/>
                    <a:gd name="connsiteY15" fmla="*/ 476831 h 2635002"/>
                    <a:gd name="connsiteX0" fmla="*/ 121140 w 2874258"/>
                    <a:gd name="connsiteY0" fmla="*/ 476831 h 2635002"/>
                    <a:gd name="connsiteX1" fmla="*/ 2483778 w 2874258"/>
                    <a:gd name="connsiteY1" fmla="*/ 244646 h 2635002"/>
                    <a:gd name="connsiteX2" fmla="*/ 2788690 w 2874258"/>
                    <a:gd name="connsiteY2" fmla="*/ 979635 h 2635002"/>
                    <a:gd name="connsiteX3" fmla="*/ 2874258 w 2874258"/>
                    <a:gd name="connsiteY3" fmla="*/ 2461355 h 2635002"/>
                    <a:gd name="connsiteX4" fmla="*/ 2452978 w 2874258"/>
                    <a:gd name="connsiteY4" fmla="*/ 2494504 h 2635002"/>
                    <a:gd name="connsiteX5" fmla="*/ 2305292 w 2874258"/>
                    <a:gd name="connsiteY5" fmla="*/ 750546 h 2635002"/>
                    <a:gd name="connsiteX6" fmla="*/ 1997349 w 2874258"/>
                    <a:gd name="connsiteY6" fmla="*/ 891948 h 2635002"/>
                    <a:gd name="connsiteX7" fmla="*/ 898446 w 2874258"/>
                    <a:gd name="connsiteY7" fmla="*/ 972870 h 2635002"/>
                    <a:gd name="connsiteX8" fmla="*/ 699490 w 2874258"/>
                    <a:gd name="connsiteY8" fmla="*/ 905436 h 2635002"/>
                    <a:gd name="connsiteX9" fmla="*/ 488889 w 2874258"/>
                    <a:gd name="connsiteY9" fmla="*/ 1070971 h 2635002"/>
                    <a:gd name="connsiteX10" fmla="*/ 481270 w 2874258"/>
                    <a:gd name="connsiteY10" fmla="*/ 1729747 h 2635002"/>
                    <a:gd name="connsiteX11" fmla="*/ 731014 w 2874258"/>
                    <a:gd name="connsiteY11" fmla="*/ 2507075 h 2635002"/>
                    <a:gd name="connsiteX12" fmla="*/ 336950 w 2874258"/>
                    <a:gd name="connsiteY12" fmla="*/ 2635002 h 2635002"/>
                    <a:gd name="connsiteX13" fmla="*/ 40165 w 2874258"/>
                    <a:gd name="connsiteY13" fmla="*/ 1761726 h 2635002"/>
                    <a:gd name="connsiteX14" fmla="*/ 30144 w 2874258"/>
                    <a:gd name="connsiteY14" fmla="*/ 1156689 h 2635002"/>
                    <a:gd name="connsiteX15" fmla="*/ 121140 w 2874258"/>
                    <a:gd name="connsiteY15" fmla="*/ 476831 h 2635002"/>
                    <a:gd name="connsiteX0" fmla="*/ 121140 w 2874258"/>
                    <a:gd name="connsiteY0" fmla="*/ 476831 h 2635002"/>
                    <a:gd name="connsiteX1" fmla="*/ 2483778 w 2874258"/>
                    <a:gd name="connsiteY1" fmla="*/ 244646 h 2635002"/>
                    <a:gd name="connsiteX2" fmla="*/ 2788690 w 2874258"/>
                    <a:gd name="connsiteY2" fmla="*/ 979635 h 2635002"/>
                    <a:gd name="connsiteX3" fmla="*/ 2874258 w 2874258"/>
                    <a:gd name="connsiteY3" fmla="*/ 2461355 h 2635002"/>
                    <a:gd name="connsiteX4" fmla="*/ 2452978 w 2874258"/>
                    <a:gd name="connsiteY4" fmla="*/ 2494504 h 2635002"/>
                    <a:gd name="connsiteX5" fmla="*/ 2305292 w 2874258"/>
                    <a:gd name="connsiteY5" fmla="*/ 750546 h 2635002"/>
                    <a:gd name="connsiteX6" fmla="*/ 1997349 w 2874258"/>
                    <a:gd name="connsiteY6" fmla="*/ 891948 h 2635002"/>
                    <a:gd name="connsiteX7" fmla="*/ 898446 w 2874258"/>
                    <a:gd name="connsiteY7" fmla="*/ 972870 h 2635002"/>
                    <a:gd name="connsiteX8" fmla="*/ 699490 w 2874258"/>
                    <a:gd name="connsiteY8" fmla="*/ 905436 h 2635002"/>
                    <a:gd name="connsiteX9" fmla="*/ 493347 w 2874258"/>
                    <a:gd name="connsiteY9" fmla="*/ 1066324 h 2635002"/>
                    <a:gd name="connsiteX10" fmla="*/ 481270 w 2874258"/>
                    <a:gd name="connsiteY10" fmla="*/ 1729747 h 2635002"/>
                    <a:gd name="connsiteX11" fmla="*/ 731014 w 2874258"/>
                    <a:gd name="connsiteY11" fmla="*/ 2507075 h 2635002"/>
                    <a:gd name="connsiteX12" fmla="*/ 336950 w 2874258"/>
                    <a:gd name="connsiteY12" fmla="*/ 2635002 h 2635002"/>
                    <a:gd name="connsiteX13" fmla="*/ 40165 w 2874258"/>
                    <a:gd name="connsiteY13" fmla="*/ 1761726 h 2635002"/>
                    <a:gd name="connsiteX14" fmla="*/ 30144 w 2874258"/>
                    <a:gd name="connsiteY14" fmla="*/ 1156689 h 2635002"/>
                    <a:gd name="connsiteX15" fmla="*/ 121140 w 2874258"/>
                    <a:gd name="connsiteY15" fmla="*/ 476831 h 2635002"/>
                    <a:gd name="connsiteX0" fmla="*/ 121140 w 2874258"/>
                    <a:gd name="connsiteY0" fmla="*/ 476831 h 2635002"/>
                    <a:gd name="connsiteX1" fmla="*/ 2483778 w 2874258"/>
                    <a:gd name="connsiteY1" fmla="*/ 244646 h 2635002"/>
                    <a:gd name="connsiteX2" fmla="*/ 2788690 w 2874258"/>
                    <a:gd name="connsiteY2" fmla="*/ 979635 h 2635002"/>
                    <a:gd name="connsiteX3" fmla="*/ 2874258 w 2874258"/>
                    <a:gd name="connsiteY3" fmla="*/ 2461355 h 2635002"/>
                    <a:gd name="connsiteX4" fmla="*/ 2452978 w 2874258"/>
                    <a:gd name="connsiteY4" fmla="*/ 2494504 h 2635002"/>
                    <a:gd name="connsiteX5" fmla="*/ 2305292 w 2874258"/>
                    <a:gd name="connsiteY5" fmla="*/ 750546 h 2635002"/>
                    <a:gd name="connsiteX6" fmla="*/ 1997349 w 2874258"/>
                    <a:gd name="connsiteY6" fmla="*/ 891948 h 2635002"/>
                    <a:gd name="connsiteX7" fmla="*/ 898446 w 2874258"/>
                    <a:gd name="connsiteY7" fmla="*/ 972870 h 2635002"/>
                    <a:gd name="connsiteX8" fmla="*/ 699490 w 2874258"/>
                    <a:gd name="connsiteY8" fmla="*/ 905436 h 2635002"/>
                    <a:gd name="connsiteX9" fmla="*/ 493347 w 2874258"/>
                    <a:gd name="connsiteY9" fmla="*/ 1066324 h 2635002"/>
                    <a:gd name="connsiteX10" fmla="*/ 481270 w 2874258"/>
                    <a:gd name="connsiteY10" fmla="*/ 1729747 h 2635002"/>
                    <a:gd name="connsiteX11" fmla="*/ 731014 w 2874258"/>
                    <a:gd name="connsiteY11" fmla="*/ 2507075 h 2635002"/>
                    <a:gd name="connsiteX12" fmla="*/ 336950 w 2874258"/>
                    <a:gd name="connsiteY12" fmla="*/ 2635002 h 2635002"/>
                    <a:gd name="connsiteX13" fmla="*/ 40165 w 2874258"/>
                    <a:gd name="connsiteY13" fmla="*/ 1761726 h 2635002"/>
                    <a:gd name="connsiteX14" fmla="*/ 30144 w 2874258"/>
                    <a:gd name="connsiteY14" fmla="*/ 1156689 h 2635002"/>
                    <a:gd name="connsiteX15" fmla="*/ 121140 w 2874258"/>
                    <a:gd name="connsiteY15" fmla="*/ 476831 h 2635002"/>
                    <a:gd name="connsiteX0" fmla="*/ 121140 w 2874258"/>
                    <a:gd name="connsiteY0" fmla="*/ 476831 h 2635002"/>
                    <a:gd name="connsiteX1" fmla="*/ 2483778 w 2874258"/>
                    <a:gd name="connsiteY1" fmla="*/ 244646 h 2635002"/>
                    <a:gd name="connsiteX2" fmla="*/ 2788690 w 2874258"/>
                    <a:gd name="connsiteY2" fmla="*/ 979635 h 2635002"/>
                    <a:gd name="connsiteX3" fmla="*/ 2874258 w 2874258"/>
                    <a:gd name="connsiteY3" fmla="*/ 2461355 h 2635002"/>
                    <a:gd name="connsiteX4" fmla="*/ 2452978 w 2874258"/>
                    <a:gd name="connsiteY4" fmla="*/ 2494504 h 2635002"/>
                    <a:gd name="connsiteX5" fmla="*/ 2305292 w 2874258"/>
                    <a:gd name="connsiteY5" fmla="*/ 750546 h 2635002"/>
                    <a:gd name="connsiteX6" fmla="*/ 1997349 w 2874258"/>
                    <a:gd name="connsiteY6" fmla="*/ 891948 h 2635002"/>
                    <a:gd name="connsiteX7" fmla="*/ 898446 w 2874258"/>
                    <a:gd name="connsiteY7" fmla="*/ 972870 h 2635002"/>
                    <a:gd name="connsiteX8" fmla="*/ 699490 w 2874258"/>
                    <a:gd name="connsiteY8" fmla="*/ 905436 h 2635002"/>
                    <a:gd name="connsiteX9" fmla="*/ 493347 w 2874258"/>
                    <a:gd name="connsiteY9" fmla="*/ 1066324 h 2635002"/>
                    <a:gd name="connsiteX10" fmla="*/ 481270 w 2874258"/>
                    <a:gd name="connsiteY10" fmla="*/ 1729747 h 2635002"/>
                    <a:gd name="connsiteX11" fmla="*/ 877158 w 2874258"/>
                    <a:gd name="connsiteY11" fmla="*/ 2308187 h 2635002"/>
                    <a:gd name="connsiteX12" fmla="*/ 336950 w 2874258"/>
                    <a:gd name="connsiteY12" fmla="*/ 2635002 h 2635002"/>
                    <a:gd name="connsiteX13" fmla="*/ 40165 w 2874258"/>
                    <a:gd name="connsiteY13" fmla="*/ 1761726 h 2635002"/>
                    <a:gd name="connsiteX14" fmla="*/ 30144 w 2874258"/>
                    <a:gd name="connsiteY14" fmla="*/ 1156689 h 2635002"/>
                    <a:gd name="connsiteX15" fmla="*/ 121140 w 2874258"/>
                    <a:gd name="connsiteY15" fmla="*/ 476831 h 2635002"/>
                    <a:gd name="connsiteX0" fmla="*/ 121140 w 2874258"/>
                    <a:gd name="connsiteY0" fmla="*/ 476831 h 2635002"/>
                    <a:gd name="connsiteX1" fmla="*/ 2483778 w 2874258"/>
                    <a:gd name="connsiteY1" fmla="*/ 244646 h 2635002"/>
                    <a:gd name="connsiteX2" fmla="*/ 2788690 w 2874258"/>
                    <a:gd name="connsiteY2" fmla="*/ 979635 h 2635002"/>
                    <a:gd name="connsiteX3" fmla="*/ 2874258 w 2874258"/>
                    <a:gd name="connsiteY3" fmla="*/ 2461355 h 2635002"/>
                    <a:gd name="connsiteX4" fmla="*/ 2452978 w 2874258"/>
                    <a:gd name="connsiteY4" fmla="*/ 2494504 h 2635002"/>
                    <a:gd name="connsiteX5" fmla="*/ 2305292 w 2874258"/>
                    <a:gd name="connsiteY5" fmla="*/ 750546 h 2635002"/>
                    <a:gd name="connsiteX6" fmla="*/ 1997349 w 2874258"/>
                    <a:gd name="connsiteY6" fmla="*/ 891948 h 2635002"/>
                    <a:gd name="connsiteX7" fmla="*/ 898446 w 2874258"/>
                    <a:gd name="connsiteY7" fmla="*/ 972870 h 2635002"/>
                    <a:gd name="connsiteX8" fmla="*/ 699490 w 2874258"/>
                    <a:gd name="connsiteY8" fmla="*/ 905436 h 2635002"/>
                    <a:gd name="connsiteX9" fmla="*/ 493347 w 2874258"/>
                    <a:gd name="connsiteY9" fmla="*/ 1066324 h 2635002"/>
                    <a:gd name="connsiteX10" fmla="*/ 481270 w 2874258"/>
                    <a:gd name="connsiteY10" fmla="*/ 1729747 h 2635002"/>
                    <a:gd name="connsiteX11" fmla="*/ 877158 w 2874258"/>
                    <a:gd name="connsiteY11" fmla="*/ 2308187 h 2635002"/>
                    <a:gd name="connsiteX12" fmla="*/ 336950 w 2874258"/>
                    <a:gd name="connsiteY12" fmla="*/ 2635002 h 2635002"/>
                    <a:gd name="connsiteX13" fmla="*/ 40165 w 2874258"/>
                    <a:gd name="connsiteY13" fmla="*/ 1761726 h 2635002"/>
                    <a:gd name="connsiteX14" fmla="*/ 30144 w 2874258"/>
                    <a:gd name="connsiteY14" fmla="*/ 1156689 h 2635002"/>
                    <a:gd name="connsiteX15" fmla="*/ 121140 w 2874258"/>
                    <a:gd name="connsiteY15" fmla="*/ 476831 h 2635002"/>
                    <a:gd name="connsiteX0" fmla="*/ 121140 w 2874258"/>
                    <a:gd name="connsiteY0" fmla="*/ 476831 h 2635002"/>
                    <a:gd name="connsiteX1" fmla="*/ 2483778 w 2874258"/>
                    <a:gd name="connsiteY1" fmla="*/ 244646 h 2635002"/>
                    <a:gd name="connsiteX2" fmla="*/ 2788690 w 2874258"/>
                    <a:gd name="connsiteY2" fmla="*/ 979635 h 2635002"/>
                    <a:gd name="connsiteX3" fmla="*/ 2874258 w 2874258"/>
                    <a:gd name="connsiteY3" fmla="*/ 2461355 h 2635002"/>
                    <a:gd name="connsiteX4" fmla="*/ 2452978 w 2874258"/>
                    <a:gd name="connsiteY4" fmla="*/ 2494504 h 2635002"/>
                    <a:gd name="connsiteX5" fmla="*/ 2305292 w 2874258"/>
                    <a:gd name="connsiteY5" fmla="*/ 750546 h 2635002"/>
                    <a:gd name="connsiteX6" fmla="*/ 1997349 w 2874258"/>
                    <a:gd name="connsiteY6" fmla="*/ 891948 h 2635002"/>
                    <a:gd name="connsiteX7" fmla="*/ 898446 w 2874258"/>
                    <a:gd name="connsiteY7" fmla="*/ 972870 h 2635002"/>
                    <a:gd name="connsiteX8" fmla="*/ 699490 w 2874258"/>
                    <a:gd name="connsiteY8" fmla="*/ 905436 h 2635002"/>
                    <a:gd name="connsiteX9" fmla="*/ 493347 w 2874258"/>
                    <a:gd name="connsiteY9" fmla="*/ 1066324 h 2635002"/>
                    <a:gd name="connsiteX10" fmla="*/ 481270 w 2874258"/>
                    <a:gd name="connsiteY10" fmla="*/ 1729747 h 2635002"/>
                    <a:gd name="connsiteX11" fmla="*/ 877158 w 2874258"/>
                    <a:gd name="connsiteY11" fmla="*/ 2308187 h 2635002"/>
                    <a:gd name="connsiteX12" fmla="*/ 336950 w 2874258"/>
                    <a:gd name="connsiteY12" fmla="*/ 2635002 h 2635002"/>
                    <a:gd name="connsiteX13" fmla="*/ 40165 w 2874258"/>
                    <a:gd name="connsiteY13" fmla="*/ 1761726 h 2635002"/>
                    <a:gd name="connsiteX14" fmla="*/ 30144 w 2874258"/>
                    <a:gd name="connsiteY14" fmla="*/ 1156689 h 2635002"/>
                    <a:gd name="connsiteX15" fmla="*/ 121140 w 2874258"/>
                    <a:gd name="connsiteY15" fmla="*/ 476831 h 2635002"/>
                    <a:gd name="connsiteX0" fmla="*/ 121140 w 2874258"/>
                    <a:gd name="connsiteY0" fmla="*/ 476831 h 2548688"/>
                    <a:gd name="connsiteX1" fmla="*/ 2483778 w 2874258"/>
                    <a:gd name="connsiteY1" fmla="*/ 244646 h 2548688"/>
                    <a:gd name="connsiteX2" fmla="*/ 2788690 w 2874258"/>
                    <a:gd name="connsiteY2" fmla="*/ 979635 h 2548688"/>
                    <a:gd name="connsiteX3" fmla="*/ 2874258 w 2874258"/>
                    <a:gd name="connsiteY3" fmla="*/ 2461355 h 2548688"/>
                    <a:gd name="connsiteX4" fmla="*/ 2452978 w 2874258"/>
                    <a:gd name="connsiteY4" fmla="*/ 2494504 h 2548688"/>
                    <a:gd name="connsiteX5" fmla="*/ 2305292 w 2874258"/>
                    <a:gd name="connsiteY5" fmla="*/ 750546 h 2548688"/>
                    <a:gd name="connsiteX6" fmla="*/ 1997349 w 2874258"/>
                    <a:gd name="connsiteY6" fmla="*/ 891948 h 2548688"/>
                    <a:gd name="connsiteX7" fmla="*/ 898446 w 2874258"/>
                    <a:gd name="connsiteY7" fmla="*/ 972870 h 2548688"/>
                    <a:gd name="connsiteX8" fmla="*/ 699490 w 2874258"/>
                    <a:gd name="connsiteY8" fmla="*/ 905436 h 2548688"/>
                    <a:gd name="connsiteX9" fmla="*/ 493347 w 2874258"/>
                    <a:gd name="connsiteY9" fmla="*/ 1066324 h 2548688"/>
                    <a:gd name="connsiteX10" fmla="*/ 481270 w 2874258"/>
                    <a:gd name="connsiteY10" fmla="*/ 1729747 h 2548688"/>
                    <a:gd name="connsiteX11" fmla="*/ 877158 w 2874258"/>
                    <a:gd name="connsiteY11" fmla="*/ 2308187 h 2548688"/>
                    <a:gd name="connsiteX12" fmla="*/ 544649 w 2874258"/>
                    <a:gd name="connsiteY12" fmla="*/ 2548688 h 2548688"/>
                    <a:gd name="connsiteX13" fmla="*/ 40165 w 2874258"/>
                    <a:gd name="connsiteY13" fmla="*/ 1761726 h 2548688"/>
                    <a:gd name="connsiteX14" fmla="*/ 30144 w 2874258"/>
                    <a:gd name="connsiteY14" fmla="*/ 1156689 h 2548688"/>
                    <a:gd name="connsiteX15" fmla="*/ 121140 w 2874258"/>
                    <a:gd name="connsiteY15" fmla="*/ 476831 h 2548688"/>
                    <a:gd name="connsiteX0" fmla="*/ 121140 w 2874258"/>
                    <a:gd name="connsiteY0" fmla="*/ 476831 h 2548688"/>
                    <a:gd name="connsiteX1" fmla="*/ 2483778 w 2874258"/>
                    <a:gd name="connsiteY1" fmla="*/ 244646 h 2548688"/>
                    <a:gd name="connsiteX2" fmla="*/ 2788690 w 2874258"/>
                    <a:gd name="connsiteY2" fmla="*/ 979635 h 2548688"/>
                    <a:gd name="connsiteX3" fmla="*/ 2874258 w 2874258"/>
                    <a:gd name="connsiteY3" fmla="*/ 2461355 h 2548688"/>
                    <a:gd name="connsiteX4" fmla="*/ 2452978 w 2874258"/>
                    <a:gd name="connsiteY4" fmla="*/ 2494504 h 2548688"/>
                    <a:gd name="connsiteX5" fmla="*/ 2305292 w 2874258"/>
                    <a:gd name="connsiteY5" fmla="*/ 750546 h 2548688"/>
                    <a:gd name="connsiteX6" fmla="*/ 1997349 w 2874258"/>
                    <a:gd name="connsiteY6" fmla="*/ 891948 h 2548688"/>
                    <a:gd name="connsiteX7" fmla="*/ 898446 w 2874258"/>
                    <a:gd name="connsiteY7" fmla="*/ 972870 h 2548688"/>
                    <a:gd name="connsiteX8" fmla="*/ 699490 w 2874258"/>
                    <a:gd name="connsiteY8" fmla="*/ 905436 h 2548688"/>
                    <a:gd name="connsiteX9" fmla="*/ 493347 w 2874258"/>
                    <a:gd name="connsiteY9" fmla="*/ 1066324 h 2548688"/>
                    <a:gd name="connsiteX10" fmla="*/ 481270 w 2874258"/>
                    <a:gd name="connsiteY10" fmla="*/ 1729747 h 2548688"/>
                    <a:gd name="connsiteX11" fmla="*/ 877158 w 2874258"/>
                    <a:gd name="connsiteY11" fmla="*/ 2308187 h 2548688"/>
                    <a:gd name="connsiteX12" fmla="*/ 544649 w 2874258"/>
                    <a:gd name="connsiteY12" fmla="*/ 2548688 h 2548688"/>
                    <a:gd name="connsiteX13" fmla="*/ 40165 w 2874258"/>
                    <a:gd name="connsiteY13" fmla="*/ 1761726 h 2548688"/>
                    <a:gd name="connsiteX14" fmla="*/ 30144 w 2874258"/>
                    <a:gd name="connsiteY14" fmla="*/ 1156689 h 2548688"/>
                    <a:gd name="connsiteX15" fmla="*/ 121140 w 2874258"/>
                    <a:gd name="connsiteY15" fmla="*/ 476831 h 2548688"/>
                    <a:gd name="connsiteX0" fmla="*/ 121140 w 2874258"/>
                    <a:gd name="connsiteY0" fmla="*/ 476831 h 2549068"/>
                    <a:gd name="connsiteX1" fmla="*/ 2483778 w 2874258"/>
                    <a:gd name="connsiteY1" fmla="*/ 244646 h 2549068"/>
                    <a:gd name="connsiteX2" fmla="*/ 2788690 w 2874258"/>
                    <a:gd name="connsiteY2" fmla="*/ 979635 h 2549068"/>
                    <a:gd name="connsiteX3" fmla="*/ 2874258 w 2874258"/>
                    <a:gd name="connsiteY3" fmla="*/ 2461355 h 2549068"/>
                    <a:gd name="connsiteX4" fmla="*/ 2452978 w 2874258"/>
                    <a:gd name="connsiteY4" fmla="*/ 2494504 h 2549068"/>
                    <a:gd name="connsiteX5" fmla="*/ 2305292 w 2874258"/>
                    <a:gd name="connsiteY5" fmla="*/ 750546 h 2549068"/>
                    <a:gd name="connsiteX6" fmla="*/ 1997349 w 2874258"/>
                    <a:gd name="connsiteY6" fmla="*/ 891948 h 2549068"/>
                    <a:gd name="connsiteX7" fmla="*/ 898446 w 2874258"/>
                    <a:gd name="connsiteY7" fmla="*/ 972870 h 2549068"/>
                    <a:gd name="connsiteX8" fmla="*/ 699490 w 2874258"/>
                    <a:gd name="connsiteY8" fmla="*/ 905436 h 2549068"/>
                    <a:gd name="connsiteX9" fmla="*/ 493347 w 2874258"/>
                    <a:gd name="connsiteY9" fmla="*/ 1066324 h 2549068"/>
                    <a:gd name="connsiteX10" fmla="*/ 481270 w 2874258"/>
                    <a:gd name="connsiteY10" fmla="*/ 1729747 h 2549068"/>
                    <a:gd name="connsiteX11" fmla="*/ 877158 w 2874258"/>
                    <a:gd name="connsiteY11" fmla="*/ 2308187 h 2549068"/>
                    <a:gd name="connsiteX12" fmla="*/ 526440 w 2874258"/>
                    <a:gd name="connsiteY12" fmla="*/ 2549068 h 2549068"/>
                    <a:gd name="connsiteX13" fmla="*/ 40165 w 2874258"/>
                    <a:gd name="connsiteY13" fmla="*/ 1761726 h 2549068"/>
                    <a:gd name="connsiteX14" fmla="*/ 30144 w 2874258"/>
                    <a:gd name="connsiteY14" fmla="*/ 1156689 h 2549068"/>
                    <a:gd name="connsiteX15" fmla="*/ 121140 w 2874258"/>
                    <a:gd name="connsiteY15" fmla="*/ 476831 h 2549068"/>
                    <a:gd name="connsiteX0" fmla="*/ 121140 w 2874258"/>
                    <a:gd name="connsiteY0" fmla="*/ 476831 h 2549068"/>
                    <a:gd name="connsiteX1" fmla="*/ 2483778 w 2874258"/>
                    <a:gd name="connsiteY1" fmla="*/ 244646 h 2549068"/>
                    <a:gd name="connsiteX2" fmla="*/ 2788690 w 2874258"/>
                    <a:gd name="connsiteY2" fmla="*/ 979635 h 2549068"/>
                    <a:gd name="connsiteX3" fmla="*/ 2874258 w 2874258"/>
                    <a:gd name="connsiteY3" fmla="*/ 2461355 h 2549068"/>
                    <a:gd name="connsiteX4" fmla="*/ 2452978 w 2874258"/>
                    <a:gd name="connsiteY4" fmla="*/ 2494504 h 2549068"/>
                    <a:gd name="connsiteX5" fmla="*/ 2305292 w 2874258"/>
                    <a:gd name="connsiteY5" fmla="*/ 750546 h 2549068"/>
                    <a:gd name="connsiteX6" fmla="*/ 1997349 w 2874258"/>
                    <a:gd name="connsiteY6" fmla="*/ 891948 h 2549068"/>
                    <a:gd name="connsiteX7" fmla="*/ 898446 w 2874258"/>
                    <a:gd name="connsiteY7" fmla="*/ 972870 h 2549068"/>
                    <a:gd name="connsiteX8" fmla="*/ 699490 w 2874258"/>
                    <a:gd name="connsiteY8" fmla="*/ 905436 h 2549068"/>
                    <a:gd name="connsiteX9" fmla="*/ 493347 w 2874258"/>
                    <a:gd name="connsiteY9" fmla="*/ 1066324 h 2549068"/>
                    <a:gd name="connsiteX10" fmla="*/ 481270 w 2874258"/>
                    <a:gd name="connsiteY10" fmla="*/ 1729747 h 2549068"/>
                    <a:gd name="connsiteX11" fmla="*/ 877158 w 2874258"/>
                    <a:gd name="connsiteY11" fmla="*/ 2308187 h 2549068"/>
                    <a:gd name="connsiteX12" fmla="*/ 526440 w 2874258"/>
                    <a:gd name="connsiteY12" fmla="*/ 2549068 h 2549068"/>
                    <a:gd name="connsiteX13" fmla="*/ 40165 w 2874258"/>
                    <a:gd name="connsiteY13" fmla="*/ 1761726 h 2549068"/>
                    <a:gd name="connsiteX14" fmla="*/ 30144 w 2874258"/>
                    <a:gd name="connsiteY14" fmla="*/ 1156689 h 2549068"/>
                    <a:gd name="connsiteX15" fmla="*/ 121140 w 2874258"/>
                    <a:gd name="connsiteY15" fmla="*/ 476831 h 2549068"/>
                    <a:gd name="connsiteX0" fmla="*/ 121140 w 2874258"/>
                    <a:gd name="connsiteY0" fmla="*/ 476831 h 2549068"/>
                    <a:gd name="connsiteX1" fmla="*/ 2483778 w 2874258"/>
                    <a:gd name="connsiteY1" fmla="*/ 244646 h 2549068"/>
                    <a:gd name="connsiteX2" fmla="*/ 2788690 w 2874258"/>
                    <a:gd name="connsiteY2" fmla="*/ 979635 h 2549068"/>
                    <a:gd name="connsiteX3" fmla="*/ 2874258 w 2874258"/>
                    <a:gd name="connsiteY3" fmla="*/ 2461355 h 2549068"/>
                    <a:gd name="connsiteX4" fmla="*/ 2452978 w 2874258"/>
                    <a:gd name="connsiteY4" fmla="*/ 2494504 h 2549068"/>
                    <a:gd name="connsiteX5" fmla="*/ 2305292 w 2874258"/>
                    <a:gd name="connsiteY5" fmla="*/ 750546 h 2549068"/>
                    <a:gd name="connsiteX6" fmla="*/ 1997349 w 2874258"/>
                    <a:gd name="connsiteY6" fmla="*/ 891948 h 2549068"/>
                    <a:gd name="connsiteX7" fmla="*/ 898446 w 2874258"/>
                    <a:gd name="connsiteY7" fmla="*/ 972870 h 2549068"/>
                    <a:gd name="connsiteX8" fmla="*/ 699490 w 2874258"/>
                    <a:gd name="connsiteY8" fmla="*/ 905436 h 2549068"/>
                    <a:gd name="connsiteX9" fmla="*/ 493347 w 2874258"/>
                    <a:gd name="connsiteY9" fmla="*/ 1066324 h 2549068"/>
                    <a:gd name="connsiteX10" fmla="*/ 481270 w 2874258"/>
                    <a:gd name="connsiteY10" fmla="*/ 1729747 h 2549068"/>
                    <a:gd name="connsiteX11" fmla="*/ 877158 w 2874258"/>
                    <a:gd name="connsiteY11" fmla="*/ 2308187 h 2549068"/>
                    <a:gd name="connsiteX12" fmla="*/ 526440 w 2874258"/>
                    <a:gd name="connsiteY12" fmla="*/ 2549068 h 2549068"/>
                    <a:gd name="connsiteX13" fmla="*/ 40165 w 2874258"/>
                    <a:gd name="connsiteY13" fmla="*/ 1761726 h 2549068"/>
                    <a:gd name="connsiteX14" fmla="*/ 30144 w 2874258"/>
                    <a:gd name="connsiteY14" fmla="*/ 1156689 h 2549068"/>
                    <a:gd name="connsiteX15" fmla="*/ 121140 w 2874258"/>
                    <a:gd name="connsiteY15" fmla="*/ 476831 h 2549068"/>
                    <a:gd name="connsiteX0" fmla="*/ 121140 w 2874258"/>
                    <a:gd name="connsiteY0" fmla="*/ 476831 h 2549068"/>
                    <a:gd name="connsiteX1" fmla="*/ 2483778 w 2874258"/>
                    <a:gd name="connsiteY1" fmla="*/ 244646 h 2549068"/>
                    <a:gd name="connsiteX2" fmla="*/ 2788690 w 2874258"/>
                    <a:gd name="connsiteY2" fmla="*/ 979635 h 2549068"/>
                    <a:gd name="connsiteX3" fmla="*/ 2874258 w 2874258"/>
                    <a:gd name="connsiteY3" fmla="*/ 2461355 h 2549068"/>
                    <a:gd name="connsiteX4" fmla="*/ 2452978 w 2874258"/>
                    <a:gd name="connsiteY4" fmla="*/ 2494504 h 2549068"/>
                    <a:gd name="connsiteX5" fmla="*/ 2326187 w 2874258"/>
                    <a:gd name="connsiteY5" fmla="*/ 824732 h 2549068"/>
                    <a:gd name="connsiteX6" fmla="*/ 1997349 w 2874258"/>
                    <a:gd name="connsiteY6" fmla="*/ 891948 h 2549068"/>
                    <a:gd name="connsiteX7" fmla="*/ 898446 w 2874258"/>
                    <a:gd name="connsiteY7" fmla="*/ 972870 h 2549068"/>
                    <a:gd name="connsiteX8" fmla="*/ 699490 w 2874258"/>
                    <a:gd name="connsiteY8" fmla="*/ 905436 h 2549068"/>
                    <a:gd name="connsiteX9" fmla="*/ 493347 w 2874258"/>
                    <a:gd name="connsiteY9" fmla="*/ 1066324 h 2549068"/>
                    <a:gd name="connsiteX10" fmla="*/ 481270 w 2874258"/>
                    <a:gd name="connsiteY10" fmla="*/ 1729747 h 2549068"/>
                    <a:gd name="connsiteX11" fmla="*/ 877158 w 2874258"/>
                    <a:gd name="connsiteY11" fmla="*/ 2308187 h 2549068"/>
                    <a:gd name="connsiteX12" fmla="*/ 526440 w 2874258"/>
                    <a:gd name="connsiteY12" fmla="*/ 2549068 h 2549068"/>
                    <a:gd name="connsiteX13" fmla="*/ 40165 w 2874258"/>
                    <a:gd name="connsiteY13" fmla="*/ 1761726 h 2549068"/>
                    <a:gd name="connsiteX14" fmla="*/ 30144 w 2874258"/>
                    <a:gd name="connsiteY14" fmla="*/ 1156689 h 2549068"/>
                    <a:gd name="connsiteX15" fmla="*/ 121140 w 2874258"/>
                    <a:gd name="connsiteY15" fmla="*/ 476831 h 2549068"/>
                    <a:gd name="connsiteX0" fmla="*/ 121140 w 2874258"/>
                    <a:gd name="connsiteY0" fmla="*/ 476831 h 2549068"/>
                    <a:gd name="connsiteX1" fmla="*/ 2483778 w 2874258"/>
                    <a:gd name="connsiteY1" fmla="*/ 244646 h 2549068"/>
                    <a:gd name="connsiteX2" fmla="*/ 2788690 w 2874258"/>
                    <a:gd name="connsiteY2" fmla="*/ 979635 h 2549068"/>
                    <a:gd name="connsiteX3" fmla="*/ 2874258 w 2874258"/>
                    <a:gd name="connsiteY3" fmla="*/ 2461355 h 2549068"/>
                    <a:gd name="connsiteX4" fmla="*/ 2452978 w 2874258"/>
                    <a:gd name="connsiteY4" fmla="*/ 2494504 h 2549068"/>
                    <a:gd name="connsiteX5" fmla="*/ 2298792 w 2874258"/>
                    <a:gd name="connsiteY5" fmla="*/ 836359 h 2549068"/>
                    <a:gd name="connsiteX6" fmla="*/ 1997349 w 2874258"/>
                    <a:gd name="connsiteY6" fmla="*/ 891948 h 2549068"/>
                    <a:gd name="connsiteX7" fmla="*/ 898446 w 2874258"/>
                    <a:gd name="connsiteY7" fmla="*/ 972870 h 2549068"/>
                    <a:gd name="connsiteX8" fmla="*/ 699490 w 2874258"/>
                    <a:gd name="connsiteY8" fmla="*/ 905436 h 2549068"/>
                    <a:gd name="connsiteX9" fmla="*/ 493347 w 2874258"/>
                    <a:gd name="connsiteY9" fmla="*/ 1066324 h 2549068"/>
                    <a:gd name="connsiteX10" fmla="*/ 481270 w 2874258"/>
                    <a:gd name="connsiteY10" fmla="*/ 1729747 h 2549068"/>
                    <a:gd name="connsiteX11" fmla="*/ 877158 w 2874258"/>
                    <a:gd name="connsiteY11" fmla="*/ 2308187 h 2549068"/>
                    <a:gd name="connsiteX12" fmla="*/ 526440 w 2874258"/>
                    <a:gd name="connsiteY12" fmla="*/ 2549068 h 2549068"/>
                    <a:gd name="connsiteX13" fmla="*/ 40165 w 2874258"/>
                    <a:gd name="connsiteY13" fmla="*/ 1761726 h 2549068"/>
                    <a:gd name="connsiteX14" fmla="*/ 30144 w 2874258"/>
                    <a:gd name="connsiteY14" fmla="*/ 1156689 h 2549068"/>
                    <a:gd name="connsiteX15" fmla="*/ 121140 w 2874258"/>
                    <a:gd name="connsiteY15" fmla="*/ 476831 h 2549068"/>
                    <a:gd name="connsiteX0" fmla="*/ 121140 w 2874258"/>
                    <a:gd name="connsiteY0" fmla="*/ 476831 h 2549068"/>
                    <a:gd name="connsiteX1" fmla="*/ 2483778 w 2874258"/>
                    <a:gd name="connsiteY1" fmla="*/ 244646 h 2549068"/>
                    <a:gd name="connsiteX2" fmla="*/ 2788690 w 2874258"/>
                    <a:gd name="connsiteY2" fmla="*/ 979635 h 2549068"/>
                    <a:gd name="connsiteX3" fmla="*/ 2874258 w 2874258"/>
                    <a:gd name="connsiteY3" fmla="*/ 2461355 h 2549068"/>
                    <a:gd name="connsiteX4" fmla="*/ 2452978 w 2874258"/>
                    <a:gd name="connsiteY4" fmla="*/ 2494504 h 2549068"/>
                    <a:gd name="connsiteX5" fmla="*/ 2298792 w 2874258"/>
                    <a:gd name="connsiteY5" fmla="*/ 836359 h 2549068"/>
                    <a:gd name="connsiteX6" fmla="*/ 1997349 w 2874258"/>
                    <a:gd name="connsiteY6" fmla="*/ 891948 h 2549068"/>
                    <a:gd name="connsiteX7" fmla="*/ 898446 w 2874258"/>
                    <a:gd name="connsiteY7" fmla="*/ 972870 h 2549068"/>
                    <a:gd name="connsiteX8" fmla="*/ 699490 w 2874258"/>
                    <a:gd name="connsiteY8" fmla="*/ 905436 h 2549068"/>
                    <a:gd name="connsiteX9" fmla="*/ 493347 w 2874258"/>
                    <a:gd name="connsiteY9" fmla="*/ 1066324 h 2549068"/>
                    <a:gd name="connsiteX10" fmla="*/ 481270 w 2874258"/>
                    <a:gd name="connsiteY10" fmla="*/ 1729747 h 2549068"/>
                    <a:gd name="connsiteX11" fmla="*/ 877158 w 2874258"/>
                    <a:gd name="connsiteY11" fmla="*/ 2308187 h 2549068"/>
                    <a:gd name="connsiteX12" fmla="*/ 526440 w 2874258"/>
                    <a:gd name="connsiteY12" fmla="*/ 2549068 h 2549068"/>
                    <a:gd name="connsiteX13" fmla="*/ 40165 w 2874258"/>
                    <a:gd name="connsiteY13" fmla="*/ 1761726 h 2549068"/>
                    <a:gd name="connsiteX14" fmla="*/ 30144 w 2874258"/>
                    <a:gd name="connsiteY14" fmla="*/ 1156689 h 2549068"/>
                    <a:gd name="connsiteX15" fmla="*/ 121140 w 2874258"/>
                    <a:gd name="connsiteY15" fmla="*/ 476831 h 2549068"/>
                    <a:gd name="connsiteX0" fmla="*/ 121140 w 2874258"/>
                    <a:gd name="connsiteY0" fmla="*/ 476831 h 2549068"/>
                    <a:gd name="connsiteX1" fmla="*/ 2483778 w 2874258"/>
                    <a:gd name="connsiteY1" fmla="*/ 244646 h 2549068"/>
                    <a:gd name="connsiteX2" fmla="*/ 2788690 w 2874258"/>
                    <a:gd name="connsiteY2" fmla="*/ 979635 h 2549068"/>
                    <a:gd name="connsiteX3" fmla="*/ 2874258 w 2874258"/>
                    <a:gd name="connsiteY3" fmla="*/ 2461355 h 2549068"/>
                    <a:gd name="connsiteX4" fmla="*/ 2452978 w 2874258"/>
                    <a:gd name="connsiteY4" fmla="*/ 2494504 h 2549068"/>
                    <a:gd name="connsiteX5" fmla="*/ 2298792 w 2874258"/>
                    <a:gd name="connsiteY5" fmla="*/ 836359 h 2549068"/>
                    <a:gd name="connsiteX6" fmla="*/ 1935366 w 2874258"/>
                    <a:gd name="connsiteY6" fmla="*/ 967862 h 2549068"/>
                    <a:gd name="connsiteX7" fmla="*/ 898446 w 2874258"/>
                    <a:gd name="connsiteY7" fmla="*/ 972870 h 2549068"/>
                    <a:gd name="connsiteX8" fmla="*/ 699490 w 2874258"/>
                    <a:gd name="connsiteY8" fmla="*/ 905436 h 2549068"/>
                    <a:gd name="connsiteX9" fmla="*/ 493347 w 2874258"/>
                    <a:gd name="connsiteY9" fmla="*/ 1066324 h 2549068"/>
                    <a:gd name="connsiteX10" fmla="*/ 481270 w 2874258"/>
                    <a:gd name="connsiteY10" fmla="*/ 1729747 h 2549068"/>
                    <a:gd name="connsiteX11" fmla="*/ 877158 w 2874258"/>
                    <a:gd name="connsiteY11" fmla="*/ 2308187 h 2549068"/>
                    <a:gd name="connsiteX12" fmla="*/ 526440 w 2874258"/>
                    <a:gd name="connsiteY12" fmla="*/ 2549068 h 2549068"/>
                    <a:gd name="connsiteX13" fmla="*/ 40165 w 2874258"/>
                    <a:gd name="connsiteY13" fmla="*/ 1761726 h 2549068"/>
                    <a:gd name="connsiteX14" fmla="*/ 30144 w 2874258"/>
                    <a:gd name="connsiteY14" fmla="*/ 1156689 h 2549068"/>
                    <a:gd name="connsiteX15" fmla="*/ 121140 w 2874258"/>
                    <a:gd name="connsiteY15" fmla="*/ 476831 h 2549068"/>
                    <a:gd name="connsiteX0" fmla="*/ 121140 w 2874258"/>
                    <a:gd name="connsiteY0" fmla="*/ 476831 h 2549068"/>
                    <a:gd name="connsiteX1" fmla="*/ 2483778 w 2874258"/>
                    <a:gd name="connsiteY1" fmla="*/ 244646 h 2549068"/>
                    <a:gd name="connsiteX2" fmla="*/ 2788690 w 2874258"/>
                    <a:gd name="connsiteY2" fmla="*/ 979635 h 2549068"/>
                    <a:gd name="connsiteX3" fmla="*/ 2874258 w 2874258"/>
                    <a:gd name="connsiteY3" fmla="*/ 2461355 h 2549068"/>
                    <a:gd name="connsiteX4" fmla="*/ 2452978 w 2874258"/>
                    <a:gd name="connsiteY4" fmla="*/ 2494504 h 2549068"/>
                    <a:gd name="connsiteX5" fmla="*/ 2298792 w 2874258"/>
                    <a:gd name="connsiteY5" fmla="*/ 836359 h 2549068"/>
                    <a:gd name="connsiteX6" fmla="*/ 1935366 w 2874258"/>
                    <a:gd name="connsiteY6" fmla="*/ 967862 h 2549068"/>
                    <a:gd name="connsiteX7" fmla="*/ 898446 w 2874258"/>
                    <a:gd name="connsiteY7" fmla="*/ 972870 h 2549068"/>
                    <a:gd name="connsiteX8" fmla="*/ 699490 w 2874258"/>
                    <a:gd name="connsiteY8" fmla="*/ 905436 h 2549068"/>
                    <a:gd name="connsiteX9" fmla="*/ 493347 w 2874258"/>
                    <a:gd name="connsiteY9" fmla="*/ 1066324 h 2549068"/>
                    <a:gd name="connsiteX10" fmla="*/ 481270 w 2874258"/>
                    <a:gd name="connsiteY10" fmla="*/ 1729747 h 2549068"/>
                    <a:gd name="connsiteX11" fmla="*/ 877158 w 2874258"/>
                    <a:gd name="connsiteY11" fmla="*/ 2308187 h 2549068"/>
                    <a:gd name="connsiteX12" fmla="*/ 526440 w 2874258"/>
                    <a:gd name="connsiteY12" fmla="*/ 2549068 h 2549068"/>
                    <a:gd name="connsiteX13" fmla="*/ 40165 w 2874258"/>
                    <a:gd name="connsiteY13" fmla="*/ 1761726 h 2549068"/>
                    <a:gd name="connsiteX14" fmla="*/ 30144 w 2874258"/>
                    <a:gd name="connsiteY14" fmla="*/ 1156689 h 2549068"/>
                    <a:gd name="connsiteX15" fmla="*/ 121140 w 2874258"/>
                    <a:gd name="connsiteY15" fmla="*/ 476831 h 2549068"/>
                    <a:gd name="connsiteX0" fmla="*/ 121140 w 2874258"/>
                    <a:gd name="connsiteY0" fmla="*/ 476831 h 2549068"/>
                    <a:gd name="connsiteX1" fmla="*/ 2483778 w 2874258"/>
                    <a:gd name="connsiteY1" fmla="*/ 244646 h 2549068"/>
                    <a:gd name="connsiteX2" fmla="*/ 2788690 w 2874258"/>
                    <a:gd name="connsiteY2" fmla="*/ 979635 h 2549068"/>
                    <a:gd name="connsiteX3" fmla="*/ 2874258 w 2874258"/>
                    <a:gd name="connsiteY3" fmla="*/ 2461355 h 2549068"/>
                    <a:gd name="connsiteX4" fmla="*/ 2452978 w 2874258"/>
                    <a:gd name="connsiteY4" fmla="*/ 2494504 h 2549068"/>
                    <a:gd name="connsiteX5" fmla="*/ 2298792 w 2874258"/>
                    <a:gd name="connsiteY5" fmla="*/ 836359 h 2549068"/>
                    <a:gd name="connsiteX6" fmla="*/ 1935366 w 2874258"/>
                    <a:gd name="connsiteY6" fmla="*/ 967862 h 2549068"/>
                    <a:gd name="connsiteX7" fmla="*/ 898446 w 2874258"/>
                    <a:gd name="connsiteY7" fmla="*/ 972870 h 2549068"/>
                    <a:gd name="connsiteX8" fmla="*/ 699490 w 2874258"/>
                    <a:gd name="connsiteY8" fmla="*/ 905436 h 2549068"/>
                    <a:gd name="connsiteX9" fmla="*/ 493347 w 2874258"/>
                    <a:gd name="connsiteY9" fmla="*/ 1066324 h 2549068"/>
                    <a:gd name="connsiteX10" fmla="*/ 481270 w 2874258"/>
                    <a:gd name="connsiteY10" fmla="*/ 1729747 h 2549068"/>
                    <a:gd name="connsiteX11" fmla="*/ 877158 w 2874258"/>
                    <a:gd name="connsiteY11" fmla="*/ 2308187 h 2549068"/>
                    <a:gd name="connsiteX12" fmla="*/ 526440 w 2874258"/>
                    <a:gd name="connsiteY12" fmla="*/ 2549068 h 2549068"/>
                    <a:gd name="connsiteX13" fmla="*/ 40165 w 2874258"/>
                    <a:gd name="connsiteY13" fmla="*/ 1761726 h 2549068"/>
                    <a:gd name="connsiteX14" fmla="*/ 30144 w 2874258"/>
                    <a:gd name="connsiteY14" fmla="*/ 1156689 h 2549068"/>
                    <a:gd name="connsiteX15" fmla="*/ 121140 w 2874258"/>
                    <a:gd name="connsiteY15" fmla="*/ 476831 h 2549068"/>
                    <a:gd name="connsiteX0" fmla="*/ 121140 w 2874258"/>
                    <a:gd name="connsiteY0" fmla="*/ 476831 h 2549068"/>
                    <a:gd name="connsiteX1" fmla="*/ 2483778 w 2874258"/>
                    <a:gd name="connsiteY1" fmla="*/ 244646 h 2549068"/>
                    <a:gd name="connsiteX2" fmla="*/ 2788690 w 2874258"/>
                    <a:gd name="connsiteY2" fmla="*/ 979635 h 2549068"/>
                    <a:gd name="connsiteX3" fmla="*/ 2874258 w 2874258"/>
                    <a:gd name="connsiteY3" fmla="*/ 2461355 h 2549068"/>
                    <a:gd name="connsiteX4" fmla="*/ 2452978 w 2874258"/>
                    <a:gd name="connsiteY4" fmla="*/ 2494504 h 2549068"/>
                    <a:gd name="connsiteX5" fmla="*/ 2370881 w 2874258"/>
                    <a:gd name="connsiteY5" fmla="*/ 1581434 h 2549068"/>
                    <a:gd name="connsiteX6" fmla="*/ 2298792 w 2874258"/>
                    <a:gd name="connsiteY6" fmla="*/ 836359 h 2549068"/>
                    <a:gd name="connsiteX7" fmla="*/ 1935366 w 2874258"/>
                    <a:gd name="connsiteY7" fmla="*/ 967862 h 2549068"/>
                    <a:gd name="connsiteX8" fmla="*/ 898446 w 2874258"/>
                    <a:gd name="connsiteY8" fmla="*/ 972870 h 2549068"/>
                    <a:gd name="connsiteX9" fmla="*/ 699490 w 2874258"/>
                    <a:gd name="connsiteY9" fmla="*/ 905436 h 2549068"/>
                    <a:gd name="connsiteX10" fmla="*/ 493347 w 2874258"/>
                    <a:gd name="connsiteY10" fmla="*/ 1066324 h 2549068"/>
                    <a:gd name="connsiteX11" fmla="*/ 481270 w 2874258"/>
                    <a:gd name="connsiteY11" fmla="*/ 1729747 h 2549068"/>
                    <a:gd name="connsiteX12" fmla="*/ 877158 w 2874258"/>
                    <a:gd name="connsiteY12" fmla="*/ 2308187 h 2549068"/>
                    <a:gd name="connsiteX13" fmla="*/ 526440 w 2874258"/>
                    <a:gd name="connsiteY13" fmla="*/ 2549068 h 2549068"/>
                    <a:gd name="connsiteX14" fmla="*/ 40165 w 2874258"/>
                    <a:gd name="connsiteY14" fmla="*/ 1761726 h 2549068"/>
                    <a:gd name="connsiteX15" fmla="*/ 30144 w 2874258"/>
                    <a:gd name="connsiteY15" fmla="*/ 1156689 h 2549068"/>
                    <a:gd name="connsiteX16" fmla="*/ 121140 w 2874258"/>
                    <a:gd name="connsiteY16" fmla="*/ 476831 h 2549068"/>
                    <a:gd name="connsiteX0" fmla="*/ 121140 w 2874258"/>
                    <a:gd name="connsiteY0" fmla="*/ 476831 h 2549068"/>
                    <a:gd name="connsiteX1" fmla="*/ 2483778 w 2874258"/>
                    <a:gd name="connsiteY1" fmla="*/ 244646 h 2549068"/>
                    <a:gd name="connsiteX2" fmla="*/ 2788690 w 2874258"/>
                    <a:gd name="connsiteY2" fmla="*/ 979635 h 2549068"/>
                    <a:gd name="connsiteX3" fmla="*/ 2874258 w 2874258"/>
                    <a:gd name="connsiteY3" fmla="*/ 2461355 h 2549068"/>
                    <a:gd name="connsiteX4" fmla="*/ 2452978 w 2874258"/>
                    <a:gd name="connsiteY4" fmla="*/ 2494504 h 2549068"/>
                    <a:gd name="connsiteX5" fmla="*/ 2321271 w 2874258"/>
                    <a:gd name="connsiteY5" fmla="*/ 1587997 h 2549068"/>
                    <a:gd name="connsiteX6" fmla="*/ 2298792 w 2874258"/>
                    <a:gd name="connsiteY6" fmla="*/ 836359 h 2549068"/>
                    <a:gd name="connsiteX7" fmla="*/ 1935366 w 2874258"/>
                    <a:gd name="connsiteY7" fmla="*/ 967862 h 2549068"/>
                    <a:gd name="connsiteX8" fmla="*/ 898446 w 2874258"/>
                    <a:gd name="connsiteY8" fmla="*/ 972870 h 2549068"/>
                    <a:gd name="connsiteX9" fmla="*/ 699490 w 2874258"/>
                    <a:gd name="connsiteY9" fmla="*/ 905436 h 2549068"/>
                    <a:gd name="connsiteX10" fmla="*/ 493347 w 2874258"/>
                    <a:gd name="connsiteY10" fmla="*/ 1066324 h 2549068"/>
                    <a:gd name="connsiteX11" fmla="*/ 481270 w 2874258"/>
                    <a:gd name="connsiteY11" fmla="*/ 1729747 h 2549068"/>
                    <a:gd name="connsiteX12" fmla="*/ 877158 w 2874258"/>
                    <a:gd name="connsiteY12" fmla="*/ 2308187 h 2549068"/>
                    <a:gd name="connsiteX13" fmla="*/ 526440 w 2874258"/>
                    <a:gd name="connsiteY13" fmla="*/ 2549068 h 2549068"/>
                    <a:gd name="connsiteX14" fmla="*/ 40165 w 2874258"/>
                    <a:gd name="connsiteY14" fmla="*/ 1761726 h 2549068"/>
                    <a:gd name="connsiteX15" fmla="*/ 30144 w 2874258"/>
                    <a:gd name="connsiteY15" fmla="*/ 1156689 h 2549068"/>
                    <a:gd name="connsiteX16" fmla="*/ 121140 w 2874258"/>
                    <a:gd name="connsiteY16" fmla="*/ 476831 h 2549068"/>
                    <a:gd name="connsiteX0" fmla="*/ 121140 w 2874258"/>
                    <a:gd name="connsiteY0" fmla="*/ 476831 h 2549068"/>
                    <a:gd name="connsiteX1" fmla="*/ 2483778 w 2874258"/>
                    <a:gd name="connsiteY1" fmla="*/ 244646 h 2549068"/>
                    <a:gd name="connsiteX2" fmla="*/ 2788690 w 2874258"/>
                    <a:gd name="connsiteY2" fmla="*/ 979635 h 2549068"/>
                    <a:gd name="connsiteX3" fmla="*/ 2874258 w 2874258"/>
                    <a:gd name="connsiteY3" fmla="*/ 2461355 h 2549068"/>
                    <a:gd name="connsiteX4" fmla="*/ 1867086 w 2874258"/>
                    <a:gd name="connsiteY4" fmla="*/ 2495677 h 2549068"/>
                    <a:gd name="connsiteX5" fmla="*/ 2321271 w 2874258"/>
                    <a:gd name="connsiteY5" fmla="*/ 1587997 h 2549068"/>
                    <a:gd name="connsiteX6" fmla="*/ 2298792 w 2874258"/>
                    <a:gd name="connsiteY6" fmla="*/ 836359 h 2549068"/>
                    <a:gd name="connsiteX7" fmla="*/ 1935366 w 2874258"/>
                    <a:gd name="connsiteY7" fmla="*/ 967862 h 2549068"/>
                    <a:gd name="connsiteX8" fmla="*/ 898446 w 2874258"/>
                    <a:gd name="connsiteY8" fmla="*/ 972870 h 2549068"/>
                    <a:gd name="connsiteX9" fmla="*/ 699490 w 2874258"/>
                    <a:gd name="connsiteY9" fmla="*/ 905436 h 2549068"/>
                    <a:gd name="connsiteX10" fmla="*/ 493347 w 2874258"/>
                    <a:gd name="connsiteY10" fmla="*/ 1066324 h 2549068"/>
                    <a:gd name="connsiteX11" fmla="*/ 481270 w 2874258"/>
                    <a:gd name="connsiteY11" fmla="*/ 1729747 h 2549068"/>
                    <a:gd name="connsiteX12" fmla="*/ 877158 w 2874258"/>
                    <a:gd name="connsiteY12" fmla="*/ 2308187 h 2549068"/>
                    <a:gd name="connsiteX13" fmla="*/ 526440 w 2874258"/>
                    <a:gd name="connsiteY13" fmla="*/ 2549068 h 2549068"/>
                    <a:gd name="connsiteX14" fmla="*/ 40165 w 2874258"/>
                    <a:gd name="connsiteY14" fmla="*/ 1761726 h 2549068"/>
                    <a:gd name="connsiteX15" fmla="*/ 30144 w 2874258"/>
                    <a:gd name="connsiteY15" fmla="*/ 1156689 h 2549068"/>
                    <a:gd name="connsiteX16" fmla="*/ 121140 w 2874258"/>
                    <a:gd name="connsiteY16" fmla="*/ 476831 h 2549068"/>
                    <a:gd name="connsiteX0" fmla="*/ 121140 w 2826457"/>
                    <a:gd name="connsiteY0" fmla="*/ 476831 h 2712541"/>
                    <a:gd name="connsiteX1" fmla="*/ 2483778 w 2826457"/>
                    <a:gd name="connsiteY1" fmla="*/ 244646 h 2712541"/>
                    <a:gd name="connsiteX2" fmla="*/ 2788690 w 2826457"/>
                    <a:gd name="connsiteY2" fmla="*/ 979635 h 2712541"/>
                    <a:gd name="connsiteX3" fmla="*/ 2227254 w 2826457"/>
                    <a:gd name="connsiteY3" fmla="*/ 2712541 h 2712541"/>
                    <a:gd name="connsiteX4" fmla="*/ 1867086 w 2826457"/>
                    <a:gd name="connsiteY4" fmla="*/ 2495677 h 2712541"/>
                    <a:gd name="connsiteX5" fmla="*/ 2321271 w 2826457"/>
                    <a:gd name="connsiteY5" fmla="*/ 1587997 h 2712541"/>
                    <a:gd name="connsiteX6" fmla="*/ 2298792 w 2826457"/>
                    <a:gd name="connsiteY6" fmla="*/ 836359 h 2712541"/>
                    <a:gd name="connsiteX7" fmla="*/ 1935366 w 2826457"/>
                    <a:gd name="connsiteY7" fmla="*/ 967862 h 2712541"/>
                    <a:gd name="connsiteX8" fmla="*/ 898446 w 2826457"/>
                    <a:gd name="connsiteY8" fmla="*/ 972870 h 2712541"/>
                    <a:gd name="connsiteX9" fmla="*/ 699490 w 2826457"/>
                    <a:gd name="connsiteY9" fmla="*/ 905436 h 2712541"/>
                    <a:gd name="connsiteX10" fmla="*/ 493347 w 2826457"/>
                    <a:gd name="connsiteY10" fmla="*/ 1066324 h 2712541"/>
                    <a:gd name="connsiteX11" fmla="*/ 481270 w 2826457"/>
                    <a:gd name="connsiteY11" fmla="*/ 1729747 h 2712541"/>
                    <a:gd name="connsiteX12" fmla="*/ 877158 w 2826457"/>
                    <a:gd name="connsiteY12" fmla="*/ 2308187 h 2712541"/>
                    <a:gd name="connsiteX13" fmla="*/ 526440 w 2826457"/>
                    <a:gd name="connsiteY13" fmla="*/ 2549068 h 2712541"/>
                    <a:gd name="connsiteX14" fmla="*/ 40165 w 2826457"/>
                    <a:gd name="connsiteY14" fmla="*/ 1761726 h 2712541"/>
                    <a:gd name="connsiteX15" fmla="*/ 30144 w 2826457"/>
                    <a:gd name="connsiteY15" fmla="*/ 1156689 h 2712541"/>
                    <a:gd name="connsiteX16" fmla="*/ 121140 w 2826457"/>
                    <a:gd name="connsiteY16" fmla="*/ 476831 h 2712541"/>
                    <a:gd name="connsiteX0" fmla="*/ 121140 w 2826457"/>
                    <a:gd name="connsiteY0" fmla="*/ 476831 h 2712541"/>
                    <a:gd name="connsiteX1" fmla="*/ 2483778 w 2826457"/>
                    <a:gd name="connsiteY1" fmla="*/ 244646 h 2712541"/>
                    <a:gd name="connsiteX2" fmla="*/ 2788690 w 2826457"/>
                    <a:gd name="connsiteY2" fmla="*/ 979635 h 2712541"/>
                    <a:gd name="connsiteX3" fmla="*/ 2227254 w 2826457"/>
                    <a:gd name="connsiteY3" fmla="*/ 2712541 h 2712541"/>
                    <a:gd name="connsiteX4" fmla="*/ 1856266 w 2826457"/>
                    <a:gd name="connsiteY4" fmla="*/ 2506958 h 2712541"/>
                    <a:gd name="connsiteX5" fmla="*/ 2321271 w 2826457"/>
                    <a:gd name="connsiteY5" fmla="*/ 1587997 h 2712541"/>
                    <a:gd name="connsiteX6" fmla="*/ 2298792 w 2826457"/>
                    <a:gd name="connsiteY6" fmla="*/ 836359 h 2712541"/>
                    <a:gd name="connsiteX7" fmla="*/ 1935366 w 2826457"/>
                    <a:gd name="connsiteY7" fmla="*/ 967862 h 2712541"/>
                    <a:gd name="connsiteX8" fmla="*/ 898446 w 2826457"/>
                    <a:gd name="connsiteY8" fmla="*/ 972870 h 2712541"/>
                    <a:gd name="connsiteX9" fmla="*/ 699490 w 2826457"/>
                    <a:gd name="connsiteY9" fmla="*/ 905436 h 2712541"/>
                    <a:gd name="connsiteX10" fmla="*/ 493347 w 2826457"/>
                    <a:gd name="connsiteY10" fmla="*/ 1066324 h 2712541"/>
                    <a:gd name="connsiteX11" fmla="*/ 481270 w 2826457"/>
                    <a:gd name="connsiteY11" fmla="*/ 1729747 h 2712541"/>
                    <a:gd name="connsiteX12" fmla="*/ 877158 w 2826457"/>
                    <a:gd name="connsiteY12" fmla="*/ 2308187 h 2712541"/>
                    <a:gd name="connsiteX13" fmla="*/ 526440 w 2826457"/>
                    <a:gd name="connsiteY13" fmla="*/ 2549068 h 2712541"/>
                    <a:gd name="connsiteX14" fmla="*/ 40165 w 2826457"/>
                    <a:gd name="connsiteY14" fmla="*/ 1761726 h 2712541"/>
                    <a:gd name="connsiteX15" fmla="*/ 30144 w 2826457"/>
                    <a:gd name="connsiteY15" fmla="*/ 1156689 h 2712541"/>
                    <a:gd name="connsiteX16" fmla="*/ 121140 w 2826457"/>
                    <a:gd name="connsiteY16" fmla="*/ 476831 h 2712541"/>
                    <a:gd name="connsiteX0" fmla="*/ 121140 w 2826457"/>
                    <a:gd name="connsiteY0" fmla="*/ 476831 h 2712541"/>
                    <a:gd name="connsiteX1" fmla="*/ 2483778 w 2826457"/>
                    <a:gd name="connsiteY1" fmla="*/ 244646 h 2712541"/>
                    <a:gd name="connsiteX2" fmla="*/ 2788690 w 2826457"/>
                    <a:gd name="connsiteY2" fmla="*/ 979635 h 2712541"/>
                    <a:gd name="connsiteX3" fmla="*/ 2539862 w 2826457"/>
                    <a:gd name="connsiteY3" fmla="*/ 1732677 h 2712541"/>
                    <a:gd name="connsiteX4" fmla="*/ 2227254 w 2826457"/>
                    <a:gd name="connsiteY4" fmla="*/ 2712541 h 2712541"/>
                    <a:gd name="connsiteX5" fmla="*/ 1856266 w 2826457"/>
                    <a:gd name="connsiteY5" fmla="*/ 2506958 h 2712541"/>
                    <a:gd name="connsiteX6" fmla="*/ 2321271 w 2826457"/>
                    <a:gd name="connsiteY6" fmla="*/ 1587997 h 2712541"/>
                    <a:gd name="connsiteX7" fmla="*/ 2298792 w 2826457"/>
                    <a:gd name="connsiteY7" fmla="*/ 836359 h 2712541"/>
                    <a:gd name="connsiteX8" fmla="*/ 1935366 w 2826457"/>
                    <a:gd name="connsiteY8" fmla="*/ 967862 h 2712541"/>
                    <a:gd name="connsiteX9" fmla="*/ 898446 w 2826457"/>
                    <a:gd name="connsiteY9" fmla="*/ 972870 h 2712541"/>
                    <a:gd name="connsiteX10" fmla="*/ 699490 w 2826457"/>
                    <a:gd name="connsiteY10" fmla="*/ 905436 h 2712541"/>
                    <a:gd name="connsiteX11" fmla="*/ 493347 w 2826457"/>
                    <a:gd name="connsiteY11" fmla="*/ 1066324 h 2712541"/>
                    <a:gd name="connsiteX12" fmla="*/ 481270 w 2826457"/>
                    <a:gd name="connsiteY12" fmla="*/ 1729747 h 2712541"/>
                    <a:gd name="connsiteX13" fmla="*/ 877158 w 2826457"/>
                    <a:gd name="connsiteY13" fmla="*/ 2308187 h 2712541"/>
                    <a:gd name="connsiteX14" fmla="*/ 526440 w 2826457"/>
                    <a:gd name="connsiteY14" fmla="*/ 2549068 h 2712541"/>
                    <a:gd name="connsiteX15" fmla="*/ 40165 w 2826457"/>
                    <a:gd name="connsiteY15" fmla="*/ 1761726 h 2712541"/>
                    <a:gd name="connsiteX16" fmla="*/ 30144 w 2826457"/>
                    <a:gd name="connsiteY16" fmla="*/ 1156689 h 2712541"/>
                    <a:gd name="connsiteX17" fmla="*/ 121140 w 2826457"/>
                    <a:gd name="connsiteY17" fmla="*/ 476831 h 2712541"/>
                    <a:gd name="connsiteX0" fmla="*/ 121140 w 2826457"/>
                    <a:gd name="connsiteY0" fmla="*/ 476831 h 2712541"/>
                    <a:gd name="connsiteX1" fmla="*/ 2483778 w 2826457"/>
                    <a:gd name="connsiteY1" fmla="*/ 244646 h 2712541"/>
                    <a:gd name="connsiteX2" fmla="*/ 2788690 w 2826457"/>
                    <a:gd name="connsiteY2" fmla="*/ 979635 h 2712541"/>
                    <a:gd name="connsiteX3" fmla="*/ 2690193 w 2826457"/>
                    <a:gd name="connsiteY3" fmla="*/ 1784815 h 2712541"/>
                    <a:gd name="connsiteX4" fmla="*/ 2227254 w 2826457"/>
                    <a:gd name="connsiteY4" fmla="*/ 2712541 h 2712541"/>
                    <a:gd name="connsiteX5" fmla="*/ 1856266 w 2826457"/>
                    <a:gd name="connsiteY5" fmla="*/ 2506958 h 2712541"/>
                    <a:gd name="connsiteX6" fmla="*/ 2321271 w 2826457"/>
                    <a:gd name="connsiteY6" fmla="*/ 1587997 h 2712541"/>
                    <a:gd name="connsiteX7" fmla="*/ 2298792 w 2826457"/>
                    <a:gd name="connsiteY7" fmla="*/ 836359 h 2712541"/>
                    <a:gd name="connsiteX8" fmla="*/ 1935366 w 2826457"/>
                    <a:gd name="connsiteY8" fmla="*/ 967862 h 2712541"/>
                    <a:gd name="connsiteX9" fmla="*/ 898446 w 2826457"/>
                    <a:gd name="connsiteY9" fmla="*/ 972870 h 2712541"/>
                    <a:gd name="connsiteX10" fmla="*/ 699490 w 2826457"/>
                    <a:gd name="connsiteY10" fmla="*/ 905436 h 2712541"/>
                    <a:gd name="connsiteX11" fmla="*/ 493347 w 2826457"/>
                    <a:gd name="connsiteY11" fmla="*/ 1066324 h 2712541"/>
                    <a:gd name="connsiteX12" fmla="*/ 481270 w 2826457"/>
                    <a:gd name="connsiteY12" fmla="*/ 1729747 h 2712541"/>
                    <a:gd name="connsiteX13" fmla="*/ 877158 w 2826457"/>
                    <a:gd name="connsiteY13" fmla="*/ 2308187 h 2712541"/>
                    <a:gd name="connsiteX14" fmla="*/ 526440 w 2826457"/>
                    <a:gd name="connsiteY14" fmla="*/ 2549068 h 2712541"/>
                    <a:gd name="connsiteX15" fmla="*/ 40165 w 2826457"/>
                    <a:gd name="connsiteY15" fmla="*/ 1761726 h 2712541"/>
                    <a:gd name="connsiteX16" fmla="*/ 30144 w 2826457"/>
                    <a:gd name="connsiteY16" fmla="*/ 1156689 h 2712541"/>
                    <a:gd name="connsiteX17" fmla="*/ 121140 w 2826457"/>
                    <a:gd name="connsiteY17" fmla="*/ 476831 h 2712541"/>
                    <a:gd name="connsiteX0" fmla="*/ 121140 w 2826457"/>
                    <a:gd name="connsiteY0" fmla="*/ 476831 h 2712541"/>
                    <a:gd name="connsiteX1" fmla="*/ 2483778 w 2826457"/>
                    <a:gd name="connsiteY1" fmla="*/ 244646 h 2712541"/>
                    <a:gd name="connsiteX2" fmla="*/ 2788690 w 2826457"/>
                    <a:gd name="connsiteY2" fmla="*/ 979635 h 2712541"/>
                    <a:gd name="connsiteX3" fmla="*/ 2690193 w 2826457"/>
                    <a:gd name="connsiteY3" fmla="*/ 1784815 h 2712541"/>
                    <a:gd name="connsiteX4" fmla="*/ 2227254 w 2826457"/>
                    <a:gd name="connsiteY4" fmla="*/ 2712541 h 2712541"/>
                    <a:gd name="connsiteX5" fmla="*/ 1856266 w 2826457"/>
                    <a:gd name="connsiteY5" fmla="*/ 2506958 h 2712541"/>
                    <a:gd name="connsiteX6" fmla="*/ 2321271 w 2826457"/>
                    <a:gd name="connsiteY6" fmla="*/ 1587997 h 2712541"/>
                    <a:gd name="connsiteX7" fmla="*/ 2298792 w 2826457"/>
                    <a:gd name="connsiteY7" fmla="*/ 836359 h 2712541"/>
                    <a:gd name="connsiteX8" fmla="*/ 1935366 w 2826457"/>
                    <a:gd name="connsiteY8" fmla="*/ 967862 h 2712541"/>
                    <a:gd name="connsiteX9" fmla="*/ 898446 w 2826457"/>
                    <a:gd name="connsiteY9" fmla="*/ 972870 h 2712541"/>
                    <a:gd name="connsiteX10" fmla="*/ 699490 w 2826457"/>
                    <a:gd name="connsiteY10" fmla="*/ 905436 h 2712541"/>
                    <a:gd name="connsiteX11" fmla="*/ 493347 w 2826457"/>
                    <a:gd name="connsiteY11" fmla="*/ 1066324 h 2712541"/>
                    <a:gd name="connsiteX12" fmla="*/ 481270 w 2826457"/>
                    <a:gd name="connsiteY12" fmla="*/ 1729747 h 2712541"/>
                    <a:gd name="connsiteX13" fmla="*/ 877158 w 2826457"/>
                    <a:gd name="connsiteY13" fmla="*/ 2308187 h 2712541"/>
                    <a:gd name="connsiteX14" fmla="*/ 526440 w 2826457"/>
                    <a:gd name="connsiteY14" fmla="*/ 2549068 h 2712541"/>
                    <a:gd name="connsiteX15" fmla="*/ 40165 w 2826457"/>
                    <a:gd name="connsiteY15" fmla="*/ 1761726 h 2712541"/>
                    <a:gd name="connsiteX16" fmla="*/ 30144 w 2826457"/>
                    <a:gd name="connsiteY16" fmla="*/ 1156689 h 2712541"/>
                    <a:gd name="connsiteX17" fmla="*/ 121140 w 2826457"/>
                    <a:gd name="connsiteY17" fmla="*/ 476831 h 2712541"/>
                    <a:gd name="connsiteX0" fmla="*/ 121140 w 2826457"/>
                    <a:gd name="connsiteY0" fmla="*/ 476831 h 2712541"/>
                    <a:gd name="connsiteX1" fmla="*/ 2483778 w 2826457"/>
                    <a:gd name="connsiteY1" fmla="*/ 244646 h 2712541"/>
                    <a:gd name="connsiteX2" fmla="*/ 2788690 w 2826457"/>
                    <a:gd name="connsiteY2" fmla="*/ 979635 h 2712541"/>
                    <a:gd name="connsiteX3" fmla="*/ 2716142 w 2826457"/>
                    <a:gd name="connsiteY3" fmla="*/ 1571464 h 2712541"/>
                    <a:gd name="connsiteX4" fmla="*/ 2690193 w 2826457"/>
                    <a:gd name="connsiteY4" fmla="*/ 1784815 h 2712541"/>
                    <a:gd name="connsiteX5" fmla="*/ 2227254 w 2826457"/>
                    <a:gd name="connsiteY5" fmla="*/ 2712541 h 2712541"/>
                    <a:gd name="connsiteX6" fmla="*/ 1856266 w 2826457"/>
                    <a:gd name="connsiteY6" fmla="*/ 2506958 h 2712541"/>
                    <a:gd name="connsiteX7" fmla="*/ 2321271 w 2826457"/>
                    <a:gd name="connsiteY7" fmla="*/ 1587997 h 2712541"/>
                    <a:gd name="connsiteX8" fmla="*/ 2298792 w 2826457"/>
                    <a:gd name="connsiteY8" fmla="*/ 836359 h 2712541"/>
                    <a:gd name="connsiteX9" fmla="*/ 1935366 w 2826457"/>
                    <a:gd name="connsiteY9" fmla="*/ 967862 h 2712541"/>
                    <a:gd name="connsiteX10" fmla="*/ 898446 w 2826457"/>
                    <a:gd name="connsiteY10" fmla="*/ 972870 h 2712541"/>
                    <a:gd name="connsiteX11" fmla="*/ 699490 w 2826457"/>
                    <a:gd name="connsiteY11" fmla="*/ 905436 h 2712541"/>
                    <a:gd name="connsiteX12" fmla="*/ 493347 w 2826457"/>
                    <a:gd name="connsiteY12" fmla="*/ 1066324 h 2712541"/>
                    <a:gd name="connsiteX13" fmla="*/ 481270 w 2826457"/>
                    <a:gd name="connsiteY13" fmla="*/ 1729747 h 2712541"/>
                    <a:gd name="connsiteX14" fmla="*/ 877158 w 2826457"/>
                    <a:gd name="connsiteY14" fmla="*/ 2308187 h 2712541"/>
                    <a:gd name="connsiteX15" fmla="*/ 526440 w 2826457"/>
                    <a:gd name="connsiteY15" fmla="*/ 2549068 h 2712541"/>
                    <a:gd name="connsiteX16" fmla="*/ 40165 w 2826457"/>
                    <a:gd name="connsiteY16" fmla="*/ 1761726 h 2712541"/>
                    <a:gd name="connsiteX17" fmla="*/ 30144 w 2826457"/>
                    <a:gd name="connsiteY17" fmla="*/ 1156689 h 2712541"/>
                    <a:gd name="connsiteX18" fmla="*/ 121140 w 2826457"/>
                    <a:gd name="connsiteY18" fmla="*/ 476831 h 2712541"/>
                    <a:gd name="connsiteX0" fmla="*/ 121140 w 2826457"/>
                    <a:gd name="connsiteY0" fmla="*/ 476831 h 2712541"/>
                    <a:gd name="connsiteX1" fmla="*/ 2483778 w 2826457"/>
                    <a:gd name="connsiteY1" fmla="*/ 244646 h 2712541"/>
                    <a:gd name="connsiteX2" fmla="*/ 2788690 w 2826457"/>
                    <a:gd name="connsiteY2" fmla="*/ 979635 h 2712541"/>
                    <a:gd name="connsiteX3" fmla="*/ 2760112 w 2826457"/>
                    <a:gd name="connsiteY3" fmla="*/ 1559491 h 2712541"/>
                    <a:gd name="connsiteX4" fmla="*/ 2690193 w 2826457"/>
                    <a:gd name="connsiteY4" fmla="*/ 1784815 h 2712541"/>
                    <a:gd name="connsiteX5" fmla="*/ 2227254 w 2826457"/>
                    <a:gd name="connsiteY5" fmla="*/ 2712541 h 2712541"/>
                    <a:gd name="connsiteX6" fmla="*/ 1856266 w 2826457"/>
                    <a:gd name="connsiteY6" fmla="*/ 2506958 h 2712541"/>
                    <a:gd name="connsiteX7" fmla="*/ 2321271 w 2826457"/>
                    <a:gd name="connsiteY7" fmla="*/ 1587997 h 2712541"/>
                    <a:gd name="connsiteX8" fmla="*/ 2298792 w 2826457"/>
                    <a:gd name="connsiteY8" fmla="*/ 836359 h 2712541"/>
                    <a:gd name="connsiteX9" fmla="*/ 1935366 w 2826457"/>
                    <a:gd name="connsiteY9" fmla="*/ 967862 h 2712541"/>
                    <a:gd name="connsiteX10" fmla="*/ 898446 w 2826457"/>
                    <a:gd name="connsiteY10" fmla="*/ 972870 h 2712541"/>
                    <a:gd name="connsiteX11" fmla="*/ 699490 w 2826457"/>
                    <a:gd name="connsiteY11" fmla="*/ 905436 h 2712541"/>
                    <a:gd name="connsiteX12" fmla="*/ 493347 w 2826457"/>
                    <a:gd name="connsiteY12" fmla="*/ 1066324 h 2712541"/>
                    <a:gd name="connsiteX13" fmla="*/ 481270 w 2826457"/>
                    <a:gd name="connsiteY13" fmla="*/ 1729747 h 2712541"/>
                    <a:gd name="connsiteX14" fmla="*/ 877158 w 2826457"/>
                    <a:gd name="connsiteY14" fmla="*/ 2308187 h 2712541"/>
                    <a:gd name="connsiteX15" fmla="*/ 526440 w 2826457"/>
                    <a:gd name="connsiteY15" fmla="*/ 2549068 h 2712541"/>
                    <a:gd name="connsiteX16" fmla="*/ 40165 w 2826457"/>
                    <a:gd name="connsiteY16" fmla="*/ 1761726 h 2712541"/>
                    <a:gd name="connsiteX17" fmla="*/ 30144 w 2826457"/>
                    <a:gd name="connsiteY17" fmla="*/ 1156689 h 2712541"/>
                    <a:gd name="connsiteX18" fmla="*/ 121140 w 2826457"/>
                    <a:gd name="connsiteY18" fmla="*/ 476831 h 2712541"/>
                    <a:gd name="connsiteX0" fmla="*/ 121140 w 2826457"/>
                    <a:gd name="connsiteY0" fmla="*/ 476831 h 2712541"/>
                    <a:gd name="connsiteX1" fmla="*/ 2483778 w 2826457"/>
                    <a:gd name="connsiteY1" fmla="*/ 244646 h 2712541"/>
                    <a:gd name="connsiteX2" fmla="*/ 2788690 w 2826457"/>
                    <a:gd name="connsiteY2" fmla="*/ 979635 h 2712541"/>
                    <a:gd name="connsiteX3" fmla="*/ 2760112 w 2826457"/>
                    <a:gd name="connsiteY3" fmla="*/ 1559491 h 2712541"/>
                    <a:gd name="connsiteX4" fmla="*/ 2690193 w 2826457"/>
                    <a:gd name="connsiteY4" fmla="*/ 1784815 h 2712541"/>
                    <a:gd name="connsiteX5" fmla="*/ 2227254 w 2826457"/>
                    <a:gd name="connsiteY5" fmla="*/ 2712541 h 2712541"/>
                    <a:gd name="connsiteX6" fmla="*/ 1856266 w 2826457"/>
                    <a:gd name="connsiteY6" fmla="*/ 2506958 h 2712541"/>
                    <a:gd name="connsiteX7" fmla="*/ 2321271 w 2826457"/>
                    <a:gd name="connsiteY7" fmla="*/ 1587997 h 2712541"/>
                    <a:gd name="connsiteX8" fmla="*/ 2298792 w 2826457"/>
                    <a:gd name="connsiteY8" fmla="*/ 836359 h 2712541"/>
                    <a:gd name="connsiteX9" fmla="*/ 1935366 w 2826457"/>
                    <a:gd name="connsiteY9" fmla="*/ 967862 h 2712541"/>
                    <a:gd name="connsiteX10" fmla="*/ 898446 w 2826457"/>
                    <a:gd name="connsiteY10" fmla="*/ 972870 h 2712541"/>
                    <a:gd name="connsiteX11" fmla="*/ 699490 w 2826457"/>
                    <a:gd name="connsiteY11" fmla="*/ 905436 h 2712541"/>
                    <a:gd name="connsiteX12" fmla="*/ 493347 w 2826457"/>
                    <a:gd name="connsiteY12" fmla="*/ 1066324 h 2712541"/>
                    <a:gd name="connsiteX13" fmla="*/ 481270 w 2826457"/>
                    <a:gd name="connsiteY13" fmla="*/ 1729747 h 2712541"/>
                    <a:gd name="connsiteX14" fmla="*/ 877158 w 2826457"/>
                    <a:gd name="connsiteY14" fmla="*/ 2308187 h 2712541"/>
                    <a:gd name="connsiteX15" fmla="*/ 526440 w 2826457"/>
                    <a:gd name="connsiteY15" fmla="*/ 2549068 h 2712541"/>
                    <a:gd name="connsiteX16" fmla="*/ 40165 w 2826457"/>
                    <a:gd name="connsiteY16" fmla="*/ 1761726 h 2712541"/>
                    <a:gd name="connsiteX17" fmla="*/ 30144 w 2826457"/>
                    <a:gd name="connsiteY17" fmla="*/ 1156689 h 2712541"/>
                    <a:gd name="connsiteX18" fmla="*/ 121140 w 2826457"/>
                    <a:gd name="connsiteY18" fmla="*/ 476831 h 2712541"/>
                    <a:gd name="connsiteX0" fmla="*/ 121140 w 2826457"/>
                    <a:gd name="connsiteY0" fmla="*/ 476831 h 2712541"/>
                    <a:gd name="connsiteX1" fmla="*/ 2483778 w 2826457"/>
                    <a:gd name="connsiteY1" fmla="*/ 244646 h 2712541"/>
                    <a:gd name="connsiteX2" fmla="*/ 2788690 w 2826457"/>
                    <a:gd name="connsiteY2" fmla="*/ 979635 h 2712541"/>
                    <a:gd name="connsiteX3" fmla="*/ 2760112 w 2826457"/>
                    <a:gd name="connsiteY3" fmla="*/ 1559491 h 2712541"/>
                    <a:gd name="connsiteX4" fmla="*/ 2690193 w 2826457"/>
                    <a:gd name="connsiteY4" fmla="*/ 1784815 h 2712541"/>
                    <a:gd name="connsiteX5" fmla="*/ 2227254 w 2826457"/>
                    <a:gd name="connsiteY5" fmla="*/ 2712541 h 2712541"/>
                    <a:gd name="connsiteX6" fmla="*/ 1856266 w 2826457"/>
                    <a:gd name="connsiteY6" fmla="*/ 2506958 h 2712541"/>
                    <a:gd name="connsiteX7" fmla="*/ 2321271 w 2826457"/>
                    <a:gd name="connsiteY7" fmla="*/ 1587997 h 2712541"/>
                    <a:gd name="connsiteX8" fmla="*/ 2298792 w 2826457"/>
                    <a:gd name="connsiteY8" fmla="*/ 836359 h 2712541"/>
                    <a:gd name="connsiteX9" fmla="*/ 1935366 w 2826457"/>
                    <a:gd name="connsiteY9" fmla="*/ 967862 h 2712541"/>
                    <a:gd name="connsiteX10" fmla="*/ 898446 w 2826457"/>
                    <a:gd name="connsiteY10" fmla="*/ 972870 h 2712541"/>
                    <a:gd name="connsiteX11" fmla="*/ 699490 w 2826457"/>
                    <a:gd name="connsiteY11" fmla="*/ 905436 h 2712541"/>
                    <a:gd name="connsiteX12" fmla="*/ 493347 w 2826457"/>
                    <a:gd name="connsiteY12" fmla="*/ 1066324 h 2712541"/>
                    <a:gd name="connsiteX13" fmla="*/ 481270 w 2826457"/>
                    <a:gd name="connsiteY13" fmla="*/ 1729747 h 2712541"/>
                    <a:gd name="connsiteX14" fmla="*/ 877158 w 2826457"/>
                    <a:gd name="connsiteY14" fmla="*/ 2308187 h 2712541"/>
                    <a:gd name="connsiteX15" fmla="*/ 526440 w 2826457"/>
                    <a:gd name="connsiteY15" fmla="*/ 2549068 h 2712541"/>
                    <a:gd name="connsiteX16" fmla="*/ 40165 w 2826457"/>
                    <a:gd name="connsiteY16" fmla="*/ 1761726 h 2712541"/>
                    <a:gd name="connsiteX17" fmla="*/ 30144 w 2826457"/>
                    <a:gd name="connsiteY17" fmla="*/ 1156689 h 2712541"/>
                    <a:gd name="connsiteX18" fmla="*/ 121140 w 2826457"/>
                    <a:gd name="connsiteY18" fmla="*/ 476831 h 2712541"/>
                    <a:gd name="connsiteX0" fmla="*/ 121140 w 2826457"/>
                    <a:gd name="connsiteY0" fmla="*/ 476831 h 2712541"/>
                    <a:gd name="connsiteX1" fmla="*/ 2483778 w 2826457"/>
                    <a:gd name="connsiteY1" fmla="*/ 244646 h 2712541"/>
                    <a:gd name="connsiteX2" fmla="*/ 2788690 w 2826457"/>
                    <a:gd name="connsiteY2" fmla="*/ 979635 h 2712541"/>
                    <a:gd name="connsiteX3" fmla="*/ 2760112 w 2826457"/>
                    <a:gd name="connsiteY3" fmla="*/ 1559491 h 2712541"/>
                    <a:gd name="connsiteX4" fmla="*/ 2690193 w 2826457"/>
                    <a:gd name="connsiteY4" fmla="*/ 1784815 h 2712541"/>
                    <a:gd name="connsiteX5" fmla="*/ 2227254 w 2826457"/>
                    <a:gd name="connsiteY5" fmla="*/ 2712541 h 2712541"/>
                    <a:gd name="connsiteX6" fmla="*/ 1856266 w 2826457"/>
                    <a:gd name="connsiteY6" fmla="*/ 2506958 h 2712541"/>
                    <a:gd name="connsiteX7" fmla="*/ 2321271 w 2826457"/>
                    <a:gd name="connsiteY7" fmla="*/ 1587997 h 2712541"/>
                    <a:gd name="connsiteX8" fmla="*/ 2298792 w 2826457"/>
                    <a:gd name="connsiteY8" fmla="*/ 836359 h 2712541"/>
                    <a:gd name="connsiteX9" fmla="*/ 1935366 w 2826457"/>
                    <a:gd name="connsiteY9" fmla="*/ 967862 h 2712541"/>
                    <a:gd name="connsiteX10" fmla="*/ 898446 w 2826457"/>
                    <a:gd name="connsiteY10" fmla="*/ 972870 h 2712541"/>
                    <a:gd name="connsiteX11" fmla="*/ 699490 w 2826457"/>
                    <a:gd name="connsiteY11" fmla="*/ 905436 h 2712541"/>
                    <a:gd name="connsiteX12" fmla="*/ 493347 w 2826457"/>
                    <a:gd name="connsiteY12" fmla="*/ 1066324 h 2712541"/>
                    <a:gd name="connsiteX13" fmla="*/ 481270 w 2826457"/>
                    <a:gd name="connsiteY13" fmla="*/ 1729747 h 2712541"/>
                    <a:gd name="connsiteX14" fmla="*/ 877158 w 2826457"/>
                    <a:gd name="connsiteY14" fmla="*/ 2308187 h 2712541"/>
                    <a:gd name="connsiteX15" fmla="*/ 526440 w 2826457"/>
                    <a:gd name="connsiteY15" fmla="*/ 2549068 h 2712541"/>
                    <a:gd name="connsiteX16" fmla="*/ 40165 w 2826457"/>
                    <a:gd name="connsiteY16" fmla="*/ 1761726 h 2712541"/>
                    <a:gd name="connsiteX17" fmla="*/ 30144 w 2826457"/>
                    <a:gd name="connsiteY17" fmla="*/ 1156689 h 2712541"/>
                    <a:gd name="connsiteX18" fmla="*/ 121140 w 2826457"/>
                    <a:gd name="connsiteY18" fmla="*/ 476831 h 2712541"/>
                    <a:gd name="connsiteX0" fmla="*/ 121140 w 2826457"/>
                    <a:gd name="connsiteY0" fmla="*/ 476831 h 2712541"/>
                    <a:gd name="connsiteX1" fmla="*/ 2483778 w 2826457"/>
                    <a:gd name="connsiteY1" fmla="*/ 244646 h 2712541"/>
                    <a:gd name="connsiteX2" fmla="*/ 2788690 w 2826457"/>
                    <a:gd name="connsiteY2" fmla="*/ 979635 h 2712541"/>
                    <a:gd name="connsiteX3" fmla="*/ 2760112 w 2826457"/>
                    <a:gd name="connsiteY3" fmla="*/ 1559491 h 2712541"/>
                    <a:gd name="connsiteX4" fmla="*/ 2701589 w 2826457"/>
                    <a:gd name="connsiteY4" fmla="*/ 1801159 h 2712541"/>
                    <a:gd name="connsiteX5" fmla="*/ 2227254 w 2826457"/>
                    <a:gd name="connsiteY5" fmla="*/ 2712541 h 2712541"/>
                    <a:gd name="connsiteX6" fmla="*/ 1856266 w 2826457"/>
                    <a:gd name="connsiteY6" fmla="*/ 2506958 h 2712541"/>
                    <a:gd name="connsiteX7" fmla="*/ 2321271 w 2826457"/>
                    <a:gd name="connsiteY7" fmla="*/ 1587997 h 2712541"/>
                    <a:gd name="connsiteX8" fmla="*/ 2298792 w 2826457"/>
                    <a:gd name="connsiteY8" fmla="*/ 836359 h 2712541"/>
                    <a:gd name="connsiteX9" fmla="*/ 1935366 w 2826457"/>
                    <a:gd name="connsiteY9" fmla="*/ 967862 h 2712541"/>
                    <a:gd name="connsiteX10" fmla="*/ 898446 w 2826457"/>
                    <a:gd name="connsiteY10" fmla="*/ 972870 h 2712541"/>
                    <a:gd name="connsiteX11" fmla="*/ 699490 w 2826457"/>
                    <a:gd name="connsiteY11" fmla="*/ 905436 h 2712541"/>
                    <a:gd name="connsiteX12" fmla="*/ 493347 w 2826457"/>
                    <a:gd name="connsiteY12" fmla="*/ 1066324 h 2712541"/>
                    <a:gd name="connsiteX13" fmla="*/ 481270 w 2826457"/>
                    <a:gd name="connsiteY13" fmla="*/ 1729747 h 2712541"/>
                    <a:gd name="connsiteX14" fmla="*/ 877158 w 2826457"/>
                    <a:gd name="connsiteY14" fmla="*/ 2308187 h 2712541"/>
                    <a:gd name="connsiteX15" fmla="*/ 526440 w 2826457"/>
                    <a:gd name="connsiteY15" fmla="*/ 2549068 h 2712541"/>
                    <a:gd name="connsiteX16" fmla="*/ 40165 w 2826457"/>
                    <a:gd name="connsiteY16" fmla="*/ 1761726 h 2712541"/>
                    <a:gd name="connsiteX17" fmla="*/ 30144 w 2826457"/>
                    <a:gd name="connsiteY17" fmla="*/ 1156689 h 2712541"/>
                    <a:gd name="connsiteX18" fmla="*/ 121140 w 2826457"/>
                    <a:gd name="connsiteY18" fmla="*/ 476831 h 2712541"/>
                    <a:gd name="connsiteX0" fmla="*/ 121140 w 2826457"/>
                    <a:gd name="connsiteY0" fmla="*/ 476831 h 2718065"/>
                    <a:gd name="connsiteX1" fmla="*/ 2483778 w 2826457"/>
                    <a:gd name="connsiteY1" fmla="*/ 244646 h 2718065"/>
                    <a:gd name="connsiteX2" fmla="*/ 2788690 w 2826457"/>
                    <a:gd name="connsiteY2" fmla="*/ 979635 h 2718065"/>
                    <a:gd name="connsiteX3" fmla="*/ 2760112 w 2826457"/>
                    <a:gd name="connsiteY3" fmla="*/ 1559491 h 2718065"/>
                    <a:gd name="connsiteX4" fmla="*/ 2701589 w 2826457"/>
                    <a:gd name="connsiteY4" fmla="*/ 1801159 h 2718065"/>
                    <a:gd name="connsiteX5" fmla="*/ 2227369 w 2826457"/>
                    <a:gd name="connsiteY5" fmla="*/ 2718065 h 2718065"/>
                    <a:gd name="connsiteX6" fmla="*/ 1856266 w 2826457"/>
                    <a:gd name="connsiteY6" fmla="*/ 2506958 h 2718065"/>
                    <a:gd name="connsiteX7" fmla="*/ 2321271 w 2826457"/>
                    <a:gd name="connsiteY7" fmla="*/ 1587997 h 2718065"/>
                    <a:gd name="connsiteX8" fmla="*/ 2298792 w 2826457"/>
                    <a:gd name="connsiteY8" fmla="*/ 836359 h 2718065"/>
                    <a:gd name="connsiteX9" fmla="*/ 1935366 w 2826457"/>
                    <a:gd name="connsiteY9" fmla="*/ 967862 h 2718065"/>
                    <a:gd name="connsiteX10" fmla="*/ 898446 w 2826457"/>
                    <a:gd name="connsiteY10" fmla="*/ 972870 h 2718065"/>
                    <a:gd name="connsiteX11" fmla="*/ 699490 w 2826457"/>
                    <a:gd name="connsiteY11" fmla="*/ 905436 h 2718065"/>
                    <a:gd name="connsiteX12" fmla="*/ 493347 w 2826457"/>
                    <a:gd name="connsiteY12" fmla="*/ 1066324 h 2718065"/>
                    <a:gd name="connsiteX13" fmla="*/ 481270 w 2826457"/>
                    <a:gd name="connsiteY13" fmla="*/ 1729747 h 2718065"/>
                    <a:gd name="connsiteX14" fmla="*/ 877158 w 2826457"/>
                    <a:gd name="connsiteY14" fmla="*/ 2308187 h 2718065"/>
                    <a:gd name="connsiteX15" fmla="*/ 526440 w 2826457"/>
                    <a:gd name="connsiteY15" fmla="*/ 2549068 h 2718065"/>
                    <a:gd name="connsiteX16" fmla="*/ 40165 w 2826457"/>
                    <a:gd name="connsiteY16" fmla="*/ 1761726 h 2718065"/>
                    <a:gd name="connsiteX17" fmla="*/ 30144 w 2826457"/>
                    <a:gd name="connsiteY17" fmla="*/ 1156689 h 2718065"/>
                    <a:gd name="connsiteX18" fmla="*/ 121140 w 2826457"/>
                    <a:gd name="connsiteY18" fmla="*/ 476831 h 2718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826457" h="2718065">
                      <a:moveTo>
                        <a:pt x="121140" y="476831"/>
                      </a:moveTo>
                      <a:cubicBezTo>
                        <a:pt x="732867" y="-63083"/>
                        <a:pt x="1673459" y="-150192"/>
                        <a:pt x="2483778" y="244646"/>
                      </a:cubicBezTo>
                      <a:cubicBezTo>
                        <a:pt x="2756941" y="360264"/>
                        <a:pt x="2899556" y="743381"/>
                        <a:pt x="2788690" y="979635"/>
                      </a:cubicBezTo>
                      <a:cubicBezTo>
                        <a:pt x="2791562" y="1204284"/>
                        <a:pt x="2775952" y="1397669"/>
                        <a:pt x="2760112" y="1559491"/>
                      </a:cubicBezTo>
                      <a:cubicBezTo>
                        <a:pt x="2743696" y="1693688"/>
                        <a:pt x="2779391" y="1699496"/>
                        <a:pt x="2701589" y="1801159"/>
                      </a:cubicBezTo>
                      <a:lnTo>
                        <a:pt x="2227369" y="2718065"/>
                      </a:lnTo>
                      <a:lnTo>
                        <a:pt x="1856266" y="2506958"/>
                      </a:lnTo>
                      <a:lnTo>
                        <a:pt x="2321271" y="1587997"/>
                      </a:lnTo>
                      <a:lnTo>
                        <a:pt x="2298792" y="836359"/>
                      </a:lnTo>
                      <a:cubicBezTo>
                        <a:pt x="2250692" y="719408"/>
                        <a:pt x="2076869" y="937472"/>
                        <a:pt x="1935366" y="967862"/>
                      </a:cubicBezTo>
                      <a:lnTo>
                        <a:pt x="898446" y="972870"/>
                      </a:lnTo>
                      <a:cubicBezTo>
                        <a:pt x="848170" y="979154"/>
                        <a:pt x="759192" y="980851"/>
                        <a:pt x="699490" y="905436"/>
                      </a:cubicBezTo>
                      <a:cubicBezTo>
                        <a:pt x="637692" y="866681"/>
                        <a:pt x="491776" y="793994"/>
                        <a:pt x="493347" y="1066324"/>
                      </a:cubicBezTo>
                      <a:cubicBezTo>
                        <a:pt x="523590" y="1267598"/>
                        <a:pt x="440916" y="1490396"/>
                        <a:pt x="481270" y="1729747"/>
                      </a:cubicBezTo>
                      <a:cubicBezTo>
                        <a:pt x="606503" y="1889903"/>
                        <a:pt x="756514" y="2134523"/>
                        <a:pt x="877158" y="2308187"/>
                      </a:cubicBezTo>
                      <a:lnTo>
                        <a:pt x="526440" y="2549068"/>
                      </a:lnTo>
                      <a:cubicBezTo>
                        <a:pt x="413099" y="2365598"/>
                        <a:pt x="7836" y="1936984"/>
                        <a:pt x="40165" y="1761726"/>
                      </a:cubicBezTo>
                      <a:cubicBezTo>
                        <a:pt x="-10969" y="1515341"/>
                        <a:pt x="33340" y="1370490"/>
                        <a:pt x="30144" y="1156689"/>
                      </a:cubicBezTo>
                      <a:cubicBezTo>
                        <a:pt x="-20805" y="841557"/>
                        <a:pt x="-17421" y="654908"/>
                        <a:pt x="121140" y="476831"/>
                      </a:cubicBezTo>
                      <a:close/>
                    </a:path>
                  </a:pathLst>
                </a:custGeom>
                <a:solidFill>
                  <a:srgbClr val="4A0A6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sp>
              <p:nvSpPr>
                <p:cNvPr id="131" name="Rectangle 130"/>
                <p:cNvSpPr/>
                <p:nvPr/>
              </p:nvSpPr>
              <p:spPr>
                <a:xfrm rot="11419885">
                  <a:off x="1668684" y="2749333"/>
                  <a:ext cx="150701" cy="28072"/>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sp>
              <p:nvSpPr>
                <p:cNvPr id="132" name="Rectangle 131"/>
                <p:cNvSpPr/>
                <p:nvPr/>
              </p:nvSpPr>
              <p:spPr>
                <a:xfrm rot="15401283" flipH="1">
                  <a:off x="1357027" y="2313382"/>
                  <a:ext cx="150701" cy="28072"/>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grpSp>
          <p:grpSp>
            <p:nvGrpSpPr>
              <p:cNvPr id="122" name="Group 121"/>
              <p:cNvGrpSpPr/>
              <p:nvPr/>
            </p:nvGrpSpPr>
            <p:grpSpPr>
              <a:xfrm>
                <a:off x="733427" y="2832979"/>
                <a:ext cx="610039" cy="452564"/>
                <a:chOff x="733427" y="2832979"/>
                <a:chExt cx="610039" cy="452564"/>
              </a:xfrm>
            </p:grpSpPr>
            <p:sp>
              <p:nvSpPr>
                <p:cNvPr id="123" name="Rectangle 11"/>
                <p:cNvSpPr/>
                <p:nvPr/>
              </p:nvSpPr>
              <p:spPr>
                <a:xfrm rot="13571737">
                  <a:off x="871662" y="2822266"/>
                  <a:ext cx="38153" cy="141267"/>
                </a:xfrm>
                <a:custGeom>
                  <a:avLst/>
                  <a:gdLst>
                    <a:gd name="connsiteX0" fmla="*/ 0 w 88106"/>
                    <a:gd name="connsiteY0" fmla="*/ 0 h 414337"/>
                    <a:gd name="connsiteX1" fmla="*/ 88106 w 88106"/>
                    <a:gd name="connsiteY1" fmla="*/ 0 h 414337"/>
                    <a:gd name="connsiteX2" fmla="*/ 88106 w 88106"/>
                    <a:gd name="connsiteY2" fmla="*/ 414337 h 414337"/>
                    <a:gd name="connsiteX3" fmla="*/ 0 w 88106"/>
                    <a:gd name="connsiteY3" fmla="*/ 414337 h 414337"/>
                    <a:gd name="connsiteX4" fmla="*/ 0 w 88106"/>
                    <a:gd name="connsiteY4" fmla="*/ 0 h 414337"/>
                    <a:gd name="connsiteX0" fmla="*/ 0 w 119062"/>
                    <a:gd name="connsiteY0" fmla="*/ 0 h 416718"/>
                    <a:gd name="connsiteX1" fmla="*/ 119062 w 119062"/>
                    <a:gd name="connsiteY1" fmla="*/ 2381 h 416718"/>
                    <a:gd name="connsiteX2" fmla="*/ 119062 w 119062"/>
                    <a:gd name="connsiteY2" fmla="*/ 416718 h 416718"/>
                    <a:gd name="connsiteX3" fmla="*/ 30956 w 119062"/>
                    <a:gd name="connsiteY3" fmla="*/ 416718 h 416718"/>
                    <a:gd name="connsiteX4" fmla="*/ 0 w 119062"/>
                    <a:gd name="connsiteY4" fmla="*/ 0 h 416718"/>
                    <a:gd name="connsiteX0" fmla="*/ 0 w 119062"/>
                    <a:gd name="connsiteY0" fmla="*/ 0 h 416718"/>
                    <a:gd name="connsiteX1" fmla="*/ 119062 w 119062"/>
                    <a:gd name="connsiteY1" fmla="*/ 2381 h 416718"/>
                    <a:gd name="connsiteX2" fmla="*/ 119062 w 119062"/>
                    <a:gd name="connsiteY2" fmla="*/ 416718 h 416718"/>
                    <a:gd name="connsiteX3" fmla="*/ 0 w 119062"/>
                    <a:gd name="connsiteY3" fmla="*/ 0 h 416718"/>
                    <a:gd name="connsiteX0" fmla="*/ 0 w 119062"/>
                    <a:gd name="connsiteY0" fmla="*/ 0 h 354805"/>
                    <a:gd name="connsiteX1" fmla="*/ 119062 w 119062"/>
                    <a:gd name="connsiteY1" fmla="*/ 2381 h 354805"/>
                    <a:gd name="connsiteX2" fmla="*/ 54768 w 119062"/>
                    <a:gd name="connsiteY2" fmla="*/ 354805 h 354805"/>
                    <a:gd name="connsiteX3" fmla="*/ 0 w 119062"/>
                    <a:gd name="connsiteY3" fmla="*/ 0 h 354805"/>
                    <a:gd name="connsiteX0" fmla="*/ 0 w 54768"/>
                    <a:gd name="connsiteY0" fmla="*/ 0 h 354805"/>
                    <a:gd name="connsiteX1" fmla="*/ 54768 w 54768"/>
                    <a:gd name="connsiteY1" fmla="*/ 354805 h 354805"/>
                    <a:gd name="connsiteX2" fmla="*/ 0 w 54768"/>
                    <a:gd name="connsiteY2" fmla="*/ 0 h 354805"/>
                    <a:gd name="connsiteX0" fmla="*/ 27496 w 82264"/>
                    <a:gd name="connsiteY0" fmla="*/ 0 h 354805"/>
                    <a:gd name="connsiteX1" fmla="*/ 82264 w 82264"/>
                    <a:gd name="connsiteY1" fmla="*/ 354805 h 354805"/>
                    <a:gd name="connsiteX2" fmla="*/ 27496 w 82264"/>
                    <a:gd name="connsiteY2" fmla="*/ 0 h 354805"/>
                    <a:gd name="connsiteX0" fmla="*/ 27496 w 96956"/>
                    <a:gd name="connsiteY0" fmla="*/ 0 h 354805"/>
                    <a:gd name="connsiteX1" fmla="*/ 82264 w 96956"/>
                    <a:gd name="connsiteY1" fmla="*/ 354805 h 354805"/>
                    <a:gd name="connsiteX2" fmla="*/ 27496 w 96956"/>
                    <a:gd name="connsiteY2" fmla="*/ 0 h 354805"/>
                    <a:gd name="connsiteX0" fmla="*/ 28262 w 95882"/>
                    <a:gd name="connsiteY0" fmla="*/ 0 h 357186"/>
                    <a:gd name="connsiteX1" fmla="*/ 78268 w 95882"/>
                    <a:gd name="connsiteY1" fmla="*/ 357186 h 357186"/>
                    <a:gd name="connsiteX2" fmla="*/ 28262 w 95882"/>
                    <a:gd name="connsiteY2" fmla="*/ 0 h 357186"/>
                    <a:gd name="connsiteX0" fmla="*/ 28262 w 121470"/>
                    <a:gd name="connsiteY0" fmla="*/ 0 h 357186"/>
                    <a:gd name="connsiteX1" fmla="*/ 78268 w 121470"/>
                    <a:gd name="connsiteY1" fmla="*/ 357186 h 357186"/>
                    <a:gd name="connsiteX2" fmla="*/ 28262 w 121470"/>
                    <a:gd name="connsiteY2" fmla="*/ 0 h 357186"/>
                    <a:gd name="connsiteX0" fmla="*/ 0 w 93208"/>
                    <a:gd name="connsiteY0" fmla="*/ 0 h 357186"/>
                    <a:gd name="connsiteX1" fmla="*/ 50006 w 93208"/>
                    <a:gd name="connsiteY1" fmla="*/ 357186 h 357186"/>
                    <a:gd name="connsiteX2" fmla="*/ 0 w 93208"/>
                    <a:gd name="connsiteY2" fmla="*/ 0 h 357186"/>
                    <a:gd name="connsiteX0" fmla="*/ 0 w 93208"/>
                    <a:gd name="connsiteY0" fmla="*/ 0 h 357186"/>
                    <a:gd name="connsiteX1" fmla="*/ 50006 w 93208"/>
                    <a:gd name="connsiteY1" fmla="*/ 357186 h 357186"/>
                    <a:gd name="connsiteX2" fmla="*/ 0 w 93208"/>
                    <a:gd name="connsiteY2" fmla="*/ 0 h 357186"/>
                    <a:gd name="connsiteX0" fmla="*/ 0 w 93208"/>
                    <a:gd name="connsiteY0" fmla="*/ 0 h 357186"/>
                    <a:gd name="connsiteX1" fmla="*/ 50006 w 93208"/>
                    <a:gd name="connsiteY1" fmla="*/ 357186 h 357186"/>
                    <a:gd name="connsiteX2" fmla="*/ 0 w 93208"/>
                    <a:gd name="connsiteY2" fmla="*/ 0 h 357186"/>
                    <a:gd name="connsiteX0" fmla="*/ 0 w 94539"/>
                    <a:gd name="connsiteY0" fmla="*/ 0 h 350042"/>
                    <a:gd name="connsiteX1" fmla="*/ 52387 w 94539"/>
                    <a:gd name="connsiteY1" fmla="*/ 350042 h 350042"/>
                    <a:gd name="connsiteX2" fmla="*/ 0 w 94539"/>
                    <a:gd name="connsiteY2" fmla="*/ 0 h 350042"/>
                    <a:gd name="connsiteX0" fmla="*/ 0 w 94539"/>
                    <a:gd name="connsiteY0" fmla="*/ 0 h 350042"/>
                    <a:gd name="connsiteX1" fmla="*/ 52387 w 94539"/>
                    <a:gd name="connsiteY1" fmla="*/ 350042 h 350042"/>
                    <a:gd name="connsiteX2" fmla="*/ 0 w 94539"/>
                    <a:gd name="connsiteY2" fmla="*/ 0 h 350042"/>
                  </a:gdLst>
                  <a:ahLst/>
                  <a:cxnLst>
                    <a:cxn ang="0">
                      <a:pos x="connsiteX0" y="connsiteY0"/>
                    </a:cxn>
                    <a:cxn ang="0">
                      <a:pos x="connsiteX1" y="connsiteY1"/>
                    </a:cxn>
                    <a:cxn ang="0">
                      <a:pos x="connsiteX2" y="connsiteY2"/>
                    </a:cxn>
                  </a:cxnLst>
                  <a:rect l="l" t="t" r="r" b="b"/>
                  <a:pathLst>
                    <a:path w="94539" h="350042">
                      <a:moveTo>
                        <a:pt x="0" y="0"/>
                      </a:moveTo>
                      <a:cubicBezTo>
                        <a:pt x="127794" y="94455"/>
                        <a:pt x="105569" y="310355"/>
                        <a:pt x="52387" y="350042"/>
                      </a:cubicBezTo>
                      <a:cubicBezTo>
                        <a:pt x="46037" y="215105"/>
                        <a:pt x="49212" y="134936"/>
                        <a:pt x="0" y="0"/>
                      </a:cubicBezTo>
                      <a:close/>
                    </a:path>
                  </a:pathLst>
                </a:custGeom>
                <a:solidFill>
                  <a:srgbClr val="F4AF8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sp>
              <p:nvSpPr>
                <p:cNvPr id="124" name="Rectangle 11"/>
                <p:cNvSpPr/>
                <p:nvPr/>
              </p:nvSpPr>
              <p:spPr>
                <a:xfrm rot="3209151">
                  <a:off x="1205382" y="3120313"/>
                  <a:ext cx="37097" cy="141511"/>
                </a:xfrm>
                <a:custGeom>
                  <a:avLst/>
                  <a:gdLst>
                    <a:gd name="connsiteX0" fmla="*/ 0 w 88106"/>
                    <a:gd name="connsiteY0" fmla="*/ 0 h 414337"/>
                    <a:gd name="connsiteX1" fmla="*/ 88106 w 88106"/>
                    <a:gd name="connsiteY1" fmla="*/ 0 h 414337"/>
                    <a:gd name="connsiteX2" fmla="*/ 88106 w 88106"/>
                    <a:gd name="connsiteY2" fmla="*/ 414337 h 414337"/>
                    <a:gd name="connsiteX3" fmla="*/ 0 w 88106"/>
                    <a:gd name="connsiteY3" fmla="*/ 414337 h 414337"/>
                    <a:gd name="connsiteX4" fmla="*/ 0 w 88106"/>
                    <a:gd name="connsiteY4" fmla="*/ 0 h 414337"/>
                    <a:gd name="connsiteX0" fmla="*/ 0 w 119062"/>
                    <a:gd name="connsiteY0" fmla="*/ 0 h 416718"/>
                    <a:gd name="connsiteX1" fmla="*/ 119062 w 119062"/>
                    <a:gd name="connsiteY1" fmla="*/ 2381 h 416718"/>
                    <a:gd name="connsiteX2" fmla="*/ 119062 w 119062"/>
                    <a:gd name="connsiteY2" fmla="*/ 416718 h 416718"/>
                    <a:gd name="connsiteX3" fmla="*/ 30956 w 119062"/>
                    <a:gd name="connsiteY3" fmla="*/ 416718 h 416718"/>
                    <a:gd name="connsiteX4" fmla="*/ 0 w 119062"/>
                    <a:gd name="connsiteY4" fmla="*/ 0 h 416718"/>
                    <a:gd name="connsiteX0" fmla="*/ 0 w 119062"/>
                    <a:gd name="connsiteY0" fmla="*/ 0 h 416718"/>
                    <a:gd name="connsiteX1" fmla="*/ 119062 w 119062"/>
                    <a:gd name="connsiteY1" fmla="*/ 2381 h 416718"/>
                    <a:gd name="connsiteX2" fmla="*/ 119062 w 119062"/>
                    <a:gd name="connsiteY2" fmla="*/ 416718 h 416718"/>
                    <a:gd name="connsiteX3" fmla="*/ 0 w 119062"/>
                    <a:gd name="connsiteY3" fmla="*/ 0 h 416718"/>
                    <a:gd name="connsiteX0" fmla="*/ 0 w 119062"/>
                    <a:gd name="connsiteY0" fmla="*/ 0 h 354805"/>
                    <a:gd name="connsiteX1" fmla="*/ 119062 w 119062"/>
                    <a:gd name="connsiteY1" fmla="*/ 2381 h 354805"/>
                    <a:gd name="connsiteX2" fmla="*/ 54768 w 119062"/>
                    <a:gd name="connsiteY2" fmla="*/ 354805 h 354805"/>
                    <a:gd name="connsiteX3" fmla="*/ 0 w 119062"/>
                    <a:gd name="connsiteY3" fmla="*/ 0 h 354805"/>
                    <a:gd name="connsiteX0" fmla="*/ 0 w 54768"/>
                    <a:gd name="connsiteY0" fmla="*/ 0 h 354805"/>
                    <a:gd name="connsiteX1" fmla="*/ 54768 w 54768"/>
                    <a:gd name="connsiteY1" fmla="*/ 354805 h 354805"/>
                    <a:gd name="connsiteX2" fmla="*/ 0 w 54768"/>
                    <a:gd name="connsiteY2" fmla="*/ 0 h 354805"/>
                    <a:gd name="connsiteX0" fmla="*/ 27496 w 82264"/>
                    <a:gd name="connsiteY0" fmla="*/ 0 h 354805"/>
                    <a:gd name="connsiteX1" fmla="*/ 82264 w 82264"/>
                    <a:gd name="connsiteY1" fmla="*/ 354805 h 354805"/>
                    <a:gd name="connsiteX2" fmla="*/ 27496 w 82264"/>
                    <a:gd name="connsiteY2" fmla="*/ 0 h 354805"/>
                    <a:gd name="connsiteX0" fmla="*/ 27496 w 96956"/>
                    <a:gd name="connsiteY0" fmla="*/ 0 h 354805"/>
                    <a:gd name="connsiteX1" fmla="*/ 82264 w 96956"/>
                    <a:gd name="connsiteY1" fmla="*/ 354805 h 354805"/>
                    <a:gd name="connsiteX2" fmla="*/ 27496 w 96956"/>
                    <a:gd name="connsiteY2" fmla="*/ 0 h 354805"/>
                    <a:gd name="connsiteX0" fmla="*/ 28262 w 95882"/>
                    <a:gd name="connsiteY0" fmla="*/ 0 h 357186"/>
                    <a:gd name="connsiteX1" fmla="*/ 78268 w 95882"/>
                    <a:gd name="connsiteY1" fmla="*/ 357186 h 357186"/>
                    <a:gd name="connsiteX2" fmla="*/ 28262 w 95882"/>
                    <a:gd name="connsiteY2" fmla="*/ 0 h 357186"/>
                    <a:gd name="connsiteX0" fmla="*/ 28262 w 121470"/>
                    <a:gd name="connsiteY0" fmla="*/ 0 h 357186"/>
                    <a:gd name="connsiteX1" fmla="*/ 78268 w 121470"/>
                    <a:gd name="connsiteY1" fmla="*/ 357186 h 357186"/>
                    <a:gd name="connsiteX2" fmla="*/ 28262 w 121470"/>
                    <a:gd name="connsiteY2" fmla="*/ 0 h 357186"/>
                    <a:gd name="connsiteX0" fmla="*/ 0 w 93208"/>
                    <a:gd name="connsiteY0" fmla="*/ 0 h 357186"/>
                    <a:gd name="connsiteX1" fmla="*/ 50006 w 93208"/>
                    <a:gd name="connsiteY1" fmla="*/ 357186 h 357186"/>
                    <a:gd name="connsiteX2" fmla="*/ 0 w 93208"/>
                    <a:gd name="connsiteY2" fmla="*/ 0 h 357186"/>
                    <a:gd name="connsiteX0" fmla="*/ 0 w 93208"/>
                    <a:gd name="connsiteY0" fmla="*/ 0 h 357186"/>
                    <a:gd name="connsiteX1" fmla="*/ 50006 w 93208"/>
                    <a:gd name="connsiteY1" fmla="*/ 357186 h 357186"/>
                    <a:gd name="connsiteX2" fmla="*/ 0 w 93208"/>
                    <a:gd name="connsiteY2" fmla="*/ 0 h 357186"/>
                    <a:gd name="connsiteX0" fmla="*/ 0 w 93208"/>
                    <a:gd name="connsiteY0" fmla="*/ 0 h 357186"/>
                    <a:gd name="connsiteX1" fmla="*/ 50006 w 93208"/>
                    <a:gd name="connsiteY1" fmla="*/ 357186 h 357186"/>
                    <a:gd name="connsiteX2" fmla="*/ 0 w 93208"/>
                    <a:gd name="connsiteY2" fmla="*/ 0 h 357186"/>
                    <a:gd name="connsiteX0" fmla="*/ 0 w 94539"/>
                    <a:gd name="connsiteY0" fmla="*/ 0 h 350042"/>
                    <a:gd name="connsiteX1" fmla="*/ 52387 w 94539"/>
                    <a:gd name="connsiteY1" fmla="*/ 350042 h 350042"/>
                    <a:gd name="connsiteX2" fmla="*/ 0 w 94539"/>
                    <a:gd name="connsiteY2" fmla="*/ 0 h 350042"/>
                    <a:gd name="connsiteX0" fmla="*/ 0 w 94539"/>
                    <a:gd name="connsiteY0" fmla="*/ 0 h 350042"/>
                    <a:gd name="connsiteX1" fmla="*/ 52387 w 94539"/>
                    <a:gd name="connsiteY1" fmla="*/ 350042 h 350042"/>
                    <a:gd name="connsiteX2" fmla="*/ 0 w 94539"/>
                    <a:gd name="connsiteY2" fmla="*/ 0 h 350042"/>
                    <a:gd name="connsiteX0" fmla="*/ 0 w 91922"/>
                    <a:gd name="connsiteY0" fmla="*/ 0 h 350646"/>
                    <a:gd name="connsiteX1" fmla="*/ 47662 w 91922"/>
                    <a:gd name="connsiteY1" fmla="*/ 350646 h 350646"/>
                    <a:gd name="connsiteX2" fmla="*/ 0 w 91922"/>
                    <a:gd name="connsiteY2" fmla="*/ 0 h 350646"/>
                  </a:gdLst>
                  <a:ahLst/>
                  <a:cxnLst>
                    <a:cxn ang="0">
                      <a:pos x="connsiteX0" y="connsiteY0"/>
                    </a:cxn>
                    <a:cxn ang="0">
                      <a:pos x="connsiteX1" y="connsiteY1"/>
                    </a:cxn>
                    <a:cxn ang="0">
                      <a:pos x="connsiteX2" y="connsiteY2"/>
                    </a:cxn>
                  </a:cxnLst>
                  <a:rect l="l" t="t" r="r" b="b"/>
                  <a:pathLst>
                    <a:path w="91922" h="350646">
                      <a:moveTo>
                        <a:pt x="0" y="0"/>
                      </a:moveTo>
                      <a:cubicBezTo>
                        <a:pt x="127794" y="94455"/>
                        <a:pt x="100844" y="310959"/>
                        <a:pt x="47662" y="350646"/>
                      </a:cubicBezTo>
                      <a:cubicBezTo>
                        <a:pt x="41312" y="215709"/>
                        <a:pt x="49212" y="134936"/>
                        <a:pt x="0" y="0"/>
                      </a:cubicBezTo>
                      <a:close/>
                    </a:path>
                  </a:pathLst>
                </a:custGeom>
                <a:solidFill>
                  <a:srgbClr val="F4AF8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grpSp>
              <p:nvGrpSpPr>
                <p:cNvPr id="125" name="Group 124"/>
                <p:cNvGrpSpPr/>
                <p:nvPr/>
              </p:nvGrpSpPr>
              <p:grpSpPr>
                <a:xfrm rot="13571737">
                  <a:off x="812165" y="2754241"/>
                  <a:ext cx="452564" cy="610039"/>
                  <a:chOff x="812165" y="2754241"/>
                  <a:chExt cx="1121399" cy="1511604"/>
                </a:xfrm>
              </p:grpSpPr>
              <p:sp>
                <p:nvSpPr>
                  <p:cNvPr id="126" name="Rectangle 13"/>
                  <p:cNvSpPr/>
                  <p:nvPr/>
                </p:nvSpPr>
                <p:spPr>
                  <a:xfrm>
                    <a:off x="812165" y="3026878"/>
                    <a:ext cx="1121399" cy="1238967"/>
                  </a:xfrm>
                  <a:custGeom>
                    <a:avLst/>
                    <a:gdLst>
                      <a:gd name="connsiteX0" fmla="*/ 0 w 1439652"/>
                      <a:gd name="connsiteY0" fmla="*/ 0 h 1352888"/>
                      <a:gd name="connsiteX1" fmla="*/ 1439652 w 1439652"/>
                      <a:gd name="connsiteY1" fmla="*/ 0 h 1352888"/>
                      <a:gd name="connsiteX2" fmla="*/ 1439652 w 1439652"/>
                      <a:gd name="connsiteY2" fmla="*/ 1352888 h 1352888"/>
                      <a:gd name="connsiteX3" fmla="*/ 0 w 1439652"/>
                      <a:gd name="connsiteY3" fmla="*/ 1352888 h 1352888"/>
                      <a:gd name="connsiteX4" fmla="*/ 0 w 1439652"/>
                      <a:gd name="connsiteY4" fmla="*/ 0 h 1352888"/>
                      <a:gd name="connsiteX0" fmla="*/ 0 w 1439652"/>
                      <a:gd name="connsiteY0" fmla="*/ 0 h 1352888"/>
                      <a:gd name="connsiteX1" fmla="*/ 1439652 w 1439652"/>
                      <a:gd name="connsiteY1" fmla="*/ 0 h 1352888"/>
                      <a:gd name="connsiteX2" fmla="*/ 1439652 w 1439652"/>
                      <a:gd name="connsiteY2" fmla="*/ 1352888 h 1352888"/>
                      <a:gd name="connsiteX3" fmla="*/ 710215 w 1439652"/>
                      <a:gd name="connsiteY3" fmla="*/ 1349961 h 1352888"/>
                      <a:gd name="connsiteX4" fmla="*/ 0 w 1439652"/>
                      <a:gd name="connsiteY4" fmla="*/ 1352888 h 1352888"/>
                      <a:gd name="connsiteX5" fmla="*/ 0 w 1439652"/>
                      <a:gd name="connsiteY5" fmla="*/ 0 h 1352888"/>
                      <a:gd name="connsiteX0" fmla="*/ 0 w 1439652"/>
                      <a:gd name="connsiteY0" fmla="*/ 0 h 1352888"/>
                      <a:gd name="connsiteX1" fmla="*/ 1439652 w 1439652"/>
                      <a:gd name="connsiteY1" fmla="*/ 0 h 1352888"/>
                      <a:gd name="connsiteX2" fmla="*/ 1439652 w 1439652"/>
                      <a:gd name="connsiteY2" fmla="*/ 1352888 h 1352888"/>
                      <a:gd name="connsiteX3" fmla="*/ 724240 w 1439652"/>
                      <a:gd name="connsiteY3" fmla="*/ 1316302 h 1352888"/>
                      <a:gd name="connsiteX4" fmla="*/ 0 w 1439652"/>
                      <a:gd name="connsiteY4" fmla="*/ 1352888 h 1352888"/>
                      <a:gd name="connsiteX5" fmla="*/ 0 w 1439652"/>
                      <a:gd name="connsiteY5" fmla="*/ 0 h 1352888"/>
                      <a:gd name="connsiteX0" fmla="*/ 0 w 1439652"/>
                      <a:gd name="connsiteY0" fmla="*/ 0 h 1352888"/>
                      <a:gd name="connsiteX1" fmla="*/ 1439652 w 1439652"/>
                      <a:gd name="connsiteY1" fmla="*/ 0 h 1352888"/>
                      <a:gd name="connsiteX2" fmla="*/ 1439652 w 1439652"/>
                      <a:gd name="connsiteY2" fmla="*/ 1352888 h 1352888"/>
                      <a:gd name="connsiteX3" fmla="*/ 724240 w 1439652"/>
                      <a:gd name="connsiteY3" fmla="*/ 1316302 h 1352888"/>
                      <a:gd name="connsiteX4" fmla="*/ 109391 w 1439652"/>
                      <a:gd name="connsiteY4" fmla="*/ 794711 h 1352888"/>
                      <a:gd name="connsiteX5" fmla="*/ 0 w 1439652"/>
                      <a:gd name="connsiteY5" fmla="*/ 0 h 1352888"/>
                      <a:gd name="connsiteX0" fmla="*/ 0 w 1439652"/>
                      <a:gd name="connsiteY0" fmla="*/ 0 h 1352888"/>
                      <a:gd name="connsiteX1" fmla="*/ 1439652 w 1439652"/>
                      <a:gd name="connsiteY1" fmla="*/ 0 h 1352888"/>
                      <a:gd name="connsiteX2" fmla="*/ 1439652 w 1439652"/>
                      <a:gd name="connsiteY2" fmla="*/ 1352888 h 1352888"/>
                      <a:gd name="connsiteX3" fmla="*/ 724240 w 1439652"/>
                      <a:gd name="connsiteY3" fmla="*/ 1316302 h 1352888"/>
                      <a:gd name="connsiteX4" fmla="*/ 109391 w 1439652"/>
                      <a:gd name="connsiteY4" fmla="*/ 794711 h 1352888"/>
                      <a:gd name="connsiteX5" fmla="*/ 0 w 1439652"/>
                      <a:gd name="connsiteY5" fmla="*/ 0 h 1352888"/>
                      <a:gd name="connsiteX0" fmla="*/ 0 w 1439652"/>
                      <a:gd name="connsiteY0" fmla="*/ 0 h 1363864"/>
                      <a:gd name="connsiteX1" fmla="*/ 1439652 w 1439652"/>
                      <a:gd name="connsiteY1" fmla="*/ 0 h 1363864"/>
                      <a:gd name="connsiteX2" fmla="*/ 1439652 w 1439652"/>
                      <a:gd name="connsiteY2" fmla="*/ 1352888 h 1363864"/>
                      <a:gd name="connsiteX3" fmla="*/ 724240 w 1439652"/>
                      <a:gd name="connsiteY3" fmla="*/ 1316302 h 1363864"/>
                      <a:gd name="connsiteX4" fmla="*/ 109391 w 1439652"/>
                      <a:gd name="connsiteY4" fmla="*/ 794711 h 1363864"/>
                      <a:gd name="connsiteX5" fmla="*/ 0 w 1439652"/>
                      <a:gd name="connsiteY5" fmla="*/ 0 h 1363864"/>
                      <a:gd name="connsiteX0" fmla="*/ 0 w 1439652"/>
                      <a:gd name="connsiteY0" fmla="*/ 0 h 1373603"/>
                      <a:gd name="connsiteX1" fmla="*/ 1439652 w 1439652"/>
                      <a:gd name="connsiteY1" fmla="*/ 0 h 1373603"/>
                      <a:gd name="connsiteX2" fmla="*/ 1439652 w 1439652"/>
                      <a:gd name="connsiteY2" fmla="*/ 1352888 h 1373603"/>
                      <a:gd name="connsiteX3" fmla="*/ 724240 w 1439652"/>
                      <a:gd name="connsiteY3" fmla="*/ 1316302 h 1373603"/>
                      <a:gd name="connsiteX4" fmla="*/ 109391 w 1439652"/>
                      <a:gd name="connsiteY4" fmla="*/ 794711 h 1373603"/>
                      <a:gd name="connsiteX5" fmla="*/ 0 w 1439652"/>
                      <a:gd name="connsiteY5" fmla="*/ 0 h 1373603"/>
                      <a:gd name="connsiteX0" fmla="*/ 0 w 1439652"/>
                      <a:gd name="connsiteY0" fmla="*/ 0 h 1373603"/>
                      <a:gd name="connsiteX1" fmla="*/ 1439652 w 1439652"/>
                      <a:gd name="connsiteY1" fmla="*/ 0 h 1373603"/>
                      <a:gd name="connsiteX2" fmla="*/ 1234893 w 1439652"/>
                      <a:gd name="connsiteY2" fmla="*/ 800322 h 1373603"/>
                      <a:gd name="connsiteX3" fmla="*/ 724240 w 1439652"/>
                      <a:gd name="connsiteY3" fmla="*/ 1316302 h 1373603"/>
                      <a:gd name="connsiteX4" fmla="*/ 109391 w 1439652"/>
                      <a:gd name="connsiteY4" fmla="*/ 794711 h 1373603"/>
                      <a:gd name="connsiteX5" fmla="*/ 0 w 1439652"/>
                      <a:gd name="connsiteY5" fmla="*/ 0 h 1373603"/>
                      <a:gd name="connsiteX0" fmla="*/ 0 w 1439652"/>
                      <a:gd name="connsiteY0" fmla="*/ 0 h 1373603"/>
                      <a:gd name="connsiteX1" fmla="*/ 1439652 w 1439652"/>
                      <a:gd name="connsiteY1" fmla="*/ 0 h 1373603"/>
                      <a:gd name="connsiteX2" fmla="*/ 1234893 w 1439652"/>
                      <a:gd name="connsiteY2" fmla="*/ 800322 h 1373603"/>
                      <a:gd name="connsiteX3" fmla="*/ 724240 w 1439652"/>
                      <a:gd name="connsiteY3" fmla="*/ 1316302 h 1373603"/>
                      <a:gd name="connsiteX4" fmla="*/ 109391 w 1439652"/>
                      <a:gd name="connsiteY4" fmla="*/ 794711 h 1373603"/>
                      <a:gd name="connsiteX5" fmla="*/ 0 w 1439652"/>
                      <a:gd name="connsiteY5" fmla="*/ 0 h 1373603"/>
                      <a:gd name="connsiteX0" fmla="*/ 0 w 1439652"/>
                      <a:gd name="connsiteY0" fmla="*/ 0 h 1373603"/>
                      <a:gd name="connsiteX1" fmla="*/ 1439652 w 1439652"/>
                      <a:gd name="connsiteY1" fmla="*/ 0 h 1373603"/>
                      <a:gd name="connsiteX2" fmla="*/ 1218064 w 1439652"/>
                      <a:gd name="connsiteY2" fmla="*/ 783492 h 1373603"/>
                      <a:gd name="connsiteX3" fmla="*/ 724240 w 1439652"/>
                      <a:gd name="connsiteY3" fmla="*/ 1316302 h 1373603"/>
                      <a:gd name="connsiteX4" fmla="*/ 109391 w 1439652"/>
                      <a:gd name="connsiteY4" fmla="*/ 794711 h 1373603"/>
                      <a:gd name="connsiteX5" fmla="*/ 0 w 1439652"/>
                      <a:gd name="connsiteY5" fmla="*/ 0 h 1373603"/>
                      <a:gd name="connsiteX0" fmla="*/ 0 w 1439652"/>
                      <a:gd name="connsiteY0" fmla="*/ 0 h 1373603"/>
                      <a:gd name="connsiteX1" fmla="*/ 1439652 w 1439652"/>
                      <a:gd name="connsiteY1" fmla="*/ 0 h 1373603"/>
                      <a:gd name="connsiteX2" fmla="*/ 1218064 w 1439652"/>
                      <a:gd name="connsiteY2" fmla="*/ 783492 h 1373603"/>
                      <a:gd name="connsiteX3" fmla="*/ 724240 w 1439652"/>
                      <a:gd name="connsiteY3" fmla="*/ 1316302 h 1373603"/>
                      <a:gd name="connsiteX4" fmla="*/ 109391 w 1439652"/>
                      <a:gd name="connsiteY4" fmla="*/ 794711 h 1373603"/>
                      <a:gd name="connsiteX5" fmla="*/ 0 w 1439652"/>
                      <a:gd name="connsiteY5" fmla="*/ 0 h 1373603"/>
                      <a:gd name="connsiteX0" fmla="*/ 0 w 1439652"/>
                      <a:gd name="connsiteY0" fmla="*/ 0 h 1373603"/>
                      <a:gd name="connsiteX1" fmla="*/ 1439652 w 1439652"/>
                      <a:gd name="connsiteY1" fmla="*/ 0 h 1373603"/>
                      <a:gd name="connsiteX2" fmla="*/ 1218064 w 1439652"/>
                      <a:gd name="connsiteY2" fmla="*/ 783492 h 1373603"/>
                      <a:gd name="connsiteX3" fmla="*/ 724240 w 1439652"/>
                      <a:gd name="connsiteY3" fmla="*/ 1316302 h 1373603"/>
                      <a:gd name="connsiteX4" fmla="*/ 109391 w 1439652"/>
                      <a:gd name="connsiteY4" fmla="*/ 794711 h 1373603"/>
                      <a:gd name="connsiteX5" fmla="*/ 0 w 1439652"/>
                      <a:gd name="connsiteY5" fmla="*/ 0 h 1373603"/>
                      <a:gd name="connsiteX0" fmla="*/ 0 w 1439652"/>
                      <a:gd name="connsiteY0" fmla="*/ 0 h 1373603"/>
                      <a:gd name="connsiteX1" fmla="*/ 1439652 w 1439652"/>
                      <a:gd name="connsiteY1" fmla="*/ 0 h 1373603"/>
                      <a:gd name="connsiteX2" fmla="*/ 1223673 w 1439652"/>
                      <a:gd name="connsiteY2" fmla="*/ 780687 h 1373603"/>
                      <a:gd name="connsiteX3" fmla="*/ 724240 w 1439652"/>
                      <a:gd name="connsiteY3" fmla="*/ 1316302 h 1373603"/>
                      <a:gd name="connsiteX4" fmla="*/ 109391 w 1439652"/>
                      <a:gd name="connsiteY4" fmla="*/ 794711 h 1373603"/>
                      <a:gd name="connsiteX5" fmla="*/ 0 w 1439652"/>
                      <a:gd name="connsiteY5" fmla="*/ 0 h 1373603"/>
                      <a:gd name="connsiteX0" fmla="*/ 0 w 1439652"/>
                      <a:gd name="connsiteY0" fmla="*/ 0 h 1373603"/>
                      <a:gd name="connsiteX1" fmla="*/ 1439652 w 1439652"/>
                      <a:gd name="connsiteY1" fmla="*/ 0 h 1373603"/>
                      <a:gd name="connsiteX2" fmla="*/ 1223673 w 1439652"/>
                      <a:gd name="connsiteY2" fmla="*/ 780687 h 1373603"/>
                      <a:gd name="connsiteX3" fmla="*/ 724240 w 1439652"/>
                      <a:gd name="connsiteY3" fmla="*/ 1316302 h 1373603"/>
                      <a:gd name="connsiteX4" fmla="*/ 109391 w 1439652"/>
                      <a:gd name="connsiteY4" fmla="*/ 794711 h 1373603"/>
                      <a:gd name="connsiteX5" fmla="*/ 0 w 1439652"/>
                      <a:gd name="connsiteY5" fmla="*/ 0 h 1373603"/>
                      <a:gd name="connsiteX0" fmla="*/ 0 w 1439652"/>
                      <a:gd name="connsiteY0" fmla="*/ 0 h 1373603"/>
                      <a:gd name="connsiteX1" fmla="*/ 1439652 w 1439652"/>
                      <a:gd name="connsiteY1" fmla="*/ 0 h 1373603"/>
                      <a:gd name="connsiteX2" fmla="*/ 1223673 w 1439652"/>
                      <a:gd name="connsiteY2" fmla="*/ 780687 h 1373603"/>
                      <a:gd name="connsiteX3" fmla="*/ 724240 w 1439652"/>
                      <a:gd name="connsiteY3" fmla="*/ 1316302 h 1373603"/>
                      <a:gd name="connsiteX4" fmla="*/ 109391 w 1439652"/>
                      <a:gd name="connsiteY4" fmla="*/ 794711 h 1373603"/>
                      <a:gd name="connsiteX5" fmla="*/ 0 w 1439652"/>
                      <a:gd name="connsiteY5" fmla="*/ 0 h 1373603"/>
                      <a:gd name="connsiteX0" fmla="*/ 308541 w 1330261"/>
                      <a:gd name="connsiteY0" fmla="*/ 140245 h 1373603"/>
                      <a:gd name="connsiteX1" fmla="*/ 1330261 w 1330261"/>
                      <a:gd name="connsiteY1" fmla="*/ 0 h 1373603"/>
                      <a:gd name="connsiteX2" fmla="*/ 1114282 w 1330261"/>
                      <a:gd name="connsiteY2" fmla="*/ 780687 h 1373603"/>
                      <a:gd name="connsiteX3" fmla="*/ 614849 w 1330261"/>
                      <a:gd name="connsiteY3" fmla="*/ 1316302 h 1373603"/>
                      <a:gd name="connsiteX4" fmla="*/ 0 w 1330261"/>
                      <a:gd name="connsiteY4" fmla="*/ 794711 h 1373603"/>
                      <a:gd name="connsiteX5" fmla="*/ 308541 w 1330261"/>
                      <a:gd name="connsiteY5" fmla="*/ 140245 h 1373603"/>
                      <a:gd name="connsiteX0" fmla="*/ 308541 w 1330261"/>
                      <a:gd name="connsiteY0" fmla="*/ 140245 h 1373603"/>
                      <a:gd name="connsiteX1" fmla="*/ 1330261 w 1330261"/>
                      <a:gd name="connsiteY1" fmla="*/ 0 h 1373603"/>
                      <a:gd name="connsiteX2" fmla="*/ 1114282 w 1330261"/>
                      <a:gd name="connsiteY2" fmla="*/ 780687 h 1373603"/>
                      <a:gd name="connsiteX3" fmla="*/ 614849 w 1330261"/>
                      <a:gd name="connsiteY3" fmla="*/ 1316302 h 1373603"/>
                      <a:gd name="connsiteX4" fmla="*/ 0 w 1330261"/>
                      <a:gd name="connsiteY4" fmla="*/ 794711 h 1373603"/>
                      <a:gd name="connsiteX5" fmla="*/ 308541 w 1330261"/>
                      <a:gd name="connsiteY5" fmla="*/ 140245 h 1373603"/>
                      <a:gd name="connsiteX0" fmla="*/ 308541 w 1330261"/>
                      <a:gd name="connsiteY0" fmla="*/ 140245 h 1373603"/>
                      <a:gd name="connsiteX1" fmla="*/ 1330261 w 1330261"/>
                      <a:gd name="connsiteY1" fmla="*/ 0 h 1373603"/>
                      <a:gd name="connsiteX2" fmla="*/ 1114282 w 1330261"/>
                      <a:gd name="connsiteY2" fmla="*/ 780687 h 1373603"/>
                      <a:gd name="connsiteX3" fmla="*/ 614849 w 1330261"/>
                      <a:gd name="connsiteY3" fmla="*/ 1316302 h 1373603"/>
                      <a:gd name="connsiteX4" fmla="*/ 0 w 1330261"/>
                      <a:gd name="connsiteY4" fmla="*/ 794711 h 1373603"/>
                      <a:gd name="connsiteX5" fmla="*/ 308541 w 1330261"/>
                      <a:gd name="connsiteY5" fmla="*/ 140245 h 1373603"/>
                      <a:gd name="connsiteX0" fmla="*/ 313659 w 1335379"/>
                      <a:gd name="connsiteY0" fmla="*/ 140245 h 1373603"/>
                      <a:gd name="connsiteX1" fmla="*/ 1335379 w 1335379"/>
                      <a:gd name="connsiteY1" fmla="*/ 0 h 1373603"/>
                      <a:gd name="connsiteX2" fmla="*/ 1119400 w 1335379"/>
                      <a:gd name="connsiteY2" fmla="*/ 780687 h 1373603"/>
                      <a:gd name="connsiteX3" fmla="*/ 619967 w 1335379"/>
                      <a:gd name="connsiteY3" fmla="*/ 1316302 h 1373603"/>
                      <a:gd name="connsiteX4" fmla="*/ 5118 w 1335379"/>
                      <a:gd name="connsiteY4" fmla="*/ 794711 h 1373603"/>
                      <a:gd name="connsiteX5" fmla="*/ 313659 w 1335379"/>
                      <a:gd name="connsiteY5" fmla="*/ 140245 h 1373603"/>
                      <a:gd name="connsiteX0" fmla="*/ 313659 w 1119400"/>
                      <a:gd name="connsiteY0" fmla="*/ 5610 h 1238968"/>
                      <a:gd name="connsiteX1" fmla="*/ 777203 w 1119400"/>
                      <a:gd name="connsiteY1" fmla="*/ 0 h 1238968"/>
                      <a:gd name="connsiteX2" fmla="*/ 1119400 w 1119400"/>
                      <a:gd name="connsiteY2" fmla="*/ 646052 h 1238968"/>
                      <a:gd name="connsiteX3" fmla="*/ 619967 w 1119400"/>
                      <a:gd name="connsiteY3" fmla="*/ 1181667 h 1238968"/>
                      <a:gd name="connsiteX4" fmla="*/ 5118 w 1119400"/>
                      <a:gd name="connsiteY4" fmla="*/ 660076 h 1238968"/>
                      <a:gd name="connsiteX5" fmla="*/ 313659 w 1119400"/>
                      <a:gd name="connsiteY5" fmla="*/ 5610 h 1238968"/>
                      <a:gd name="connsiteX0" fmla="*/ 313659 w 1119400"/>
                      <a:gd name="connsiteY0" fmla="*/ 5610 h 1238968"/>
                      <a:gd name="connsiteX1" fmla="*/ 777203 w 1119400"/>
                      <a:gd name="connsiteY1" fmla="*/ 0 h 1238968"/>
                      <a:gd name="connsiteX2" fmla="*/ 1119400 w 1119400"/>
                      <a:gd name="connsiteY2" fmla="*/ 646052 h 1238968"/>
                      <a:gd name="connsiteX3" fmla="*/ 619967 w 1119400"/>
                      <a:gd name="connsiteY3" fmla="*/ 1181667 h 1238968"/>
                      <a:gd name="connsiteX4" fmla="*/ 5118 w 1119400"/>
                      <a:gd name="connsiteY4" fmla="*/ 660076 h 1238968"/>
                      <a:gd name="connsiteX5" fmla="*/ 313659 w 1119400"/>
                      <a:gd name="connsiteY5" fmla="*/ 5610 h 1238968"/>
                      <a:gd name="connsiteX0" fmla="*/ 313659 w 1127678"/>
                      <a:gd name="connsiteY0" fmla="*/ 5610 h 1238968"/>
                      <a:gd name="connsiteX1" fmla="*/ 777203 w 1127678"/>
                      <a:gd name="connsiteY1" fmla="*/ 0 h 1238968"/>
                      <a:gd name="connsiteX2" fmla="*/ 1119400 w 1127678"/>
                      <a:gd name="connsiteY2" fmla="*/ 646052 h 1238968"/>
                      <a:gd name="connsiteX3" fmla="*/ 619967 w 1127678"/>
                      <a:gd name="connsiteY3" fmla="*/ 1181667 h 1238968"/>
                      <a:gd name="connsiteX4" fmla="*/ 5118 w 1127678"/>
                      <a:gd name="connsiteY4" fmla="*/ 660076 h 1238968"/>
                      <a:gd name="connsiteX5" fmla="*/ 313659 w 1127678"/>
                      <a:gd name="connsiteY5" fmla="*/ 5610 h 1238968"/>
                      <a:gd name="connsiteX0" fmla="*/ 313659 w 1123274"/>
                      <a:gd name="connsiteY0" fmla="*/ 5610 h 1238968"/>
                      <a:gd name="connsiteX1" fmla="*/ 777203 w 1123274"/>
                      <a:gd name="connsiteY1" fmla="*/ 0 h 1238968"/>
                      <a:gd name="connsiteX2" fmla="*/ 1119400 w 1123274"/>
                      <a:gd name="connsiteY2" fmla="*/ 646052 h 1238968"/>
                      <a:gd name="connsiteX3" fmla="*/ 619967 w 1123274"/>
                      <a:gd name="connsiteY3" fmla="*/ 1181667 h 1238968"/>
                      <a:gd name="connsiteX4" fmla="*/ 5118 w 1123274"/>
                      <a:gd name="connsiteY4" fmla="*/ 660076 h 1238968"/>
                      <a:gd name="connsiteX5" fmla="*/ 313659 w 1123274"/>
                      <a:gd name="connsiteY5" fmla="*/ 5610 h 1238968"/>
                      <a:gd name="connsiteX0" fmla="*/ 313659 w 1119978"/>
                      <a:gd name="connsiteY0" fmla="*/ 5610 h 1238968"/>
                      <a:gd name="connsiteX1" fmla="*/ 777203 w 1119978"/>
                      <a:gd name="connsiteY1" fmla="*/ 0 h 1238968"/>
                      <a:gd name="connsiteX2" fmla="*/ 1119400 w 1119978"/>
                      <a:gd name="connsiteY2" fmla="*/ 646052 h 1238968"/>
                      <a:gd name="connsiteX3" fmla="*/ 619967 w 1119978"/>
                      <a:gd name="connsiteY3" fmla="*/ 1181667 h 1238968"/>
                      <a:gd name="connsiteX4" fmla="*/ 5118 w 1119978"/>
                      <a:gd name="connsiteY4" fmla="*/ 660076 h 1238968"/>
                      <a:gd name="connsiteX5" fmla="*/ 313659 w 1119978"/>
                      <a:gd name="connsiteY5" fmla="*/ 5610 h 1238968"/>
                      <a:gd name="connsiteX0" fmla="*/ 313659 w 1120225"/>
                      <a:gd name="connsiteY0" fmla="*/ 5610 h 1238968"/>
                      <a:gd name="connsiteX1" fmla="*/ 777203 w 1120225"/>
                      <a:gd name="connsiteY1" fmla="*/ 0 h 1238968"/>
                      <a:gd name="connsiteX2" fmla="*/ 1119400 w 1120225"/>
                      <a:gd name="connsiteY2" fmla="*/ 646052 h 1238968"/>
                      <a:gd name="connsiteX3" fmla="*/ 619967 w 1120225"/>
                      <a:gd name="connsiteY3" fmla="*/ 1181667 h 1238968"/>
                      <a:gd name="connsiteX4" fmla="*/ 5118 w 1120225"/>
                      <a:gd name="connsiteY4" fmla="*/ 660076 h 1238968"/>
                      <a:gd name="connsiteX5" fmla="*/ 313659 w 1120225"/>
                      <a:gd name="connsiteY5" fmla="*/ 5610 h 1238968"/>
                      <a:gd name="connsiteX0" fmla="*/ 313659 w 1121399"/>
                      <a:gd name="connsiteY0" fmla="*/ 5610 h 1238968"/>
                      <a:gd name="connsiteX1" fmla="*/ 777203 w 1121399"/>
                      <a:gd name="connsiteY1" fmla="*/ 0 h 1238968"/>
                      <a:gd name="connsiteX2" fmla="*/ 1119400 w 1121399"/>
                      <a:gd name="connsiteY2" fmla="*/ 646052 h 1238968"/>
                      <a:gd name="connsiteX3" fmla="*/ 619967 w 1121399"/>
                      <a:gd name="connsiteY3" fmla="*/ 1181667 h 1238968"/>
                      <a:gd name="connsiteX4" fmla="*/ 5118 w 1121399"/>
                      <a:gd name="connsiteY4" fmla="*/ 660076 h 1238968"/>
                      <a:gd name="connsiteX5" fmla="*/ 313659 w 1121399"/>
                      <a:gd name="connsiteY5" fmla="*/ 5610 h 1238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1399" h="1238968">
                        <a:moveTo>
                          <a:pt x="313659" y="5610"/>
                        </a:moveTo>
                        <a:lnTo>
                          <a:pt x="777203" y="0"/>
                        </a:lnTo>
                        <a:cubicBezTo>
                          <a:pt x="1009075" y="111569"/>
                          <a:pt x="1131555" y="354969"/>
                          <a:pt x="1119400" y="646052"/>
                        </a:cubicBezTo>
                        <a:cubicBezTo>
                          <a:pt x="1148331" y="1000364"/>
                          <a:pt x="857503" y="1349068"/>
                          <a:pt x="619967" y="1181667"/>
                        </a:cubicBezTo>
                        <a:cubicBezTo>
                          <a:pt x="386968" y="1372441"/>
                          <a:pt x="30554" y="1058333"/>
                          <a:pt x="5118" y="660076"/>
                        </a:cubicBezTo>
                        <a:cubicBezTo>
                          <a:pt x="-29475" y="310090"/>
                          <a:pt x="115445" y="105959"/>
                          <a:pt x="313659" y="5610"/>
                        </a:cubicBezTo>
                        <a:close/>
                      </a:path>
                    </a:pathLst>
                  </a:custGeom>
                  <a:solidFill>
                    <a:srgbClr val="EBC58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sp>
                <p:nvSpPr>
                  <p:cNvPr id="127" name="Oval 126"/>
                  <p:cNvSpPr/>
                  <p:nvPr/>
                </p:nvSpPr>
                <p:spPr>
                  <a:xfrm>
                    <a:off x="1169519" y="2754241"/>
                    <a:ext cx="448785" cy="450820"/>
                  </a:xfrm>
                  <a:prstGeom prst="ellipse">
                    <a:avLst/>
                  </a:prstGeom>
                  <a:solidFill>
                    <a:srgbClr val="D7B78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grpSp>
          </p:grpSp>
        </p:grpSp>
      </p:grpSp>
      <p:grpSp>
        <p:nvGrpSpPr>
          <p:cNvPr id="273" name="Group 319"/>
          <p:cNvGrpSpPr>
            <a:grpSpLocks noChangeAspect="1"/>
          </p:cNvGrpSpPr>
          <p:nvPr/>
        </p:nvGrpSpPr>
        <p:grpSpPr bwMode="auto">
          <a:xfrm>
            <a:off x="9672098" y="1939467"/>
            <a:ext cx="1181031" cy="1181031"/>
            <a:chOff x="5426" y="1148"/>
            <a:chExt cx="340" cy="340"/>
          </a:xfrm>
          <a:solidFill>
            <a:srgbClr val="86BC25"/>
          </a:solidFill>
        </p:grpSpPr>
        <p:sp>
          <p:nvSpPr>
            <p:cNvPr id="274" name="Freeform 320"/>
            <p:cNvSpPr>
              <a:spLocks noEditPoints="1"/>
            </p:cNvSpPr>
            <p:nvPr/>
          </p:nvSpPr>
          <p:spPr bwMode="auto">
            <a:xfrm>
              <a:off x="5518" y="1254"/>
              <a:ext cx="156" cy="142"/>
            </a:xfrm>
            <a:custGeom>
              <a:avLst/>
              <a:gdLst>
                <a:gd name="T0" fmla="*/ 203 w 235"/>
                <a:gd name="T1" fmla="*/ 53 h 213"/>
                <a:gd name="T2" fmla="*/ 202 w 235"/>
                <a:gd name="T3" fmla="*/ 57 h 213"/>
                <a:gd name="T4" fmla="*/ 117 w 235"/>
                <a:gd name="T5" fmla="*/ 106 h 213"/>
                <a:gd name="T6" fmla="*/ 33 w 235"/>
                <a:gd name="T7" fmla="*/ 57 h 213"/>
                <a:gd name="T8" fmla="*/ 32 w 235"/>
                <a:gd name="T9" fmla="*/ 53 h 213"/>
                <a:gd name="T10" fmla="*/ 32 w 235"/>
                <a:gd name="T11" fmla="*/ 0 h 213"/>
                <a:gd name="T12" fmla="*/ 0 w 235"/>
                <a:gd name="T13" fmla="*/ 0 h 213"/>
                <a:gd name="T14" fmla="*/ 0 w 235"/>
                <a:gd name="T15" fmla="*/ 213 h 213"/>
                <a:gd name="T16" fmla="*/ 235 w 235"/>
                <a:gd name="T17" fmla="*/ 213 h 213"/>
                <a:gd name="T18" fmla="*/ 235 w 235"/>
                <a:gd name="T19" fmla="*/ 0 h 213"/>
                <a:gd name="T20" fmla="*/ 203 w 235"/>
                <a:gd name="T21" fmla="*/ 0 h 213"/>
                <a:gd name="T22" fmla="*/ 203 w 235"/>
                <a:gd name="T23" fmla="*/ 53 h 213"/>
                <a:gd name="T24" fmla="*/ 203 w 235"/>
                <a:gd name="T25" fmla="*/ 192 h 213"/>
                <a:gd name="T26" fmla="*/ 32 w 235"/>
                <a:gd name="T27" fmla="*/ 192 h 213"/>
                <a:gd name="T28" fmla="*/ 22 w 235"/>
                <a:gd name="T29" fmla="*/ 181 h 213"/>
                <a:gd name="T30" fmla="*/ 32 w 235"/>
                <a:gd name="T31" fmla="*/ 170 h 213"/>
                <a:gd name="T32" fmla="*/ 203 w 235"/>
                <a:gd name="T33" fmla="*/ 170 h 213"/>
                <a:gd name="T34" fmla="*/ 214 w 235"/>
                <a:gd name="T35" fmla="*/ 181 h 213"/>
                <a:gd name="T36" fmla="*/ 203 w 235"/>
                <a:gd name="T37" fmla="*/ 192 h 213"/>
                <a:gd name="T38" fmla="*/ 214 w 235"/>
                <a:gd name="T39" fmla="*/ 138 h 213"/>
                <a:gd name="T40" fmla="*/ 203 w 235"/>
                <a:gd name="T41" fmla="*/ 149 h 213"/>
                <a:gd name="T42" fmla="*/ 32 w 235"/>
                <a:gd name="T43" fmla="*/ 149 h 213"/>
                <a:gd name="T44" fmla="*/ 22 w 235"/>
                <a:gd name="T45" fmla="*/ 138 h 213"/>
                <a:gd name="T46" fmla="*/ 32 w 235"/>
                <a:gd name="T47" fmla="*/ 128 h 213"/>
                <a:gd name="T48" fmla="*/ 203 w 235"/>
                <a:gd name="T49" fmla="*/ 128 h 213"/>
                <a:gd name="T50" fmla="*/ 214 w 235"/>
                <a:gd name="T51" fmla="*/ 138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35" h="213">
                  <a:moveTo>
                    <a:pt x="203" y="53"/>
                  </a:moveTo>
                  <a:cubicBezTo>
                    <a:pt x="203" y="55"/>
                    <a:pt x="203" y="56"/>
                    <a:pt x="202" y="57"/>
                  </a:cubicBezTo>
                  <a:cubicBezTo>
                    <a:pt x="189" y="87"/>
                    <a:pt x="155" y="106"/>
                    <a:pt x="117" y="106"/>
                  </a:cubicBezTo>
                  <a:cubicBezTo>
                    <a:pt x="80" y="106"/>
                    <a:pt x="47" y="87"/>
                    <a:pt x="33" y="57"/>
                  </a:cubicBezTo>
                  <a:cubicBezTo>
                    <a:pt x="33" y="56"/>
                    <a:pt x="32" y="55"/>
                    <a:pt x="32" y="53"/>
                  </a:cubicBezTo>
                  <a:cubicBezTo>
                    <a:pt x="32" y="0"/>
                    <a:pt x="32" y="0"/>
                    <a:pt x="32" y="0"/>
                  </a:cubicBezTo>
                  <a:cubicBezTo>
                    <a:pt x="0" y="0"/>
                    <a:pt x="0" y="0"/>
                    <a:pt x="0" y="0"/>
                  </a:cubicBezTo>
                  <a:cubicBezTo>
                    <a:pt x="0" y="213"/>
                    <a:pt x="0" y="213"/>
                    <a:pt x="0" y="213"/>
                  </a:cubicBezTo>
                  <a:cubicBezTo>
                    <a:pt x="235" y="213"/>
                    <a:pt x="235" y="213"/>
                    <a:pt x="235" y="213"/>
                  </a:cubicBezTo>
                  <a:cubicBezTo>
                    <a:pt x="235" y="0"/>
                    <a:pt x="235" y="0"/>
                    <a:pt x="235" y="0"/>
                  </a:cubicBezTo>
                  <a:cubicBezTo>
                    <a:pt x="203" y="0"/>
                    <a:pt x="203" y="0"/>
                    <a:pt x="203" y="0"/>
                  </a:cubicBezTo>
                  <a:lnTo>
                    <a:pt x="203" y="53"/>
                  </a:lnTo>
                  <a:close/>
                  <a:moveTo>
                    <a:pt x="203" y="192"/>
                  </a:moveTo>
                  <a:cubicBezTo>
                    <a:pt x="32" y="192"/>
                    <a:pt x="32" y="192"/>
                    <a:pt x="32" y="192"/>
                  </a:cubicBezTo>
                  <a:cubicBezTo>
                    <a:pt x="26" y="192"/>
                    <a:pt x="22" y="187"/>
                    <a:pt x="22" y="181"/>
                  </a:cubicBezTo>
                  <a:cubicBezTo>
                    <a:pt x="22" y="175"/>
                    <a:pt x="26" y="170"/>
                    <a:pt x="32" y="170"/>
                  </a:cubicBezTo>
                  <a:cubicBezTo>
                    <a:pt x="203" y="170"/>
                    <a:pt x="203" y="170"/>
                    <a:pt x="203" y="170"/>
                  </a:cubicBezTo>
                  <a:cubicBezTo>
                    <a:pt x="209" y="170"/>
                    <a:pt x="214" y="175"/>
                    <a:pt x="214" y="181"/>
                  </a:cubicBezTo>
                  <a:cubicBezTo>
                    <a:pt x="214" y="187"/>
                    <a:pt x="209" y="192"/>
                    <a:pt x="203" y="192"/>
                  </a:cubicBezTo>
                  <a:close/>
                  <a:moveTo>
                    <a:pt x="214" y="138"/>
                  </a:moveTo>
                  <a:cubicBezTo>
                    <a:pt x="214" y="144"/>
                    <a:pt x="209" y="149"/>
                    <a:pt x="203" y="149"/>
                  </a:cubicBezTo>
                  <a:cubicBezTo>
                    <a:pt x="32" y="149"/>
                    <a:pt x="32" y="149"/>
                    <a:pt x="32" y="149"/>
                  </a:cubicBezTo>
                  <a:cubicBezTo>
                    <a:pt x="26" y="149"/>
                    <a:pt x="22" y="144"/>
                    <a:pt x="22" y="138"/>
                  </a:cubicBezTo>
                  <a:cubicBezTo>
                    <a:pt x="22" y="132"/>
                    <a:pt x="26" y="128"/>
                    <a:pt x="32" y="128"/>
                  </a:cubicBezTo>
                  <a:cubicBezTo>
                    <a:pt x="203" y="128"/>
                    <a:pt x="203" y="128"/>
                    <a:pt x="203" y="128"/>
                  </a:cubicBezTo>
                  <a:cubicBezTo>
                    <a:pt x="209" y="128"/>
                    <a:pt x="214" y="132"/>
                    <a:pt x="214" y="138"/>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75" name="Freeform 321"/>
            <p:cNvSpPr>
              <a:spLocks noEditPoints="1"/>
            </p:cNvSpPr>
            <p:nvPr/>
          </p:nvSpPr>
          <p:spPr bwMode="auto">
            <a:xfrm>
              <a:off x="5553" y="1233"/>
              <a:ext cx="85" cy="78"/>
            </a:xfrm>
            <a:custGeom>
              <a:avLst/>
              <a:gdLst>
                <a:gd name="T0" fmla="*/ 63 w 128"/>
                <a:gd name="T1" fmla="*/ 117 h 117"/>
                <a:gd name="T2" fmla="*/ 128 w 128"/>
                <a:gd name="T3" fmla="*/ 83 h 117"/>
                <a:gd name="T4" fmla="*/ 128 w 128"/>
                <a:gd name="T5" fmla="*/ 0 h 117"/>
                <a:gd name="T6" fmla="*/ 0 w 128"/>
                <a:gd name="T7" fmla="*/ 0 h 117"/>
                <a:gd name="T8" fmla="*/ 0 w 128"/>
                <a:gd name="T9" fmla="*/ 83 h 117"/>
                <a:gd name="T10" fmla="*/ 63 w 128"/>
                <a:gd name="T11" fmla="*/ 117 h 117"/>
                <a:gd name="T12" fmla="*/ 24 w 128"/>
                <a:gd name="T13" fmla="*/ 45 h 117"/>
                <a:gd name="T14" fmla="*/ 39 w 128"/>
                <a:gd name="T15" fmla="*/ 45 h 117"/>
                <a:gd name="T16" fmla="*/ 53 w 128"/>
                <a:gd name="T17" fmla="*/ 59 h 117"/>
                <a:gd name="T18" fmla="*/ 53 w 128"/>
                <a:gd name="T19" fmla="*/ 32 h 117"/>
                <a:gd name="T20" fmla="*/ 64 w 128"/>
                <a:gd name="T21" fmla="*/ 21 h 117"/>
                <a:gd name="T22" fmla="*/ 74 w 128"/>
                <a:gd name="T23" fmla="*/ 32 h 117"/>
                <a:gd name="T24" fmla="*/ 74 w 128"/>
                <a:gd name="T25" fmla="*/ 59 h 117"/>
                <a:gd name="T26" fmla="*/ 88 w 128"/>
                <a:gd name="T27" fmla="*/ 45 h 117"/>
                <a:gd name="T28" fmla="*/ 103 w 128"/>
                <a:gd name="T29" fmla="*/ 45 h 117"/>
                <a:gd name="T30" fmla="*/ 103 w 128"/>
                <a:gd name="T31" fmla="*/ 61 h 117"/>
                <a:gd name="T32" fmla="*/ 71 w 128"/>
                <a:gd name="T33" fmla="*/ 93 h 117"/>
                <a:gd name="T34" fmla="*/ 64 w 128"/>
                <a:gd name="T35" fmla="*/ 96 h 117"/>
                <a:gd name="T36" fmla="*/ 56 w 128"/>
                <a:gd name="T37" fmla="*/ 93 h 117"/>
                <a:gd name="T38" fmla="*/ 24 w 128"/>
                <a:gd name="T39" fmla="*/ 61 h 117"/>
                <a:gd name="T40" fmla="*/ 24 w 128"/>
                <a:gd name="T41" fmla="*/ 45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8" h="117">
                  <a:moveTo>
                    <a:pt x="63" y="117"/>
                  </a:moveTo>
                  <a:cubicBezTo>
                    <a:pt x="91" y="117"/>
                    <a:pt x="117" y="103"/>
                    <a:pt x="128" y="83"/>
                  </a:cubicBezTo>
                  <a:cubicBezTo>
                    <a:pt x="128" y="0"/>
                    <a:pt x="128" y="0"/>
                    <a:pt x="128" y="0"/>
                  </a:cubicBezTo>
                  <a:cubicBezTo>
                    <a:pt x="0" y="0"/>
                    <a:pt x="0" y="0"/>
                    <a:pt x="0" y="0"/>
                  </a:cubicBezTo>
                  <a:cubicBezTo>
                    <a:pt x="0" y="83"/>
                    <a:pt x="0" y="83"/>
                    <a:pt x="0" y="83"/>
                  </a:cubicBezTo>
                  <a:cubicBezTo>
                    <a:pt x="9" y="100"/>
                    <a:pt x="31" y="117"/>
                    <a:pt x="63" y="117"/>
                  </a:cubicBezTo>
                  <a:close/>
                  <a:moveTo>
                    <a:pt x="24" y="45"/>
                  </a:moveTo>
                  <a:cubicBezTo>
                    <a:pt x="28" y="41"/>
                    <a:pt x="35" y="41"/>
                    <a:pt x="39" y="45"/>
                  </a:cubicBezTo>
                  <a:cubicBezTo>
                    <a:pt x="53" y="59"/>
                    <a:pt x="53" y="59"/>
                    <a:pt x="53" y="59"/>
                  </a:cubicBezTo>
                  <a:cubicBezTo>
                    <a:pt x="53" y="32"/>
                    <a:pt x="53" y="32"/>
                    <a:pt x="53" y="32"/>
                  </a:cubicBezTo>
                  <a:cubicBezTo>
                    <a:pt x="53" y="26"/>
                    <a:pt x="58" y="21"/>
                    <a:pt x="64" y="21"/>
                  </a:cubicBezTo>
                  <a:cubicBezTo>
                    <a:pt x="70" y="21"/>
                    <a:pt x="74" y="26"/>
                    <a:pt x="74" y="32"/>
                  </a:cubicBezTo>
                  <a:cubicBezTo>
                    <a:pt x="74" y="59"/>
                    <a:pt x="74" y="59"/>
                    <a:pt x="74" y="59"/>
                  </a:cubicBezTo>
                  <a:cubicBezTo>
                    <a:pt x="88" y="45"/>
                    <a:pt x="88" y="45"/>
                    <a:pt x="88" y="45"/>
                  </a:cubicBezTo>
                  <a:cubicBezTo>
                    <a:pt x="92" y="41"/>
                    <a:pt x="99" y="41"/>
                    <a:pt x="103" y="45"/>
                  </a:cubicBezTo>
                  <a:cubicBezTo>
                    <a:pt x="107" y="50"/>
                    <a:pt x="107" y="56"/>
                    <a:pt x="103" y="61"/>
                  </a:cubicBezTo>
                  <a:cubicBezTo>
                    <a:pt x="71" y="93"/>
                    <a:pt x="71" y="93"/>
                    <a:pt x="71" y="93"/>
                  </a:cubicBezTo>
                  <a:cubicBezTo>
                    <a:pt x="69" y="95"/>
                    <a:pt x="66" y="96"/>
                    <a:pt x="64" y="96"/>
                  </a:cubicBezTo>
                  <a:cubicBezTo>
                    <a:pt x="61" y="96"/>
                    <a:pt x="58" y="95"/>
                    <a:pt x="56" y="93"/>
                  </a:cubicBezTo>
                  <a:cubicBezTo>
                    <a:pt x="24" y="61"/>
                    <a:pt x="24" y="61"/>
                    <a:pt x="24" y="61"/>
                  </a:cubicBezTo>
                  <a:cubicBezTo>
                    <a:pt x="20" y="56"/>
                    <a:pt x="20" y="50"/>
                    <a:pt x="24" y="45"/>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76" name="Freeform 322"/>
            <p:cNvSpPr>
              <a:spLocks noEditPoints="1"/>
            </p:cNvSpPr>
            <p:nvPr/>
          </p:nvSpPr>
          <p:spPr bwMode="auto">
            <a:xfrm>
              <a:off x="5426" y="1148"/>
              <a:ext cx="340" cy="340"/>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394 w 512"/>
                <a:gd name="T11" fmla="*/ 384 h 512"/>
                <a:gd name="T12" fmla="*/ 384 w 512"/>
                <a:gd name="T13" fmla="*/ 394 h 512"/>
                <a:gd name="T14" fmla="*/ 128 w 512"/>
                <a:gd name="T15" fmla="*/ 394 h 512"/>
                <a:gd name="T16" fmla="*/ 117 w 512"/>
                <a:gd name="T17" fmla="*/ 384 h 512"/>
                <a:gd name="T18" fmla="*/ 117 w 512"/>
                <a:gd name="T19" fmla="*/ 149 h 512"/>
                <a:gd name="T20" fmla="*/ 128 w 512"/>
                <a:gd name="T21" fmla="*/ 138 h 512"/>
                <a:gd name="T22" fmla="*/ 170 w 512"/>
                <a:gd name="T23" fmla="*/ 138 h 512"/>
                <a:gd name="T24" fmla="*/ 170 w 512"/>
                <a:gd name="T25" fmla="*/ 117 h 512"/>
                <a:gd name="T26" fmla="*/ 181 w 512"/>
                <a:gd name="T27" fmla="*/ 106 h 512"/>
                <a:gd name="T28" fmla="*/ 330 w 512"/>
                <a:gd name="T29" fmla="*/ 106 h 512"/>
                <a:gd name="T30" fmla="*/ 341 w 512"/>
                <a:gd name="T31" fmla="*/ 117 h 512"/>
                <a:gd name="T32" fmla="*/ 341 w 512"/>
                <a:gd name="T33" fmla="*/ 138 h 512"/>
                <a:gd name="T34" fmla="*/ 384 w 512"/>
                <a:gd name="T35" fmla="*/ 138 h 512"/>
                <a:gd name="T36" fmla="*/ 394 w 512"/>
                <a:gd name="T37" fmla="*/ 149 h 512"/>
                <a:gd name="T38" fmla="*/ 394 w 512"/>
                <a:gd name="T39" fmla="*/ 384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394" y="384"/>
                  </a:moveTo>
                  <a:cubicBezTo>
                    <a:pt x="394" y="390"/>
                    <a:pt x="390" y="394"/>
                    <a:pt x="384" y="394"/>
                  </a:cubicBezTo>
                  <a:cubicBezTo>
                    <a:pt x="128" y="394"/>
                    <a:pt x="128" y="394"/>
                    <a:pt x="128" y="394"/>
                  </a:cubicBezTo>
                  <a:cubicBezTo>
                    <a:pt x="122" y="394"/>
                    <a:pt x="117" y="390"/>
                    <a:pt x="117" y="384"/>
                  </a:cubicBezTo>
                  <a:cubicBezTo>
                    <a:pt x="117" y="149"/>
                    <a:pt x="117" y="149"/>
                    <a:pt x="117" y="149"/>
                  </a:cubicBezTo>
                  <a:cubicBezTo>
                    <a:pt x="117" y="143"/>
                    <a:pt x="122" y="138"/>
                    <a:pt x="128" y="138"/>
                  </a:cubicBezTo>
                  <a:cubicBezTo>
                    <a:pt x="170" y="138"/>
                    <a:pt x="170" y="138"/>
                    <a:pt x="170" y="138"/>
                  </a:cubicBezTo>
                  <a:cubicBezTo>
                    <a:pt x="170" y="117"/>
                    <a:pt x="170" y="117"/>
                    <a:pt x="170" y="117"/>
                  </a:cubicBezTo>
                  <a:cubicBezTo>
                    <a:pt x="170" y="111"/>
                    <a:pt x="175" y="106"/>
                    <a:pt x="181" y="106"/>
                  </a:cubicBezTo>
                  <a:cubicBezTo>
                    <a:pt x="330" y="106"/>
                    <a:pt x="330" y="106"/>
                    <a:pt x="330" y="106"/>
                  </a:cubicBezTo>
                  <a:cubicBezTo>
                    <a:pt x="336" y="106"/>
                    <a:pt x="341" y="111"/>
                    <a:pt x="341" y="117"/>
                  </a:cubicBezTo>
                  <a:cubicBezTo>
                    <a:pt x="341" y="138"/>
                    <a:pt x="341" y="138"/>
                    <a:pt x="341" y="138"/>
                  </a:cubicBezTo>
                  <a:cubicBezTo>
                    <a:pt x="384" y="138"/>
                    <a:pt x="384" y="138"/>
                    <a:pt x="384" y="138"/>
                  </a:cubicBezTo>
                  <a:cubicBezTo>
                    <a:pt x="390" y="138"/>
                    <a:pt x="394" y="143"/>
                    <a:pt x="394" y="149"/>
                  </a:cubicBezTo>
                  <a:lnTo>
                    <a:pt x="394" y="384"/>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pic>
        <p:nvPicPr>
          <p:cNvPr id="2" name="Picture 1"/>
          <p:cNvPicPr>
            <a:picLocks noChangeAspect="1"/>
          </p:cNvPicPr>
          <p:nvPr/>
        </p:nvPicPr>
        <p:blipFill rotWithShape="1">
          <a:blip r:embed="rId8"/>
          <a:srcRect l="18107" r="19174"/>
          <a:stretch/>
        </p:blipFill>
        <p:spPr>
          <a:xfrm>
            <a:off x="4025900" y="1935622"/>
            <a:ext cx="1331366" cy="1188720"/>
          </a:xfrm>
          <a:prstGeom prst="rect">
            <a:avLst/>
          </a:prstGeom>
          <a:ln>
            <a:solidFill>
              <a:srgbClr val="62B5E5"/>
            </a:solidFill>
          </a:ln>
          <a:effectLst>
            <a:softEdge rad="12700"/>
          </a:effectLst>
        </p:spPr>
      </p:pic>
      <p:graphicFrame>
        <p:nvGraphicFramePr>
          <p:cNvPr id="6" name="Diagram 5"/>
          <p:cNvGraphicFramePr/>
          <p:nvPr/>
        </p:nvGraphicFramePr>
        <p:xfrm>
          <a:off x="1960521" y="5825526"/>
          <a:ext cx="9647688" cy="445386"/>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
        <p:nvSpPr>
          <p:cNvPr id="7" name="Rectangle 6"/>
          <p:cNvSpPr/>
          <p:nvPr/>
        </p:nvSpPr>
        <p:spPr bwMode="gray">
          <a:xfrm>
            <a:off x="580331" y="5825526"/>
            <a:ext cx="1380190" cy="445386"/>
          </a:xfrm>
          <a:prstGeom prst="rect">
            <a:avLst/>
          </a:prstGeom>
          <a:solidFill>
            <a:schemeClr val="tx1">
              <a:lumMod val="95000"/>
              <a:lumOff val="5000"/>
              <a:alpha val="50000"/>
            </a:schemeClr>
          </a:solidFill>
          <a:ln w="9525">
            <a:noFill/>
            <a:miter lim="800000"/>
            <a:headEnd/>
            <a:tailEnd/>
          </a:ln>
          <a:effectLst/>
        </p:spPr>
        <p:txBody>
          <a:bodyPr anchor="ctr"/>
          <a:lstStyle/>
          <a:p>
            <a:pPr algn="ctr" eaLnBrk="0" fontAlgn="base" hangingPunct="0">
              <a:spcBef>
                <a:spcPct val="0"/>
              </a:spcBef>
              <a:spcAft>
                <a:spcPct val="0"/>
              </a:spcAft>
            </a:pPr>
            <a:r>
              <a:rPr lang="en-IN" sz="1000" b="1" kern="0" dirty="0">
                <a:solidFill>
                  <a:srgbClr val="E3E48D"/>
                </a:solidFill>
              </a:rPr>
              <a:t>Value Addition Initiatives</a:t>
            </a:r>
          </a:p>
        </p:txBody>
      </p:sp>
    </p:spTree>
    <p:extLst>
      <p:ext uri="{BB962C8B-B14F-4D97-AF65-F5344CB8AC3E}">
        <p14:creationId xmlns:p14="http://schemas.microsoft.com/office/powerpoint/2010/main" val="310475080"/>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1" name="Group 120"/>
          <p:cNvGrpSpPr/>
          <p:nvPr/>
        </p:nvGrpSpPr>
        <p:grpSpPr>
          <a:xfrm>
            <a:off x="2031336" y="2430911"/>
            <a:ext cx="1928382" cy="1691361"/>
            <a:chOff x="1258888" y="3975100"/>
            <a:chExt cx="2660650" cy="2333625"/>
          </a:xfrm>
        </p:grpSpPr>
        <p:sp>
          <p:nvSpPr>
            <p:cNvPr id="122" name="Freeform 9"/>
            <p:cNvSpPr>
              <a:spLocks/>
            </p:cNvSpPr>
            <p:nvPr>
              <p:custDataLst>
                <p:tags r:id="rId3"/>
              </p:custDataLst>
            </p:nvPr>
          </p:nvSpPr>
          <p:spPr bwMode="blackWhite">
            <a:xfrm>
              <a:off x="1258888" y="5835650"/>
              <a:ext cx="2660650" cy="473075"/>
            </a:xfrm>
            <a:custGeom>
              <a:avLst/>
              <a:gdLst>
                <a:gd name="T0" fmla="*/ 2147483647 w 2676"/>
                <a:gd name="T1" fmla="*/ 0 h 484"/>
                <a:gd name="T2" fmla="*/ 0 w 2676"/>
                <a:gd name="T3" fmla="*/ 2147483647 h 484"/>
                <a:gd name="T4" fmla="*/ 2147483647 w 2676"/>
                <a:gd name="T5" fmla="*/ 2147483647 h 484"/>
                <a:gd name="T6" fmla="*/ 2147483647 w 2676"/>
                <a:gd name="T7" fmla="*/ 0 h 484"/>
                <a:gd name="T8" fmla="*/ 2147483647 w 2676"/>
                <a:gd name="T9" fmla="*/ 0 h 484"/>
                <a:gd name="T10" fmla="*/ 0 60000 65536"/>
                <a:gd name="T11" fmla="*/ 0 60000 65536"/>
                <a:gd name="T12" fmla="*/ 0 60000 65536"/>
                <a:gd name="T13" fmla="*/ 0 60000 65536"/>
                <a:gd name="T14" fmla="*/ 0 60000 65536"/>
                <a:gd name="T15" fmla="*/ 0 w 2676"/>
                <a:gd name="T16" fmla="*/ 0 h 484"/>
                <a:gd name="T17" fmla="*/ 2676 w 2676"/>
                <a:gd name="T18" fmla="*/ 484 h 484"/>
              </a:gdLst>
              <a:ahLst/>
              <a:cxnLst>
                <a:cxn ang="T10">
                  <a:pos x="T0" y="T1"/>
                </a:cxn>
                <a:cxn ang="T11">
                  <a:pos x="T2" y="T3"/>
                </a:cxn>
                <a:cxn ang="T12">
                  <a:pos x="T4" y="T5"/>
                </a:cxn>
                <a:cxn ang="T13">
                  <a:pos x="T6" y="T7"/>
                </a:cxn>
                <a:cxn ang="T14">
                  <a:pos x="T8" y="T9"/>
                </a:cxn>
              </a:cxnLst>
              <a:rect l="T15" t="T16" r="T17" b="T18"/>
              <a:pathLst>
                <a:path w="2676" h="484">
                  <a:moveTo>
                    <a:pt x="271" y="0"/>
                  </a:moveTo>
                  <a:lnTo>
                    <a:pt x="0" y="483"/>
                  </a:lnTo>
                  <a:lnTo>
                    <a:pt x="2675" y="483"/>
                  </a:lnTo>
                  <a:lnTo>
                    <a:pt x="2404" y="0"/>
                  </a:lnTo>
                  <a:lnTo>
                    <a:pt x="271" y="0"/>
                  </a:lnTo>
                </a:path>
              </a:pathLst>
            </a:custGeom>
            <a:solidFill>
              <a:srgbClr val="00A1DE"/>
            </a:solidFill>
            <a:ln w="12700" cap="rnd">
              <a:solidFill>
                <a:schemeClr val="bg1"/>
              </a:solidFill>
              <a:round/>
              <a:headEnd type="none" w="sm" len="sm"/>
              <a:tailEnd type="none" w="sm" len="sm"/>
            </a:ln>
          </p:spPr>
          <p:txBody>
            <a:bodyPr lIns="36000" tIns="36000" rIns="36000" bIns="360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prstClr val="white"/>
                  </a:solidFill>
                  <a:effectLst/>
                  <a:uLnTx/>
                  <a:uFillTx/>
                  <a:latin typeface="Verdana"/>
                  <a:ea typeface="+mn-ea"/>
                  <a:cs typeface="+mn-cs"/>
                </a:rPr>
                <a:t>Market Scenario</a:t>
              </a:r>
            </a:p>
          </p:txBody>
        </p:sp>
        <p:sp>
          <p:nvSpPr>
            <p:cNvPr id="123" name="Freeform 10"/>
            <p:cNvSpPr>
              <a:spLocks/>
            </p:cNvSpPr>
            <p:nvPr>
              <p:custDataLst>
                <p:tags r:id="rId4"/>
              </p:custDataLst>
            </p:nvPr>
          </p:nvSpPr>
          <p:spPr bwMode="blackWhite">
            <a:xfrm>
              <a:off x="2122488" y="3975100"/>
              <a:ext cx="935037" cy="819150"/>
            </a:xfrm>
            <a:custGeom>
              <a:avLst/>
              <a:gdLst>
                <a:gd name="T0" fmla="*/ 0 w 939"/>
                <a:gd name="T1" fmla="*/ 818174 h 839"/>
                <a:gd name="T2" fmla="*/ 1011746 w 939"/>
                <a:gd name="T3" fmla="*/ 818174 h 839"/>
                <a:gd name="T4" fmla="*/ 505873 w 939"/>
                <a:gd name="T5" fmla="*/ 0 h 839"/>
                <a:gd name="T6" fmla="*/ 0 w 939"/>
                <a:gd name="T7" fmla="*/ 818174 h 839"/>
                <a:gd name="T8" fmla="*/ 0 60000 65536"/>
                <a:gd name="T9" fmla="*/ 0 60000 65536"/>
                <a:gd name="T10" fmla="*/ 0 60000 65536"/>
                <a:gd name="T11" fmla="*/ 0 60000 65536"/>
                <a:gd name="T12" fmla="*/ 0 w 939"/>
                <a:gd name="T13" fmla="*/ 0 h 839"/>
                <a:gd name="T14" fmla="*/ 939 w 939"/>
                <a:gd name="T15" fmla="*/ 839 h 839"/>
              </a:gdLst>
              <a:ahLst/>
              <a:cxnLst>
                <a:cxn ang="T8">
                  <a:pos x="T0" y="T1"/>
                </a:cxn>
                <a:cxn ang="T9">
                  <a:pos x="T2" y="T3"/>
                </a:cxn>
                <a:cxn ang="T10">
                  <a:pos x="T4" y="T5"/>
                </a:cxn>
                <a:cxn ang="T11">
                  <a:pos x="T6" y="T7"/>
                </a:cxn>
              </a:cxnLst>
              <a:rect l="T12" t="T13" r="T14" b="T15"/>
              <a:pathLst>
                <a:path w="939" h="839">
                  <a:moveTo>
                    <a:pt x="0" y="838"/>
                  </a:moveTo>
                  <a:lnTo>
                    <a:pt x="938" y="838"/>
                  </a:lnTo>
                  <a:lnTo>
                    <a:pt x="469" y="0"/>
                  </a:lnTo>
                  <a:lnTo>
                    <a:pt x="0" y="838"/>
                  </a:lnTo>
                </a:path>
              </a:pathLst>
            </a:custGeom>
            <a:solidFill>
              <a:srgbClr val="575757"/>
            </a:solidFill>
            <a:ln w="12700" cap="rnd">
              <a:solidFill>
                <a:schemeClr val="bg1"/>
              </a:solidFill>
              <a:round/>
              <a:headEnd type="none" w="sm" len="sm"/>
              <a:tailEnd type="none" w="sm" len="sm"/>
            </a:ln>
          </p:spPr>
          <p:txBody>
            <a:bodyPr lIns="36000" tIns="288000" rIns="36000" bIns="360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prstClr val="white"/>
                  </a:solidFill>
                  <a:effectLst/>
                  <a:uLnTx/>
                  <a:uFillTx/>
                  <a:latin typeface="Verdana"/>
                  <a:ea typeface="+mn-ea"/>
                  <a:cs typeface="+mn-cs"/>
                </a:rPr>
                <a:t>Risk</a:t>
              </a:r>
            </a:p>
          </p:txBody>
        </p:sp>
        <p:sp>
          <p:nvSpPr>
            <p:cNvPr id="124" name="Freeform 11"/>
            <p:cNvSpPr>
              <a:spLocks/>
            </p:cNvSpPr>
            <p:nvPr>
              <p:custDataLst>
                <p:tags r:id="rId5"/>
              </p:custDataLst>
            </p:nvPr>
          </p:nvSpPr>
          <p:spPr bwMode="blackWhite">
            <a:xfrm>
              <a:off x="1825625" y="4794250"/>
              <a:ext cx="1527175" cy="520700"/>
            </a:xfrm>
            <a:custGeom>
              <a:avLst/>
              <a:gdLst>
                <a:gd name="T0" fmla="*/ 0 w 1536"/>
                <a:gd name="T1" fmla="*/ 519723 h 533"/>
                <a:gd name="T2" fmla="*/ 1653098 w 1536"/>
                <a:gd name="T3" fmla="*/ 519723 h 533"/>
                <a:gd name="T4" fmla="*/ 1332171 w 1536"/>
                <a:gd name="T5" fmla="*/ 0 h 533"/>
                <a:gd name="T6" fmla="*/ 322004 w 1536"/>
                <a:gd name="T7" fmla="*/ 0 h 533"/>
                <a:gd name="T8" fmla="*/ 0 w 1536"/>
                <a:gd name="T9" fmla="*/ 519723 h 533"/>
                <a:gd name="T10" fmla="*/ 0 60000 65536"/>
                <a:gd name="T11" fmla="*/ 0 60000 65536"/>
                <a:gd name="T12" fmla="*/ 0 60000 65536"/>
                <a:gd name="T13" fmla="*/ 0 60000 65536"/>
                <a:gd name="T14" fmla="*/ 0 60000 65536"/>
                <a:gd name="T15" fmla="*/ 0 w 1536"/>
                <a:gd name="T16" fmla="*/ 0 h 533"/>
                <a:gd name="T17" fmla="*/ 1536 w 1536"/>
                <a:gd name="T18" fmla="*/ 533 h 533"/>
              </a:gdLst>
              <a:ahLst/>
              <a:cxnLst>
                <a:cxn ang="T10">
                  <a:pos x="T0" y="T1"/>
                </a:cxn>
                <a:cxn ang="T11">
                  <a:pos x="T2" y="T3"/>
                </a:cxn>
                <a:cxn ang="T12">
                  <a:pos x="T4" y="T5"/>
                </a:cxn>
                <a:cxn ang="T13">
                  <a:pos x="T6" y="T7"/>
                </a:cxn>
                <a:cxn ang="T14">
                  <a:pos x="T8" y="T9"/>
                </a:cxn>
              </a:cxnLst>
              <a:rect l="T15" t="T16" r="T17" b="T18"/>
              <a:pathLst>
                <a:path w="1536" h="533">
                  <a:moveTo>
                    <a:pt x="0" y="532"/>
                  </a:moveTo>
                  <a:lnTo>
                    <a:pt x="1535" y="532"/>
                  </a:lnTo>
                  <a:lnTo>
                    <a:pt x="1237" y="0"/>
                  </a:lnTo>
                  <a:lnTo>
                    <a:pt x="299" y="0"/>
                  </a:lnTo>
                  <a:lnTo>
                    <a:pt x="0" y="532"/>
                  </a:lnTo>
                </a:path>
              </a:pathLst>
            </a:custGeom>
            <a:solidFill>
              <a:srgbClr val="B4B4B4"/>
            </a:solidFill>
            <a:ln w="12700" cap="rnd">
              <a:solidFill>
                <a:schemeClr val="bg1"/>
              </a:solidFill>
              <a:round/>
              <a:headEnd type="none" w="sm" len="sm"/>
              <a:tailEnd type="none" w="sm" len="sm"/>
            </a:ln>
          </p:spPr>
          <p:txBody>
            <a:bodyPr lIns="36000" tIns="36000" rIns="36000" bIns="360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effectLst/>
                  <a:uLnTx/>
                  <a:uFillTx/>
                  <a:latin typeface="Verdana"/>
                  <a:ea typeface="+mn-ea"/>
                  <a:cs typeface="+mn-cs"/>
                </a:rPr>
                <a:t>Competition</a:t>
              </a:r>
            </a:p>
          </p:txBody>
        </p:sp>
        <p:sp>
          <p:nvSpPr>
            <p:cNvPr id="125" name="Freeform 12"/>
            <p:cNvSpPr>
              <a:spLocks/>
            </p:cNvSpPr>
            <p:nvPr>
              <p:custDataLst>
                <p:tags r:id="rId6"/>
              </p:custDataLst>
            </p:nvPr>
          </p:nvSpPr>
          <p:spPr bwMode="blackWhite">
            <a:xfrm>
              <a:off x="1528763" y="5313363"/>
              <a:ext cx="2120900" cy="523875"/>
            </a:xfrm>
            <a:custGeom>
              <a:avLst/>
              <a:gdLst>
                <a:gd name="T0" fmla="*/ 2147483647 w 2134"/>
                <a:gd name="T1" fmla="*/ 0 h 535"/>
                <a:gd name="T2" fmla="*/ 0 w 2134"/>
                <a:gd name="T3" fmla="*/ 2147483647 h 535"/>
                <a:gd name="T4" fmla="*/ 2147483647 w 2134"/>
                <a:gd name="T5" fmla="*/ 2147483647 h 535"/>
                <a:gd name="T6" fmla="*/ 2147483647 w 2134"/>
                <a:gd name="T7" fmla="*/ 0 h 535"/>
                <a:gd name="T8" fmla="*/ 2147483647 w 2134"/>
                <a:gd name="T9" fmla="*/ 0 h 535"/>
                <a:gd name="T10" fmla="*/ 0 60000 65536"/>
                <a:gd name="T11" fmla="*/ 0 60000 65536"/>
                <a:gd name="T12" fmla="*/ 0 60000 65536"/>
                <a:gd name="T13" fmla="*/ 0 60000 65536"/>
                <a:gd name="T14" fmla="*/ 0 60000 65536"/>
                <a:gd name="T15" fmla="*/ 0 w 2134"/>
                <a:gd name="T16" fmla="*/ 0 h 535"/>
                <a:gd name="T17" fmla="*/ 2134 w 2134"/>
                <a:gd name="T18" fmla="*/ 535 h 535"/>
              </a:gdLst>
              <a:ahLst/>
              <a:cxnLst>
                <a:cxn ang="T10">
                  <a:pos x="T0" y="T1"/>
                </a:cxn>
                <a:cxn ang="T11">
                  <a:pos x="T2" y="T3"/>
                </a:cxn>
                <a:cxn ang="T12">
                  <a:pos x="T4" y="T5"/>
                </a:cxn>
                <a:cxn ang="T13">
                  <a:pos x="T6" y="T7"/>
                </a:cxn>
                <a:cxn ang="T14">
                  <a:pos x="T8" y="T9"/>
                </a:cxn>
              </a:cxnLst>
              <a:rect l="T15" t="T16" r="T17" b="T18"/>
              <a:pathLst>
                <a:path w="2134" h="535">
                  <a:moveTo>
                    <a:pt x="299" y="0"/>
                  </a:moveTo>
                  <a:lnTo>
                    <a:pt x="0" y="534"/>
                  </a:lnTo>
                  <a:lnTo>
                    <a:pt x="2133" y="534"/>
                  </a:lnTo>
                  <a:lnTo>
                    <a:pt x="1834" y="0"/>
                  </a:lnTo>
                  <a:lnTo>
                    <a:pt x="299" y="0"/>
                  </a:lnTo>
                </a:path>
              </a:pathLst>
            </a:custGeom>
            <a:solidFill>
              <a:srgbClr val="DCDCDC"/>
            </a:solidFill>
            <a:ln w="12700" cap="rnd">
              <a:solidFill>
                <a:schemeClr val="bg1"/>
              </a:solidFill>
              <a:round/>
              <a:headEnd type="none" w="sm" len="sm"/>
              <a:tailEnd type="none" w="sm" len="sm"/>
            </a:ln>
          </p:spPr>
          <p:txBody>
            <a:bodyPr lIns="36000" tIns="36000" rIns="36000" bIns="360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313131"/>
                  </a:solidFill>
                  <a:effectLst/>
                  <a:uLnTx/>
                  <a:uFillTx/>
                  <a:latin typeface="Verdana"/>
                  <a:ea typeface="+mn-ea"/>
                  <a:cs typeface="+mn-cs"/>
                </a:rPr>
                <a:t>Projections and Outlook</a:t>
              </a:r>
            </a:p>
          </p:txBody>
        </p:sp>
      </p:grpSp>
      <p:graphicFrame>
        <p:nvGraphicFramePr>
          <p:cNvPr id="5" name="Object 4"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530" imgH="531" progId="TCLayout.ActiveDocument.1">
                  <p:embed/>
                </p:oleObj>
              </mc:Choice>
              <mc:Fallback>
                <p:oleObj name="think-cell Slide" r:id="rId9" imgW="530" imgH="531" progId="TCLayout.ActiveDocument.1">
                  <p:embed/>
                  <p:pic>
                    <p:nvPicPr>
                      <p:cNvPr id="5" name="Object 4" hidden="1"/>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3" name="Rectangle 2" hidden="1"/>
          <p:cNvSpPr/>
          <p:nvPr>
            <p:custDataLst>
              <p:tags r:id="rId2"/>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2000" b="0" i="0" u="none" strike="noStrike" kern="1200" cap="none" spc="0" normalizeH="0" baseline="0" noProof="0" dirty="0">
              <a:ln>
                <a:noFill/>
              </a:ln>
              <a:solidFill>
                <a:prstClr val="white"/>
              </a:solidFill>
              <a:effectLst/>
              <a:uLnTx/>
              <a:uFillTx/>
              <a:latin typeface="Verdana" panose="020B0604030504040204" pitchFamily="34" charset="0"/>
              <a:ea typeface="+mn-ea"/>
              <a:cs typeface="+mn-cs"/>
              <a:sym typeface="Verdana" panose="020B0604030504040204" pitchFamily="34" charset="0"/>
            </a:endParaRPr>
          </a:p>
        </p:txBody>
      </p:sp>
      <p:sp>
        <p:nvSpPr>
          <p:cNvPr id="4" name="Text Placeholder 3"/>
          <p:cNvSpPr>
            <a:spLocks noGrp="1"/>
          </p:cNvSpPr>
          <p:nvPr>
            <p:ph type="body" sz="quarter" idx="13"/>
          </p:nvPr>
        </p:nvSpPr>
        <p:spPr>
          <a:xfrm>
            <a:off x="508324" y="668413"/>
            <a:ext cx="11196222" cy="757254"/>
          </a:xfrm>
        </p:spPr>
        <p:txBody>
          <a:bodyPr/>
          <a:lstStyle/>
          <a:p>
            <a:r>
              <a:rPr lang="en-US" dirty="0"/>
              <a:t>Key Focus areas of the target Areas and Markets</a:t>
            </a:r>
            <a:endParaRPr lang="en-IN" dirty="0"/>
          </a:p>
        </p:txBody>
      </p:sp>
      <p:sp>
        <p:nvSpPr>
          <p:cNvPr id="91" name="Title 2"/>
          <p:cNvSpPr>
            <a:spLocks noGrp="1"/>
          </p:cNvSpPr>
          <p:nvPr>
            <p:ph type="title"/>
          </p:nvPr>
        </p:nvSpPr>
        <p:spPr>
          <a:xfrm>
            <a:off x="508324" y="326158"/>
            <a:ext cx="11196222" cy="334102"/>
          </a:xfrm>
        </p:spPr>
        <p:txBody>
          <a:bodyPr/>
          <a:lstStyle/>
          <a:p>
            <a:r>
              <a:rPr lang="en-US" dirty="0"/>
              <a:t>Module 1: Market Research and Sectoral Assessment</a:t>
            </a:r>
          </a:p>
        </p:txBody>
      </p:sp>
      <p:grpSp>
        <p:nvGrpSpPr>
          <p:cNvPr id="126" name="Group 125"/>
          <p:cNvGrpSpPr/>
          <p:nvPr/>
        </p:nvGrpSpPr>
        <p:grpSpPr>
          <a:xfrm>
            <a:off x="1731588" y="2214468"/>
            <a:ext cx="2524886" cy="2524886"/>
            <a:chOff x="2144976" y="1316934"/>
            <a:chExt cx="3483666" cy="3483666"/>
          </a:xfrm>
        </p:grpSpPr>
        <p:sp>
          <p:nvSpPr>
            <p:cNvPr id="127" name="Donut 126"/>
            <p:cNvSpPr/>
            <p:nvPr/>
          </p:nvSpPr>
          <p:spPr>
            <a:xfrm>
              <a:off x="2144976" y="1316934"/>
              <a:ext cx="3483666" cy="3483666"/>
            </a:xfrm>
            <a:prstGeom prst="donut">
              <a:avLst>
                <a:gd name="adj" fmla="val 8299"/>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Verdana"/>
                <a:ea typeface="+mn-ea"/>
                <a:cs typeface="+mn-cs"/>
              </a:endParaRPr>
            </a:p>
          </p:txBody>
        </p:sp>
        <p:sp>
          <p:nvSpPr>
            <p:cNvPr id="128" name="TextBox 127"/>
            <p:cNvSpPr txBox="1"/>
            <p:nvPr/>
          </p:nvSpPr>
          <p:spPr>
            <a:xfrm>
              <a:off x="2546844" y="1468667"/>
              <a:ext cx="2715904" cy="2149475"/>
            </a:xfrm>
            <a:prstGeom prst="rect">
              <a:avLst/>
            </a:prstGeom>
            <a:noFill/>
          </p:spPr>
          <p:txBody>
            <a:bodyPr wrap="square" rtlCol="0">
              <a:prstTxWarp prst="textArchUp">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prstClr val="white"/>
                  </a:solidFill>
                  <a:effectLst/>
                  <a:uLnTx/>
                  <a:uFillTx/>
                  <a:latin typeface="Verdana"/>
                  <a:ea typeface="+mn-ea"/>
                  <a:cs typeface="+mn-cs"/>
                </a:rPr>
                <a:t>Opportunities and Challenges</a:t>
              </a:r>
            </a:p>
          </p:txBody>
        </p:sp>
      </p:grpSp>
      <p:sp>
        <p:nvSpPr>
          <p:cNvPr id="131" name="Donut 130"/>
          <p:cNvSpPr/>
          <p:nvPr/>
        </p:nvSpPr>
        <p:spPr>
          <a:xfrm>
            <a:off x="1465339" y="1942504"/>
            <a:ext cx="3072992" cy="3072991"/>
          </a:xfrm>
          <a:prstGeom prst="donut">
            <a:avLst>
              <a:gd name="adj" fmla="val 6676"/>
            </a:avLst>
          </a:prstGeom>
          <a:solidFill>
            <a:srgbClr val="00548B"/>
          </a:solidFill>
          <a:ln>
            <a:solidFill>
              <a:srgbClr val="0054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Verdana"/>
              <a:ea typeface="+mn-ea"/>
              <a:cs typeface="+mn-cs"/>
            </a:endParaRPr>
          </a:p>
        </p:txBody>
      </p:sp>
      <p:sp>
        <p:nvSpPr>
          <p:cNvPr id="134" name="Donut 133"/>
          <p:cNvSpPr/>
          <p:nvPr/>
        </p:nvSpPr>
        <p:spPr>
          <a:xfrm>
            <a:off x="1214751" y="1672132"/>
            <a:ext cx="3589828" cy="3589828"/>
          </a:xfrm>
          <a:prstGeom prst="donut">
            <a:avLst>
              <a:gd name="adj" fmla="val 5242"/>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Verdana"/>
              <a:ea typeface="+mn-ea"/>
              <a:cs typeface="+mn-cs"/>
            </a:endParaRPr>
          </a:p>
        </p:txBody>
      </p:sp>
      <p:sp>
        <p:nvSpPr>
          <p:cNvPr id="138" name="Donut 137"/>
          <p:cNvSpPr/>
          <p:nvPr/>
        </p:nvSpPr>
        <p:spPr>
          <a:xfrm>
            <a:off x="969933" y="1425667"/>
            <a:ext cx="4086882" cy="4086882"/>
          </a:xfrm>
          <a:prstGeom prst="donut">
            <a:avLst>
              <a:gd name="adj" fmla="val 4292"/>
            </a:avLst>
          </a:prstGeom>
          <a:solidFill>
            <a:schemeClr val="accent1">
              <a:lumMod val="20000"/>
              <a:lumOff val="80000"/>
            </a:schemeClr>
          </a:solid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Verdana"/>
              <a:ea typeface="+mn-ea"/>
              <a:cs typeface="+mn-cs"/>
            </a:endParaRPr>
          </a:p>
        </p:txBody>
      </p:sp>
      <p:sp>
        <p:nvSpPr>
          <p:cNvPr id="139" name="TextBox 138"/>
          <p:cNvSpPr txBox="1"/>
          <p:nvPr/>
        </p:nvSpPr>
        <p:spPr>
          <a:xfrm>
            <a:off x="1634461" y="1536037"/>
            <a:ext cx="2736586" cy="1715383"/>
          </a:xfrm>
          <a:prstGeom prst="rect">
            <a:avLst/>
          </a:prstGeom>
          <a:noFill/>
        </p:spPr>
        <p:txBody>
          <a:bodyPr wrap="square" rtlCol="0">
            <a:prstTxWarp prst="textArchUp">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b="1" dirty="0">
                <a:solidFill>
                  <a:prstClr val="black"/>
                </a:solidFill>
                <a:latin typeface="Verdana"/>
              </a:rPr>
              <a:t>Developing the Action Items </a:t>
            </a:r>
            <a:endParaRPr kumimoji="0" lang="en-US" sz="1050" b="1" i="0" u="none" strike="noStrike" kern="1200" cap="none" spc="0" normalizeH="0" baseline="0" noProof="0" dirty="0">
              <a:ln>
                <a:noFill/>
              </a:ln>
              <a:solidFill>
                <a:prstClr val="black"/>
              </a:solidFill>
              <a:effectLst/>
              <a:uLnTx/>
              <a:uFillTx/>
              <a:latin typeface="Verdana"/>
              <a:ea typeface="+mn-ea"/>
              <a:cs typeface="+mn-cs"/>
            </a:endParaRPr>
          </a:p>
        </p:txBody>
      </p:sp>
      <p:grpSp>
        <p:nvGrpSpPr>
          <p:cNvPr id="141" name="Group 140"/>
          <p:cNvGrpSpPr/>
          <p:nvPr/>
        </p:nvGrpSpPr>
        <p:grpSpPr>
          <a:xfrm>
            <a:off x="508324" y="5300044"/>
            <a:ext cx="4970531" cy="1033639"/>
            <a:chOff x="457200" y="5574182"/>
            <a:chExt cx="6858000" cy="1426141"/>
          </a:xfrm>
        </p:grpSpPr>
        <p:sp>
          <p:nvSpPr>
            <p:cNvPr id="142" name="TextBox 141"/>
            <p:cNvSpPr txBox="1"/>
            <p:nvPr/>
          </p:nvSpPr>
          <p:spPr>
            <a:xfrm>
              <a:off x="457200" y="6075071"/>
              <a:ext cx="2120874" cy="925252"/>
            </a:xfrm>
            <a:prstGeom prst="roundRect">
              <a:avLst/>
            </a:prstGeom>
            <a:solidFill>
              <a:srgbClr val="00548B"/>
            </a:solidFill>
            <a:ln>
              <a:solidFill>
                <a:srgbClr val="00A1DE"/>
              </a:solidFill>
            </a:ln>
          </p:spPr>
          <p:txBody>
            <a:bodyPr wrap="square" lIns="36000" tIns="36000" rIns="36000" bIns="36000" rtlCol="0" anchor="ctr">
              <a:noAutofit/>
            </a:bodyPr>
            <a:lstStyle/>
            <a:p>
              <a:pPr marL="0" marR="0" lvl="0" indent="0" algn="ctr" defTabSz="914400" rtl="0" eaLnBrk="1" fontAlgn="auto" latinLnBrk="0" hangingPunct="1">
                <a:lnSpc>
                  <a:spcPct val="108000"/>
                </a:lnSpc>
                <a:spcBef>
                  <a:spcPts val="0"/>
                </a:spcBef>
                <a:spcAft>
                  <a:spcPts val="0"/>
                </a:spcAft>
                <a:buClrTx/>
                <a:buSzTx/>
                <a:buFontTx/>
                <a:buNone/>
                <a:tabLst/>
                <a:defRPr/>
              </a:pPr>
              <a:r>
                <a:rPr kumimoji="0" lang="en-US" sz="1050" b="1" i="0" u="none" strike="noStrike" kern="1200" cap="none" spc="0" normalizeH="0" baseline="0" noProof="0" dirty="0">
                  <a:ln>
                    <a:noFill/>
                  </a:ln>
                  <a:solidFill>
                    <a:prstClr val="white"/>
                  </a:solidFill>
                  <a:effectLst/>
                  <a:uLnTx/>
                  <a:uFillTx/>
                  <a:latin typeface="Verdana"/>
                  <a:ea typeface="+mn-ea"/>
                  <a:cs typeface="+mn-cs"/>
                </a:rPr>
                <a:t>Identification of Potential areas of play</a:t>
              </a:r>
            </a:p>
          </p:txBody>
        </p:sp>
        <p:sp>
          <p:nvSpPr>
            <p:cNvPr id="143" name="TextBox 142"/>
            <p:cNvSpPr txBox="1"/>
            <p:nvPr/>
          </p:nvSpPr>
          <p:spPr>
            <a:xfrm>
              <a:off x="2825764" y="6063351"/>
              <a:ext cx="2120874" cy="925251"/>
            </a:xfrm>
            <a:prstGeom prst="roundRect">
              <a:avLst/>
            </a:prstGeom>
            <a:solidFill>
              <a:srgbClr val="00548B"/>
            </a:solidFill>
            <a:ln>
              <a:solidFill>
                <a:srgbClr val="00A1DE"/>
              </a:solidFill>
            </a:ln>
          </p:spPr>
          <p:txBody>
            <a:bodyPr wrap="square" lIns="36000" tIns="36000" rIns="36000" bIns="36000" rtlCol="0" anchor="ctr">
              <a:noAutofit/>
            </a:bodyPr>
            <a:lstStyle/>
            <a:p>
              <a:pPr marL="0" marR="0" lvl="0" indent="0" algn="ctr" defTabSz="914400" rtl="0" eaLnBrk="1" fontAlgn="auto" latinLnBrk="0" hangingPunct="1">
                <a:lnSpc>
                  <a:spcPct val="108000"/>
                </a:lnSpc>
                <a:spcBef>
                  <a:spcPts val="0"/>
                </a:spcBef>
                <a:spcAft>
                  <a:spcPts val="0"/>
                </a:spcAft>
                <a:buClrTx/>
                <a:buSzTx/>
                <a:buFontTx/>
                <a:buNone/>
                <a:tabLst/>
                <a:defRPr/>
              </a:pPr>
              <a:r>
                <a:rPr kumimoji="0" lang="en-US" sz="1050" b="1" i="0" u="none" strike="noStrike" kern="1200" cap="none" spc="0" normalizeH="0" baseline="0" noProof="0" dirty="0">
                  <a:ln>
                    <a:noFill/>
                  </a:ln>
                  <a:solidFill>
                    <a:prstClr val="white"/>
                  </a:solidFill>
                  <a:effectLst/>
                  <a:uLnTx/>
                  <a:uFillTx/>
                  <a:latin typeface="Verdana"/>
                  <a:ea typeface="+mn-ea"/>
                  <a:cs typeface="+mn-cs"/>
                </a:rPr>
                <a:t>Assessment of As-Is</a:t>
              </a:r>
              <a:r>
                <a:rPr kumimoji="0" lang="en-US" sz="1050" b="1" i="0" u="none" strike="noStrike" kern="1200" cap="none" spc="0" normalizeH="0" noProof="0" dirty="0">
                  <a:ln>
                    <a:noFill/>
                  </a:ln>
                  <a:solidFill>
                    <a:prstClr val="white"/>
                  </a:solidFill>
                  <a:effectLst/>
                  <a:uLnTx/>
                  <a:uFillTx/>
                  <a:latin typeface="Verdana"/>
                  <a:ea typeface="+mn-ea"/>
                  <a:cs typeface="+mn-cs"/>
                </a:rPr>
                <a:t> Scenario for competency</a:t>
              </a:r>
              <a:endParaRPr kumimoji="0" lang="en-US" sz="1050" b="1" i="0" u="none" strike="noStrike" kern="1200" cap="none" spc="0" normalizeH="0" baseline="0" noProof="0" dirty="0">
                <a:ln>
                  <a:noFill/>
                </a:ln>
                <a:solidFill>
                  <a:prstClr val="white"/>
                </a:solidFill>
                <a:effectLst/>
                <a:uLnTx/>
                <a:uFillTx/>
                <a:latin typeface="Verdana"/>
                <a:ea typeface="+mn-ea"/>
                <a:cs typeface="+mn-cs"/>
              </a:endParaRPr>
            </a:p>
          </p:txBody>
        </p:sp>
        <p:sp>
          <p:nvSpPr>
            <p:cNvPr id="144" name="TextBox 143"/>
            <p:cNvSpPr txBox="1"/>
            <p:nvPr/>
          </p:nvSpPr>
          <p:spPr>
            <a:xfrm>
              <a:off x="5194326" y="6059271"/>
              <a:ext cx="2120874" cy="940235"/>
            </a:xfrm>
            <a:prstGeom prst="roundRect">
              <a:avLst/>
            </a:prstGeom>
            <a:solidFill>
              <a:srgbClr val="00548B"/>
            </a:solidFill>
            <a:ln>
              <a:solidFill>
                <a:srgbClr val="00A1DE"/>
              </a:solidFill>
            </a:ln>
          </p:spPr>
          <p:txBody>
            <a:bodyPr wrap="square" lIns="36000" tIns="36000" rIns="36000" bIns="36000" rtlCol="0" anchor="ctr">
              <a:noAutofit/>
            </a:bodyPr>
            <a:lstStyle/>
            <a:p>
              <a:pPr marL="0" marR="0" lvl="0" indent="0" algn="ctr" defTabSz="914400" rtl="0" eaLnBrk="1" fontAlgn="auto" latinLnBrk="0" hangingPunct="1">
                <a:lnSpc>
                  <a:spcPct val="108000"/>
                </a:lnSpc>
                <a:spcBef>
                  <a:spcPts val="0"/>
                </a:spcBef>
                <a:spcAft>
                  <a:spcPts val="0"/>
                </a:spcAft>
                <a:buClrTx/>
                <a:buSzTx/>
                <a:buFontTx/>
                <a:buNone/>
                <a:tabLst/>
                <a:defRPr/>
              </a:pPr>
              <a:r>
                <a:rPr lang="en-US" sz="1050" b="1" noProof="0" dirty="0">
                  <a:solidFill>
                    <a:prstClr val="white"/>
                  </a:solidFill>
                  <a:latin typeface="Verdana"/>
                </a:rPr>
                <a:t>Identification of Key Areas for Developing Strategy</a:t>
              </a:r>
              <a:endParaRPr kumimoji="0" lang="en-US" sz="1050" b="1" i="0" u="none" strike="noStrike" kern="1200" cap="none" spc="0" normalizeH="0" baseline="0" noProof="0" dirty="0">
                <a:ln>
                  <a:noFill/>
                </a:ln>
                <a:solidFill>
                  <a:prstClr val="white"/>
                </a:solidFill>
                <a:effectLst/>
                <a:uLnTx/>
                <a:uFillTx/>
                <a:latin typeface="Verdana"/>
                <a:ea typeface="+mn-ea"/>
                <a:cs typeface="+mn-cs"/>
              </a:endParaRPr>
            </a:p>
          </p:txBody>
        </p:sp>
        <p:sp>
          <p:nvSpPr>
            <p:cNvPr id="145" name="Freeform 144"/>
            <p:cNvSpPr/>
            <p:nvPr/>
          </p:nvSpPr>
          <p:spPr>
            <a:xfrm>
              <a:off x="1502664" y="5574182"/>
              <a:ext cx="4849978" cy="453543"/>
            </a:xfrm>
            <a:custGeom>
              <a:avLst/>
              <a:gdLst>
                <a:gd name="connsiteX0" fmla="*/ 1082650 w 4849978"/>
                <a:gd name="connsiteY0" fmla="*/ 0 h 453543"/>
                <a:gd name="connsiteX1" fmla="*/ 1309421 w 4849978"/>
                <a:gd name="connsiteY1" fmla="*/ 109728 h 453543"/>
                <a:gd name="connsiteX2" fmla="*/ 1521562 w 4849978"/>
                <a:gd name="connsiteY2" fmla="*/ 182880 h 453543"/>
                <a:gd name="connsiteX3" fmla="*/ 1784909 w 4849978"/>
                <a:gd name="connsiteY3" fmla="*/ 256032 h 453543"/>
                <a:gd name="connsiteX4" fmla="*/ 2033626 w 4849978"/>
                <a:gd name="connsiteY4" fmla="*/ 299924 h 453543"/>
                <a:gd name="connsiteX5" fmla="*/ 2282342 w 4849978"/>
                <a:gd name="connsiteY5" fmla="*/ 321869 h 453543"/>
                <a:gd name="connsiteX6" fmla="*/ 2523744 w 4849978"/>
                <a:gd name="connsiteY6" fmla="*/ 321869 h 453543"/>
                <a:gd name="connsiteX7" fmla="*/ 2640787 w 4849978"/>
                <a:gd name="connsiteY7" fmla="*/ 314554 h 453543"/>
                <a:gd name="connsiteX8" fmla="*/ 2816352 w 4849978"/>
                <a:gd name="connsiteY8" fmla="*/ 299924 h 453543"/>
                <a:gd name="connsiteX9" fmla="*/ 2991917 w 4849978"/>
                <a:gd name="connsiteY9" fmla="*/ 263348 h 453543"/>
                <a:gd name="connsiteX10" fmla="*/ 3145536 w 4849978"/>
                <a:gd name="connsiteY10" fmla="*/ 219456 h 453543"/>
                <a:gd name="connsiteX11" fmla="*/ 3313786 w 4849978"/>
                <a:gd name="connsiteY11" fmla="*/ 168250 h 453543"/>
                <a:gd name="connsiteX12" fmla="*/ 3533242 w 4849978"/>
                <a:gd name="connsiteY12" fmla="*/ 87783 h 453543"/>
                <a:gd name="connsiteX13" fmla="*/ 3694176 w 4849978"/>
                <a:gd name="connsiteY13" fmla="*/ 7316 h 453543"/>
                <a:gd name="connsiteX14" fmla="*/ 4849978 w 4849978"/>
                <a:gd name="connsiteY14" fmla="*/ 453543 h 453543"/>
                <a:gd name="connsiteX15" fmla="*/ 0 w 4849978"/>
                <a:gd name="connsiteY15" fmla="*/ 453543 h 453543"/>
                <a:gd name="connsiteX16" fmla="*/ 1082650 w 4849978"/>
                <a:gd name="connsiteY16" fmla="*/ 0 h 453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849978" h="453543">
                  <a:moveTo>
                    <a:pt x="1082650" y="0"/>
                  </a:moveTo>
                  <a:lnTo>
                    <a:pt x="1309421" y="109728"/>
                  </a:lnTo>
                  <a:lnTo>
                    <a:pt x="1521562" y="182880"/>
                  </a:lnTo>
                  <a:lnTo>
                    <a:pt x="1784909" y="256032"/>
                  </a:lnTo>
                  <a:lnTo>
                    <a:pt x="2033626" y="299924"/>
                  </a:lnTo>
                  <a:lnTo>
                    <a:pt x="2282342" y="321869"/>
                  </a:lnTo>
                  <a:lnTo>
                    <a:pt x="2523744" y="321869"/>
                  </a:lnTo>
                  <a:lnTo>
                    <a:pt x="2640787" y="314554"/>
                  </a:lnTo>
                  <a:lnTo>
                    <a:pt x="2816352" y="299924"/>
                  </a:lnTo>
                  <a:lnTo>
                    <a:pt x="2991917" y="263348"/>
                  </a:lnTo>
                  <a:lnTo>
                    <a:pt x="3145536" y="219456"/>
                  </a:lnTo>
                  <a:lnTo>
                    <a:pt x="3313786" y="168250"/>
                  </a:lnTo>
                  <a:lnTo>
                    <a:pt x="3533242" y="87783"/>
                  </a:lnTo>
                  <a:lnTo>
                    <a:pt x="3694176" y="7316"/>
                  </a:lnTo>
                  <a:lnTo>
                    <a:pt x="4849978" y="453543"/>
                  </a:lnTo>
                  <a:lnTo>
                    <a:pt x="0" y="453543"/>
                  </a:lnTo>
                  <a:lnTo>
                    <a:pt x="1082650" y="0"/>
                  </a:lnTo>
                  <a:close/>
                </a:path>
              </a:pathLst>
            </a:custGeom>
            <a:solidFill>
              <a:srgbClr val="92D400"/>
            </a:solidFill>
            <a:ln>
              <a:solidFill>
                <a:srgbClr val="92D4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Verdana"/>
                <a:ea typeface="+mn-ea"/>
                <a:cs typeface="+mn-cs"/>
              </a:endParaRPr>
            </a:p>
          </p:txBody>
        </p:sp>
      </p:grpSp>
      <p:sp>
        <p:nvSpPr>
          <p:cNvPr id="146" name="TextBox 145"/>
          <p:cNvSpPr txBox="1"/>
          <p:nvPr/>
        </p:nvSpPr>
        <p:spPr>
          <a:xfrm>
            <a:off x="5150589" y="1534860"/>
            <a:ext cx="1644441" cy="1061829"/>
          </a:xfrm>
          <a:prstGeom prst="wedgeRectCallout">
            <a:avLst>
              <a:gd name="adj1" fmla="val -118800"/>
              <a:gd name="adj2" fmla="val 36214"/>
            </a:avLst>
          </a:prstGeom>
          <a:solidFill>
            <a:srgbClr val="00B050">
              <a:alpha val="10000"/>
            </a:srgbClr>
          </a:solidFill>
          <a:ln>
            <a:solidFill>
              <a:schemeClr val="accent4">
                <a:lumMod val="75000"/>
              </a:schemeClr>
            </a:solidFill>
          </a:ln>
        </p:spPr>
        <p:txBody>
          <a:bodyPr wrap="square" rtlCol="0">
            <a:spAutoFit/>
          </a:bodyPr>
          <a:lstStyle>
            <a:defPPr>
              <a:defRPr lang="en-US"/>
            </a:defPPr>
            <a:lvl1pPr marL="114300" indent="-114300">
              <a:buFont typeface="Arial" panose="020B0604020202020204" pitchFamily="34" charset="0"/>
              <a:buChar char="•"/>
              <a:defRPr sz="1300"/>
            </a:lvl1pPr>
          </a:lstStyle>
          <a:p>
            <a:pPr marL="114300" marR="0" lvl="0" indent="-1143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Verdana"/>
              </a:rPr>
              <a:t>Aligned with CIL’s mission and vision?</a:t>
            </a:r>
          </a:p>
          <a:p>
            <a:pPr marL="114300" marR="0" lvl="0" indent="-1143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Verdana"/>
              </a:rPr>
              <a:t>Meeting Diversification goals?</a:t>
            </a:r>
          </a:p>
          <a:p>
            <a:pPr marL="114300" marR="0" lvl="0" indent="-1143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dirty="0">
                <a:solidFill>
                  <a:prstClr val="black"/>
                </a:solidFill>
                <a:latin typeface="Verdana"/>
              </a:rPr>
              <a:t>Positional advantages?</a:t>
            </a:r>
          </a:p>
          <a:p>
            <a:pPr marL="114300" marR="0" lvl="0" indent="-1143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Verdana"/>
              </a:rPr>
              <a:t>Matching</a:t>
            </a:r>
            <a:r>
              <a:rPr kumimoji="0" lang="en-US" sz="900" b="0" i="0" u="none" strike="noStrike" kern="1200" cap="none" spc="0" normalizeH="0" noProof="0" dirty="0">
                <a:ln>
                  <a:noFill/>
                </a:ln>
                <a:solidFill>
                  <a:prstClr val="black"/>
                </a:solidFill>
                <a:effectLst/>
                <a:uLnTx/>
                <a:uFillTx/>
                <a:latin typeface="Verdana"/>
              </a:rPr>
              <a:t> Core competency?</a:t>
            </a:r>
            <a:endParaRPr kumimoji="0" lang="en-US" sz="900" b="0" i="0" u="none" strike="noStrike" kern="1200" cap="none" spc="0" normalizeH="0" baseline="0" noProof="0" dirty="0">
              <a:ln>
                <a:noFill/>
              </a:ln>
              <a:solidFill>
                <a:prstClr val="black"/>
              </a:solidFill>
              <a:effectLst/>
              <a:uLnTx/>
              <a:uFillTx/>
              <a:latin typeface="Verdana"/>
            </a:endParaRPr>
          </a:p>
        </p:txBody>
      </p:sp>
      <p:sp>
        <p:nvSpPr>
          <p:cNvPr id="147" name="TextBox 146"/>
          <p:cNvSpPr txBox="1"/>
          <p:nvPr/>
        </p:nvSpPr>
        <p:spPr>
          <a:xfrm>
            <a:off x="5165526" y="2805414"/>
            <a:ext cx="1545001" cy="923330"/>
          </a:xfrm>
          <a:prstGeom prst="wedgeRectCallout">
            <a:avLst>
              <a:gd name="adj1" fmla="val -81926"/>
              <a:gd name="adj2" fmla="val 20767"/>
            </a:avLst>
          </a:prstGeom>
          <a:solidFill>
            <a:schemeClr val="accent6">
              <a:lumMod val="75000"/>
              <a:alpha val="10000"/>
            </a:schemeClr>
          </a:solidFill>
          <a:ln>
            <a:solidFill>
              <a:schemeClr val="accent6">
                <a:lumMod val="50000"/>
              </a:schemeClr>
            </a:solidFill>
          </a:ln>
        </p:spPr>
        <p:txBody>
          <a:bodyPr wrap="square" rtlCol="0">
            <a:spAutoFit/>
          </a:bodyPr>
          <a:lstStyle>
            <a:defPPr>
              <a:defRPr lang="en-US"/>
            </a:defPPr>
            <a:lvl1pPr marL="114300" indent="-114300">
              <a:buFont typeface="Arial" panose="020B0604020202020204" pitchFamily="34" charset="0"/>
              <a:buChar char="•"/>
              <a:defRPr sz="1300"/>
            </a:lvl1pPr>
          </a:lstStyle>
          <a:p>
            <a:pPr marL="114300" marR="0" lvl="0" indent="-1143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Verdana"/>
                <a:ea typeface="+mn-ea"/>
                <a:cs typeface="+mn-cs"/>
              </a:rPr>
              <a:t>Skill-benchmarking Requirement</a:t>
            </a:r>
          </a:p>
          <a:p>
            <a:pPr marL="114300" marR="0" lvl="0" indent="-1143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noProof="0" dirty="0">
                <a:solidFill>
                  <a:prstClr val="black"/>
                </a:solidFill>
                <a:latin typeface="Verdana"/>
              </a:rPr>
              <a:t>Structural interventions required?</a:t>
            </a:r>
          </a:p>
          <a:p>
            <a:pPr marL="114300" marR="0" lvl="0" indent="-1143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dirty="0">
                <a:ln>
                  <a:noFill/>
                </a:ln>
                <a:solidFill>
                  <a:prstClr val="black"/>
                </a:solidFill>
                <a:effectLst/>
                <a:uLnTx/>
                <a:uFillTx/>
                <a:latin typeface="Verdana"/>
                <a:ea typeface="+mn-ea"/>
                <a:cs typeface="+mn-cs"/>
              </a:rPr>
              <a:t>Process</a:t>
            </a:r>
            <a:r>
              <a:rPr kumimoji="0" lang="en-US" sz="900" b="0" i="0" u="none" strike="noStrike" kern="1200" cap="none" spc="0" normalizeH="0" dirty="0">
                <a:ln>
                  <a:noFill/>
                </a:ln>
                <a:solidFill>
                  <a:prstClr val="black"/>
                </a:solidFill>
                <a:effectLst/>
                <a:uLnTx/>
                <a:uFillTx/>
                <a:latin typeface="Verdana"/>
                <a:ea typeface="+mn-ea"/>
                <a:cs typeface="+mn-cs"/>
              </a:rPr>
              <a:t> Changes?</a:t>
            </a:r>
            <a:endParaRPr kumimoji="0" lang="en-US" sz="900" b="0" i="0" u="none" strike="noStrike" kern="1200" cap="none" spc="0" normalizeH="0" baseline="0" noProof="0" dirty="0">
              <a:ln>
                <a:noFill/>
              </a:ln>
              <a:solidFill>
                <a:prstClr val="black"/>
              </a:solidFill>
              <a:effectLst/>
              <a:uLnTx/>
              <a:uFillTx/>
              <a:latin typeface="Verdana"/>
              <a:ea typeface="+mn-ea"/>
              <a:cs typeface="+mn-cs"/>
            </a:endParaRPr>
          </a:p>
        </p:txBody>
      </p:sp>
      <p:sp>
        <p:nvSpPr>
          <p:cNvPr id="148" name="TextBox 147"/>
          <p:cNvSpPr txBox="1"/>
          <p:nvPr/>
        </p:nvSpPr>
        <p:spPr>
          <a:xfrm>
            <a:off x="5174737" y="4289137"/>
            <a:ext cx="1537952" cy="923330"/>
          </a:xfrm>
          <a:prstGeom prst="wedgeRectCallout">
            <a:avLst>
              <a:gd name="adj1" fmla="val -90070"/>
              <a:gd name="adj2" fmla="val -15120"/>
            </a:avLst>
          </a:prstGeom>
          <a:solidFill>
            <a:schemeClr val="tx2">
              <a:lumMod val="20000"/>
              <a:lumOff val="80000"/>
              <a:alpha val="10000"/>
            </a:schemeClr>
          </a:solidFill>
          <a:ln>
            <a:solidFill>
              <a:schemeClr val="tx2">
                <a:lumMod val="60000"/>
                <a:lumOff val="40000"/>
              </a:schemeClr>
            </a:solidFill>
          </a:ln>
        </p:spPr>
        <p:txBody>
          <a:bodyPr wrap="square" rtlCol="0">
            <a:spAutoFit/>
          </a:bodyPr>
          <a:lstStyle/>
          <a:p>
            <a:pPr marL="114300" marR="0" lvl="0" indent="-1143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Verdana"/>
                <a:ea typeface="+mn-ea"/>
                <a:cs typeface="+mn-cs"/>
              </a:rPr>
              <a:t>Gaps in the process</a:t>
            </a:r>
          </a:p>
          <a:p>
            <a:pPr marL="114300" marR="0" lvl="0" indent="-1143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dirty="0">
                <a:solidFill>
                  <a:prstClr val="black"/>
                </a:solidFill>
                <a:latin typeface="Verdana"/>
              </a:rPr>
              <a:t>Strategic interventions required</a:t>
            </a:r>
          </a:p>
          <a:p>
            <a:pPr marL="114300" marR="0" lvl="0" indent="-1143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Verdana"/>
                <a:ea typeface="+mn-ea"/>
                <a:cs typeface="+mn-cs"/>
              </a:rPr>
              <a:t>Prioritize</a:t>
            </a:r>
            <a:r>
              <a:rPr kumimoji="0" lang="en-US" sz="900" b="0" i="0" u="none" strike="noStrike" kern="1200" cap="none" spc="0" normalizeH="0" noProof="0" dirty="0">
                <a:ln>
                  <a:noFill/>
                </a:ln>
                <a:solidFill>
                  <a:prstClr val="black"/>
                </a:solidFill>
                <a:effectLst/>
                <a:uLnTx/>
                <a:uFillTx/>
                <a:latin typeface="Verdana"/>
                <a:ea typeface="+mn-ea"/>
                <a:cs typeface="+mn-cs"/>
              </a:rPr>
              <a:t> the areas of play</a:t>
            </a:r>
            <a:endParaRPr kumimoji="0" lang="en-US" sz="900" b="0" i="0" u="none" strike="noStrike" kern="1200" cap="none" spc="0" normalizeH="0" baseline="0" noProof="0" dirty="0">
              <a:ln>
                <a:noFill/>
              </a:ln>
              <a:solidFill>
                <a:prstClr val="black"/>
              </a:solidFill>
              <a:effectLst/>
              <a:uLnTx/>
              <a:uFillTx/>
              <a:latin typeface="Verdana"/>
              <a:ea typeface="+mn-ea"/>
              <a:cs typeface="+mn-cs"/>
            </a:endParaRPr>
          </a:p>
        </p:txBody>
      </p:sp>
      <p:sp>
        <p:nvSpPr>
          <p:cNvPr id="149" name="TextBox 148"/>
          <p:cNvSpPr txBox="1"/>
          <p:nvPr/>
        </p:nvSpPr>
        <p:spPr>
          <a:xfrm>
            <a:off x="6953018" y="1546015"/>
            <a:ext cx="4827681" cy="294733"/>
          </a:xfrm>
          <a:prstGeom prst="rect">
            <a:avLst/>
          </a:prstGeom>
          <a:solidFill>
            <a:srgbClr val="00548B"/>
          </a:solidFill>
          <a:ln>
            <a:solidFill>
              <a:srgbClr val="00548B"/>
            </a:solidFill>
          </a:ln>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prstClr val="white"/>
                </a:solidFill>
                <a:effectLst/>
                <a:uLnTx/>
                <a:uFillTx/>
                <a:latin typeface="Verdana"/>
                <a:ea typeface="+mn-ea"/>
                <a:cs typeface="+mn-cs"/>
              </a:rPr>
              <a:t>Market Assessment Check-List</a:t>
            </a:r>
          </a:p>
        </p:txBody>
      </p:sp>
      <p:sp>
        <p:nvSpPr>
          <p:cNvPr id="150" name="TextBox 149"/>
          <p:cNvSpPr txBox="1"/>
          <p:nvPr/>
        </p:nvSpPr>
        <p:spPr>
          <a:xfrm>
            <a:off x="6953018" y="2230767"/>
            <a:ext cx="1579968" cy="1504364"/>
          </a:xfrm>
          <a:prstGeom prst="rect">
            <a:avLst/>
          </a:prstGeom>
          <a:noFill/>
          <a:ln>
            <a:solidFill>
              <a:srgbClr val="00A1DE"/>
            </a:solidFill>
          </a:ln>
        </p:spPr>
        <p:txBody>
          <a:bodyPr wrap="square" lIns="36000" tIns="36000" rIns="36000" bIns="36000" rtlCol="0">
            <a:noAutofit/>
          </a:bodyPr>
          <a:lstStyle/>
          <a:p>
            <a:pPr marL="231775" marR="0" lvl="0" indent="-2317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prstClr val="black"/>
                </a:solidFill>
                <a:effectLst/>
                <a:uLnTx/>
                <a:uFillTx/>
                <a:latin typeface="Verdana"/>
                <a:ea typeface="+mn-ea"/>
                <a:cs typeface="+mn-cs"/>
              </a:rPr>
              <a:t>Demand Supply scenario</a:t>
            </a:r>
          </a:p>
          <a:p>
            <a:pPr marL="231775" marR="0" lvl="0" indent="-2317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800" dirty="0">
                <a:solidFill>
                  <a:prstClr val="black"/>
                </a:solidFill>
                <a:latin typeface="Verdana"/>
              </a:rPr>
              <a:t>PRESTL Analysis</a:t>
            </a:r>
          </a:p>
          <a:p>
            <a:pPr marL="231775" marR="0" lvl="0" indent="-2317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prstClr val="black"/>
                </a:solidFill>
                <a:effectLst/>
                <a:uLnTx/>
                <a:uFillTx/>
                <a:latin typeface="Verdana"/>
                <a:ea typeface="+mn-ea"/>
                <a:cs typeface="+mn-cs"/>
              </a:rPr>
              <a:t>Value Chain Assessment</a:t>
            </a:r>
          </a:p>
          <a:p>
            <a:pPr marL="231775" marR="0" lvl="0" indent="-2317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800" dirty="0">
                <a:solidFill>
                  <a:prstClr val="black"/>
                </a:solidFill>
                <a:latin typeface="Verdana"/>
              </a:rPr>
              <a:t>Key Players and Competition</a:t>
            </a:r>
          </a:p>
          <a:p>
            <a:pPr marL="231775" marR="0" lvl="0" indent="-2317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prstClr val="black"/>
                </a:solidFill>
                <a:effectLst/>
                <a:uLnTx/>
                <a:uFillTx/>
                <a:latin typeface="Verdana"/>
                <a:ea typeface="+mn-ea"/>
                <a:cs typeface="+mn-cs"/>
              </a:rPr>
              <a:t>Overall contribution in economy</a:t>
            </a:r>
          </a:p>
          <a:p>
            <a:pPr marL="231775" marR="0" lvl="0" indent="-2317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800" noProof="0" dirty="0">
                <a:solidFill>
                  <a:prstClr val="black"/>
                </a:solidFill>
                <a:latin typeface="Verdana"/>
              </a:rPr>
              <a:t>Financial condition</a:t>
            </a:r>
            <a:endParaRPr kumimoji="0" lang="en-US" sz="800" b="0" i="0" u="none" strike="noStrike" kern="1200" cap="none" spc="0" normalizeH="0" baseline="0" noProof="0" dirty="0">
              <a:ln>
                <a:noFill/>
              </a:ln>
              <a:solidFill>
                <a:prstClr val="black"/>
              </a:solidFill>
              <a:effectLst/>
              <a:uLnTx/>
              <a:uFillTx/>
              <a:latin typeface="Verdana"/>
              <a:ea typeface="+mn-ea"/>
              <a:cs typeface="+mn-cs"/>
            </a:endParaRPr>
          </a:p>
          <a:p>
            <a:pPr marL="231775" marR="0" lvl="0" indent="-2317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800" noProof="0" dirty="0">
                <a:solidFill>
                  <a:prstClr val="black"/>
                </a:solidFill>
                <a:latin typeface="Verdana"/>
              </a:rPr>
              <a:t>Raw Material and Value Chain analysis</a:t>
            </a:r>
          </a:p>
          <a:p>
            <a:pPr marL="231775" marR="0" lvl="0" indent="-2317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dirty="0">
                <a:ln>
                  <a:noFill/>
                </a:ln>
                <a:solidFill>
                  <a:prstClr val="black"/>
                </a:solidFill>
                <a:effectLst/>
                <a:uLnTx/>
                <a:uFillTx/>
                <a:latin typeface="Verdana"/>
                <a:ea typeface="+mn-ea"/>
                <a:cs typeface="+mn-cs"/>
              </a:rPr>
              <a:t>Key Risks</a:t>
            </a:r>
            <a:endParaRPr kumimoji="0" lang="en-US" sz="800" b="0" i="0" u="none" strike="noStrike" kern="1200" cap="none" spc="0" normalizeH="0" baseline="0" noProof="0" dirty="0">
              <a:ln>
                <a:noFill/>
              </a:ln>
              <a:solidFill>
                <a:prstClr val="black"/>
              </a:solidFill>
              <a:effectLst/>
              <a:uLnTx/>
              <a:uFillTx/>
              <a:latin typeface="Verdana"/>
              <a:ea typeface="+mn-ea"/>
              <a:cs typeface="+mn-cs"/>
            </a:endParaRPr>
          </a:p>
        </p:txBody>
      </p:sp>
      <p:sp>
        <p:nvSpPr>
          <p:cNvPr id="151" name="TextBox 150"/>
          <p:cNvSpPr txBox="1"/>
          <p:nvPr/>
        </p:nvSpPr>
        <p:spPr>
          <a:xfrm>
            <a:off x="6953018" y="1910868"/>
            <a:ext cx="1579968" cy="294733"/>
          </a:xfrm>
          <a:prstGeom prst="rect">
            <a:avLst/>
          </a:prstGeom>
          <a:solidFill>
            <a:srgbClr val="00A1DE"/>
          </a:solidFill>
          <a:ln>
            <a:solidFill>
              <a:srgbClr val="00A1DE"/>
            </a:solidFill>
          </a:ln>
        </p:spPr>
        <p:txBody>
          <a:bodyPr wrap="square" lIns="36000" tIns="36000" rIns="36000" bIns="3600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dirty="0">
                <a:solidFill>
                  <a:prstClr val="white"/>
                </a:solidFill>
                <a:latin typeface="Verdana"/>
              </a:rPr>
              <a:t>Macro</a:t>
            </a:r>
            <a:r>
              <a:rPr kumimoji="0" lang="en-US" sz="800" b="1" i="0" u="none" strike="noStrike" kern="1200" cap="none" spc="0" normalizeH="0" baseline="0" noProof="0" dirty="0">
                <a:ln>
                  <a:noFill/>
                </a:ln>
                <a:solidFill>
                  <a:prstClr val="white"/>
                </a:solidFill>
                <a:effectLst/>
                <a:uLnTx/>
                <a:uFillTx/>
                <a:latin typeface="Verdana"/>
                <a:ea typeface="+mn-ea"/>
                <a:cs typeface="+mn-cs"/>
              </a:rPr>
              <a:t> Scenario</a:t>
            </a:r>
          </a:p>
        </p:txBody>
      </p:sp>
      <p:sp>
        <p:nvSpPr>
          <p:cNvPr id="154" name="TextBox 153"/>
          <p:cNvSpPr txBox="1"/>
          <p:nvPr/>
        </p:nvSpPr>
        <p:spPr>
          <a:xfrm>
            <a:off x="6953018" y="4128974"/>
            <a:ext cx="1579968" cy="1102181"/>
          </a:xfrm>
          <a:prstGeom prst="rect">
            <a:avLst/>
          </a:prstGeom>
          <a:noFill/>
          <a:ln>
            <a:solidFill>
              <a:srgbClr val="00A1DE"/>
            </a:solidFill>
          </a:ln>
        </p:spPr>
        <p:txBody>
          <a:bodyPr wrap="square" lIns="36000" tIns="36000" rIns="36000" bIns="36000" rtlCol="0">
            <a:noAutofit/>
          </a:bodyPr>
          <a:lstStyle/>
          <a:p>
            <a:pPr marL="231775" marR="0" lvl="0" indent="-2317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prstClr val="black"/>
                </a:solidFill>
                <a:effectLst/>
                <a:uLnTx/>
                <a:uFillTx/>
                <a:latin typeface="Verdana"/>
                <a:ea typeface="+mn-ea"/>
                <a:cs typeface="+mn-cs"/>
              </a:rPr>
              <a:t>Existing business model</a:t>
            </a:r>
          </a:p>
          <a:p>
            <a:pPr marL="231775" marR="0" lvl="0" indent="-2317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800" dirty="0">
                <a:solidFill>
                  <a:prstClr val="black"/>
                </a:solidFill>
                <a:latin typeface="Verdana"/>
              </a:rPr>
              <a:t>Advantages and disadvantages of current models</a:t>
            </a:r>
          </a:p>
          <a:p>
            <a:pPr marL="231775" marR="0" lvl="0" indent="-2317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800" dirty="0">
                <a:solidFill>
                  <a:prstClr val="black"/>
                </a:solidFill>
                <a:latin typeface="Verdana"/>
              </a:rPr>
              <a:t>Innovative models</a:t>
            </a:r>
          </a:p>
          <a:p>
            <a:pPr marL="231775" marR="0" lvl="0" indent="-2317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800" dirty="0">
                <a:solidFill>
                  <a:prstClr val="black"/>
                </a:solidFill>
                <a:latin typeface="Verdana"/>
              </a:rPr>
              <a:t>Case studies and learnings</a:t>
            </a:r>
          </a:p>
          <a:p>
            <a:pPr marL="231775" marR="0" lvl="0" indent="-2317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800" b="0" i="0" u="none" strike="noStrike" kern="1200" cap="none" spc="0" normalizeH="0" baseline="0" noProof="0" dirty="0">
              <a:ln>
                <a:noFill/>
              </a:ln>
              <a:solidFill>
                <a:prstClr val="black"/>
              </a:solidFill>
              <a:effectLst/>
              <a:uLnTx/>
              <a:uFillTx/>
              <a:latin typeface="Verdana"/>
              <a:ea typeface="+mn-ea"/>
              <a:cs typeface="+mn-cs"/>
            </a:endParaRPr>
          </a:p>
        </p:txBody>
      </p:sp>
      <p:sp>
        <p:nvSpPr>
          <p:cNvPr id="155" name="TextBox 154"/>
          <p:cNvSpPr txBox="1"/>
          <p:nvPr/>
        </p:nvSpPr>
        <p:spPr>
          <a:xfrm>
            <a:off x="6953018" y="3808102"/>
            <a:ext cx="1579968" cy="294733"/>
          </a:xfrm>
          <a:prstGeom prst="rect">
            <a:avLst/>
          </a:prstGeom>
          <a:solidFill>
            <a:srgbClr val="00A1DE"/>
          </a:solidFill>
          <a:ln>
            <a:solidFill>
              <a:srgbClr val="00A1DE"/>
            </a:solidFill>
          </a:ln>
        </p:spPr>
        <p:txBody>
          <a:bodyPr wrap="square" lIns="36000" tIns="36000" rIns="36000" bIns="3600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prstClr val="white"/>
                </a:solidFill>
                <a:effectLst/>
                <a:uLnTx/>
                <a:uFillTx/>
                <a:latin typeface="Verdana"/>
                <a:ea typeface="+mn-ea"/>
                <a:cs typeface="+mn-cs"/>
              </a:rPr>
              <a:t>Market Strategies</a:t>
            </a:r>
          </a:p>
        </p:txBody>
      </p:sp>
      <p:sp>
        <p:nvSpPr>
          <p:cNvPr id="158" name="TextBox 157"/>
          <p:cNvSpPr txBox="1"/>
          <p:nvPr/>
        </p:nvSpPr>
        <p:spPr>
          <a:xfrm>
            <a:off x="8576875" y="2231740"/>
            <a:ext cx="1579968" cy="1523823"/>
          </a:xfrm>
          <a:prstGeom prst="rect">
            <a:avLst/>
          </a:prstGeom>
          <a:noFill/>
          <a:ln>
            <a:solidFill>
              <a:srgbClr val="00A1DE"/>
            </a:solidFill>
          </a:ln>
        </p:spPr>
        <p:txBody>
          <a:bodyPr wrap="square" lIns="36000" tIns="36000" rIns="36000" bIns="36000" rtlCol="0">
            <a:noAutofit/>
          </a:bodyPr>
          <a:lstStyle/>
          <a:p>
            <a:pPr marL="231775" marR="0" lvl="0" indent="-2317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prstClr val="black"/>
                </a:solidFill>
                <a:effectLst/>
                <a:uLnTx/>
                <a:uFillTx/>
                <a:latin typeface="Verdana"/>
                <a:ea typeface="+mn-ea"/>
                <a:cs typeface="+mn-cs"/>
              </a:rPr>
              <a:t>Margin assessment</a:t>
            </a:r>
          </a:p>
          <a:p>
            <a:pPr marL="231775" marR="0" lvl="0" indent="-2317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800" dirty="0">
                <a:solidFill>
                  <a:prstClr val="black"/>
                </a:solidFill>
                <a:latin typeface="Verdana"/>
              </a:rPr>
              <a:t>Assessment of the financials of the key players</a:t>
            </a:r>
          </a:p>
          <a:p>
            <a:pPr marL="231775" marR="0" lvl="0" indent="-2317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prstClr val="black"/>
                </a:solidFill>
                <a:effectLst/>
                <a:uLnTx/>
                <a:uFillTx/>
                <a:latin typeface="Verdana"/>
                <a:ea typeface="+mn-ea"/>
                <a:cs typeface="+mn-cs"/>
              </a:rPr>
              <a:t>Profitability assessment</a:t>
            </a:r>
          </a:p>
          <a:p>
            <a:pPr marL="231775" marR="0" lvl="0" indent="-2317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800" dirty="0">
                <a:solidFill>
                  <a:prstClr val="black"/>
                </a:solidFill>
                <a:latin typeface="Verdana"/>
              </a:rPr>
              <a:t>Cost of raw material</a:t>
            </a:r>
          </a:p>
          <a:p>
            <a:pPr marL="231775" marR="0" lvl="0" indent="-2317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prstClr val="black"/>
                </a:solidFill>
                <a:effectLst/>
                <a:uLnTx/>
                <a:uFillTx/>
                <a:latin typeface="Verdana"/>
                <a:ea typeface="+mn-ea"/>
                <a:cs typeface="+mn-cs"/>
              </a:rPr>
              <a:t>Cost</a:t>
            </a:r>
            <a:r>
              <a:rPr kumimoji="0" lang="en-US" sz="800" b="0" i="0" u="none" strike="noStrike" kern="1200" cap="none" spc="0" normalizeH="0" noProof="0" dirty="0">
                <a:ln>
                  <a:noFill/>
                </a:ln>
                <a:solidFill>
                  <a:prstClr val="black"/>
                </a:solidFill>
                <a:effectLst/>
                <a:uLnTx/>
                <a:uFillTx/>
                <a:latin typeface="Verdana"/>
                <a:ea typeface="+mn-ea"/>
                <a:cs typeface="+mn-cs"/>
              </a:rPr>
              <a:t> optimization initiatives</a:t>
            </a:r>
          </a:p>
          <a:p>
            <a:pPr marL="231775" marR="0" lvl="0" indent="-2317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800" baseline="0" dirty="0">
                <a:solidFill>
                  <a:prstClr val="black"/>
                </a:solidFill>
                <a:latin typeface="Verdana"/>
              </a:rPr>
              <a:t>Investment flows in the market</a:t>
            </a:r>
            <a:endParaRPr kumimoji="0" lang="en-US" sz="800" b="0" i="0" u="none" strike="noStrike" kern="1200" cap="none" spc="0" normalizeH="0" baseline="0" noProof="0" dirty="0">
              <a:ln>
                <a:noFill/>
              </a:ln>
              <a:solidFill>
                <a:prstClr val="black"/>
              </a:solidFill>
              <a:effectLst/>
              <a:uLnTx/>
              <a:uFillTx/>
              <a:latin typeface="Verdana"/>
              <a:ea typeface="+mn-ea"/>
              <a:cs typeface="+mn-cs"/>
            </a:endParaRPr>
          </a:p>
        </p:txBody>
      </p:sp>
      <p:sp>
        <p:nvSpPr>
          <p:cNvPr id="159" name="TextBox 158"/>
          <p:cNvSpPr txBox="1"/>
          <p:nvPr/>
        </p:nvSpPr>
        <p:spPr>
          <a:xfrm>
            <a:off x="8576875" y="1910868"/>
            <a:ext cx="1579968" cy="294733"/>
          </a:xfrm>
          <a:prstGeom prst="rect">
            <a:avLst/>
          </a:prstGeom>
          <a:solidFill>
            <a:srgbClr val="00A1DE"/>
          </a:solidFill>
          <a:ln>
            <a:solidFill>
              <a:srgbClr val="00A1DE"/>
            </a:solidFill>
          </a:ln>
        </p:spPr>
        <p:txBody>
          <a:bodyPr wrap="square" lIns="36000" tIns="36000" rIns="36000" bIns="3600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prstClr val="white"/>
                </a:solidFill>
                <a:effectLst/>
                <a:uLnTx/>
                <a:uFillTx/>
                <a:latin typeface="Verdana"/>
                <a:ea typeface="+mn-ea"/>
                <a:cs typeface="+mn-cs"/>
              </a:rPr>
              <a:t>Financial</a:t>
            </a:r>
          </a:p>
        </p:txBody>
      </p:sp>
      <p:sp>
        <p:nvSpPr>
          <p:cNvPr id="160" name="TextBox 159"/>
          <p:cNvSpPr txBox="1"/>
          <p:nvPr/>
        </p:nvSpPr>
        <p:spPr>
          <a:xfrm>
            <a:off x="10200730" y="4128974"/>
            <a:ext cx="1579968" cy="1102181"/>
          </a:xfrm>
          <a:prstGeom prst="rect">
            <a:avLst/>
          </a:prstGeom>
          <a:noFill/>
          <a:ln>
            <a:solidFill>
              <a:srgbClr val="00A1DE"/>
            </a:solidFill>
          </a:ln>
        </p:spPr>
        <p:txBody>
          <a:bodyPr wrap="square" lIns="36000" tIns="36000" rIns="36000" bIns="36000" rtlCol="0" anchor="t">
            <a:noAutofit/>
          </a:bodyPr>
          <a:lstStyle/>
          <a:p>
            <a:pPr marL="231775" marR="0" lvl="0" indent="-2317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prstClr val="black"/>
                </a:solidFill>
                <a:effectLst/>
                <a:uLnTx/>
                <a:uFillTx/>
                <a:latin typeface="Verdana"/>
                <a:ea typeface="+mn-ea"/>
                <a:cs typeface="+mn-cs"/>
              </a:rPr>
              <a:t>Land Availability</a:t>
            </a:r>
          </a:p>
          <a:p>
            <a:pPr marL="231775" marR="0" lvl="0" indent="-2317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800" noProof="0" dirty="0">
                <a:solidFill>
                  <a:prstClr val="black"/>
                </a:solidFill>
                <a:latin typeface="Verdana"/>
              </a:rPr>
              <a:t>R&amp;R requirement</a:t>
            </a:r>
          </a:p>
          <a:p>
            <a:pPr marL="231775" marR="0" lvl="0" indent="-2317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dirty="0">
                <a:ln>
                  <a:noFill/>
                </a:ln>
                <a:solidFill>
                  <a:prstClr val="black"/>
                </a:solidFill>
                <a:effectLst/>
                <a:uLnTx/>
                <a:uFillTx/>
                <a:latin typeface="Verdana"/>
                <a:ea typeface="+mn-ea"/>
                <a:cs typeface="+mn-cs"/>
              </a:rPr>
              <a:t>Connectivity</a:t>
            </a:r>
          </a:p>
          <a:p>
            <a:pPr marL="231775" marR="0" lvl="0" indent="-2317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800" noProof="0" dirty="0">
                <a:solidFill>
                  <a:prstClr val="black"/>
                </a:solidFill>
                <a:latin typeface="Verdana"/>
              </a:rPr>
              <a:t>Basic Infrastructure availability</a:t>
            </a:r>
            <a:endParaRPr kumimoji="0" lang="en-US" sz="800" b="0" i="0" u="none" strike="noStrike" kern="1200" cap="none" spc="0" normalizeH="0" baseline="0" noProof="0" dirty="0">
              <a:ln>
                <a:noFill/>
              </a:ln>
              <a:solidFill>
                <a:prstClr val="black"/>
              </a:solidFill>
              <a:effectLst/>
              <a:uLnTx/>
              <a:uFillTx/>
              <a:latin typeface="Verdana"/>
              <a:ea typeface="+mn-ea"/>
              <a:cs typeface="+mn-cs"/>
            </a:endParaRPr>
          </a:p>
        </p:txBody>
      </p:sp>
      <p:sp>
        <p:nvSpPr>
          <p:cNvPr id="161" name="TextBox 160"/>
          <p:cNvSpPr txBox="1"/>
          <p:nvPr/>
        </p:nvSpPr>
        <p:spPr>
          <a:xfrm>
            <a:off x="10200730" y="3810368"/>
            <a:ext cx="1579968" cy="294733"/>
          </a:xfrm>
          <a:prstGeom prst="rect">
            <a:avLst/>
          </a:prstGeom>
          <a:solidFill>
            <a:srgbClr val="00A1DE"/>
          </a:solidFill>
          <a:ln>
            <a:solidFill>
              <a:srgbClr val="00A1DE"/>
            </a:solidFill>
          </a:ln>
        </p:spPr>
        <p:txBody>
          <a:bodyPr wrap="square" lIns="36000" tIns="36000" rIns="36000" bIns="3600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prstClr val="white"/>
                </a:solidFill>
                <a:effectLst/>
                <a:uLnTx/>
                <a:uFillTx/>
                <a:latin typeface="Verdana"/>
                <a:ea typeface="+mn-ea"/>
                <a:cs typeface="+mn-cs"/>
              </a:rPr>
              <a:t>Location and High-Level</a:t>
            </a:r>
            <a:r>
              <a:rPr kumimoji="0" lang="en-US" sz="800" b="1" i="0" u="none" strike="noStrike" kern="1200" cap="none" spc="0" normalizeH="0" noProof="0" dirty="0">
                <a:ln>
                  <a:noFill/>
                </a:ln>
                <a:solidFill>
                  <a:prstClr val="white"/>
                </a:solidFill>
                <a:effectLst/>
                <a:uLnTx/>
                <a:uFillTx/>
                <a:latin typeface="Verdana"/>
                <a:ea typeface="+mn-ea"/>
                <a:cs typeface="+mn-cs"/>
              </a:rPr>
              <a:t> feasibility</a:t>
            </a:r>
            <a:endParaRPr kumimoji="0" lang="en-US" sz="800" b="1" i="0" u="none" strike="noStrike" kern="1200" cap="none" spc="0" normalizeH="0" baseline="0" noProof="0" dirty="0">
              <a:ln>
                <a:noFill/>
              </a:ln>
              <a:solidFill>
                <a:prstClr val="white"/>
              </a:solidFill>
              <a:effectLst/>
              <a:uLnTx/>
              <a:uFillTx/>
              <a:latin typeface="Verdana"/>
              <a:ea typeface="+mn-ea"/>
              <a:cs typeface="+mn-cs"/>
            </a:endParaRPr>
          </a:p>
        </p:txBody>
      </p:sp>
      <p:sp>
        <p:nvSpPr>
          <p:cNvPr id="162" name="TextBox 161"/>
          <p:cNvSpPr txBox="1"/>
          <p:nvPr/>
        </p:nvSpPr>
        <p:spPr>
          <a:xfrm>
            <a:off x="10200730" y="2231740"/>
            <a:ext cx="1579968" cy="1519261"/>
          </a:xfrm>
          <a:prstGeom prst="rect">
            <a:avLst/>
          </a:prstGeom>
          <a:noFill/>
          <a:ln>
            <a:solidFill>
              <a:srgbClr val="00A1DE"/>
            </a:solidFill>
          </a:ln>
        </p:spPr>
        <p:txBody>
          <a:bodyPr wrap="square" lIns="36000" tIns="36000" rIns="36000" bIns="36000" rtlCol="0" anchor="t">
            <a:noAutofit/>
          </a:bodyPr>
          <a:lstStyle/>
          <a:p>
            <a:pPr marL="231775" marR="0" lvl="0" indent="-2317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prstClr val="black"/>
                </a:solidFill>
                <a:effectLst/>
                <a:uLnTx/>
                <a:uFillTx/>
                <a:latin typeface="Verdana"/>
                <a:ea typeface="+mn-ea"/>
                <a:cs typeface="+mn-cs"/>
              </a:rPr>
              <a:t>Projected growth</a:t>
            </a:r>
          </a:p>
          <a:p>
            <a:pPr marL="231775" marR="0" lvl="0" indent="-2317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800" dirty="0">
                <a:solidFill>
                  <a:prstClr val="black"/>
                </a:solidFill>
                <a:latin typeface="Verdana"/>
              </a:rPr>
              <a:t>Planned capacity addition</a:t>
            </a:r>
          </a:p>
          <a:p>
            <a:pPr marL="231775" marR="0" lvl="0" indent="-2317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prstClr val="black"/>
                </a:solidFill>
                <a:effectLst/>
                <a:uLnTx/>
                <a:uFillTx/>
                <a:latin typeface="Verdana"/>
                <a:ea typeface="+mn-ea"/>
                <a:cs typeface="+mn-cs"/>
              </a:rPr>
              <a:t>Plan to mitigate demand-supply</a:t>
            </a:r>
            <a:r>
              <a:rPr kumimoji="0" lang="en-US" sz="800" b="0" i="0" u="none" strike="noStrike" kern="1200" cap="none" spc="0" normalizeH="0" noProof="0" dirty="0">
                <a:ln>
                  <a:noFill/>
                </a:ln>
                <a:solidFill>
                  <a:prstClr val="black"/>
                </a:solidFill>
                <a:effectLst/>
                <a:uLnTx/>
                <a:uFillTx/>
                <a:latin typeface="Verdana"/>
                <a:ea typeface="+mn-ea"/>
                <a:cs typeface="+mn-cs"/>
              </a:rPr>
              <a:t> gap</a:t>
            </a:r>
          </a:p>
          <a:p>
            <a:pPr marL="231775" marR="0" lvl="0" indent="-2317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800" baseline="0" dirty="0">
                <a:solidFill>
                  <a:prstClr val="black"/>
                </a:solidFill>
                <a:latin typeface="Verdana"/>
              </a:rPr>
              <a:t>Government</a:t>
            </a:r>
            <a:r>
              <a:rPr lang="en-US" sz="800" dirty="0">
                <a:solidFill>
                  <a:prstClr val="black"/>
                </a:solidFill>
                <a:latin typeface="Verdana"/>
              </a:rPr>
              <a:t> policy trajectory for the sector</a:t>
            </a:r>
          </a:p>
          <a:p>
            <a:pPr marL="231775" marR="0" lvl="0" indent="-2317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prstClr val="black"/>
                </a:solidFill>
                <a:effectLst/>
                <a:uLnTx/>
                <a:uFillTx/>
                <a:latin typeface="Verdana"/>
                <a:ea typeface="+mn-ea"/>
                <a:cs typeface="+mn-cs"/>
              </a:rPr>
              <a:t>Shareholders sentiment towards the sector</a:t>
            </a:r>
          </a:p>
        </p:txBody>
      </p:sp>
      <p:sp>
        <p:nvSpPr>
          <p:cNvPr id="163" name="TextBox 162"/>
          <p:cNvSpPr txBox="1"/>
          <p:nvPr/>
        </p:nvSpPr>
        <p:spPr>
          <a:xfrm>
            <a:off x="10200731" y="1910868"/>
            <a:ext cx="1579968" cy="294733"/>
          </a:xfrm>
          <a:prstGeom prst="rect">
            <a:avLst/>
          </a:prstGeom>
          <a:solidFill>
            <a:srgbClr val="00A1DE"/>
          </a:solidFill>
          <a:ln>
            <a:solidFill>
              <a:srgbClr val="00A1DE"/>
            </a:solidFill>
          </a:ln>
        </p:spPr>
        <p:txBody>
          <a:bodyPr wrap="square" lIns="36000" tIns="36000" rIns="36000" bIns="3600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prstClr val="white"/>
                </a:solidFill>
                <a:effectLst/>
                <a:uLnTx/>
                <a:uFillTx/>
                <a:latin typeface="Verdana"/>
                <a:ea typeface="+mn-ea"/>
                <a:cs typeface="+mn-cs"/>
              </a:rPr>
              <a:t>Outlook</a:t>
            </a:r>
          </a:p>
        </p:txBody>
      </p:sp>
      <p:sp>
        <p:nvSpPr>
          <p:cNvPr id="164" name="TextBox 163"/>
          <p:cNvSpPr txBox="1"/>
          <p:nvPr/>
        </p:nvSpPr>
        <p:spPr>
          <a:xfrm>
            <a:off x="8576875" y="4131163"/>
            <a:ext cx="1579968" cy="271450"/>
          </a:xfrm>
          <a:prstGeom prst="rect">
            <a:avLst/>
          </a:prstGeom>
          <a:noFill/>
          <a:ln>
            <a:solidFill>
              <a:srgbClr val="00A1DE"/>
            </a:solidFill>
          </a:ln>
        </p:spPr>
        <p:txBody>
          <a:bodyPr wrap="square" lIns="36000" tIns="36000" rIns="36000" bIns="36000" rtlCol="0" anchor="ctr">
            <a:noAutofit/>
          </a:bodyPr>
          <a:lstStyle/>
          <a:p>
            <a:pPr marL="231775" marR="0" lvl="0" indent="-2317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prstClr val="black"/>
                </a:solidFill>
                <a:effectLst/>
                <a:uLnTx/>
                <a:uFillTx/>
                <a:latin typeface="Verdana"/>
                <a:ea typeface="+mn-ea"/>
                <a:cs typeface="+mn-cs"/>
              </a:rPr>
              <a:t>Digital penetration Level</a:t>
            </a:r>
          </a:p>
        </p:txBody>
      </p:sp>
      <p:sp>
        <p:nvSpPr>
          <p:cNvPr id="165" name="TextBox 164"/>
          <p:cNvSpPr txBox="1"/>
          <p:nvPr/>
        </p:nvSpPr>
        <p:spPr>
          <a:xfrm>
            <a:off x="8576875" y="3808102"/>
            <a:ext cx="1579968" cy="294733"/>
          </a:xfrm>
          <a:prstGeom prst="rect">
            <a:avLst/>
          </a:prstGeom>
          <a:solidFill>
            <a:srgbClr val="00A1DE"/>
          </a:solidFill>
          <a:ln>
            <a:solidFill>
              <a:srgbClr val="00A1DE"/>
            </a:solidFill>
          </a:ln>
        </p:spPr>
        <p:txBody>
          <a:bodyPr wrap="square" lIns="36000" tIns="36000" rIns="36000" bIns="3600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prstClr val="white"/>
                </a:solidFill>
                <a:effectLst/>
                <a:uLnTx/>
                <a:uFillTx/>
                <a:latin typeface="Verdana"/>
                <a:ea typeface="+mn-ea"/>
                <a:cs typeface="+mn-cs"/>
              </a:rPr>
              <a:t>IT &amp; Digital</a:t>
            </a:r>
          </a:p>
        </p:txBody>
      </p:sp>
      <p:sp>
        <p:nvSpPr>
          <p:cNvPr id="166" name="TextBox 165"/>
          <p:cNvSpPr txBox="1"/>
          <p:nvPr/>
        </p:nvSpPr>
        <p:spPr>
          <a:xfrm>
            <a:off x="8571273" y="4959705"/>
            <a:ext cx="1579968" cy="271450"/>
          </a:xfrm>
          <a:prstGeom prst="rect">
            <a:avLst/>
          </a:prstGeom>
          <a:noFill/>
          <a:ln>
            <a:solidFill>
              <a:srgbClr val="00A1DE"/>
            </a:solidFill>
          </a:ln>
        </p:spPr>
        <p:txBody>
          <a:bodyPr wrap="square" lIns="36000" tIns="36000" rIns="36000" bIns="36000" rtlCol="0" anchor="ctr">
            <a:noAutofit/>
          </a:bodyPr>
          <a:lstStyle/>
          <a:p>
            <a:pPr marL="231775" marR="0" lvl="0" indent="-2317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prstClr val="black"/>
                </a:solidFill>
                <a:effectLst/>
                <a:uLnTx/>
                <a:uFillTx/>
                <a:latin typeface="Verdana"/>
                <a:ea typeface="+mn-ea"/>
                <a:cs typeface="+mn-cs"/>
              </a:rPr>
              <a:t>EHS related concerns</a:t>
            </a:r>
          </a:p>
        </p:txBody>
      </p:sp>
      <p:sp>
        <p:nvSpPr>
          <p:cNvPr id="167" name="TextBox 166"/>
          <p:cNvSpPr txBox="1"/>
          <p:nvPr/>
        </p:nvSpPr>
        <p:spPr>
          <a:xfrm>
            <a:off x="8571273" y="4638831"/>
            <a:ext cx="1579968" cy="294733"/>
          </a:xfrm>
          <a:prstGeom prst="rect">
            <a:avLst/>
          </a:prstGeom>
          <a:solidFill>
            <a:srgbClr val="00A1DE"/>
          </a:solidFill>
          <a:ln>
            <a:solidFill>
              <a:srgbClr val="00A1DE"/>
            </a:solidFill>
          </a:ln>
        </p:spPr>
        <p:txBody>
          <a:bodyPr wrap="square" lIns="36000" tIns="36000" rIns="36000" bIns="3600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prstClr val="white"/>
                </a:solidFill>
                <a:effectLst/>
                <a:uLnTx/>
                <a:uFillTx/>
                <a:latin typeface="Verdana"/>
                <a:ea typeface="+mn-ea"/>
                <a:cs typeface="+mn-cs"/>
              </a:rPr>
              <a:t>Environment, Health &amp; Safety</a:t>
            </a:r>
          </a:p>
        </p:txBody>
      </p:sp>
      <p:cxnSp>
        <p:nvCxnSpPr>
          <p:cNvPr id="176" name="Straight Connector 175"/>
          <p:cNvCxnSpPr/>
          <p:nvPr/>
        </p:nvCxnSpPr>
        <p:spPr>
          <a:xfrm>
            <a:off x="514355" y="1261872"/>
            <a:ext cx="6165661"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a:off x="6953018" y="1261872"/>
            <a:ext cx="4669006"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78" name="Rectangle 177"/>
          <p:cNvSpPr/>
          <p:nvPr/>
        </p:nvSpPr>
        <p:spPr bwMode="gray">
          <a:xfrm>
            <a:off x="1801760" y="1040324"/>
            <a:ext cx="3590849" cy="378628"/>
          </a:xfrm>
          <a:prstGeom prst="rect">
            <a:avLst/>
          </a:prstGeom>
          <a:solidFill>
            <a:schemeClr val="bg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1" i="0" u="none" strike="noStrike" kern="1200" cap="none" spc="0" normalizeH="0" baseline="0" noProof="0" dirty="0">
                <a:ln>
                  <a:noFill/>
                </a:ln>
                <a:solidFill>
                  <a:prstClr val="black"/>
                </a:solidFill>
                <a:effectLst/>
                <a:uLnTx/>
                <a:uFillTx/>
                <a:latin typeface="Verdana"/>
                <a:ea typeface="+mn-ea"/>
                <a:cs typeface="+mn-cs"/>
              </a:rPr>
              <a:t>Key Principles for Areas</a:t>
            </a:r>
            <a:r>
              <a:rPr kumimoji="0" lang="en-US" sz="900" b="1" i="0" u="none" strike="noStrike" kern="1200" cap="none" spc="0" normalizeH="0" noProof="0" dirty="0">
                <a:ln>
                  <a:noFill/>
                </a:ln>
                <a:solidFill>
                  <a:prstClr val="black"/>
                </a:solidFill>
                <a:effectLst/>
                <a:uLnTx/>
                <a:uFillTx/>
                <a:latin typeface="Verdana"/>
                <a:ea typeface="+mn-ea"/>
                <a:cs typeface="+mn-cs"/>
              </a:rPr>
              <a:t> of Play</a:t>
            </a:r>
            <a:endParaRPr kumimoji="0" lang="en-IN" sz="900" b="1" i="0" u="none" strike="noStrike" kern="1200" cap="none" spc="0" normalizeH="0" baseline="0" noProof="0" dirty="0">
              <a:ln>
                <a:noFill/>
              </a:ln>
              <a:solidFill>
                <a:prstClr val="black"/>
              </a:solidFill>
              <a:effectLst/>
              <a:uLnTx/>
              <a:uFillTx/>
              <a:latin typeface="Verdana"/>
              <a:ea typeface="+mn-ea"/>
              <a:cs typeface="+mn-cs"/>
            </a:endParaRPr>
          </a:p>
        </p:txBody>
      </p:sp>
      <p:sp>
        <p:nvSpPr>
          <p:cNvPr id="179" name="Rectangle 178"/>
          <p:cNvSpPr/>
          <p:nvPr/>
        </p:nvSpPr>
        <p:spPr bwMode="gray">
          <a:xfrm>
            <a:off x="7492096" y="1072558"/>
            <a:ext cx="3590849" cy="378628"/>
          </a:xfrm>
          <a:prstGeom prst="rect">
            <a:avLst/>
          </a:prstGeom>
          <a:solidFill>
            <a:schemeClr val="bg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900" b="1" i="0" u="none" strike="noStrike" kern="1200" cap="none" spc="0" normalizeH="0" baseline="0" noProof="0" dirty="0">
                <a:ln>
                  <a:noFill/>
                </a:ln>
                <a:solidFill>
                  <a:prstClr val="black"/>
                </a:solidFill>
                <a:effectLst/>
                <a:uLnTx/>
                <a:uFillTx/>
                <a:latin typeface="Verdana"/>
                <a:ea typeface="+mn-ea"/>
                <a:cs typeface="+mn-cs"/>
              </a:rPr>
              <a:t>Illustrative Market Assessment</a:t>
            </a:r>
            <a:endParaRPr kumimoji="0" lang="en-IN" sz="900" b="1" i="0" u="none" strike="noStrike" kern="1200" cap="none" spc="0" normalizeH="0" baseline="0" noProof="0" dirty="0">
              <a:ln>
                <a:noFill/>
              </a:ln>
              <a:solidFill>
                <a:prstClr val="black"/>
              </a:solidFill>
              <a:effectLst/>
              <a:uLnTx/>
              <a:uFillTx/>
              <a:latin typeface="Verdana"/>
              <a:ea typeface="+mn-ea"/>
              <a:cs typeface="+mn-cs"/>
            </a:endParaRPr>
          </a:p>
        </p:txBody>
      </p:sp>
      <p:sp>
        <p:nvSpPr>
          <p:cNvPr id="180" name="Rectangle 179"/>
          <p:cNvSpPr/>
          <p:nvPr/>
        </p:nvSpPr>
        <p:spPr bwMode="gray">
          <a:xfrm rot="19497110">
            <a:off x="8858134" y="3597736"/>
            <a:ext cx="1232038" cy="306530"/>
          </a:xfrm>
          <a:prstGeom prst="rect">
            <a:avLst/>
          </a:prstGeom>
          <a:no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IN" sz="1200" b="1" i="0" u="none" strike="noStrike" kern="1200" cap="none" spc="0" normalizeH="0" baseline="0" noProof="0" dirty="0">
                <a:ln>
                  <a:noFill/>
                </a:ln>
                <a:solidFill>
                  <a:srgbClr val="DA291C"/>
                </a:solidFill>
                <a:effectLst/>
                <a:uLnTx/>
                <a:uFillTx/>
                <a:latin typeface="Verdana"/>
                <a:ea typeface="+mn-ea"/>
                <a:cs typeface="+mn-cs"/>
              </a:rPr>
              <a:t>Illustrative</a:t>
            </a:r>
          </a:p>
        </p:txBody>
      </p:sp>
      <p:sp>
        <p:nvSpPr>
          <p:cNvPr id="135" name="TextBox 134"/>
          <p:cNvSpPr txBox="1"/>
          <p:nvPr/>
        </p:nvSpPr>
        <p:spPr>
          <a:xfrm>
            <a:off x="2009990" y="1794317"/>
            <a:ext cx="2013253" cy="981213"/>
          </a:xfrm>
          <a:prstGeom prst="rect">
            <a:avLst/>
          </a:prstGeom>
          <a:noFill/>
        </p:spPr>
        <p:txBody>
          <a:bodyPr wrap="square" rtlCol="0">
            <a:prstTxWarp prst="textArchUp">
              <a:avLst>
                <a:gd name="adj" fmla="val 10929005"/>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b="1" noProof="0" dirty="0">
                <a:solidFill>
                  <a:prstClr val="white"/>
                </a:solidFill>
                <a:latin typeface="Verdana"/>
              </a:rPr>
              <a:t>Organizational Competency</a:t>
            </a:r>
            <a:endParaRPr kumimoji="0" lang="en-US" sz="1050" b="1" i="0" u="none" strike="noStrike" kern="1200" cap="none" spc="0" normalizeH="0" baseline="0" noProof="0" dirty="0">
              <a:ln>
                <a:noFill/>
              </a:ln>
              <a:solidFill>
                <a:prstClr val="white"/>
              </a:solidFill>
              <a:effectLst/>
              <a:uLnTx/>
              <a:uFillTx/>
              <a:latin typeface="Verdana"/>
            </a:endParaRPr>
          </a:p>
        </p:txBody>
      </p:sp>
      <p:sp>
        <p:nvSpPr>
          <p:cNvPr id="132" name="TextBox 131"/>
          <p:cNvSpPr txBox="1"/>
          <p:nvPr/>
        </p:nvSpPr>
        <p:spPr>
          <a:xfrm>
            <a:off x="1876706" y="2064062"/>
            <a:ext cx="2270040" cy="1626518"/>
          </a:xfrm>
          <a:prstGeom prst="rect">
            <a:avLst/>
          </a:prstGeom>
          <a:noFill/>
        </p:spPr>
        <p:txBody>
          <a:bodyPr wrap="square" rtlCol="0">
            <a:prstTxWarp prst="textArchUp">
              <a:avLst>
                <a:gd name="adj" fmla="val 10963816"/>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prstClr val="white"/>
                </a:solidFill>
                <a:effectLst/>
                <a:uLnTx/>
                <a:uFillTx/>
                <a:latin typeface="Verdana"/>
                <a:ea typeface="+mn-ea"/>
                <a:cs typeface="+mn-cs"/>
              </a:rPr>
              <a:t>Strategic Relevance Assessment</a:t>
            </a:r>
          </a:p>
        </p:txBody>
      </p:sp>
    </p:spTree>
    <p:extLst>
      <p:ext uri="{BB962C8B-B14F-4D97-AF65-F5344CB8AC3E}">
        <p14:creationId xmlns:p14="http://schemas.microsoft.com/office/powerpoint/2010/main" val="2240269775"/>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pSp>
        <p:nvGrpSpPr>
          <p:cNvPr id="4" name="Group 3"/>
          <p:cNvGrpSpPr/>
          <p:nvPr/>
        </p:nvGrpSpPr>
        <p:grpSpPr>
          <a:xfrm>
            <a:off x="2212912" y="1340393"/>
            <a:ext cx="7515990" cy="4556125"/>
            <a:chOff x="2103016" y="1303074"/>
            <a:chExt cx="7985125" cy="4556125"/>
          </a:xfrm>
          <a:solidFill>
            <a:schemeClr val="accent1">
              <a:lumMod val="20000"/>
              <a:lumOff val="80000"/>
            </a:schemeClr>
          </a:solidFill>
        </p:grpSpPr>
        <p:sp>
          <p:nvSpPr>
            <p:cNvPr id="34" name="Freeform 33"/>
            <p:cNvSpPr>
              <a:spLocks noChangeAspect="1"/>
            </p:cNvSpPr>
            <p:nvPr/>
          </p:nvSpPr>
          <p:spPr bwMode="auto">
            <a:xfrm>
              <a:off x="2103016" y="1303074"/>
              <a:ext cx="7985125" cy="4556125"/>
            </a:xfrm>
            <a:custGeom>
              <a:avLst/>
              <a:gdLst>
                <a:gd name="T0" fmla="*/ 0 w 5311"/>
                <a:gd name="T1" fmla="*/ 2147483647 h 3067"/>
                <a:gd name="T2" fmla="*/ 2147483647 w 5311"/>
                <a:gd name="T3" fmla="*/ 0 h 3067"/>
                <a:gd name="T4" fmla="*/ 2147483647 w 5311"/>
                <a:gd name="T5" fmla="*/ 0 h 3067"/>
                <a:gd name="T6" fmla="*/ 2147483647 w 5311"/>
                <a:gd name="T7" fmla="*/ 2147483647 h 3067"/>
                <a:gd name="T8" fmla="*/ 2147483647 w 5311"/>
                <a:gd name="T9" fmla="*/ 2147483647 h 3067"/>
                <a:gd name="T10" fmla="*/ 2147483647 w 5311"/>
                <a:gd name="T11" fmla="*/ 2147483647 h 3067"/>
                <a:gd name="T12" fmla="*/ 2147483647 w 5311"/>
                <a:gd name="T13" fmla="*/ 2147483647 h 3067"/>
                <a:gd name="T14" fmla="*/ 2147483647 w 5311"/>
                <a:gd name="T15" fmla="*/ 2147483647 h 3067"/>
                <a:gd name="T16" fmla="*/ 2147483647 w 5311"/>
                <a:gd name="T17" fmla="*/ 2147483647 h 3067"/>
                <a:gd name="T18" fmla="*/ 2147483647 w 5311"/>
                <a:gd name="T19" fmla="*/ 2147483647 h 3067"/>
                <a:gd name="T20" fmla="*/ 2147483647 w 5311"/>
                <a:gd name="T21" fmla="*/ 2147483647 h 3067"/>
                <a:gd name="T22" fmla="*/ 0 w 5311"/>
                <a:gd name="T23" fmla="*/ 2147483647 h 3067"/>
                <a:gd name="T24" fmla="*/ 0 w 5311"/>
                <a:gd name="T25" fmla="*/ 2147483647 h 306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311"/>
                <a:gd name="T40" fmla="*/ 0 h 3067"/>
                <a:gd name="T41" fmla="*/ 5311 w 5311"/>
                <a:gd name="T42" fmla="*/ 3067 h 306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311" h="3067">
                  <a:moveTo>
                    <a:pt x="0" y="1062"/>
                  </a:moveTo>
                  <a:lnTo>
                    <a:pt x="792" y="0"/>
                  </a:lnTo>
                  <a:lnTo>
                    <a:pt x="2406" y="0"/>
                  </a:lnTo>
                  <a:lnTo>
                    <a:pt x="3114" y="972"/>
                  </a:lnTo>
                  <a:lnTo>
                    <a:pt x="4314" y="972"/>
                  </a:lnTo>
                  <a:lnTo>
                    <a:pt x="5310" y="300"/>
                  </a:lnTo>
                  <a:lnTo>
                    <a:pt x="5310" y="2760"/>
                  </a:lnTo>
                  <a:lnTo>
                    <a:pt x="4332" y="2094"/>
                  </a:lnTo>
                  <a:lnTo>
                    <a:pt x="3126" y="2094"/>
                  </a:lnTo>
                  <a:lnTo>
                    <a:pt x="2400" y="3066"/>
                  </a:lnTo>
                  <a:lnTo>
                    <a:pt x="786" y="3066"/>
                  </a:lnTo>
                  <a:lnTo>
                    <a:pt x="0" y="2004"/>
                  </a:lnTo>
                  <a:lnTo>
                    <a:pt x="0" y="1062"/>
                  </a:lnTo>
                </a:path>
              </a:pathLst>
            </a:custGeom>
            <a:grpFill/>
            <a:ln w="6350">
              <a:solidFill>
                <a:schemeClr val="tx1"/>
              </a:solidFill>
              <a:round/>
              <a:headEnd/>
              <a:tailEnd/>
            </a:ln>
            <a:effectLst/>
          </p:spPr>
          <p:txBody>
            <a:bodyPr wrap="square" lIns="36000" tIns="36000" rIns="36000" bIns="360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chemeClr val="bg1"/>
                </a:solidFill>
                <a:effectLst/>
                <a:uLnTx/>
                <a:uFillTx/>
                <a:latin typeface="Calibri"/>
                <a:ea typeface="+mn-ea"/>
                <a:cs typeface="+mn-cs"/>
              </a:endParaRPr>
            </a:p>
          </p:txBody>
        </p:sp>
        <p:sp>
          <p:nvSpPr>
            <p:cNvPr id="35" name="Rectangle 34"/>
            <p:cNvSpPr>
              <a:spLocks noChangeArrowheads="1"/>
            </p:cNvSpPr>
            <p:nvPr/>
          </p:nvSpPr>
          <p:spPr bwMode="auto">
            <a:xfrm>
              <a:off x="7400467" y="3331104"/>
              <a:ext cx="914400" cy="457200"/>
            </a:xfrm>
            <a:prstGeom prst="rect">
              <a:avLst/>
            </a:prstGeom>
            <a:grpFill/>
            <a:ln w="12700" algn="ctr">
              <a:noFill/>
              <a:miter lim="800000"/>
              <a:headEnd/>
              <a:tailEnd/>
            </a:ln>
            <a:effectLst/>
          </p:spPr>
          <p:txBody>
            <a:bodyPr wrap="square" lIns="88900" tIns="88900" rIns="88900" bIns="88900" anchor="ct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ja-JP" sz="1100" b="1" i="0" u="none" strike="noStrike" kern="1200" cap="none" spc="0" normalizeH="0" baseline="0" noProof="0" dirty="0">
                  <a:ln>
                    <a:noFill/>
                  </a:ln>
                  <a:solidFill>
                    <a:schemeClr val="bg1"/>
                  </a:solidFill>
                  <a:effectLst/>
                  <a:uLnTx/>
                  <a:uFillTx/>
                  <a:latin typeface="Calibri"/>
                  <a:ea typeface="ＭＳ Ｐゴシック" pitchFamily="50" charset="-128"/>
                  <a:cs typeface="+mn-cs"/>
                </a:rPr>
                <a:t>Chosen</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ja-JP" sz="1100" b="1" i="0" u="none" strike="noStrike" kern="1200" cap="none" spc="0" normalizeH="0" baseline="0" noProof="0" dirty="0">
                  <a:ln>
                    <a:noFill/>
                  </a:ln>
                  <a:solidFill>
                    <a:schemeClr val="bg1"/>
                  </a:solidFill>
                  <a:effectLst/>
                  <a:uLnTx/>
                  <a:uFillTx/>
                  <a:latin typeface="Calibri"/>
                  <a:ea typeface="ＭＳ Ｐゴシック" pitchFamily="50" charset="-128"/>
                  <a:cs typeface="+mn-cs"/>
                </a:rPr>
                <a:t>strategy</a:t>
              </a:r>
            </a:p>
          </p:txBody>
        </p:sp>
        <p:sp>
          <p:nvSpPr>
            <p:cNvPr id="38" name="Rectangle 37"/>
            <p:cNvSpPr>
              <a:spLocks noChangeArrowheads="1"/>
            </p:cNvSpPr>
            <p:nvPr/>
          </p:nvSpPr>
          <p:spPr bwMode="auto">
            <a:xfrm>
              <a:off x="3636404" y="4254235"/>
              <a:ext cx="1737360" cy="274320"/>
            </a:xfrm>
            <a:prstGeom prst="rect">
              <a:avLst/>
            </a:prstGeom>
            <a:grpFill/>
            <a:ln w="12700" algn="ctr">
              <a:noFill/>
              <a:miter lim="800000"/>
              <a:headEnd/>
              <a:tailEnd/>
            </a:ln>
            <a:effectLst/>
          </p:spPr>
          <p:txBody>
            <a:bodyPr wrap="square" lIns="88900" tIns="88900" rIns="88900" bIns="88900" anchor="ct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ja-JP" sz="1100" b="1" i="0" u="none" strike="noStrike" kern="1200" cap="none" spc="0" normalizeH="0" baseline="0" noProof="0" dirty="0">
                  <a:ln>
                    <a:noFill/>
                  </a:ln>
                  <a:solidFill>
                    <a:schemeClr val="bg1"/>
                  </a:solidFill>
                  <a:effectLst/>
                  <a:uLnTx/>
                  <a:uFillTx/>
                  <a:latin typeface="Calibri"/>
                  <a:ea typeface="ＭＳ Ｐゴシック" pitchFamily="50" charset="-128"/>
                  <a:cs typeface="+mn-cs"/>
                </a:rPr>
                <a:t>Financial position</a:t>
              </a:r>
            </a:p>
          </p:txBody>
        </p:sp>
        <p:sp>
          <p:nvSpPr>
            <p:cNvPr id="39" name="Rectangle 38"/>
            <p:cNvSpPr>
              <a:spLocks noChangeArrowheads="1"/>
            </p:cNvSpPr>
            <p:nvPr/>
          </p:nvSpPr>
          <p:spPr bwMode="auto">
            <a:xfrm>
              <a:off x="3636404" y="2638159"/>
              <a:ext cx="1737360" cy="274320"/>
            </a:xfrm>
            <a:prstGeom prst="rect">
              <a:avLst/>
            </a:prstGeom>
            <a:grpFill/>
            <a:ln w="12700" algn="ctr">
              <a:noFill/>
              <a:miter lim="800000"/>
              <a:headEnd/>
              <a:tailEnd/>
            </a:ln>
            <a:effectLst/>
          </p:spPr>
          <p:txBody>
            <a:bodyPr wrap="square" lIns="88900" tIns="88900" rIns="88900" bIns="88900" anchor="ct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ja-JP" sz="1100" b="1" i="0" u="none" strike="noStrike" kern="1200" cap="none" spc="0" normalizeH="0" baseline="0" noProof="0" dirty="0">
                  <a:ln>
                    <a:noFill/>
                  </a:ln>
                  <a:solidFill>
                    <a:schemeClr val="bg1"/>
                  </a:solidFill>
                  <a:effectLst/>
                  <a:uLnTx/>
                  <a:uFillTx/>
                  <a:latin typeface="Calibri"/>
                  <a:ea typeface="ＭＳ Ｐゴシック" pitchFamily="50" charset="-128"/>
                  <a:cs typeface="+mn-cs"/>
                </a:rPr>
                <a:t>Strategic position</a:t>
              </a:r>
            </a:p>
          </p:txBody>
        </p:sp>
        <p:sp>
          <p:nvSpPr>
            <p:cNvPr id="40" name="Rectangle 39"/>
            <p:cNvSpPr>
              <a:spLocks noChangeArrowheads="1"/>
            </p:cNvSpPr>
            <p:nvPr/>
          </p:nvSpPr>
          <p:spPr bwMode="auto">
            <a:xfrm>
              <a:off x="3362084" y="5487723"/>
              <a:ext cx="2286000" cy="274320"/>
            </a:xfrm>
            <a:prstGeom prst="rect">
              <a:avLst/>
            </a:prstGeom>
            <a:grpFill/>
            <a:ln w="12700" algn="ctr">
              <a:noFill/>
              <a:miter lim="800000"/>
              <a:headEnd/>
              <a:tailEnd/>
            </a:ln>
            <a:effectLst/>
          </p:spPr>
          <p:txBody>
            <a:bodyPr wrap="square" lIns="88900" tIns="88900" rIns="88900" bIns="88900" anchor="ct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ja-JP" sz="1100" b="1" i="0" u="none" strike="noStrike" kern="1200" cap="none" spc="0" normalizeH="0" baseline="0" noProof="0" dirty="0">
                  <a:ln>
                    <a:noFill/>
                  </a:ln>
                  <a:solidFill>
                    <a:schemeClr val="bg1"/>
                  </a:solidFill>
                  <a:effectLst/>
                  <a:uLnTx/>
                  <a:uFillTx/>
                  <a:latin typeface="Calibri"/>
                  <a:ea typeface="ＭＳ Ｐゴシック" pitchFamily="50" charset="-128"/>
                  <a:cs typeface="+mn-cs"/>
                </a:rPr>
                <a:t>Capital market</a:t>
              </a:r>
            </a:p>
          </p:txBody>
        </p:sp>
        <p:sp>
          <p:nvSpPr>
            <p:cNvPr id="41" name="Rectangle 40"/>
            <p:cNvSpPr>
              <a:spLocks noChangeArrowheads="1"/>
            </p:cNvSpPr>
            <p:nvPr/>
          </p:nvSpPr>
          <p:spPr bwMode="auto">
            <a:xfrm>
              <a:off x="3362084" y="4955910"/>
              <a:ext cx="1051560" cy="457200"/>
            </a:xfrm>
            <a:prstGeom prst="rect">
              <a:avLst/>
            </a:prstGeom>
            <a:solidFill>
              <a:srgbClr val="046B38"/>
            </a:solidFill>
            <a:ln w="6350" algn="ctr">
              <a:solidFill>
                <a:schemeClr val="tx1"/>
              </a:solidFill>
              <a:miter lim="800000"/>
              <a:headEnd/>
              <a:tailEnd/>
            </a:ln>
            <a:effectLst/>
          </p:spPr>
          <p:txBody>
            <a:bodyPr wrap="square" lIns="88900" tIns="88900" rIns="88900" bIns="88900" anchor="ct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ja-JP" sz="900" b="0" i="0" u="none" strike="noStrike" kern="1200" cap="none" spc="0" normalizeH="0" baseline="0" noProof="0" dirty="0">
                  <a:ln>
                    <a:noFill/>
                  </a:ln>
                  <a:effectLst/>
                  <a:uLnTx/>
                  <a:uFillTx/>
                  <a:latin typeface="Calibri"/>
                  <a:ea typeface="ＭＳ Ｐゴシック" pitchFamily="50" charset="-128"/>
                  <a:cs typeface="+mn-cs"/>
                </a:rPr>
                <a:t>Economic profitability</a:t>
              </a:r>
            </a:p>
          </p:txBody>
        </p:sp>
        <p:sp>
          <p:nvSpPr>
            <p:cNvPr id="42" name="Rectangle 41"/>
            <p:cNvSpPr>
              <a:spLocks noChangeArrowheads="1"/>
            </p:cNvSpPr>
            <p:nvPr/>
          </p:nvSpPr>
          <p:spPr bwMode="auto">
            <a:xfrm>
              <a:off x="4596524" y="4955910"/>
              <a:ext cx="1051560" cy="457200"/>
            </a:xfrm>
            <a:prstGeom prst="rect">
              <a:avLst/>
            </a:prstGeom>
            <a:solidFill>
              <a:srgbClr val="046B38"/>
            </a:solidFill>
            <a:ln w="6350" algn="ctr">
              <a:solidFill>
                <a:schemeClr val="tx1"/>
              </a:solidFill>
              <a:miter lim="800000"/>
              <a:headEnd/>
              <a:tailEnd/>
            </a:ln>
            <a:effectLst/>
          </p:spPr>
          <p:txBody>
            <a:bodyPr wrap="square" lIns="88900" tIns="88900" rIns="88900" bIns="88900" anchor="ct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ja-JP" sz="900" b="0" i="0" u="none" strike="noStrike" kern="1200" cap="none" spc="0" normalizeH="0" baseline="0" noProof="0" dirty="0">
                  <a:ln>
                    <a:noFill/>
                  </a:ln>
                  <a:effectLst/>
                  <a:uLnTx/>
                  <a:uFillTx/>
                  <a:latin typeface="Calibri"/>
                  <a:ea typeface="ＭＳ Ｐゴシック" pitchFamily="50" charset="-128"/>
                  <a:cs typeface="+mn-cs"/>
                </a:rPr>
                <a:t>Growth</a:t>
              </a:r>
            </a:p>
          </p:txBody>
        </p:sp>
        <p:sp>
          <p:nvSpPr>
            <p:cNvPr id="43" name="Rectangle 42"/>
            <p:cNvSpPr>
              <a:spLocks noChangeArrowheads="1"/>
            </p:cNvSpPr>
            <p:nvPr/>
          </p:nvSpPr>
          <p:spPr bwMode="auto">
            <a:xfrm>
              <a:off x="3362084" y="1388798"/>
              <a:ext cx="2286000" cy="274320"/>
            </a:xfrm>
            <a:prstGeom prst="rect">
              <a:avLst/>
            </a:prstGeom>
            <a:grpFill/>
            <a:ln w="12700" algn="ctr">
              <a:noFill/>
              <a:miter lim="800000"/>
              <a:headEnd/>
              <a:tailEnd/>
            </a:ln>
            <a:effectLst/>
          </p:spPr>
          <p:txBody>
            <a:bodyPr wrap="square" lIns="88900" tIns="88900" rIns="88900" bIns="88900" anchor="ct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ja-JP" sz="1100" b="1" i="0" u="none" strike="noStrike" kern="1200" cap="none" spc="0" normalizeH="0" baseline="0" noProof="0" dirty="0">
                  <a:ln>
                    <a:noFill/>
                  </a:ln>
                  <a:solidFill>
                    <a:schemeClr val="bg1"/>
                  </a:solidFill>
                  <a:effectLst/>
                  <a:uLnTx/>
                  <a:uFillTx/>
                  <a:latin typeface="Calibri"/>
                  <a:ea typeface="ＭＳ Ｐゴシック" pitchFamily="50" charset="-128"/>
                  <a:cs typeface="+mn-cs"/>
                </a:rPr>
                <a:t>Commercial market</a:t>
              </a:r>
            </a:p>
          </p:txBody>
        </p:sp>
        <p:sp>
          <p:nvSpPr>
            <p:cNvPr id="44" name="Rectangle 43"/>
            <p:cNvSpPr>
              <a:spLocks noChangeArrowheads="1"/>
            </p:cNvSpPr>
            <p:nvPr/>
          </p:nvSpPr>
          <p:spPr bwMode="auto">
            <a:xfrm>
              <a:off x="3362084" y="1795198"/>
              <a:ext cx="1051560" cy="457200"/>
            </a:xfrm>
            <a:prstGeom prst="rect">
              <a:avLst/>
            </a:prstGeom>
            <a:solidFill>
              <a:srgbClr val="009A44"/>
            </a:solidFill>
            <a:ln w="6350" algn="ctr">
              <a:solidFill>
                <a:schemeClr val="tx1"/>
              </a:solidFill>
              <a:miter lim="800000"/>
              <a:headEnd/>
              <a:tailEnd/>
            </a:ln>
            <a:effectLst/>
          </p:spPr>
          <p:txBody>
            <a:bodyPr wrap="square" lIns="88900" tIns="88900" rIns="88900" bIns="88900" anchor="ct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ja-JP" sz="900" b="0" i="0" u="none" strike="noStrike" kern="1200" cap="none" spc="0" normalizeH="0" baseline="0" noProof="0" dirty="0">
                  <a:ln>
                    <a:noFill/>
                  </a:ln>
                  <a:effectLst/>
                  <a:uLnTx/>
                  <a:uFillTx/>
                  <a:latin typeface="Calibri"/>
                  <a:ea typeface="ＭＳ Ｐゴシック" pitchFamily="50" charset="-128"/>
                  <a:cs typeface="+mn-cs"/>
                </a:rPr>
                <a:t>Market</a:t>
              </a:r>
              <a:br>
                <a:rPr kumimoji="0" lang="en-US" altLang="ja-JP" sz="900" b="0" i="0" u="none" strike="noStrike" kern="1200" cap="none" spc="0" normalizeH="0" baseline="0" noProof="0" dirty="0">
                  <a:ln>
                    <a:noFill/>
                  </a:ln>
                  <a:effectLst/>
                  <a:uLnTx/>
                  <a:uFillTx/>
                  <a:latin typeface="Calibri"/>
                  <a:ea typeface="ＭＳ Ｐゴシック" pitchFamily="50" charset="-128"/>
                  <a:cs typeface="+mn-cs"/>
                </a:rPr>
              </a:br>
              <a:r>
                <a:rPr kumimoji="0" lang="en-US" altLang="ja-JP" sz="900" b="0" i="0" u="none" strike="noStrike" kern="1200" cap="none" spc="0" normalizeH="0" baseline="0" noProof="0" dirty="0">
                  <a:ln>
                    <a:noFill/>
                  </a:ln>
                  <a:effectLst/>
                  <a:uLnTx/>
                  <a:uFillTx/>
                  <a:latin typeface="Calibri"/>
                  <a:ea typeface="ＭＳ Ｐゴシック" pitchFamily="50" charset="-128"/>
                  <a:cs typeface="+mn-cs"/>
                </a:rPr>
                <a:t>attractiveness</a:t>
              </a:r>
            </a:p>
          </p:txBody>
        </p:sp>
        <p:sp>
          <p:nvSpPr>
            <p:cNvPr id="45" name="Rectangle 44"/>
            <p:cNvSpPr>
              <a:spLocks noChangeArrowheads="1"/>
            </p:cNvSpPr>
            <p:nvPr/>
          </p:nvSpPr>
          <p:spPr bwMode="auto">
            <a:xfrm>
              <a:off x="4596524" y="1795197"/>
              <a:ext cx="1051560" cy="457200"/>
            </a:xfrm>
            <a:prstGeom prst="rect">
              <a:avLst/>
            </a:prstGeom>
            <a:solidFill>
              <a:srgbClr val="009A44"/>
            </a:solidFill>
            <a:ln w="6350" algn="ctr">
              <a:solidFill>
                <a:schemeClr val="tx1"/>
              </a:solidFill>
              <a:miter lim="800000"/>
              <a:headEnd/>
              <a:tailEnd/>
            </a:ln>
            <a:effectLst/>
          </p:spPr>
          <p:txBody>
            <a:bodyPr wrap="square" lIns="88900" tIns="88900" rIns="88900" bIns="88900" anchor="ct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ja-JP" sz="900" b="0" i="0" u="none" strike="noStrike" kern="1200" cap="none" spc="0" normalizeH="0" baseline="0" noProof="0" dirty="0">
                  <a:ln>
                    <a:noFill/>
                  </a:ln>
                  <a:effectLst/>
                  <a:uLnTx/>
                  <a:uFillTx/>
                  <a:latin typeface="Calibri"/>
                  <a:ea typeface="ＭＳ Ｐゴシック" pitchFamily="50" charset="-128"/>
                  <a:cs typeface="+mn-cs"/>
                </a:rPr>
                <a:t>Competitive position</a:t>
              </a:r>
            </a:p>
          </p:txBody>
        </p:sp>
        <p:sp>
          <p:nvSpPr>
            <p:cNvPr id="46" name="Oval 45"/>
            <p:cNvSpPr>
              <a:spLocks noChangeAspect="1" noChangeArrowheads="1"/>
            </p:cNvSpPr>
            <p:nvPr/>
          </p:nvSpPr>
          <p:spPr bwMode="auto">
            <a:xfrm>
              <a:off x="3894955" y="3352535"/>
              <a:ext cx="1220261" cy="457200"/>
            </a:xfrm>
            <a:prstGeom prst="ellipse">
              <a:avLst/>
            </a:prstGeom>
            <a:grpFill/>
            <a:ln w="12700" algn="ctr">
              <a:noFill/>
              <a:round/>
              <a:headEnd/>
              <a:tailEnd/>
            </a:ln>
            <a:effectLst/>
          </p:spPr>
          <p:txBody>
            <a:bodyPr wrap="square" lIns="88900" tIns="88900" rIns="88900" bIns="88900" anchor="ct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ja-JP" sz="1100" b="1" i="0" u="none" strike="noStrike" kern="1200" cap="none" spc="0" normalizeH="0" baseline="0" noProof="0" dirty="0">
                  <a:ln>
                    <a:noFill/>
                  </a:ln>
                  <a:solidFill>
                    <a:schemeClr val="bg1"/>
                  </a:solidFill>
                  <a:effectLst/>
                  <a:uLnTx/>
                  <a:uFillTx/>
                  <a:latin typeface="Calibri"/>
                  <a:ea typeface="ＭＳ Ｐゴシック" pitchFamily="50" charset="-128"/>
                  <a:cs typeface="+mn-cs"/>
                </a:rPr>
                <a:t>Insight</a:t>
              </a:r>
            </a:p>
          </p:txBody>
        </p:sp>
        <p:sp>
          <p:nvSpPr>
            <p:cNvPr id="47" name="AutoShape 16"/>
            <p:cNvSpPr>
              <a:spLocks noChangeAspect="1" noChangeArrowheads="1"/>
            </p:cNvSpPr>
            <p:nvPr/>
          </p:nvSpPr>
          <p:spPr bwMode="auto">
            <a:xfrm rot="16200000">
              <a:off x="4392372" y="4485217"/>
              <a:ext cx="225425" cy="506413"/>
            </a:xfrm>
            <a:prstGeom prst="rightArrow">
              <a:avLst>
                <a:gd name="adj1" fmla="val 50000"/>
                <a:gd name="adj2" fmla="val 50032"/>
              </a:avLst>
            </a:prstGeom>
            <a:grpFill/>
            <a:ln w="12700" algn="ctr">
              <a:noFill/>
              <a:miter lim="800000"/>
              <a:headEnd/>
              <a:tailEnd/>
            </a:ln>
            <a:effectLst/>
          </p:spPr>
          <p:txBody>
            <a:bodyPr wrap="square" lIns="36000" tIns="36000" rIns="36000" bIns="36000" anchor="ct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1100" b="0" i="0" u="none" strike="noStrike" kern="1200" cap="none" spc="0" normalizeH="0" baseline="0" noProof="0" dirty="0">
                <a:ln>
                  <a:noFill/>
                </a:ln>
                <a:solidFill>
                  <a:schemeClr val="bg1"/>
                </a:solidFill>
                <a:effectLst/>
                <a:uLnTx/>
                <a:uFillTx/>
                <a:latin typeface="Calibri"/>
                <a:ea typeface="+mn-ea"/>
                <a:cs typeface="+mn-cs"/>
              </a:endParaRPr>
            </a:p>
          </p:txBody>
        </p:sp>
        <p:sp>
          <p:nvSpPr>
            <p:cNvPr id="36" name="Rectangle 35"/>
            <p:cNvSpPr>
              <a:spLocks noChangeArrowheads="1"/>
            </p:cNvSpPr>
            <p:nvPr/>
          </p:nvSpPr>
          <p:spPr bwMode="auto">
            <a:xfrm>
              <a:off x="8917357" y="2723885"/>
              <a:ext cx="1051560" cy="457200"/>
            </a:xfrm>
            <a:prstGeom prst="rect">
              <a:avLst/>
            </a:prstGeom>
            <a:solidFill>
              <a:schemeClr val="bg1">
                <a:lumMod val="50000"/>
                <a:lumOff val="50000"/>
              </a:schemeClr>
            </a:solidFill>
            <a:ln w="6350" algn="ctr">
              <a:solidFill>
                <a:schemeClr val="tx1"/>
              </a:solidFill>
              <a:miter lim="800000"/>
              <a:headEnd/>
              <a:tailEnd/>
            </a:ln>
            <a:effectLst/>
          </p:spPr>
          <p:txBody>
            <a:bodyPr wrap="square" lIns="88900" tIns="88900" rIns="88900" bIns="88900" anchor="ct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ja-JP" sz="900" b="0" i="0" u="none" strike="noStrike" kern="1200" cap="none" spc="0" normalizeH="0" baseline="0" noProof="0" dirty="0">
                  <a:ln>
                    <a:noFill/>
                  </a:ln>
                  <a:effectLst/>
                  <a:uLnTx/>
                  <a:uFillTx/>
                  <a:latin typeface="Calibri"/>
                  <a:ea typeface="ＭＳ Ｐゴシック" pitchFamily="50" charset="-128"/>
                  <a:cs typeface="+mn-cs"/>
                </a:rPr>
                <a:t>Organizational Transformation</a:t>
              </a:r>
            </a:p>
          </p:txBody>
        </p:sp>
        <p:sp>
          <p:nvSpPr>
            <p:cNvPr id="37" name="Rectangle 36"/>
            <p:cNvSpPr>
              <a:spLocks noChangeArrowheads="1"/>
            </p:cNvSpPr>
            <p:nvPr/>
          </p:nvSpPr>
          <p:spPr bwMode="auto">
            <a:xfrm>
              <a:off x="8917359" y="3981185"/>
              <a:ext cx="1051560" cy="457200"/>
            </a:xfrm>
            <a:prstGeom prst="rect">
              <a:avLst/>
            </a:prstGeom>
            <a:solidFill>
              <a:schemeClr val="bg1">
                <a:lumMod val="50000"/>
                <a:lumOff val="50000"/>
              </a:schemeClr>
            </a:solidFill>
            <a:ln w="6350" algn="ctr">
              <a:solidFill>
                <a:schemeClr val="tx1"/>
              </a:solidFill>
              <a:miter lim="800000"/>
              <a:headEnd/>
              <a:tailEnd/>
            </a:ln>
            <a:effectLst/>
          </p:spPr>
          <p:txBody>
            <a:bodyPr wrap="square" lIns="88900" tIns="88900" rIns="88900" bIns="88900" anchor="ct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ja-JP" sz="900" b="0" i="0" u="none" strike="noStrike" kern="1200" cap="none" spc="0" normalizeH="0" baseline="0" noProof="0" dirty="0">
                  <a:ln>
                    <a:noFill/>
                  </a:ln>
                  <a:effectLst/>
                  <a:uLnTx/>
                  <a:uFillTx/>
                  <a:latin typeface="Calibri"/>
                  <a:ea typeface="ＭＳ Ｐゴシック" pitchFamily="50" charset="-128"/>
                  <a:cs typeface="+mn-cs"/>
                </a:rPr>
                <a:t>Implementation Plan</a:t>
              </a:r>
            </a:p>
          </p:txBody>
        </p:sp>
        <p:sp>
          <p:nvSpPr>
            <p:cNvPr id="48" name="Rectangle 47"/>
            <p:cNvSpPr>
              <a:spLocks noChangeArrowheads="1"/>
            </p:cNvSpPr>
            <p:nvPr/>
          </p:nvSpPr>
          <p:spPr bwMode="auto">
            <a:xfrm>
              <a:off x="8917357" y="3352535"/>
              <a:ext cx="1051560" cy="457200"/>
            </a:xfrm>
            <a:prstGeom prst="rect">
              <a:avLst/>
            </a:prstGeom>
            <a:solidFill>
              <a:schemeClr val="bg1">
                <a:lumMod val="50000"/>
                <a:lumOff val="50000"/>
              </a:schemeClr>
            </a:solidFill>
            <a:ln w="6350" algn="ctr">
              <a:solidFill>
                <a:schemeClr val="tx1"/>
              </a:solidFill>
              <a:miter lim="800000"/>
              <a:headEnd/>
              <a:tailEnd/>
            </a:ln>
            <a:effectLst/>
          </p:spPr>
          <p:txBody>
            <a:bodyPr wrap="square" lIns="88900" tIns="88900" rIns="88900" bIns="88900" anchor="ct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ja-JP" sz="900" b="0" i="0" u="none" strike="noStrike" kern="1200" cap="none" spc="0" normalizeH="0" baseline="0" noProof="0" dirty="0">
                  <a:ln>
                    <a:noFill/>
                  </a:ln>
                  <a:effectLst/>
                  <a:uLnTx/>
                  <a:uFillTx/>
                  <a:latin typeface="Calibri"/>
                  <a:ea typeface="ＭＳ Ｐゴシック" pitchFamily="50" charset="-128"/>
                  <a:cs typeface="+mn-cs"/>
                </a:rPr>
                <a:t>Infrastructure Requirement Analysis</a:t>
              </a:r>
            </a:p>
          </p:txBody>
        </p:sp>
        <p:sp>
          <p:nvSpPr>
            <p:cNvPr id="49" name="Rectangle 48"/>
            <p:cNvSpPr>
              <a:spLocks noChangeArrowheads="1"/>
            </p:cNvSpPr>
            <p:nvPr/>
          </p:nvSpPr>
          <p:spPr bwMode="auto">
            <a:xfrm>
              <a:off x="2205573" y="3671623"/>
              <a:ext cx="1051560" cy="457200"/>
            </a:xfrm>
            <a:prstGeom prst="rect">
              <a:avLst/>
            </a:prstGeom>
            <a:solidFill>
              <a:srgbClr val="005587"/>
            </a:solidFill>
            <a:ln w="6350" algn="ctr">
              <a:solidFill>
                <a:schemeClr val="tx1"/>
              </a:solidFill>
              <a:miter lim="800000"/>
              <a:headEnd/>
              <a:tailEnd/>
            </a:ln>
            <a:effectLst/>
          </p:spPr>
          <p:txBody>
            <a:bodyPr wrap="square" lIns="88900" tIns="88900" rIns="88900" bIns="88900" anchor="ct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ja-JP" sz="900" b="0" i="0" u="none" strike="noStrike" kern="1200" cap="none" spc="0" normalizeH="0" baseline="0" noProof="0" dirty="0">
                  <a:ln>
                    <a:noFill/>
                  </a:ln>
                  <a:effectLst/>
                  <a:uLnTx/>
                  <a:uFillTx/>
                  <a:latin typeface="Calibri"/>
                  <a:ea typeface="ＭＳ Ｐゴシック" pitchFamily="50" charset="-128"/>
                  <a:cs typeface="+mn-cs"/>
                </a:rPr>
                <a:t>Strategic </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ja-JP" sz="900" b="0" i="0" u="none" strike="noStrike" kern="1200" cap="none" spc="0" normalizeH="0" baseline="0" noProof="0" dirty="0">
                  <a:ln>
                    <a:noFill/>
                  </a:ln>
                  <a:effectLst/>
                  <a:uLnTx/>
                  <a:uFillTx/>
                  <a:latin typeface="Calibri"/>
                  <a:ea typeface="ＭＳ Ｐゴシック" pitchFamily="50" charset="-128"/>
                  <a:cs typeface="+mn-cs"/>
                </a:rPr>
                <a:t>issues</a:t>
              </a:r>
            </a:p>
          </p:txBody>
        </p:sp>
        <p:sp>
          <p:nvSpPr>
            <p:cNvPr id="50" name="Rectangle 49"/>
            <p:cNvSpPr>
              <a:spLocks noChangeArrowheads="1"/>
            </p:cNvSpPr>
            <p:nvPr/>
          </p:nvSpPr>
          <p:spPr bwMode="auto">
            <a:xfrm>
              <a:off x="2205573" y="2988998"/>
              <a:ext cx="1051560" cy="457200"/>
            </a:xfrm>
            <a:prstGeom prst="rect">
              <a:avLst/>
            </a:prstGeom>
            <a:solidFill>
              <a:srgbClr val="005587"/>
            </a:solidFill>
            <a:ln w="6350" algn="ctr">
              <a:solidFill>
                <a:schemeClr val="tx1"/>
              </a:solidFill>
              <a:miter lim="800000"/>
              <a:headEnd/>
              <a:tailEnd/>
            </a:ln>
            <a:effectLst/>
          </p:spPr>
          <p:txBody>
            <a:bodyPr wrap="square" lIns="88900" tIns="88900" rIns="88900" bIns="88900" anchor="ct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ja-JP" sz="900" b="0" i="0" u="none" strike="noStrike" kern="1200" cap="none" spc="0" normalizeH="0" baseline="0" noProof="0" dirty="0">
                  <a:ln>
                    <a:noFill/>
                  </a:ln>
                  <a:effectLst/>
                  <a:uLnTx/>
                  <a:uFillTx/>
                  <a:latin typeface="Calibri"/>
                  <a:ea typeface="ＭＳ Ｐゴシック" pitchFamily="50" charset="-128"/>
                  <a:cs typeface="+mn-cs"/>
                </a:rPr>
                <a:t>Organizational Competency</a:t>
              </a:r>
            </a:p>
          </p:txBody>
        </p:sp>
        <p:sp>
          <p:nvSpPr>
            <p:cNvPr id="51" name="AutoShape 20"/>
            <p:cNvSpPr>
              <a:spLocks noChangeAspect="1" noChangeArrowheads="1"/>
            </p:cNvSpPr>
            <p:nvPr/>
          </p:nvSpPr>
          <p:spPr bwMode="auto">
            <a:xfrm rot="16200000">
              <a:off x="4392372" y="3815292"/>
              <a:ext cx="225425" cy="506413"/>
            </a:xfrm>
            <a:prstGeom prst="rightArrow">
              <a:avLst>
                <a:gd name="adj1" fmla="val 50000"/>
                <a:gd name="adj2" fmla="val 50032"/>
              </a:avLst>
            </a:prstGeom>
            <a:grpFill/>
            <a:ln w="12700" algn="ctr">
              <a:noFill/>
              <a:miter lim="800000"/>
              <a:headEnd/>
              <a:tailEnd/>
            </a:ln>
            <a:effectLst/>
          </p:spPr>
          <p:txBody>
            <a:bodyPr wrap="square" lIns="36000" tIns="36000" rIns="36000" bIns="36000" anchor="ct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1100" b="0" i="0" u="none" strike="noStrike" kern="1200" cap="none" spc="0" normalizeH="0" baseline="0" noProof="0" dirty="0">
                <a:ln>
                  <a:noFill/>
                </a:ln>
                <a:solidFill>
                  <a:schemeClr val="bg1"/>
                </a:solidFill>
                <a:effectLst/>
                <a:uLnTx/>
                <a:uFillTx/>
                <a:latin typeface="Calibri"/>
                <a:ea typeface="+mn-ea"/>
                <a:cs typeface="+mn-cs"/>
              </a:endParaRPr>
            </a:p>
          </p:txBody>
        </p:sp>
        <p:sp>
          <p:nvSpPr>
            <p:cNvPr id="52" name="AutoShape 21"/>
            <p:cNvSpPr>
              <a:spLocks noChangeAspect="1" noChangeArrowheads="1"/>
            </p:cNvSpPr>
            <p:nvPr/>
          </p:nvSpPr>
          <p:spPr bwMode="auto">
            <a:xfrm rot="16200000" flipH="1">
              <a:off x="4391578" y="2874698"/>
              <a:ext cx="227012" cy="506413"/>
            </a:xfrm>
            <a:prstGeom prst="rightArrow">
              <a:avLst>
                <a:gd name="adj1" fmla="val 50000"/>
                <a:gd name="adj2" fmla="val 50032"/>
              </a:avLst>
            </a:prstGeom>
            <a:grpFill/>
            <a:ln w="12700" algn="ctr">
              <a:noFill/>
              <a:miter lim="800000"/>
              <a:headEnd/>
              <a:tailEnd/>
            </a:ln>
            <a:effectLst/>
          </p:spPr>
          <p:txBody>
            <a:bodyPr wrap="square" lIns="36000" tIns="36000" rIns="36000" bIns="36000" anchor="ct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1100" b="0" i="0" u="none" strike="noStrike" kern="1200" cap="none" spc="0" normalizeH="0" baseline="0" noProof="0" dirty="0">
                <a:ln>
                  <a:noFill/>
                </a:ln>
                <a:solidFill>
                  <a:schemeClr val="bg1"/>
                </a:solidFill>
                <a:effectLst/>
                <a:uLnTx/>
                <a:uFillTx/>
                <a:latin typeface="Calibri"/>
                <a:ea typeface="+mn-ea"/>
                <a:cs typeface="+mn-cs"/>
              </a:endParaRPr>
            </a:p>
          </p:txBody>
        </p:sp>
        <p:sp>
          <p:nvSpPr>
            <p:cNvPr id="53" name="AutoShape 22"/>
            <p:cNvSpPr>
              <a:spLocks noChangeAspect="1" noChangeArrowheads="1"/>
            </p:cNvSpPr>
            <p:nvPr/>
          </p:nvSpPr>
          <p:spPr bwMode="auto">
            <a:xfrm rot="16200000" flipH="1">
              <a:off x="4392373" y="2186517"/>
              <a:ext cx="225425" cy="506413"/>
            </a:xfrm>
            <a:prstGeom prst="rightArrow">
              <a:avLst>
                <a:gd name="adj1" fmla="val 50000"/>
                <a:gd name="adj2" fmla="val 50032"/>
              </a:avLst>
            </a:prstGeom>
            <a:grpFill/>
            <a:ln w="12700" algn="ctr">
              <a:noFill/>
              <a:miter lim="800000"/>
              <a:headEnd/>
              <a:tailEnd/>
            </a:ln>
            <a:effectLst/>
          </p:spPr>
          <p:txBody>
            <a:bodyPr wrap="square" lIns="36000" tIns="36000" rIns="36000" bIns="36000" anchor="ct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1100" b="0" i="0" u="none" strike="noStrike" kern="1200" cap="none" spc="0" normalizeH="0" baseline="0" noProof="0" dirty="0">
                <a:ln>
                  <a:noFill/>
                </a:ln>
                <a:solidFill>
                  <a:schemeClr val="bg1"/>
                </a:solidFill>
                <a:effectLst/>
                <a:uLnTx/>
                <a:uFillTx/>
                <a:latin typeface="Calibri"/>
                <a:ea typeface="+mn-ea"/>
                <a:cs typeface="+mn-cs"/>
              </a:endParaRPr>
            </a:p>
          </p:txBody>
        </p:sp>
        <p:sp>
          <p:nvSpPr>
            <p:cNvPr id="54" name="Rectangle 53"/>
            <p:cNvSpPr>
              <a:spLocks noChangeArrowheads="1"/>
            </p:cNvSpPr>
            <p:nvPr/>
          </p:nvSpPr>
          <p:spPr bwMode="auto">
            <a:xfrm>
              <a:off x="5746417" y="3671623"/>
              <a:ext cx="1051560" cy="457200"/>
            </a:xfrm>
            <a:prstGeom prst="rect">
              <a:avLst/>
            </a:prstGeom>
            <a:solidFill>
              <a:srgbClr val="15ABE3"/>
            </a:solidFill>
            <a:ln w="6350" algn="ctr">
              <a:solidFill>
                <a:schemeClr val="tx1"/>
              </a:solidFill>
              <a:miter lim="800000"/>
              <a:headEnd/>
              <a:tailEnd/>
            </a:ln>
            <a:effectLst/>
          </p:spPr>
          <p:txBody>
            <a:bodyPr wrap="square" lIns="88900" tIns="88900" rIns="88900" bIns="88900" anchor="ct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ja-JP" sz="900" b="0" i="0" u="none" strike="noStrike" kern="1200" cap="none" spc="0" normalizeH="0" baseline="0" noProof="0" dirty="0">
                  <a:ln>
                    <a:noFill/>
                  </a:ln>
                  <a:effectLst/>
                  <a:uLnTx/>
                  <a:uFillTx/>
                  <a:latin typeface="Calibri"/>
                  <a:ea typeface="ＭＳ Ｐゴシック" pitchFamily="50" charset="-128"/>
                  <a:cs typeface="+mn-cs"/>
                </a:rPr>
                <a:t>Develop Business</a:t>
              </a:r>
              <a:r>
                <a:rPr kumimoji="0" lang="en-US" altLang="ja-JP" sz="900" b="0" i="0" u="none" strike="noStrike" kern="1200" cap="none" spc="0" normalizeH="0" noProof="0" dirty="0">
                  <a:ln>
                    <a:noFill/>
                  </a:ln>
                  <a:effectLst/>
                  <a:uLnTx/>
                  <a:uFillTx/>
                  <a:latin typeface="Calibri"/>
                  <a:ea typeface="ＭＳ Ｐゴシック" pitchFamily="50" charset="-128"/>
                  <a:cs typeface="+mn-cs"/>
                </a:rPr>
                <a:t> Models</a:t>
              </a:r>
              <a:endParaRPr kumimoji="0" lang="en-US" altLang="ja-JP" sz="900" b="0" i="0" u="none" strike="noStrike" kern="1200" cap="none" spc="0" normalizeH="0" baseline="0" noProof="0" dirty="0">
                <a:ln>
                  <a:noFill/>
                </a:ln>
                <a:effectLst/>
                <a:uLnTx/>
                <a:uFillTx/>
                <a:latin typeface="Calibri"/>
                <a:ea typeface="ＭＳ Ｐゴシック" pitchFamily="50" charset="-128"/>
                <a:cs typeface="+mn-cs"/>
              </a:endParaRPr>
            </a:p>
          </p:txBody>
        </p:sp>
        <p:sp>
          <p:nvSpPr>
            <p:cNvPr id="55" name="Rectangle 54"/>
            <p:cNvSpPr>
              <a:spLocks noChangeArrowheads="1"/>
            </p:cNvSpPr>
            <p:nvPr/>
          </p:nvSpPr>
          <p:spPr bwMode="auto">
            <a:xfrm>
              <a:off x="5746417" y="2988998"/>
              <a:ext cx="1051560" cy="457200"/>
            </a:xfrm>
            <a:prstGeom prst="rect">
              <a:avLst/>
            </a:prstGeom>
            <a:solidFill>
              <a:srgbClr val="15ABE3"/>
            </a:solidFill>
            <a:ln w="6350" algn="ctr">
              <a:solidFill>
                <a:schemeClr val="tx1"/>
              </a:solidFill>
              <a:miter lim="800000"/>
              <a:headEnd/>
              <a:tailEnd/>
            </a:ln>
            <a:effectLst/>
          </p:spPr>
          <p:txBody>
            <a:bodyPr wrap="square" lIns="88900" tIns="88900" rIns="88900" bIns="88900" anchor="ct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ja-JP" sz="900" b="0" i="0" u="none" strike="noStrike" kern="1200" cap="none" spc="0" normalizeH="0" baseline="0" noProof="0" dirty="0">
                  <a:ln>
                    <a:noFill/>
                  </a:ln>
                  <a:effectLst/>
                  <a:uLnTx/>
                  <a:uFillTx/>
                  <a:latin typeface="Calibri"/>
                  <a:ea typeface="ＭＳ Ｐゴシック" pitchFamily="50" charset="-128"/>
                  <a:cs typeface="+mn-cs"/>
                </a:rPr>
                <a:t>Scenarios</a:t>
              </a:r>
              <a:br>
                <a:rPr kumimoji="0" lang="en-US" altLang="ja-JP" sz="900" b="0" i="0" u="none" strike="noStrike" kern="1200" cap="none" spc="0" normalizeH="0" baseline="0" noProof="0" dirty="0">
                  <a:ln>
                    <a:noFill/>
                  </a:ln>
                  <a:effectLst/>
                  <a:uLnTx/>
                  <a:uFillTx/>
                  <a:latin typeface="Calibri"/>
                  <a:ea typeface="ＭＳ Ｐゴシック" pitchFamily="50" charset="-128"/>
                  <a:cs typeface="+mn-cs"/>
                </a:rPr>
              </a:br>
              <a:r>
                <a:rPr kumimoji="0" lang="en-US" altLang="ja-JP" sz="900" b="0" i="0" u="none" strike="noStrike" kern="1200" cap="none" spc="0" normalizeH="0" baseline="0" noProof="0" dirty="0">
                  <a:ln>
                    <a:noFill/>
                  </a:ln>
                  <a:effectLst/>
                  <a:uLnTx/>
                  <a:uFillTx/>
                  <a:latin typeface="Calibri"/>
                  <a:ea typeface="ＭＳ Ｐゴシック" pitchFamily="50" charset="-128"/>
                  <a:cs typeface="+mn-cs"/>
                </a:rPr>
                <a:t>and options</a:t>
              </a:r>
            </a:p>
          </p:txBody>
        </p:sp>
        <p:sp>
          <p:nvSpPr>
            <p:cNvPr id="56" name="Freeform 55"/>
            <p:cNvSpPr>
              <a:spLocks noChangeAspect="1"/>
            </p:cNvSpPr>
            <p:nvPr/>
          </p:nvSpPr>
          <p:spPr bwMode="auto">
            <a:xfrm>
              <a:off x="3333950" y="3358093"/>
              <a:ext cx="488950" cy="446087"/>
            </a:xfrm>
            <a:custGeom>
              <a:avLst/>
              <a:gdLst/>
              <a:ahLst/>
              <a:cxnLst>
                <a:cxn ang="0">
                  <a:pos x="0" y="147"/>
                </a:cxn>
                <a:cxn ang="0">
                  <a:pos x="84" y="0"/>
                </a:cxn>
                <a:cxn ang="0">
                  <a:pos x="84" y="71"/>
                </a:cxn>
                <a:cxn ang="0">
                  <a:pos x="246" y="71"/>
                </a:cxn>
                <a:cxn ang="0">
                  <a:pos x="246" y="3"/>
                </a:cxn>
                <a:cxn ang="0">
                  <a:pos x="323" y="147"/>
                </a:cxn>
                <a:cxn ang="0">
                  <a:pos x="243" y="295"/>
                </a:cxn>
                <a:cxn ang="0">
                  <a:pos x="243" y="219"/>
                </a:cxn>
                <a:cxn ang="0">
                  <a:pos x="84" y="219"/>
                </a:cxn>
                <a:cxn ang="0">
                  <a:pos x="84" y="292"/>
                </a:cxn>
                <a:cxn ang="0">
                  <a:pos x="0" y="147"/>
                </a:cxn>
              </a:cxnLst>
              <a:rect l="0" t="0" r="r" b="b"/>
              <a:pathLst>
                <a:path w="324" h="296">
                  <a:moveTo>
                    <a:pt x="0" y="147"/>
                  </a:moveTo>
                  <a:lnTo>
                    <a:pt x="84" y="0"/>
                  </a:lnTo>
                  <a:lnTo>
                    <a:pt x="84" y="71"/>
                  </a:lnTo>
                  <a:lnTo>
                    <a:pt x="246" y="71"/>
                  </a:lnTo>
                  <a:lnTo>
                    <a:pt x="246" y="3"/>
                  </a:lnTo>
                  <a:lnTo>
                    <a:pt x="323" y="147"/>
                  </a:lnTo>
                  <a:lnTo>
                    <a:pt x="243" y="295"/>
                  </a:lnTo>
                  <a:lnTo>
                    <a:pt x="243" y="219"/>
                  </a:lnTo>
                  <a:lnTo>
                    <a:pt x="84" y="219"/>
                  </a:lnTo>
                  <a:lnTo>
                    <a:pt x="84" y="292"/>
                  </a:lnTo>
                  <a:lnTo>
                    <a:pt x="0" y="147"/>
                  </a:lnTo>
                </a:path>
              </a:pathLst>
            </a:custGeom>
            <a:grpFill/>
            <a:ln w="12700" cap="flat" cmpd="sng">
              <a:noFill/>
              <a:prstDash val="solid"/>
              <a:round/>
              <a:headEnd type="none" w="med" len="med"/>
              <a:tailEnd type="none" w="med" len="med"/>
            </a:ln>
            <a:effectLst/>
          </p:spPr>
          <p:txBody>
            <a:bodyPr wrap="square" lIns="36000" tIns="36000" rIns="36000" bIns="360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chemeClr val="bg1"/>
                </a:solidFill>
                <a:effectLst/>
                <a:uLnTx/>
                <a:uFillTx/>
                <a:latin typeface="Calibri"/>
                <a:ea typeface="+mn-ea"/>
                <a:cs typeface="+mn-cs"/>
              </a:endParaRPr>
            </a:p>
          </p:txBody>
        </p:sp>
        <p:sp>
          <p:nvSpPr>
            <p:cNvPr id="57" name="Freeform 56"/>
            <p:cNvSpPr>
              <a:spLocks noChangeAspect="1"/>
            </p:cNvSpPr>
            <p:nvPr/>
          </p:nvSpPr>
          <p:spPr bwMode="auto">
            <a:xfrm>
              <a:off x="5200629" y="3358093"/>
              <a:ext cx="488950" cy="446087"/>
            </a:xfrm>
            <a:custGeom>
              <a:avLst/>
              <a:gdLst/>
              <a:ahLst/>
              <a:cxnLst>
                <a:cxn ang="0">
                  <a:pos x="0" y="147"/>
                </a:cxn>
                <a:cxn ang="0">
                  <a:pos x="84" y="0"/>
                </a:cxn>
                <a:cxn ang="0">
                  <a:pos x="84" y="71"/>
                </a:cxn>
                <a:cxn ang="0">
                  <a:pos x="246" y="71"/>
                </a:cxn>
                <a:cxn ang="0">
                  <a:pos x="246" y="3"/>
                </a:cxn>
                <a:cxn ang="0">
                  <a:pos x="323" y="147"/>
                </a:cxn>
                <a:cxn ang="0">
                  <a:pos x="243" y="295"/>
                </a:cxn>
                <a:cxn ang="0">
                  <a:pos x="243" y="219"/>
                </a:cxn>
                <a:cxn ang="0">
                  <a:pos x="84" y="219"/>
                </a:cxn>
                <a:cxn ang="0">
                  <a:pos x="84" y="292"/>
                </a:cxn>
                <a:cxn ang="0">
                  <a:pos x="0" y="147"/>
                </a:cxn>
              </a:cxnLst>
              <a:rect l="0" t="0" r="r" b="b"/>
              <a:pathLst>
                <a:path w="324" h="296">
                  <a:moveTo>
                    <a:pt x="0" y="147"/>
                  </a:moveTo>
                  <a:lnTo>
                    <a:pt x="84" y="0"/>
                  </a:lnTo>
                  <a:lnTo>
                    <a:pt x="84" y="71"/>
                  </a:lnTo>
                  <a:lnTo>
                    <a:pt x="246" y="71"/>
                  </a:lnTo>
                  <a:lnTo>
                    <a:pt x="246" y="3"/>
                  </a:lnTo>
                  <a:lnTo>
                    <a:pt x="323" y="147"/>
                  </a:lnTo>
                  <a:lnTo>
                    <a:pt x="243" y="295"/>
                  </a:lnTo>
                  <a:lnTo>
                    <a:pt x="243" y="219"/>
                  </a:lnTo>
                  <a:lnTo>
                    <a:pt x="84" y="219"/>
                  </a:lnTo>
                  <a:lnTo>
                    <a:pt x="84" y="292"/>
                  </a:lnTo>
                  <a:lnTo>
                    <a:pt x="0" y="147"/>
                  </a:lnTo>
                </a:path>
              </a:pathLst>
            </a:custGeom>
            <a:grpFill/>
            <a:ln w="12700" cap="flat" cmpd="sng">
              <a:noFill/>
              <a:prstDash val="solid"/>
              <a:round/>
              <a:headEnd type="none" w="med" len="med"/>
              <a:tailEnd type="none" w="med" len="med"/>
            </a:ln>
            <a:effectLst/>
          </p:spPr>
          <p:txBody>
            <a:bodyPr wrap="square" lIns="36000" tIns="36000" rIns="36000" bIns="360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chemeClr val="bg1"/>
                </a:solidFill>
                <a:effectLst/>
                <a:uLnTx/>
                <a:uFillTx/>
                <a:latin typeface="Calibri"/>
                <a:ea typeface="+mn-ea"/>
                <a:cs typeface="+mn-cs"/>
              </a:endParaRPr>
            </a:p>
          </p:txBody>
        </p:sp>
        <p:sp>
          <p:nvSpPr>
            <p:cNvPr id="58" name="Freeform 57"/>
            <p:cNvSpPr>
              <a:spLocks noChangeAspect="1"/>
            </p:cNvSpPr>
            <p:nvPr/>
          </p:nvSpPr>
          <p:spPr bwMode="auto">
            <a:xfrm>
              <a:off x="6854747" y="3358093"/>
              <a:ext cx="488950" cy="446087"/>
            </a:xfrm>
            <a:custGeom>
              <a:avLst/>
              <a:gdLst/>
              <a:ahLst/>
              <a:cxnLst>
                <a:cxn ang="0">
                  <a:pos x="0" y="147"/>
                </a:cxn>
                <a:cxn ang="0">
                  <a:pos x="84" y="0"/>
                </a:cxn>
                <a:cxn ang="0">
                  <a:pos x="84" y="71"/>
                </a:cxn>
                <a:cxn ang="0">
                  <a:pos x="246" y="71"/>
                </a:cxn>
                <a:cxn ang="0">
                  <a:pos x="246" y="3"/>
                </a:cxn>
                <a:cxn ang="0">
                  <a:pos x="323" y="147"/>
                </a:cxn>
                <a:cxn ang="0">
                  <a:pos x="243" y="295"/>
                </a:cxn>
                <a:cxn ang="0">
                  <a:pos x="243" y="219"/>
                </a:cxn>
                <a:cxn ang="0">
                  <a:pos x="84" y="219"/>
                </a:cxn>
                <a:cxn ang="0">
                  <a:pos x="84" y="292"/>
                </a:cxn>
                <a:cxn ang="0">
                  <a:pos x="0" y="147"/>
                </a:cxn>
              </a:cxnLst>
              <a:rect l="0" t="0" r="r" b="b"/>
              <a:pathLst>
                <a:path w="324" h="296">
                  <a:moveTo>
                    <a:pt x="0" y="147"/>
                  </a:moveTo>
                  <a:lnTo>
                    <a:pt x="84" y="0"/>
                  </a:lnTo>
                  <a:lnTo>
                    <a:pt x="84" y="71"/>
                  </a:lnTo>
                  <a:lnTo>
                    <a:pt x="246" y="71"/>
                  </a:lnTo>
                  <a:lnTo>
                    <a:pt x="246" y="3"/>
                  </a:lnTo>
                  <a:lnTo>
                    <a:pt x="323" y="147"/>
                  </a:lnTo>
                  <a:lnTo>
                    <a:pt x="243" y="295"/>
                  </a:lnTo>
                  <a:lnTo>
                    <a:pt x="243" y="219"/>
                  </a:lnTo>
                  <a:lnTo>
                    <a:pt x="84" y="219"/>
                  </a:lnTo>
                  <a:lnTo>
                    <a:pt x="84" y="292"/>
                  </a:lnTo>
                  <a:lnTo>
                    <a:pt x="0" y="147"/>
                  </a:lnTo>
                </a:path>
              </a:pathLst>
            </a:custGeom>
            <a:grpFill/>
            <a:ln w="12700" cap="flat" cmpd="sng">
              <a:noFill/>
              <a:prstDash val="solid"/>
              <a:round/>
              <a:headEnd type="none" w="med" len="med"/>
              <a:tailEnd type="none" w="med" len="med"/>
            </a:ln>
            <a:effectLst/>
          </p:spPr>
          <p:txBody>
            <a:bodyPr wrap="square" lIns="36000" tIns="36000" rIns="36000" bIns="360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chemeClr val="bg1"/>
                </a:solidFill>
                <a:effectLst/>
                <a:uLnTx/>
                <a:uFillTx/>
                <a:latin typeface="Calibri"/>
                <a:ea typeface="+mn-ea"/>
                <a:cs typeface="+mn-cs"/>
              </a:endParaRPr>
            </a:p>
          </p:txBody>
        </p:sp>
        <p:sp>
          <p:nvSpPr>
            <p:cNvPr id="59" name="Freeform 58"/>
            <p:cNvSpPr>
              <a:spLocks noChangeAspect="1"/>
            </p:cNvSpPr>
            <p:nvPr/>
          </p:nvSpPr>
          <p:spPr bwMode="auto">
            <a:xfrm>
              <a:off x="8371637" y="3358093"/>
              <a:ext cx="488950" cy="446087"/>
            </a:xfrm>
            <a:custGeom>
              <a:avLst/>
              <a:gdLst/>
              <a:ahLst/>
              <a:cxnLst>
                <a:cxn ang="0">
                  <a:pos x="0" y="147"/>
                </a:cxn>
                <a:cxn ang="0">
                  <a:pos x="84" y="0"/>
                </a:cxn>
                <a:cxn ang="0">
                  <a:pos x="84" y="71"/>
                </a:cxn>
                <a:cxn ang="0">
                  <a:pos x="246" y="71"/>
                </a:cxn>
                <a:cxn ang="0">
                  <a:pos x="246" y="3"/>
                </a:cxn>
                <a:cxn ang="0">
                  <a:pos x="323" y="147"/>
                </a:cxn>
                <a:cxn ang="0">
                  <a:pos x="243" y="295"/>
                </a:cxn>
                <a:cxn ang="0">
                  <a:pos x="243" y="219"/>
                </a:cxn>
                <a:cxn ang="0">
                  <a:pos x="84" y="219"/>
                </a:cxn>
                <a:cxn ang="0">
                  <a:pos x="84" y="292"/>
                </a:cxn>
                <a:cxn ang="0">
                  <a:pos x="0" y="147"/>
                </a:cxn>
              </a:cxnLst>
              <a:rect l="0" t="0" r="r" b="b"/>
              <a:pathLst>
                <a:path w="324" h="296">
                  <a:moveTo>
                    <a:pt x="0" y="147"/>
                  </a:moveTo>
                  <a:lnTo>
                    <a:pt x="84" y="0"/>
                  </a:lnTo>
                  <a:lnTo>
                    <a:pt x="84" y="71"/>
                  </a:lnTo>
                  <a:lnTo>
                    <a:pt x="246" y="71"/>
                  </a:lnTo>
                  <a:lnTo>
                    <a:pt x="246" y="3"/>
                  </a:lnTo>
                  <a:lnTo>
                    <a:pt x="323" y="147"/>
                  </a:lnTo>
                  <a:lnTo>
                    <a:pt x="243" y="295"/>
                  </a:lnTo>
                  <a:lnTo>
                    <a:pt x="243" y="219"/>
                  </a:lnTo>
                  <a:lnTo>
                    <a:pt x="84" y="219"/>
                  </a:lnTo>
                  <a:lnTo>
                    <a:pt x="84" y="292"/>
                  </a:lnTo>
                  <a:lnTo>
                    <a:pt x="0" y="147"/>
                  </a:lnTo>
                </a:path>
              </a:pathLst>
            </a:custGeom>
            <a:grpFill/>
            <a:ln w="12700" cap="flat" cmpd="sng">
              <a:noFill/>
              <a:prstDash val="solid"/>
              <a:round/>
              <a:headEnd type="none" w="med" len="med"/>
              <a:tailEnd type="none" w="med" len="med"/>
            </a:ln>
            <a:effectLst/>
          </p:spPr>
          <p:txBody>
            <a:bodyPr wrap="square" lIns="36000" tIns="36000" rIns="36000" bIns="360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chemeClr val="bg1"/>
                </a:solidFill>
                <a:effectLst/>
                <a:uLnTx/>
                <a:uFillTx/>
                <a:latin typeface="Calibri"/>
                <a:ea typeface="+mn-ea"/>
                <a:cs typeface="+mn-cs"/>
              </a:endParaRPr>
            </a:p>
          </p:txBody>
        </p:sp>
      </p:grpSp>
      <p:sp>
        <p:nvSpPr>
          <p:cNvPr id="31" name="Title 2"/>
          <p:cNvSpPr>
            <a:spLocks noGrp="1"/>
          </p:cNvSpPr>
          <p:nvPr>
            <p:ph type="title"/>
          </p:nvPr>
        </p:nvSpPr>
        <p:spPr>
          <a:xfrm>
            <a:off x="508324" y="326158"/>
            <a:ext cx="11196222" cy="334102"/>
          </a:xfrm>
        </p:spPr>
        <p:txBody>
          <a:bodyPr/>
          <a:lstStyle/>
          <a:p>
            <a:r>
              <a:rPr lang="en-US" dirty="0"/>
              <a:t>Module 2: Developing Strategies</a:t>
            </a:r>
          </a:p>
        </p:txBody>
      </p:sp>
      <p:sp>
        <p:nvSpPr>
          <p:cNvPr id="33" name="Text Placeholder 3"/>
          <p:cNvSpPr>
            <a:spLocks noGrp="1"/>
          </p:cNvSpPr>
          <p:nvPr>
            <p:ph type="body" sz="quarter" idx="13"/>
          </p:nvPr>
        </p:nvSpPr>
        <p:spPr>
          <a:xfrm>
            <a:off x="508324" y="357517"/>
            <a:ext cx="11196222" cy="757254"/>
          </a:xfrm>
        </p:spPr>
        <p:txBody>
          <a:bodyPr vert="horz" lIns="0" tIns="0" rIns="0" bIns="0" rtlCol="0" anchor="t" anchorCtr="0">
            <a:noAutofit/>
          </a:bodyPr>
          <a:lstStyle/>
          <a:p>
            <a:pPr>
              <a:spcBef>
                <a:spcPct val="0"/>
              </a:spcBef>
            </a:pPr>
            <a:r>
              <a:rPr lang="en-US" sz="2000" dirty="0">
                <a:solidFill>
                  <a:schemeClr val="bg1"/>
                </a:solidFill>
                <a:latin typeface="+mj-lt"/>
                <a:ea typeface="+mj-ea"/>
                <a:cs typeface="+mj-cs"/>
              </a:rPr>
              <a:t>Module 2: Developing the strategies for market penetration of the shortlisted models</a:t>
            </a:r>
            <a:endParaRPr lang="en-IN" sz="2000" dirty="0">
              <a:solidFill>
                <a:schemeClr val="bg1"/>
              </a:solidFill>
              <a:latin typeface="+mj-lt"/>
              <a:ea typeface="+mj-ea"/>
              <a:cs typeface="+mj-cs"/>
            </a:endParaRPr>
          </a:p>
        </p:txBody>
      </p:sp>
    </p:spTree>
    <p:extLst>
      <p:ext uri="{BB962C8B-B14F-4D97-AF65-F5344CB8AC3E}">
        <p14:creationId xmlns:p14="http://schemas.microsoft.com/office/powerpoint/2010/main" val="142386884"/>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5" name="Object 4"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p:cNvSpPr/>
          <p:nvPr>
            <p:custDataLst>
              <p:tags r:id="rId2"/>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2000" b="0" i="0" u="none" strike="noStrike" kern="1200" cap="none" spc="0" normalizeH="0" baseline="0" noProof="0" dirty="0">
              <a:ln>
                <a:noFill/>
              </a:ln>
              <a:solidFill>
                <a:prstClr val="white"/>
              </a:solidFill>
              <a:effectLst/>
              <a:uLnTx/>
              <a:uFillTx/>
              <a:latin typeface="Verdana" panose="020B0604030504040204" pitchFamily="34" charset="0"/>
              <a:ea typeface="+mn-ea"/>
              <a:cs typeface="+mn-cs"/>
              <a:sym typeface="Verdana" panose="020B0604030504040204" pitchFamily="34" charset="0"/>
            </a:endParaRPr>
          </a:p>
        </p:txBody>
      </p:sp>
      <p:sp>
        <p:nvSpPr>
          <p:cNvPr id="2" name="Text Placeholder 1"/>
          <p:cNvSpPr>
            <a:spLocks noGrp="1"/>
          </p:cNvSpPr>
          <p:nvPr>
            <p:ph type="body" sz="quarter" idx="13"/>
          </p:nvPr>
        </p:nvSpPr>
        <p:spPr/>
        <p:txBody>
          <a:bodyPr/>
          <a:lstStyle/>
          <a:p>
            <a:r>
              <a:rPr lang="en-US" dirty="0"/>
              <a:t>Once CIL Management decides to go ahead with the diversification plan, Deloitte will assist CIL in drafting the RFP for selection of PIA</a:t>
            </a:r>
          </a:p>
          <a:p>
            <a:endParaRPr lang="en-IN" dirty="0"/>
          </a:p>
        </p:txBody>
      </p:sp>
      <p:sp>
        <p:nvSpPr>
          <p:cNvPr id="3" name="Title 2"/>
          <p:cNvSpPr>
            <a:spLocks noGrp="1"/>
          </p:cNvSpPr>
          <p:nvPr>
            <p:ph type="title"/>
          </p:nvPr>
        </p:nvSpPr>
        <p:spPr/>
        <p:txBody>
          <a:bodyPr/>
          <a:lstStyle/>
          <a:p>
            <a:r>
              <a:rPr lang="en-US" dirty="0"/>
              <a:t>Module 3: Preparation of RFP for Selection of PIA</a:t>
            </a:r>
            <a:endParaRPr lang="en-IN" dirty="0"/>
          </a:p>
        </p:txBody>
      </p:sp>
      <p:pic>
        <p:nvPicPr>
          <p:cNvPr id="6" name="Picture 5"/>
          <p:cNvPicPr/>
          <p:nvPr/>
        </p:nvPicPr>
        <p:blipFill>
          <a:blip r:embed="rId6" cstate="screen">
            <a:extLst>
              <a:ext uri="{28A0092B-C50C-407E-A947-70E740481C1C}">
                <a14:useLocalDpi xmlns:a14="http://schemas.microsoft.com/office/drawing/2010/main"/>
              </a:ext>
            </a:extLst>
          </a:blip>
          <a:srcRect/>
          <a:stretch>
            <a:fillRect/>
          </a:stretch>
        </p:blipFill>
        <p:spPr bwMode="auto">
          <a:xfrm>
            <a:off x="5329534" y="2545266"/>
            <a:ext cx="6369627" cy="4027515"/>
          </a:xfrm>
          <a:prstGeom prst="rect">
            <a:avLst/>
          </a:prstGeom>
          <a:noFill/>
        </p:spPr>
      </p:pic>
      <p:sp>
        <p:nvSpPr>
          <p:cNvPr id="7" name="Bent Arrow 6"/>
          <p:cNvSpPr/>
          <p:nvPr/>
        </p:nvSpPr>
        <p:spPr>
          <a:xfrm rot="5400000">
            <a:off x="5823626" y="1056317"/>
            <a:ext cx="853304" cy="1841488"/>
          </a:xfrm>
          <a:prstGeom prst="bentArrow">
            <a:avLst>
              <a:gd name="adj1" fmla="val 44531"/>
              <a:gd name="adj2" fmla="val 34993"/>
              <a:gd name="adj3" fmla="val 25000"/>
              <a:gd name="adj4" fmla="val 75000"/>
            </a:avLst>
          </a:prstGeom>
          <a:solidFill>
            <a:srgbClr val="002776"/>
          </a:solidFill>
          <a:ln w="25400" cap="flat" cmpd="sng" algn="ctr">
            <a:solidFill>
              <a:srgbClr val="002776"/>
            </a:solidFill>
            <a:prstDash val="solid"/>
          </a:ln>
          <a:effectLst/>
        </p:spPr>
        <p:txBody>
          <a:bodyPr vert="vert270" rtlCol="0" anchor="t" anchorCtr="0"/>
          <a:lstStyle/>
          <a:p>
            <a:pPr marL="0" marR="0" lvl="0" indent="0" algn="ctr" defTabSz="914400" rtl="0" eaLnBrk="1" fontAlgn="base" latinLnBrk="0" hangingPunct="1">
              <a:lnSpc>
                <a:spcPct val="100000"/>
              </a:lnSpc>
              <a:spcBef>
                <a:spcPct val="0"/>
              </a:spcBef>
              <a:spcAft>
                <a:spcPct val="35000"/>
              </a:spcAft>
              <a:buClrTx/>
              <a:buSzTx/>
              <a:buFontTx/>
              <a:buNone/>
              <a:tabLst/>
              <a:defRPr/>
            </a:pPr>
            <a:r>
              <a:rPr kumimoji="0" lang="en-US" sz="1100" b="1" i="0" u="none" strike="noStrike" kern="0" cap="none" spc="0" normalizeH="0" baseline="0" noProof="0" dirty="0">
                <a:ln>
                  <a:noFill/>
                </a:ln>
                <a:solidFill>
                  <a:srgbClr val="FFFFFF"/>
                </a:solidFill>
                <a:effectLst/>
                <a:uLnTx/>
                <a:uFillTx/>
                <a:latin typeface="Arial" charset="0"/>
                <a:ea typeface="+mn-ea"/>
                <a:cs typeface="Arial" charset="0"/>
              </a:rPr>
              <a:t>Deliverable</a:t>
            </a:r>
            <a:endParaRPr kumimoji="0" lang="en-US" sz="1000" b="1" i="0" u="none" strike="noStrike" kern="0" cap="none" spc="0" normalizeH="0" baseline="0" noProof="0" dirty="0">
              <a:ln>
                <a:noFill/>
              </a:ln>
              <a:solidFill>
                <a:srgbClr val="FFFFFF"/>
              </a:solidFill>
              <a:effectLst/>
              <a:uLnTx/>
              <a:uFillTx/>
              <a:latin typeface="Arial" charset="0"/>
              <a:ea typeface="+mn-ea"/>
              <a:cs typeface="Arial" charset="0"/>
            </a:endParaRPr>
          </a:p>
        </p:txBody>
      </p:sp>
      <p:pic>
        <p:nvPicPr>
          <p:cNvPr id="8" name="Picture 6" descr="http://www.whenwasitinvented.org/wp-content/uploads/2011/08/Blackboard.jpg"/>
          <p:cNvPicPr>
            <a:picLocks noChangeAspect="1" noChangeArrowheads="1"/>
          </p:cNvPicPr>
          <p:nvPr/>
        </p:nvPicPr>
        <p:blipFill rotWithShape="1">
          <a:blip r:embed="rId7">
            <a:grayscl/>
            <a:extLst>
              <a:ext uri="{28A0092B-C50C-407E-A947-70E740481C1C}">
                <a14:useLocalDpi xmlns:a14="http://schemas.microsoft.com/office/drawing/2010/main" val="0"/>
              </a:ext>
            </a:extLst>
          </a:blip>
          <a:srcRect b="5980"/>
          <a:stretch/>
        </p:blipFill>
        <p:spPr bwMode="auto">
          <a:xfrm>
            <a:off x="460586" y="1408855"/>
            <a:ext cx="4786824" cy="5163927"/>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p:cNvSpPr txBox="1"/>
          <p:nvPr/>
        </p:nvSpPr>
        <p:spPr>
          <a:xfrm>
            <a:off x="830197" y="1756079"/>
            <a:ext cx="4094243" cy="4647426"/>
          </a:xfrm>
          <a:prstGeom prst="rect">
            <a:avLst/>
          </a:prstGeom>
          <a:noFill/>
        </p:spPr>
        <p:txBody>
          <a:bodyPr wrap="square" lIns="0" tIns="0" rIns="0" bIns="0" rtlCol="0">
            <a:spAutoFit/>
          </a:bodyPr>
          <a:lstStyle/>
          <a:p>
            <a:pPr marL="0" marR="0" lvl="0" indent="0" algn="ctr" defTabSz="914400" rtl="0" eaLnBrk="1" fontAlgn="base" latinLnBrk="0" hangingPunct="1">
              <a:lnSpc>
                <a:spcPct val="100000"/>
              </a:lnSpc>
              <a:spcBef>
                <a:spcPts val="600"/>
              </a:spcBef>
              <a:spcAft>
                <a:spcPct val="0"/>
              </a:spcAft>
              <a:buClr>
                <a:srgbClr val="92D400"/>
              </a:buClr>
              <a:buSzTx/>
              <a:buFontTx/>
              <a:buNone/>
              <a:tabLst/>
              <a:defRPr/>
            </a:pPr>
            <a:r>
              <a:rPr kumimoji="0" lang="en-US" sz="1100" b="1" i="0" u="none" strike="noStrike" kern="1200" cap="none" spc="0" normalizeH="0" baseline="0" noProof="0" dirty="0">
                <a:ln>
                  <a:noFill/>
                </a:ln>
                <a:solidFill>
                  <a:prstClr val="white"/>
                </a:solidFill>
                <a:effectLst/>
                <a:uLnTx/>
                <a:uFillTx/>
                <a:latin typeface="Verdana"/>
                <a:ea typeface="+mn-ea"/>
                <a:cs typeface="Arial" charset="0"/>
              </a:rPr>
              <a:t>Illustrative areas to be covered in the RFP for PIA Selection</a:t>
            </a:r>
          </a:p>
          <a:p>
            <a:pPr marL="225425" marR="0" lvl="0" indent="-225425" algn="l" defTabSz="914400" rtl="0" eaLnBrk="1" fontAlgn="base" latinLnBrk="0" hangingPunct="1">
              <a:lnSpc>
                <a:spcPct val="100000"/>
              </a:lnSpc>
              <a:spcBef>
                <a:spcPts val="600"/>
              </a:spcBef>
              <a:spcAft>
                <a:spcPct val="0"/>
              </a:spcAft>
              <a:buClr>
                <a:srgbClr val="92D400"/>
              </a:buClr>
              <a:buSzTx/>
              <a:buFont typeface="Wingdings" pitchFamily="2" charset="2"/>
              <a:buChar char="ü"/>
              <a:tabLst/>
              <a:defRPr/>
            </a:pPr>
            <a:r>
              <a:rPr kumimoji="0" lang="en-US" sz="1000" b="1" i="0" u="none" strike="noStrike" kern="1200" cap="none" spc="0" normalizeH="0" baseline="0" noProof="0" dirty="0">
                <a:ln>
                  <a:noFill/>
                </a:ln>
                <a:solidFill>
                  <a:prstClr val="white"/>
                </a:solidFill>
                <a:effectLst/>
                <a:uLnTx/>
                <a:uFillTx/>
                <a:latin typeface="Verdana"/>
                <a:ea typeface="+mn-ea"/>
                <a:cs typeface="Arial" charset="0"/>
              </a:rPr>
              <a:t>Staged delivery schedule</a:t>
            </a:r>
          </a:p>
          <a:p>
            <a:pPr marL="225425" marR="0" lvl="0" indent="-225425" algn="l" defTabSz="914400" rtl="0" eaLnBrk="1" fontAlgn="base" latinLnBrk="0" hangingPunct="1">
              <a:lnSpc>
                <a:spcPct val="100000"/>
              </a:lnSpc>
              <a:spcBef>
                <a:spcPts val="600"/>
              </a:spcBef>
              <a:spcAft>
                <a:spcPct val="0"/>
              </a:spcAft>
              <a:buClr>
                <a:srgbClr val="92D400"/>
              </a:buClr>
              <a:buSzTx/>
              <a:buFont typeface="Wingdings" pitchFamily="2" charset="2"/>
              <a:buChar char="ü"/>
              <a:tabLst/>
              <a:defRPr/>
            </a:pPr>
            <a:r>
              <a:rPr kumimoji="0" lang="en-US" sz="1000" b="1" i="0" u="none" strike="noStrike" kern="1200" cap="none" spc="0" normalizeH="0" baseline="0" noProof="0" dirty="0">
                <a:ln>
                  <a:noFill/>
                </a:ln>
                <a:solidFill>
                  <a:prstClr val="white"/>
                </a:solidFill>
                <a:effectLst/>
                <a:uLnTx/>
                <a:uFillTx/>
                <a:latin typeface="Verdana"/>
                <a:ea typeface="+mn-ea"/>
                <a:cs typeface="Arial" charset="0"/>
              </a:rPr>
              <a:t>Mode of bidding (limited/open).</a:t>
            </a:r>
          </a:p>
          <a:p>
            <a:pPr marL="225425" marR="0" lvl="0" indent="-225425" algn="l" defTabSz="914400" rtl="0" eaLnBrk="1" fontAlgn="base" latinLnBrk="0" hangingPunct="1">
              <a:lnSpc>
                <a:spcPct val="100000"/>
              </a:lnSpc>
              <a:spcBef>
                <a:spcPts val="600"/>
              </a:spcBef>
              <a:spcAft>
                <a:spcPct val="0"/>
              </a:spcAft>
              <a:buClr>
                <a:srgbClr val="92D400"/>
              </a:buClr>
              <a:buSzTx/>
              <a:buFont typeface="Wingdings" pitchFamily="2" charset="2"/>
              <a:buChar char="ü"/>
              <a:tabLst/>
              <a:defRPr/>
            </a:pPr>
            <a:r>
              <a:rPr kumimoji="0" lang="en-US" sz="1000" b="1" i="0" u="none" strike="noStrike" kern="1200" cap="none" spc="0" normalizeH="0" baseline="0" noProof="0" dirty="0">
                <a:ln>
                  <a:noFill/>
                </a:ln>
                <a:solidFill>
                  <a:prstClr val="white"/>
                </a:solidFill>
                <a:effectLst/>
                <a:uLnTx/>
                <a:uFillTx/>
                <a:latin typeface="Verdana"/>
                <a:ea typeface="+mn-ea"/>
                <a:cs typeface="Arial" charset="0"/>
              </a:rPr>
              <a:t>Procurement methods (Quality cost basis, Lowest bid, highest technical, etc.) </a:t>
            </a:r>
          </a:p>
          <a:p>
            <a:pPr marL="225425" marR="0" lvl="0" indent="-225425" algn="l" defTabSz="914400" rtl="0" eaLnBrk="1" fontAlgn="base" latinLnBrk="0" hangingPunct="1">
              <a:lnSpc>
                <a:spcPct val="100000"/>
              </a:lnSpc>
              <a:spcBef>
                <a:spcPts val="600"/>
              </a:spcBef>
              <a:spcAft>
                <a:spcPct val="0"/>
              </a:spcAft>
              <a:buClr>
                <a:srgbClr val="92D400"/>
              </a:buClr>
              <a:buSzTx/>
              <a:buFont typeface="Wingdings" pitchFamily="2" charset="2"/>
              <a:buChar char="ü"/>
              <a:tabLst/>
              <a:defRPr/>
            </a:pPr>
            <a:r>
              <a:rPr kumimoji="0" lang="en-US" sz="1000" b="1" i="0" u="none" strike="noStrike" kern="1200" cap="none" spc="0" normalizeH="0" baseline="0" noProof="0" dirty="0">
                <a:ln>
                  <a:noFill/>
                </a:ln>
                <a:solidFill>
                  <a:prstClr val="white"/>
                </a:solidFill>
                <a:effectLst/>
                <a:uLnTx/>
                <a:uFillTx/>
                <a:latin typeface="Verdana"/>
                <a:ea typeface="+mn-ea"/>
                <a:cs typeface="Arial" charset="0"/>
              </a:rPr>
              <a:t>Evaluation Criteria</a:t>
            </a:r>
          </a:p>
          <a:p>
            <a:pPr marL="225425" marR="0" lvl="0" indent="-225425" algn="l" defTabSz="914400" rtl="0" eaLnBrk="1" fontAlgn="base" latinLnBrk="0" hangingPunct="1">
              <a:lnSpc>
                <a:spcPct val="100000"/>
              </a:lnSpc>
              <a:spcBef>
                <a:spcPts val="600"/>
              </a:spcBef>
              <a:spcAft>
                <a:spcPct val="0"/>
              </a:spcAft>
              <a:buClr>
                <a:srgbClr val="92D400"/>
              </a:buClr>
              <a:buSzTx/>
              <a:buFont typeface="Wingdings" pitchFamily="2" charset="2"/>
              <a:buChar char="ü"/>
              <a:tabLst/>
              <a:defRPr/>
            </a:pPr>
            <a:r>
              <a:rPr kumimoji="0" lang="en-US" sz="1000" b="1" i="0" u="none" strike="noStrike" kern="1200" cap="none" spc="0" normalizeH="0" baseline="0" noProof="0" dirty="0">
                <a:ln>
                  <a:noFill/>
                </a:ln>
                <a:solidFill>
                  <a:prstClr val="white"/>
                </a:solidFill>
                <a:effectLst/>
                <a:uLnTx/>
                <a:uFillTx/>
                <a:latin typeface="Verdana"/>
                <a:ea typeface="+mn-ea"/>
                <a:cs typeface="Arial" charset="0"/>
              </a:rPr>
              <a:t>Definition of Performance Parameters and Performance Levels to be met by the PIA</a:t>
            </a:r>
          </a:p>
          <a:p>
            <a:pPr marL="225425" marR="0" lvl="0" indent="-225425" algn="l" defTabSz="914400" rtl="0" eaLnBrk="1" fontAlgn="base" latinLnBrk="0" hangingPunct="1">
              <a:lnSpc>
                <a:spcPct val="100000"/>
              </a:lnSpc>
              <a:spcBef>
                <a:spcPts val="600"/>
              </a:spcBef>
              <a:spcAft>
                <a:spcPct val="0"/>
              </a:spcAft>
              <a:buClr>
                <a:srgbClr val="92D400"/>
              </a:buClr>
              <a:buSzTx/>
              <a:buFont typeface="Wingdings" pitchFamily="2" charset="2"/>
              <a:buChar char="ü"/>
              <a:tabLst/>
              <a:defRPr/>
            </a:pPr>
            <a:r>
              <a:rPr kumimoji="0" lang="en-US" sz="1000" b="1" i="0" u="none" strike="noStrike" kern="1200" cap="none" spc="0" normalizeH="0" baseline="0" noProof="0" dirty="0">
                <a:ln>
                  <a:noFill/>
                </a:ln>
                <a:solidFill>
                  <a:prstClr val="white"/>
                </a:solidFill>
                <a:effectLst/>
                <a:uLnTx/>
                <a:uFillTx/>
                <a:latin typeface="Verdana"/>
                <a:ea typeface="+mn-ea"/>
                <a:cs typeface="Arial" charset="0"/>
              </a:rPr>
              <a:t>Definition of Scope of Work and Deliverables with High Level Project Plan</a:t>
            </a:r>
          </a:p>
          <a:p>
            <a:pPr marL="225425" marR="0" lvl="0" indent="-225425" algn="l" defTabSz="914400" rtl="0" eaLnBrk="1" fontAlgn="base" latinLnBrk="0" hangingPunct="1">
              <a:lnSpc>
                <a:spcPct val="100000"/>
              </a:lnSpc>
              <a:spcBef>
                <a:spcPts val="600"/>
              </a:spcBef>
              <a:spcAft>
                <a:spcPct val="0"/>
              </a:spcAft>
              <a:buClr>
                <a:srgbClr val="92D400"/>
              </a:buClr>
              <a:buSzTx/>
              <a:buFont typeface="Wingdings" pitchFamily="2" charset="2"/>
              <a:buChar char="ü"/>
              <a:tabLst/>
              <a:defRPr/>
            </a:pPr>
            <a:r>
              <a:rPr kumimoji="0" lang="en-US" sz="1000" b="1" i="0" u="none" strike="noStrike" kern="1200" cap="none" spc="0" normalizeH="0" baseline="0" noProof="0" dirty="0">
                <a:ln>
                  <a:noFill/>
                </a:ln>
                <a:solidFill>
                  <a:prstClr val="white"/>
                </a:solidFill>
                <a:effectLst/>
                <a:uLnTx/>
                <a:uFillTx/>
                <a:latin typeface="Verdana"/>
                <a:ea typeface="+mn-ea"/>
                <a:cs typeface="Arial" charset="0"/>
              </a:rPr>
              <a:t>Process Description and Functional Requirement Specifications categorized as Critical, Essential, Desirable</a:t>
            </a:r>
          </a:p>
          <a:p>
            <a:pPr marL="225425" marR="0" lvl="0" indent="-225425" algn="l" defTabSz="914400" rtl="0" eaLnBrk="1" fontAlgn="base" latinLnBrk="0" hangingPunct="1">
              <a:lnSpc>
                <a:spcPct val="100000"/>
              </a:lnSpc>
              <a:spcBef>
                <a:spcPts val="600"/>
              </a:spcBef>
              <a:spcAft>
                <a:spcPct val="0"/>
              </a:spcAft>
              <a:buClr>
                <a:srgbClr val="92D400"/>
              </a:buClr>
              <a:buSzTx/>
              <a:buFont typeface="Wingdings" pitchFamily="2" charset="2"/>
              <a:buChar char="ü"/>
              <a:tabLst/>
              <a:defRPr/>
            </a:pPr>
            <a:r>
              <a:rPr kumimoji="0" lang="en-US" sz="1000" b="1" i="0" u="none" strike="noStrike" kern="1200" cap="none" spc="0" normalizeH="0" baseline="0" noProof="0" dirty="0">
                <a:ln>
                  <a:noFill/>
                </a:ln>
                <a:solidFill>
                  <a:prstClr val="white"/>
                </a:solidFill>
                <a:effectLst/>
                <a:uLnTx/>
                <a:uFillTx/>
                <a:latin typeface="Verdana"/>
                <a:ea typeface="+mn-ea"/>
                <a:cs typeface="Arial" charset="0"/>
              </a:rPr>
              <a:t>Capacity Development Plan</a:t>
            </a:r>
          </a:p>
          <a:p>
            <a:pPr marL="225425" marR="0" lvl="0" indent="-225425" algn="l" defTabSz="914400" rtl="0" eaLnBrk="1" fontAlgn="base" latinLnBrk="0" hangingPunct="1">
              <a:lnSpc>
                <a:spcPct val="100000"/>
              </a:lnSpc>
              <a:spcBef>
                <a:spcPts val="600"/>
              </a:spcBef>
              <a:spcAft>
                <a:spcPct val="0"/>
              </a:spcAft>
              <a:buClr>
                <a:srgbClr val="92D400"/>
              </a:buClr>
              <a:buSzTx/>
              <a:buFont typeface="Wingdings" pitchFamily="2" charset="2"/>
              <a:buChar char="ü"/>
              <a:tabLst/>
              <a:defRPr/>
            </a:pPr>
            <a:r>
              <a:rPr kumimoji="0" lang="en-US" sz="1000" b="1" i="0" u="none" strike="noStrike" kern="1200" cap="none" spc="0" normalizeH="0" baseline="0" noProof="0" dirty="0">
                <a:ln>
                  <a:noFill/>
                </a:ln>
                <a:solidFill>
                  <a:prstClr val="white"/>
                </a:solidFill>
                <a:effectLst/>
                <a:uLnTx/>
                <a:uFillTx/>
                <a:latin typeface="Verdana"/>
                <a:ea typeface="+mn-ea"/>
                <a:cs typeface="Arial" charset="0"/>
              </a:rPr>
              <a:t>Post implementation support requirements at locations with service level specifications</a:t>
            </a:r>
          </a:p>
          <a:p>
            <a:pPr marL="225425" marR="0" lvl="0" indent="-225425" algn="l" defTabSz="914400" rtl="0" eaLnBrk="1" fontAlgn="base" latinLnBrk="0" hangingPunct="1">
              <a:lnSpc>
                <a:spcPct val="100000"/>
              </a:lnSpc>
              <a:spcBef>
                <a:spcPts val="600"/>
              </a:spcBef>
              <a:spcAft>
                <a:spcPct val="0"/>
              </a:spcAft>
              <a:buClr>
                <a:srgbClr val="92D400"/>
              </a:buClr>
              <a:buSzTx/>
              <a:buFont typeface="Wingdings" pitchFamily="2" charset="2"/>
              <a:buChar char="ü"/>
              <a:tabLst/>
              <a:defRPr/>
            </a:pPr>
            <a:r>
              <a:rPr kumimoji="0" lang="en-US" sz="1000" b="1" i="0" u="none" strike="noStrike" kern="1200" cap="none" spc="0" normalizeH="0" baseline="0" noProof="0" dirty="0">
                <a:ln>
                  <a:noFill/>
                </a:ln>
                <a:solidFill>
                  <a:prstClr val="white"/>
                </a:solidFill>
                <a:effectLst/>
                <a:uLnTx/>
                <a:uFillTx/>
                <a:latin typeface="Verdana"/>
                <a:ea typeface="+mn-ea"/>
                <a:cs typeface="Arial" charset="0"/>
              </a:rPr>
              <a:t>Performance Guarantee, Warranty requirements (as needed)</a:t>
            </a:r>
          </a:p>
          <a:p>
            <a:pPr marL="225425" marR="0" lvl="0" indent="-225425" algn="l" defTabSz="914400" rtl="0" eaLnBrk="1" fontAlgn="base" latinLnBrk="0" hangingPunct="1">
              <a:lnSpc>
                <a:spcPct val="100000"/>
              </a:lnSpc>
              <a:spcBef>
                <a:spcPts val="600"/>
              </a:spcBef>
              <a:spcAft>
                <a:spcPct val="0"/>
              </a:spcAft>
              <a:buClr>
                <a:srgbClr val="92D400"/>
              </a:buClr>
              <a:buSzTx/>
              <a:buFont typeface="Wingdings" pitchFamily="2" charset="2"/>
              <a:buChar char="ü"/>
              <a:tabLst/>
              <a:defRPr/>
            </a:pPr>
            <a:r>
              <a:rPr kumimoji="0" lang="en-US" sz="1000" b="1" i="0" u="none" strike="noStrike" kern="1200" cap="none" spc="0" normalizeH="0" baseline="0" noProof="0" dirty="0">
                <a:ln>
                  <a:noFill/>
                </a:ln>
                <a:solidFill>
                  <a:prstClr val="white"/>
                </a:solidFill>
                <a:effectLst/>
                <a:uLnTx/>
                <a:uFillTx/>
                <a:latin typeface="Verdana"/>
                <a:ea typeface="+mn-ea"/>
                <a:cs typeface="Arial" charset="0"/>
              </a:rPr>
              <a:t>Nature of system documentation required (operational, system and user level)</a:t>
            </a:r>
          </a:p>
          <a:p>
            <a:pPr marL="225425" marR="0" lvl="0" indent="-225425" algn="l" defTabSz="914400" rtl="0" eaLnBrk="1" fontAlgn="base" latinLnBrk="0" hangingPunct="1">
              <a:lnSpc>
                <a:spcPct val="100000"/>
              </a:lnSpc>
              <a:spcBef>
                <a:spcPts val="600"/>
              </a:spcBef>
              <a:spcAft>
                <a:spcPct val="0"/>
              </a:spcAft>
              <a:buClr>
                <a:srgbClr val="92D400"/>
              </a:buClr>
              <a:buSzTx/>
              <a:buFont typeface="Wingdings" pitchFamily="2" charset="2"/>
              <a:buChar char="ü"/>
              <a:tabLst/>
              <a:defRPr/>
            </a:pPr>
            <a:r>
              <a:rPr kumimoji="0" lang="en-US" sz="1000" b="1" i="0" u="none" strike="noStrike" kern="1200" cap="none" spc="0" normalizeH="0" baseline="0" noProof="0" dirty="0">
                <a:ln>
                  <a:noFill/>
                </a:ln>
                <a:solidFill>
                  <a:prstClr val="white"/>
                </a:solidFill>
                <a:effectLst/>
                <a:uLnTx/>
                <a:uFillTx/>
                <a:latin typeface="Verdana"/>
                <a:ea typeface="+mn-ea"/>
                <a:cs typeface="Arial" charset="0"/>
              </a:rPr>
              <a:t>General and Special terms and conditions governing the RFP</a:t>
            </a:r>
          </a:p>
        </p:txBody>
      </p:sp>
      <p:sp>
        <p:nvSpPr>
          <p:cNvPr id="11" name="Rectangle 10"/>
          <p:cNvSpPr/>
          <p:nvPr/>
        </p:nvSpPr>
        <p:spPr bwMode="gray">
          <a:xfrm>
            <a:off x="7253146" y="1521399"/>
            <a:ext cx="4437205" cy="673310"/>
          </a:xfrm>
          <a:prstGeom prst="rect">
            <a:avLst/>
          </a:prstGeom>
          <a:solidFill>
            <a:srgbClr val="53565A"/>
          </a:solidFill>
          <a:ln w="12700" cap="flat" cmpd="sng" algn="ctr">
            <a:noFill/>
            <a:prstDash val="solid"/>
            <a:miter lim="800000"/>
          </a:ln>
          <a:effectLst/>
        </p:spPr>
        <p:txBody>
          <a:bodyPr lIns="77724" tIns="77724" rIns="77724" bIns="77724"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prstClr val="white"/>
                </a:solidFill>
                <a:effectLst/>
                <a:uLnTx/>
                <a:uFillTx/>
                <a:latin typeface="Verdana"/>
                <a:ea typeface="Verdana" panose="020B0604030504040204" pitchFamily="34" charset="0"/>
                <a:cs typeface="Verdana" panose="020B0604030504040204" pitchFamily="34" charset="0"/>
              </a:rPr>
              <a:t>The first step in the ERP Implementation is the preparation  of an RFP for selection of ERP package and Implementation partner</a:t>
            </a:r>
            <a:endParaRPr kumimoji="0" lang="en-US" sz="1100" b="0" i="0" u="none" strike="noStrike" kern="0" cap="none" spc="0" normalizeH="0" baseline="0" noProof="0" dirty="0">
              <a:ln>
                <a:noFill/>
              </a:ln>
              <a:solidFill>
                <a:prstClr val="black"/>
              </a:solidFill>
              <a:effectLst/>
              <a:uLnTx/>
              <a:uFillTx/>
              <a:latin typeface="Verdana"/>
              <a:ea typeface="Verdana" panose="020B0604030504040204" pitchFamily="34" charset="0"/>
              <a:cs typeface="Verdana" panose="020B0604030504040204" pitchFamily="34" charset="0"/>
            </a:endParaRPr>
          </a:p>
        </p:txBody>
      </p:sp>
      <p:sp>
        <p:nvSpPr>
          <p:cNvPr id="15" name="Text Box 10254"/>
          <p:cNvSpPr txBox="1"/>
          <p:nvPr/>
        </p:nvSpPr>
        <p:spPr>
          <a:xfrm rot="20736577">
            <a:off x="6897495" y="4640182"/>
            <a:ext cx="3876834" cy="382270"/>
          </a:xfrm>
          <a:prstGeom prst="rect">
            <a:avLst/>
          </a:prstGeom>
          <a:noFill/>
          <a:ln>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p>
            <a:pPr marL="228600" marR="0" lvl="0" indent="0" algn="ctr" defTabSz="914400" rtl="0" eaLnBrk="1" fontAlgn="auto" latinLnBrk="0" hangingPunct="1">
              <a:lnSpc>
                <a:spcPts val="1200"/>
              </a:lnSpc>
              <a:spcBef>
                <a:spcPts val="720"/>
              </a:spcBef>
              <a:spcAft>
                <a:spcPts val="1200"/>
              </a:spcAft>
              <a:buClrTx/>
              <a:buSzTx/>
              <a:buFontTx/>
              <a:buNone/>
              <a:tabLst/>
              <a:defRPr/>
            </a:pPr>
            <a:r>
              <a:rPr kumimoji="0" lang="en-US" sz="1600" b="0" i="0" u="none" strike="noStrike" kern="1200" cap="none" spc="100" normalizeH="0" baseline="0" noProof="0" dirty="0">
                <a:ln>
                  <a:noFill/>
                </a:ln>
                <a:solidFill>
                  <a:srgbClr val="FF0000"/>
                </a:solidFill>
                <a:effectLst>
                  <a:outerShdw blurRad="38100" dist="19050" dir="2700000" algn="tl">
                    <a:prstClr val="black">
                      <a:alpha val="40000"/>
                    </a:prstClr>
                  </a:outerShdw>
                </a:effectLst>
                <a:uLnTx/>
                <a:uFillTx/>
                <a:latin typeface="Calibri" panose="020F0502020204030204" pitchFamily="34" charset="0"/>
                <a:ea typeface="Verdana" panose="020B0604030504040204" pitchFamily="34" charset="0"/>
                <a:cs typeface="Times New Roman" panose="02020603050405020304" pitchFamily="18" charset="0"/>
              </a:rPr>
              <a:t>Sample Bidding Documents </a:t>
            </a:r>
            <a:endParaRPr kumimoji="0" lang="en-IN" sz="900" b="0" i="0" u="none" strike="noStrike" kern="1200" cap="none" spc="0" normalizeH="0" baseline="0" noProof="0" dirty="0">
              <a:ln>
                <a:noFill/>
              </a:ln>
              <a:solidFill>
                <a:srgbClr val="FF0000"/>
              </a:solidFill>
              <a:effectLst/>
              <a:uLnTx/>
              <a:uFillTx/>
              <a:latin typeface="Verdana" panose="020B0604030504040204" pitchFamily="34" charset="0"/>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2001441115"/>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5" name="Object 4"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p:cNvSpPr/>
          <p:nvPr>
            <p:custDataLst>
              <p:tags r:id="rId2"/>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2000" b="0" i="0" u="none" strike="noStrike" kern="1200" cap="none" spc="0" normalizeH="0" baseline="0" noProof="0" dirty="0">
              <a:ln>
                <a:noFill/>
              </a:ln>
              <a:solidFill>
                <a:prstClr val="white"/>
              </a:solidFill>
              <a:effectLst/>
              <a:uLnTx/>
              <a:uFillTx/>
              <a:latin typeface="Verdana" panose="020B0604030504040204" pitchFamily="34" charset="0"/>
              <a:ea typeface="+mn-ea"/>
              <a:cs typeface="+mn-cs"/>
              <a:sym typeface="Verdana" panose="020B0604030504040204" pitchFamily="34" charset="0"/>
            </a:endParaRPr>
          </a:p>
        </p:txBody>
      </p:sp>
      <p:sp>
        <p:nvSpPr>
          <p:cNvPr id="2" name="Text Placeholder 1"/>
          <p:cNvSpPr>
            <a:spLocks noGrp="1"/>
          </p:cNvSpPr>
          <p:nvPr>
            <p:ph type="body" sz="quarter" idx="13"/>
          </p:nvPr>
        </p:nvSpPr>
        <p:spPr/>
        <p:txBody>
          <a:bodyPr/>
          <a:lstStyle/>
          <a:p>
            <a:r>
              <a:rPr lang="en-US" dirty="0"/>
              <a:t>Based on developed draft biddable RFP, Deloitte will assist CIL in selection of Project Implementation Agency (ies) (PIA) based on a defined process.</a:t>
            </a:r>
          </a:p>
        </p:txBody>
      </p:sp>
      <p:sp>
        <p:nvSpPr>
          <p:cNvPr id="3" name="Title 2"/>
          <p:cNvSpPr>
            <a:spLocks noGrp="1"/>
          </p:cNvSpPr>
          <p:nvPr>
            <p:ph type="title"/>
          </p:nvPr>
        </p:nvSpPr>
        <p:spPr/>
        <p:txBody>
          <a:bodyPr/>
          <a:lstStyle/>
          <a:p>
            <a:r>
              <a:rPr lang="en-US" dirty="0"/>
              <a:t>Module 3: Preparation of RFP for Selection of PIA</a:t>
            </a:r>
            <a:endParaRPr lang="en-IN" dirty="0"/>
          </a:p>
        </p:txBody>
      </p:sp>
      <p:grpSp>
        <p:nvGrpSpPr>
          <p:cNvPr id="17" name="Group 16"/>
          <p:cNvGrpSpPr/>
          <p:nvPr/>
        </p:nvGrpSpPr>
        <p:grpSpPr>
          <a:xfrm>
            <a:off x="501651" y="1698817"/>
            <a:ext cx="1171296" cy="4740573"/>
            <a:chOff x="501651" y="1698817"/>
            <a:chExt cx="1171296" cy="4740573"/>
          </a:xfrm>
        </p:grpSpPr>
        <p:sp>
          <p:nvSpPr>
            <p:cNvPr id="6" name="AutoShape 3"/>
            <p:cNvSpPr>
              <a:spLocks noChangeArrowheads="1"/>
            </p:cNvSpPr>
            <p:nvPr/>
          </p:nvSpPr>
          <p:spPr bwMode="auto">
            <a:xfrm>
              <a:off x="501652" y="1698817"/>
              <a:ext cx="1171295" cy="753481"/>
            </a:xfrm>
            <a:prstGeom prst="homePlate">
              <a:avLst/>
            </a:prstGeom>
            <a:solidFill>
              <a:schemeClr val="tx1"/>
            </a:solidFill>
            <a:ln>
              <a:noFill/>
            </a:ln>
          </p:spPr>
          <p:txBody>
            <a:bodyPr anchor="t" anchorCtr="0"/>
            <a:lstStyle/>
            <a:p>
              <a:pPr marL="0" marR="0" lvl="0" indent="0" algn="ctr" defTabSz="914400" rtl="0" eaLnBrk="0" fontAlgn="base" latinLnBrk="0" hangingPunct="0">
                <a:lnSpc>
                  <a:spcPct val="100000"/>
                </a:lnSpc>
                <a:spcBef>
                  <a:spcPts val="72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Verdana"/>
                  <a:ea typeface="Times New Roman" panose="02020603050405020304" pitchFamily="18" charset="0"/>
                  <a:cs typeface="Times New Roman" panose="02020603050405020304" pitchFamily="18" charset="0"/>
                </a:rPr>
                <a:t>Evaluation criteria in RFP</a:t>
              </a:r>
              <a:endParaRPr kumimoji="0" lang="en-IN" sz="1000" b="1" i="0" u="none" strike="noStrike" kern="1200" cap="none" spc="0" normalizeH="0" baseline="0" noProof="0" dirty="0">
                <a:ln>
                  <a:noFill/>
                </a:ln>
                <a:solidFill>
                  <a:prstClr val="black"/>
                </a:solidFill>
                <a:effectLst/>
                <a:uLnTx/>
                <a:uFillTx/>
                <a:latin typeface="Verdana"/>
                <a:ea typeface="Times New Roman" panose="02020603050405020304" pitchFamily="18" charset="0"/>
                <a:cs typeface="+mn-cs"/>
              </a:endParaRPr>
            </a:p>
          </p:txBody>
        </p:sp>
        <p:sp>
          <p:nvSpPr>
            <p:cNvPr id="9" name="Text Box 22"/>
            <p:cNvSpPr txBox="1">
              <a:spLocks noChangeArrowheads="1"/>
            </p:cNvSpPr>
            <p:nvPr/>
          </p:nvSpPr>
          <p:spPr bwMode="auto">
            <a:xfrm>
              <a:off x="501651" y="2507212"/>
              <a:ext cx="1171295" cy="3932178"/>
            </a:xfrm>
            <a:prstGeom prst="rect">
              <a:avLst/>
            </a:prstGeom>
            <a:solidFill>
              <a:schemeClr val="accent2"/>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tIns="54000" bIns="54000"/>
            <a:lstStyle/>
            <a:p>
              <a:pPr marL="93663" marR="0" lvl="0" indent="-93663" algn="l" defTabSz="914400" rtl="0" eaLnBrk="1" fontAlgn="base" latinLnBrk="0" hangingPunct="1">
                <a:lnSpc>
                  <a:spcPct val="100000"/>
                </a:lnSpc>
                <a:spcBef>
                  <a:spcPts val="720"/>
                </a:spcBef>
                <a:spcAft>
                  <a:spcPts val="0"/>
                </a:spcAft>
                <a:buClrTx/>
                <a:buSzTx/>
                <a:buFont typeface="Arial" panose="020B0604020202020204" pitchFamily="34" charset="0"/>
                <a:buChar char="•"/>
                <a:tabLst/>
                <a:defRPr/>
              </a:pPr>
              <a:r>
                <a:rPr kumimoji="0" lang="en-GB" sz="1000" b="0" i="0" u="none" strike="noStrike" kern="1200" cap="none" spc="0" normalizeH="0" baseline="0" noProof="0" dirty="0">
                  <a:ln>
                    <a:noFill/>
                  </a:ln>
                  <a:solidFill>
                    <a:srgbClr val="FFFFFF"/>
                  </a:solidFill>
                  <a:effectLst/>
                  <a:uLnTx/>
                  <a:uFillTx/>
                  <a:latin typeface="Verdana"/>
                  <a:ea typeface="Times New Roman" panose="02020603050405020304" pitchFamily="18" charset="0"/>
                  <a:cs typeface="Arial" panose="020B0604020202020204" pitchFamily="34" charset="0"/>
                </a:rPr>
                <a:t>Review the RFPs, working towards a scoring consensus between evaluators</a:t>
              </a:r>
              <a:endParaRPr kumimoji="0" lang="en-IN" sz="1000" b="0" i="0" u="none" strike="noStrike" kern="1200" cap="none" spc="0" normalizeH="0" baseline="0" noProof="0" dirty="0">
                <a:ln>
                  <a:noFill/>
                </a:ln>
                <a:solidFill>
                  <a:prstClr val="black"/>
                </a:solidFill>
                <a:effectLst/>
                <a:uLnTx/>
                <a:uFillTx/>
                <a:latin typeface="Verdana"/>
                <a:ea typeface="Times New Roman" panose="02020603050405020304" pitchFamily="18" charset="0"/>
                <a:cs typeface="+mn-cs"/>
              </a:endParaRPr>
            </a:p>
            <a:p>
              <a:pPr marL="93663" marR="0" lvl="0" indent="-93663" algn="l" defTabSz="914400" rtl="0" eaLnBrk="1" fontAlgn="base" latinLnBrk="0" hangingPunct="1">
                <a:lnSpc>
                  <a:spcPct val="100000"/>
                </a:lnSpc>
                <a:spcBef>
                  <a:spcPts val="720"/>
                </a:spcBef>
                <a:spcAft>
                  <a:spcPts val="0"/>
                </a:spcAft>
                <a:buClrTx/>
                <a:buSzTx/>
                <a:buFont typeface="Arial" panose="020B0604020202020204" pitchFamily="34" charset="0"/>
                <a:buChar char="•"/>
                <a:tabLst/>
                <a:defRPr/>
              </a:pPr>
              <a:r>
                <a:rPr kumimoji="0" lang="en-GB" sz="1000" b="0" i="0" u="none" strike="noStrike" kern="1200" cap="none" spc="0" normalizeH="0" baseline="0" noProof="0" dirty="0">
                  <a:ln>
                    <a:noFill/>
                  </a:ln>
                  <a:solidFill>
                    <a:srgbClr val="FFFFFF"/>
                  </a:solidFill>
                  <a:effectLst/>
                  <a:uLnTx/>
                  <a:uFillTx/>
                  <a:latin typeface="Verdana"/>
                  <a:ea typeface="Times New Roman" panose="02020603050405020304" pitchFamily="18" charset="0"/>
                  <a:cs typeface="Arial" panose="020B0604020202020204" pitchFamily="34" charset="0"/>
                </a:rPr>
                <a:t>Complete relevant sections of the scoring matrix</a:t>
              </a:r>
              <a:endParaRPr kumimoji="0" lang="en-IN" sz="1000" b="0" i="0" u="none" strike="noStrike" kern="1200" cap="none" spc="0" normalizeH="0" baseline="0" noProof="0" dirty="0">
                <a:ln>
                  <a:noFill/>
                </a:ln>
                <a:solidFill>
                  <a:prstClr val="black"/>
                </a:solidFill>
                <a:effectLst/>
                <a:uLnTx/>
                <a:uFillTx/>
                <a:latin typeface="Verdana"/>
                <a:ea typeface="Times New Roman" panose="02020603050405020304" pitchFamily="18" charset="0"/>
                <a:cs typeface="+mn-cs"/>
              </a:endParaRPr>
            </a:p>
            <a:p>
              <a:pPr marL="93663" marR="0" lvl="0" indent="-93663" algn="l" defTabSz="914400" rtl="0" eaLnBrk="1" fontAlgn="base" latinLnBrk="0" hangingPunct="1">
                <a:lnSpc>
                  <a:spcPct val="100000"/>
                </a:lnSpc>
                <a:spcBef>
                  <a:spcPts val="720"/>
                </a:spcBef>
                <a:spcAft>
                  <a:spcPts val="0"/>
                </a:spcAft>
                <a:buClrTx/>
                <a:buSzTx/>
                <a:buFont typeface="Arial" panose="020B0604020202020204" pitchFamily="34" charset="0"/>
                <a:buChar char="•"/>
                <a:tabLst/>
                <a:defRPr/>
              </a:pPr>
              <a:r>
                <a:rPr kumimoji="0" lang="en-GB" sz="1000" b="0" i="0" u="none" strike="noStrike" kern="1200" cap="none" spc="0" normalizeH="0" baseline="0" noProof="0" dirty="0">
                  <a:ln>
                    <a:noFill/>
                  </a:ln>
                  <a:solidFill>
                    <a:srgbClr val="FFFFFF"/>
                  </a:solidFill>
                  <a:effectLst/>
                  <a:uLnTx/>
                  <a:uFillTx/>
                  <a:latin typeface="Verdana"/>
                  <a:ea typeface="Times New Roman" panose="02020603050405020304" pitchFamily="18" charset="0"/>
                  <a:cs typeface="Arial" panose="020B0604020202020204" pitchFamily="34" charset="0"/>
                </a:rPr>
                <a:t>Formulate questions during review</a:t>
              </a:r>
              <a:endParaRPr kumimoji="0" lang="en-IN" sz="1000" b="0" i="0" u="none" strike="noStrike" kern="1200" cap="none" spc="0" normalizeH="0" baseline="0" noProof="0" dirty="0">
                <a:ln>
                  <a:noFill/>
                </a:ln>
                <a:solidFill>
                  <a:prstClr val="black"/>
                </a:solidFill>
                <a:effectLst/>
                <a:uLnTx/>
                <a:uFillTx/>
                <a:latin typeface="Verdana"/>
                <a:ea typeface="Times New Roman" panose="02020603050405020304" pitchFamily="18" charset="0"/>
                <a:cs typeface="+mn-cs"/>
              </a:endParaRPr>
            </a:p>
            <a:p>
              <a:pPr marL="93663" marR="0" lvl="0" indent="-93663" algn="l" defTabSz="914400" rtl="0" eaLnBrk="1" fontAlgn="base" latinLnBrk="0" hangingPunct="1">
                <a:lnSpc>
                  <a:spcPct val="100000"/>
                </a:lnSpc>
                <a:spcBef>
                  <a:spcPts val="720"/>
                </a:spcBef>
                <a:spcAft>
                  <a:spcPts val="0"/>
                </a:spcAft>
                <a:buClrTx/>
                <a:buSzTx/>
                <a:buFont typeface="Arial" panose="020B0604020202020204" pitchFamily="34" charset="0"/>
                <a:buChar char="•"/>
                <a:tabLst/>
                <a:defRPr/>
              </a:pPr>
              <a:r>
                <a:rPr kumimoji="0" lang="en-GB" sz="1000" b="0" i="0" u="none" strike="noStrike" kern="1200" cap="none" spc="0" normalizeH="0" baseline="0" noProof="0" dirty="0">
                  <a:ln>
                    <a:noFill/>
                  </a:ln>
                  <a:solidFill>
                    <a:srgbClr val="FFFFFF"/>
                  </a:solidFill>
                  <a:effectLst/>
                  <a:uLnTx/>
                  <a:uFillTx/>
                  <a:latin typeface="Verdana"/>
                  <a:ea typeface="Times New Roman" panose="02020603050405020304" pitchFamily="18" charset="0"/>
                  <a:cs typeface="Arial" panose="020B0604020202020204" pitchFamily="34" charset="0"/>
                </a:rPr>
                <a:t>Consolidate questions and submit to vendors</a:t>
              </a:r>
              <a:endParaRPr kumimoji="0" lang="en-IN" sz="1000" b="0" i="0" u="none" strike="noStrike" kern="1200" cap="none" spc="0" normalizeH="0" baseline="0" noProof="0" dirty="0">
                <a:ln>
                  <a:noFill/>
                </a:ln>
                <a:solidFill>
                  <a:prstClr val="black"/>
                </a:solidFill>
                <a:effectLst/>
                <a:uLnTx/>
                <a:uFillTx/>
                <a:latin typeface="Verdana"/>
                <a:ea typeface="Times New Roman" panose="02020603050405020304" pitchFamily="18" charset="0"/>
                <a:cs typeface="+mn-cs"/>
              </a:endParaRPr>
            </a:p>
          </p:txBody>
        </p:sp>
      </p:grpSp>
      <p:grpSp>
        <p:nvGrpSpPr>
          <p:cNvPr id="18" name="Group 17"/>
          <p:cNvGrpSpPr/>
          <p:nvPr/>
        </p:nvGrpSpPr>
        <p:grpSpPr>
          <a:xfrm>
            <a:off x="1753624" y="1698382"/>
            <a:ext cx="1171296" cy="4742695"/>
            <a:chOff x="1987339" y="1698382"/>
            <a:chExt cx="1171296" cy="4742695"/>
          </a:xfrm>
        </p:grpSpPr>
        <p:sp>
          <p:nvSpPr>
            <p:cNvPr id="10" name="Text Box 24"/>
            <p:cNvSpPr txBox="1">
              <a:spLocks noChangeArrowheads="1"/>
            </p:cNvSpPr>
            <p:nvPr/>
          </p:nvSpPr>
          <p:spPr bwMode="auto">
            <a:xfrm>
              <a:off x="1987340" y="1698382"/>
              <a:ext cx="1171295" cy="779227"/>
            </a:xfrm>
            <a:prstGeom prst="homePlate">
              <a:avLst/>
            </a:prstGeom>
            <a:solidFill>
              <a:schemeClr val="tx1"/>
            </a:solidFill>
            <a:ln>
              <a:noFill/>
            </a:ln>
          </p:spPr>
          <p:txBody>
            <a:bodyPr anchor="t" anchorCtr="0"/>
            <a:lstStyle>
              <a:defPPr>
                <a:defRPr lang="en-US"/>
              </a:defPPr>
              <a:lvl1pPr algn="ctr" eaLnBrk="0" fontAlgn="base" hangingPunct="0">
                <a:spcBef>
                  <a:spcPts val="720"/>
                </a:spcBef>
                <a:spcAft>
                  <a:spcPts val="0"/>
                </a:spcAft>
                <a:defRPr sz="1200" b="1">
                  <a:solidFill>
                    <a:srgbClr val="FFFFFF"/>
                  </a:solidFill>
                  <a:effectLst/>
                  <a:latin typeface="+mj-lt"/>
                  <a:ea typeface="Times New Roman" panose="02020603050405020304" pitchFamily="18" charset="0"/>
                  <a:cs typeface="Times New Roman" panose="02020603050405020304" pitchFamily="18" charset="0"/>
                </a:defRPr>
              </a:lvl1pPr>
            </a:lstStyle>
            <a:p>
              <a:pPr marL="0" marR="0" lvl="0" indent="0" algn="ctr" defTabSz="914400" rtl="0" eaLnBrk="0" fontAlgn="base" latinLnBrk="0" hangingPunct="0">
                <a:lnSpc>
                  <a:spcPct val="100000"/>
                </a:lnSpc>
                <a:spcBef>
                  <a:spcPts val="720"/>
                </a:spcBef>
                <a:spcAft>
                  <a:spcPts val="0"/>
                </a:spcAft>
                <a:buClrTx/>
                <a:buSzTx/>
                <a:buFontTx/>
                <a:buNone/>
                <a:tabLst/>
                <a:defRPr/>
              </a:pPr>
              <a:r>
                <a:rPr kumimoji="0" lang="en-GB" sz="1000" b="1" i="0" u="none" strike="noStrike" kern="1200" cap="none" spc="0" normalizeH="0" baseline="0" noProof="0" dirty="0">
                  <a:ln>
                    <a:noFill/>
                  </a:ln>
                  <a:solidFill>
                    <a:srgbClr val="FFFFFF"/>
                  </a:solidFill>
                  <a:effectLst/>
                  <a:uLnTx/>
                  <a:uFillTx/>
                  <a:latin typeface="Verdana"/>
                  <a:cs typeface="Times New Roman" panose="02020603050405020304" pitchFamily="18" charset="0"/>
                </a:rPr>
                <a:t>Vendor Demos</a:t>
              </a:r>
              <a:endParaRPr kumimoji="0" lang="en-IN" sz="1000" b="1" i="0" u="none" strike="noStrike" kern="1200" cap="none" spc="0" normalizeH="0" baseline="0" noProof="0" dirty="0">
                <a:ln>
                  <a:noFill/>
                </a:ln>
                <a:solidFill>
                  <a:srgbClr val="FFFFFF"/>
                </a:solidFill>
                <a:effectLst/>
                <a:uLnTx/>
                <a:uFillTx/>
                <a:latin typeface="Verdana"/>
                <a:cs typeface="Times New Roman" panose="02020603050405020304" pitchFamily="18" charset="0"/>
              </a:endParaRPr>
            </a:p>
          </p:txBody>
        </p:sp>
        <p:sp>
          <p:nvSpPr>
            <p:cNvPr id="11" name="Text Box 25"/>
            <p:cNvSpPr txBox="1">
              <a:spLocks noChangeArrowheads="1"/>
            </p:cNvSpPr>
            <p:nvPr/>
          </p:nvSpPr>
          <p:spPr bwMode="auto">
            <a:xfrm>
              <a:off x="1987339" y="2508898"/>
              <a:ext cx="1171295" cy="3932179"/>
            </a:xfrm>
            <a:prstGeom prst="rect">
              <a:avLst/>
            </a:prstGeom>
            <a:solidFill>
              <a:schemeClr val="accent2"/>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tIns="54000" bIns="54000"/>
            <a:lstStyle/>
            <a:p>
              <a:pPr marL="93663" marR="0" lvl="0" indent="-93663" algn="l" defTabSz="914400" rtl="0" eaLnBrk="1" fontAlgn="base" latinLnBrk="0" hangingPunct="1">
                <a:lnSpc>
                  <a:spcPct val="100000"/>
                </a:lnSpc>
                <a:spcBef>
                  <a:spcPts val="720"/>
                </a:spcBef>
                <a:spcAft>
                  <a:spcPts val="0"/>
                </a:spcAft>
                <a:buClrTx/>
                <a:buSzTx/>
                <a:buFont typeface="Arial" panose="020B0604020202020204" pitchFamily="34" charset="0"/>
                <a:buChar char="•"/>
                <a:tabLst/>
                <a:defRPr/>
              </a:pPr>
              <a:r>
                <a:rPr kumimoji="0" lang="en-GB" sz="1000" b="0" i="0" u="none" strike="noStrike" kern="1200" cap="none" spc="0" normalizeH="0" baseline="0" noProof="0" dirty="0">
                  <a:ln>
                    <a:noFill/>
                  </a:ln>
                  <a:solidFill>
                    <a:srgbClr val="FFFFFF"/>
                  </a:solidFill>
                  <a:effectLst/>
                  <a:uLnTx/>
                  <a:uFillTx/>
                  <a:latin typeface="Verdana"/>
                  <a:ea typeface="Times New Roman" panose="02020603050405020304" pitchFamily="18" charset="0"/>
                  <a:cs typeface="Arial" panose="020B0604020202020204" pitchFamily="34" charset="0"/>
                </a:rPr>
                <a:t>Vendors present their solution using the demo scripts</a:t>
              </a:r>
              <a:endParaRPr kumimoji="0" lang="en-IN" sz="1000" b="0" i="0" u="none" strike="noStrike" kern="1200" cap="none" spc="0" normalizeH="0" baseline="0" noProof="0" dirty="0">
                <a:ln>
                  <a:noFill/>
                </a:ln>
                <a:solidFill>
                  <a:srgbClr val="FFFFFF"/>
                </a:solidFill>
                <a:effectLst/>
                <a:uLnTx/>
                <a:uFillTx/>
                <a:latin typeface="Verdana"/>
                <a:ea typeface="Times New Roman" panose="02020603050405020304" pitchFamily="18" charset="0"/>
                <a:cs typeface="Arial" panose="020B0604020202020204" pitchFamily="34" charset="0"/>
              </a:endParaRPr>
            </a:p>
            <a:p>
              <a:pPr marL="93663" marR="0" lvl="0" indent="-93663" algn="l" defTabSz="914400" rtl="0" eaLnBrk="1" fontAlgn="base" latinLnBrk="0" hangingPunct="1">
                <a:lnSpc>
                  <a:spcPct val="100000"/>
                </a:lnSpc>
                <a:spcBef>
                  <a:spcPts val="720"/>
                </a:spcBef>
                <a:spcAft>
                  <a:spcPts val="0"/>
                </a:spcAft>
                <a:buClrTx/>
                <a:buSzTx/>
                <a:buFont typeface="Arial" panose="020B0604020202020204" pitchFamily="34" charset="0"/>
                <a:buChar char="•"/>
                <a:tabLst/>
                <a:defRPr/>
              </a:pPr>
              <a:r>
                <a:rPr kumimoji="0" lang="en-GB" sz="1000" b="0" i="0" u="none" strike="noStrike" kern="1200" cap="none" spc="0" normalizeH="0" baseline="0" noProof="0" dirty="0">
                  <a:ln>
                    <a:noFill/>
                  </a:ln>
                  <a:solidFill>
                    <a:srgbClr val="FFFFFF"/>
                  </a:solidFill>
                  <a:effectLst/>
                  <a:uLnTx/>
                  <a:uFillTx/>
                  <a:latin typeface="Verdana"/>
                  <a:ea typeface="Times New Roman" panose="02020603050405020304" pitchFamily="18" charset="0"/>
                  <a:cs typeface="Arial" panose="020B0604020202020204" pitchFamily="34" charset="0"/>
                </a:rPr>
                <a:t>Vendors respond to the additional RFP questions</a:t>
              </a:r>
              <a:endParaRPr kumimoji="0" lang="en-IN" sz="1000" b="0" i="0" u="none" strike="noStrike" kern="1200" cap="none" spc="0" normalizeH="0" baseline="0" noProof="0" dirty="0">
                <a:ln>
                  <a:noFill/>
                </a:ln>
                <a:solidFill>
                  <a:srgbClr val="FFFFFF"/>
                </a:solidFill>
                <a:effectLst/>
                <a:uLnTx/>
                <a:uFillTx/>
                <a:latin typeface="Verdana"/>
                <a:ea typeface="Times New Roman" panose="02020603050405020304" pitchFamily="18" charset="0"/>
                <a:cs typeface="Arial" panose="020B0604020202020204" pitchFamily="34" charset="0"/>
              </a:endParaRPr>
            </a:p>
          </p:txBody>
        </p:sp>
      </p:grpSp>
      <p:grpSp>
        <p:nvGrpSpPr>
          <p:cNvPr id="19" name="Group 18"/>
          <p:cNvGrpSpPr/>
          <p:nvPr/>
        </p:nvGrpSpPr>
        <p:grpSpPr>
          <a:xfrm>
            <a:off x="3005597" y="1729910"/>
            <a:ext cx="1171296" cy="4742260"/>
            <a:chOff x="3484044" y="1729910"/>
            <a:chExt cx="1171296" cy="4742260"/>
          </a:xfrm>
        </p:grpSpPr>
        <p:sp>
          <p:nvSpPr>
            <p:cNvPr id="7" name="AutoShape 5"/>
            <p:cNvSpPr>
              <a:spLocks noChangeArrowheads="1"/>
            </p:cNvSpPr>
            <p:nvPr/>
          </p:nvSpPr>
          <p:spPr bwMode="auto">
            <a:xfrm>
              <a:off x="3484045" y="1729910"/>
              <a:ext cx="1171295" cy="753481"/>
            </a:xfrm>
            <a:prstGeom prst="homePlate">
              <a:avLst/>
            </a:prstGeom>
            <a:solidFill>
              <a:schemeClr val="tx1"/>
            </a:solidFill>
            <a:ln>
              <a:noFill/>
            </a:ln>
          </p:spPr>
          <p:txBody>
            <a:bodyPr wrap="square" anchor="t" anchorCtr="0">
              <a:noAutofit/>
            </a:bodyPr>
            <a:lstStyle/>
            <a:p>
              <a:pPr marL="0" marR="0" lvl="0" indent="0" algn="ctr" defTabSz="914400" rtl="0" eaLnBrk="0" fontAlgn="base" latinLnBrk="0" hangingPunct="0">
                <a:lnSpc>
                  <a:spcPct val="100000"/>
                </a:lnSpc>
                <a:spcBef>
                  <a:spcPts val="72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Verdana"/>
                  <a:ea typeface="Times New Roman" panose="02020603050405020304" pitchFamily="18" charset="0"/>
                  <a:cs typeface="Times New Roman" panose="02020603050405020304" pitchFamily="18" charset="0"/>
                </a:rPr>
                <a:t>Review demos &amp; ranking</a:t>
              </a:r>
              <a:endParaRPr kumimoji="0" lang="en-IN" sz="1000" b="1" i="0" u="none" strike="noStrike" kern="1200" cap="none" spc="0" normalizeH="0" baseline="0" noProof="0" dirty="0">
                <a:ln>
                  <a:noFill/>
                </a:ln>
                <a:solidFill>
                  <a:prstClr val="black"/>
                </a:solidFill>
                <a:effectLst/>
                <a:uLnTx/>
                <a:uFillTx/>
                <a:latin typeface="Verdana"/>
                <a:ea typeface="Times New Roman" panose="02020603050405020304" pitchFamily="18" charset="0"/>
                <a:cs typeface="+mn-cs"/>
              </a:endParaRPr>
            </a:p>
          </p:txBody>
        </p:sp>
        <p:sp>
          <p:nvSpPr>
            <p:cNvPr id="12" name="Text Box 28"/>
            <p:cNvSpPr txBox="1">
              <a:spLocks noChangeArrowheads="1"/>
            </p:cNvSpPr>
            <p:nvPr/>
          </p:nvSpPr>
          <p:spPr bwMode="auto">
            <a:xfrm>
              <a:off x="3484044" y="2539991"/>
              <a:ext cx="1171295" cy="3932179"/>
            </a:xfrm>
            <a:prstGeom prst="rect">
              <a:avLst/>
            </a:prstGeom>
            <a:solidFill>
              <a:schemeClr val="accent2"/>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tIns="54000" bIns="54000"/>
            <a:lstStyle/>
            <a:p>
              <a:pPr marL="93663" marR="0" lvl="0" indent="-93663" algn="l" defTabSz="914400" rtl="0" eaLnBrk="1" fontAlgn="base" latinLnBrk="0" hangingPunct="1">
                <a:lnSpc>
                  <a:spcPct val="100000"/>
                </a:lnSpc>
                <a:spcBef>
                  <a:spcPts val="720"/>
                </a:spcBef>
                <a:spcAft>
                  <a:spcPts val="0"/>
                </a:spcAft>
                <a:buClrTx/>
                <a:buSzTx/>
                <a:buFont typeface="Arial" panose="020B0604020202020204" pitchFamily="34" charset="0"/>
                <a:buChar char="•"/>
                <a:tabLst/>
                <a:defRPr/>
              </a:pPr>
              <a:r>
                <a:rPr kumimoji="0" lang="en-GB" sz="1000" b="0" i="0" u="none" strike="noStrike" kern="1200" cap="none" spc="0" normalizeH="0" baseline="0" noProof="0" dirty="0">
                  <a:ln>
                    <a:noFill/>
                  </a:ln>
                  <a:solidFill>
                    <a:srgbClr val="FFFFFF"/>
                  </a:solidFill>
                  <a:effectLst/>
                  <a:uLnTx/>
                  <a:uFillTx/>
                  <a:latin typeface="Verdana"/>
                  <a:ea typeface="Times New Roman" panose="02020603050405020304" pitchFamily="18" charset="0"/>
                  <a:cs typeface="Arial" panose="020B0604020202020204" pitchFamily="34" charset="0"/>
                </a:rPr>
                <a:t>Review vendor demos and achieve scoring consensus</a:t>
              </a:r>
              <a:endParaRPr kumimoji="0" lang="en-IN" sz="1000" b="0" i="0" u="none" strike="noStrike" kern="1200" cap="none" spc="0" normalizeH="0" baseline="0" noProof="0" dirty="0">
                <a:ln>
                  <a:noFill/>
                </a:ln>
                <a:solidFill>
                  <a:srgbClr val="FFFFFF"/>
                </a:solidFill>
                <a:effectLst/>
                <a:uLnTx/>
                <a:uFillTx/>
                <a:latin typeface="Verdana"/>
                <a:ea typeface="Times New Roman" panose="02020603050405020304" pitchFamily="18" charset="0"/>
                <a:cs typeface="Arial" panose="020B0604020202020204" pitchFamily="34" charset="0"/>
              </a:endParaRPr>
            </a:p>
            <a:p>
              <a:pPr marL="93663" marR="0" lvl="0" indent="-93663" algn="l" defTabSz="914400" rtl="0" eaLnBrk="1" fontAlgn="base" latinLnBrk="0" hangingPunct="1">
                <a:lnSpc>
                  <a:spcPct val="100000"/>
                </a:lnSpc>
                <a:spcBef>
                  <a:spcPts val="720"/>
                </a:spcBef>
                <a:spcAft>
                  <a:spcPts val="0"/>
                </a:spcAft>
                <a:buClrTx/>
                <a:buSzTx/>
                <a:buFont typeface="Arial" panose="020B0604020202020204" pitchFamily="34" charset="0"/>
                <a:buChar char="•"/>
                <a:tabLst/>
                <a:defRPr/>
              </a:pPr>
              <a:r>
                <a:rPr kumimoji="0" lang="en-GB" sz="1000" b="0" i="0" u="none" strike="noStrike" kern="1200" cap="none" spc="0" normalizeH="0" baseline="0" noProof="0" dirty="0">
                  <a:ln>
                    <a:noFill/>
                  </a:ln>
                  <a:solidFill>
                    <a:srgbClr val="FFFFFF"/>
                  </a:solidFill>
                  <a:effectLst/>
                  <a:uLnTx/>
                  <a:uFillTx/>
                  <a:latin typeface="Verdana"/>
                  <a:ea typeface="Times New Roman" panose="02020603050405020304" pitchFamily="18" charset="0"/>
                  <a:cs typeface="Arial" panose="020B0604020202020204" pitchFamily="34" charset="0"/>
                </a:rPr>
                <a:t>Complete evaluation matrix</a:t>
              </a:r>
              <a:endParaRPr kumimoji="0" lang="en-IN" sz="1000" b="0" i="0" u="none" strike="noStrike" kern="1200" cap="none" spc="0" normalizeH="0" baseline="0" noProof="0" dirty="0">
                <a:ln>
                  <a:noFill/>
                </a:ln>
                <a:solidFill>
                  <a:srgbClr val="FFFFFF"/>
                </a:solidFill>
                <a:effectLst/>
                <a:uLnTx/>
                <a:uFillTx/>
                <a:latin typeface="Verdana"/>
                <a:ea typeface="Times New Roman" panose="02020603050405020304" pitchFamily="18" charset="0"/>
                <a:cs typeface="Arial" panose="020B0604020202020204" pitchFamily="34" charset="0"/>
              </a:endParaRPr>
            </a:p>
            <a:p>
              <a:pPr marL="93663" marR="0" lvl="0" indent="-93663" algn="l" defTabSz="914400" rtl="0" eaLnBrk="1" fontAlgn="base" latinLnBrk="0" hangingPunct="1">
                <a:lnSpc>
                  <a:spcPct val="100000"/>
                </a:lnSpc>
                <a:spcBef>
                  <a:spcPts val="720"/>
                </a:spcBef>
                <a:spcAft>
                  <a:spcPts val="0"/>
                </a:spcAft>
                <a:buClrTx/>
                <a:buSzTx/>
                <a:buFont typeface="Arial" panose="020B0604020202020204" pitchFamily="34" charset="0"/>
                <a:buChar char="•"/>
                <a:tabLst/>
                <a:defRPr/>
              </a:pPr>
              <a:r>
                <a:rPr kumimoji="0" lang="en-GB" sz="1000" b="0" i="0" u="none" strike="noStrike" kern="1200" cap="none" spc="0" normalizeH="0" baseline="0" noProof="0" dirty="0">
                  <a:ln>
                    <a:noFill/>
                  </a:ln>
                  <a:solidFill>
                    <a:srgbClr val="FFFFFF"/>
                  </a:solidFill>
                  <a:effectLst/>
                  <a:uLnTx/>
                  <a:uFillTx/>
                  <a:latin typeface="Verdana"/>
                  <a:ea typeface="Times New Roman" panose="02020603050405020304" pitchFamily="18" charset="0"/>
                  <a:cs typeface="Arial" panose="020B0604020202020204" pitchFamily="34" charset="0"/>
                </a:rPr>
                <a:t>Review preliminary ranking calculated by scoring matrix</a:t>
              </a:r>
              <a:endParaRPr kumimoji="0" lang="en-IN" sz="1000" b="0" i="0" u="none" strike="noStrike" kern="1200" cap="none" spc="0" normalizeH="0" baseline="0" noProof="0" dirty="0">
                <a:ln>
                  <a:noFill/>
                </a:ln>
                <a:solidFill>
                  <a:srgbClr val="FFFFFF"/>
                </a:solidFill>
                <a:effectLst/>
                <a:uLnTx/>
                <a:uFillTx/>
                <a:latin typeface="Verdana"/>
                <a:ea typeface="Times New Roman" panose="02020603050405020304" pitchFamily="18" charset="0"/>
                <a:cs typeface="Arial" panose="020B0604020202020204" pitchFamily="34" charset="0"/>
              </a:endParaRPr>
            </a:p>
            <a:p>
              <a:pPr marL="93663" marR="0" lvl="0" indent="-93663" algn="l" defTabSz="914400" rtl="0" eaLnBrk="1" fontAlgn="base" latinLnBrk="0" hangingPunct="1">
                <a:lnSpc>
                  <a:spcPct val="100000"/>
                </a:lnSpc>
                <a:spcBef>
                  <a:spcPts val="720"/>
                </a:spcBef>
                <a:spcAft>
                  <a:spcPts val="0"/>
                </a:spcAft>
                <a:buClrTx/>
                <a:buSzTx/>
                <a:buFont typeface="Arial" panose="020B0604020202020204" pitchFamily="34" charset="0"/>
                <a:buChar char="•"/>
                <a:tabLst/>
                <a:defRPr/>
              </a:pPr>
              <a:r>
                <a:rPr kumimoji="0" lang="en-GB" sz="1000" b="0" i="0" u="none" strike="noStrike" kern="1200" cap="none" spc="0" normalizeH="0" baseline="0" noProof="0" dirty="0">
                  <a:ln>
                    <a:noFill/>
                  </a:ln>
                  <a:solidFill>
                    <a:srgbClr val="FFFFFF"/>
                  </a:solidFill>
                  <a:effectLst/>
                  <a:uLnTx/>
                  <a:uFillTx/>
                  <a:latin typeface="Verdana"/>
                  <a:ea typeface="Times New Roman" panose="02020603050405020304" pitchFamily="18" charset="0"/>
                  <a:cs typeface="Arial" panose="020B0604020202020204" pitchFamily="34" charset="0"/>
                </a:rPr>
                <a:t>Consider composite solutions</a:t>
              </a:r>
              <a:endParaRPr kumimoji="0" lang="en-IN" sz="1000" b="0" i="0" u="none" strike="noStrike" kern="1200" cap="none" spc="0" normalizeH="0" baseline="0" noProof="0" dirty="0">
                <a:ln>
                  <a:noFill/>
                </a:ln>
                <a:solidFill>
                  <a:srgbClr val="FFFFFF"/>
                </a:solidFill>
                <a:effectLst/>
                <a:uLnTx/>
                <a:uFillTx/>
                <a:latin typeface="Verdana"/>
                <a:ea typeface="Times New Roman" panose="02020603050405020304" pitchFamily="18" charset="0"/>
                <a:cs typeface="Arial" panose="020B0604020202020204" pitchFamily="34" charset="0"/>
              </a:endParaRPr>
            </a:p>
            <a:p>
              <a:pPr marL="93663" marR="0" lvl="0" indent="-93663" algn="l" defTabSz="914400" rtl="0" eaLnBrk="1" fontAlgn="base" latinLnBrk="0" hangingPunct="1">
                <a:lnSpc>
                  <a:spcPct val="100000"/>
                </a:lnSpc>
                <a:spcBef>
                  <a:spcPts val="720"/>
                </a:spcBef>
                <a:spcAft>
                  <a:spcPts val="0"/>
                </a:spcAft>
                <a:buClrTx/>
                <a:buSzTx/>
                <a:buFont typeface="Arial" panose="020B0604020202020204" pitchFamily="34" charset="0"/>
                <a:buChar char="•"/>
                <a:tabLst/>
                <a:defRPr/>
              </a:pPr>
              <a:r>
                <a:rPr kumimoji="0" lang="en-GB" sz="1000" b="0" i="0" u="none" strike="noStrike" kern="1200" cap="none" spc="0" normalizeH="0" baseline="0" noProof="0" dirty="0">
                  <a:ln>
                    <a:noFill/>
                  </a:ln>
                  <a:solidFill>
                    <a:srgbClr val="FFFFFF"/>
                  </a:solidFill>
                  <a:effectLst/>
                  <a:uLnTx/>
                  <a:uFillTx/>
                  <a:latin typeface="Verdana"/>
                  <a:ea typeface="Times New Roman" panose="02020603050405020304" pitchFamily="18" charset="0"/>
                  <a:cs typeface="Arial" panose="020B0604020202020204" pitchFamily="34" charset="0"/>
                </a:rPr>
                <a:t>Prepare shortlist and request site visits</a:t>
              </a:r>
              <a:endParaRPr kumimoji="0" lang="en-IN" sz="1000" b="0" i="0" u="none" strike="noStrike" kern="1200" cap="none" spc="0" normalizeH="0" baseline="0" noProof="0" dirty="0">
                <a:ln>
                  <a:noFill/>
                </a:ln>
                <a:solidFill>
                  <a:srgbClr val="FFFFFF"/>
                </a:solidFill>
                <a:effectLst/>
                <a:uLnTx/>
                <a:uFillTx/>
                <a:latin typeface="Verdana"/>
                <a:ea typeface="Times New Roman" panose="02020603050405020304" pitchFamily="18" charset="0"/>
                <a:cs typeface="Arial" panose="020B0604020202020204" pitchFamily="34" charset="0"/>
              </a:endParaRPr>
            </a:p>
          </p:txBody>
        </p:sp>
      </p:grpSp>
      <p:grpSp>
        <p:nvGrpSpPr>
          <p:cNvPr id="20" name="Group 19"/>
          <p:cNvGrpSpPr/>
          <p:nvPr/>
        </p:nvGrpSpPr>
        <p:grpSpPr>
          <a:xfrm>
            <a:off x="4257570" y="1698817"/>
            <a:ext cx="1171296" cy="4773353"/>
            <a:chOff x="4969732" y="1698817"/>
            <a:chExt cx="1171296" cy="4773353"/>
          </a:xfrm>
        </p:grpSpPr>
        <p:sp>
          <p:nvSpPr>
            <p:cNvPr id="8" name="AutoShape 6"/>
            <p:cNvSpPr>
              <a:spLocks noChangeArrowheads="1"/>
            </p:cNvSpPr>
            <p:nvPr/>
          </p:nvSpPr>
          <p:spPr bwMode="auto">
            <a:xfrm>
              <a:off x="4969733" y="1698817"/>
              <a:ext cx="1171295" cy="753481"/>
            </a:xfrm>
            <a:prstGeom prst="homePlate">
              <a:avLst/>
            </a:prstGeom>
            <a:solidFill>
              <a:schemeClr val="tx1"/>
            </a:solidFill>
            <a:ln>
              <a:noFill/>
            </a:ln>
          </p:spPr>
          <p:txBody>
            <a:bodyPr wrap="square" anchor="t" anchorCtr="0">
              <a:noAutofit/>
            </a:bodyPr>
            <a:lstStyle/>
            <a:p>
              <a:pPr marL="0" marR="0" lvl="0" indent="0" algn="ctr" defTabSz="914400" rtl="0" eaLnBrk="0" fontAlgn="base" latinLnBrk="0" hangingPunct="0">
                <a:lnSpc>
                  <a:spcPct val="100000"/>
                </a:lnSpc>
                <a:spcBef>
                  <a:spcPts val="72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Verdana"/>
                  <a:ea typeface="Times New Roman" panose="02020603050405020304" pitchFamily="18" charset="0"/>
                  <a:cs typeface="Times New Roman" panose="02020603050405020304" pitchFamily="18" charset="0"/>
                </a:rPr>
                <a:t>Final evaluation of solutions</a:t>
              </a:r>
              <a:endParaRPr kumimoji="0" lang="en-IN" sz="1000" b="1" i="0" u="none" strike="noStrike" kern="1200" cap="none" spc="0" normalizeH="0" baseline="0" noProof="0" dirty="0">
                <a:ln>
                  <a:noFill/>
                </a:ln>
                <a:solidFill>
                  <a:prstClr val="black"/>
                </a:solidFill>
                <a:effectLst/>
                <a:uLnTx/>
                <a:uFillTx/>
                <a:latin typeface="Verdana"/>
                <a:ea typeface="Times New Roman" panose="02020603050405020304" pitchFamily="18" charset="0"/>
                <a:cs typeface="+mn-cs"/>
              </a:endParaRPr>
            </a:p>
          </p:txBody>
        </p:sp>
        <p:sp>
          <p:nvSpPr>
            <p:cNvPr id="13" name="Text Box 30"/>
            <p:cNvSpPr txBox="1">
              <a:spLocks noChangeArrowheads="1"/>
            </p:cNvSpPr>
            <p:nvPr/>
          </p:nvSpPr>
          <p:spPr bwMode="auto">
            <a:xfrm>
              <a:off x="4969732" y="2539991"/>
              <a:ext cx="1171295" cy="3932179"/>
            </a:xfrm>
            <a:prstGeom prst="rect">
              <a:avLst/>
            </a:prstGeom>
            <a:solidFill>
              <a:schemeClr val="accent2"/>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tIns="54000" bIns="54000"/>
            <a:lstStyle/>
            <a:p>
              <a:pPr marL="93663" marR="0" lvl="0" indent="-93663" algn="l" defTabSz="914400" rtl="0" eaLnBrk="1" fontAlgn="base" latinLnBrk="0" hangingPunct="1">
                <a:lnSpc>
                  <a:spcPct val="100000"/>
                </a:lnSpc>
                <a:spcBef>
                  <a:spcPts val="720"/>
                </a:spcBef>
                <a:spcAft>
                  <a:spcPts val="0"/>
                </a:spcAft>
                <a:buClrTx/>
                <a:buSzTx/>
                <a:buFont typeface="Arial" panose="020B0604020202020204" pitchFamily="34" charset="0"/>
                <a:buChar char="•"/>
                <a:tabLst/>
                <a:defRPr/>
              </a:pPr>
              <a:r>
                <a:rPr kumimoji="0" lang="en-GB" sz="1000" b="0" i="0" u="none" strike="noStrike" kern="1200" cap="none" spc="0" normalizeH="0" baseline="0" noProof="0" dirty="0">
                  <a:ln>
                    <a:noFill/>
                  </a:ln>
                  <a:solidFill>
                    <a:srgbClr val="FFFFFF"/>
                  </a:solidFill>
                  <a:effectLst/>
                  <a:uLnTx/>
                  <a:uFillTx/>
                  <a:latin typeface="Verdana"/>
                  <a:ea typeface="Times New Roman" panose="02020603050405020304" pitchFamily="18" charset="0"/>
                  <a:cs typeface="Arial" panose="020B0604020202020204" pitchFamily="34" charset="0"/>
                </a:rPr>
                <a:t>Finalise PIA evaluation</a:t>
              </a:r>
              <a:endParaRPr kumimoji="0" lang="en-IN" sz="1000" b="0" i="0" u="none" strike="noStrike" kern="1200" cap="none" spc="0" normalizeH="0" baseline="0" noProof="0" dirty="0">
                <a:ln>
                  <a:noFill/>
                </a:ln>
                <a:solidFill>
                  <a:srgbClr val="FFFFFF"/>
                </a:solidFill>
                <a:effectLst/>
                <a:uLnTx/>
                <a:uFillTx/>
                <a:latin typeface="Verdana"/>
                <a:ea typeface="Times New Roman" panose="02020603050405020304" pitchFamily="18" charset="0"/>
                <a:cs typeface="Arial" panose="020B0604020202020204" pitchFamily="34" charset="0"/>
              </a:endParaRPr>
            </a:p>
            <a:p>
              <a:pPr marL="93663" marR="0" lvl="0" indent="-93663" algn="l" defTabSz="914400" rtl="0" eaLnBrk="1" fontAlgn="base" latinLnBrk="0" hangingPunct="1">
                <a:lnSpc>
                  <a:spcPct val="100000"/>
                </a:lnSpc>
                <a:spcBef>
                  <a:spcPts val="72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FFFFFF"/>
                  </a:solidFill>
                  <a:effectLst/>
                  <a:uLnTx/>
                  <a:uFillTx/>
                  <a:latin typeface="Verdana"/>
                  <a:ea typeface="Times New Roman" panose="02020603050405020304" pitchFamily="18" charset="0"/>
                  <a:cs typeface="Arial" panose="020B0604020202020204" pitchFamily="34" charset="0"/>
                </a:rPr>
                <a:t>Prepare  Business Case for the vendor selection and present the same to the management</a:t>
              </a:r>
              <a:endParaRPr kumimoji="0" lang="en-IN" sz="1000" b="0" i="0" u="none" strike="noStrike" kern="1200" cap="none" spc="0" normalizeH="0" baseline="0" noProof="0" dirty="0">
                <a:ln>
                  <a:noFill/>
                </a:ln>
                <a:solidFill>
                  <a:srgbClr val="FFFFFF"/>
                </a:solidFill>
                <a:effectLst/>
                <a:uLnTx/>
                <a:uFillTx/>
                <a:latin typeface="Verdana"/>
                <a:ea typeface="Times New Roman" panose="02020603050405020304" pitchFamily="18" charset="0"/>
                <a:cs typeface="Arial" panose="020B0604020202020204" pitchFamily="34" charset="0"/>
              </a:endParaRPr>
            </a:p>
          </p:txBody>
        </p:sp>
      </p:grpSp>
      <p:sp>
        <p:nvSpPr>
          <p:cNvPr id="14" name="Rectangle 13"/>
          <p:cNvSpPr/>
          <p:nvPr/>
        </p:nvSpPr>
        <p:spPr bwMode="gray">
          <a:xfrm>
            <a:off x="5670897" y="1638294"/>
            <a:ext cx="6021298" cy="673310"/>
          </a:xfrm>
          <a:prstGeom prst="rect">
            <a:avLst/>
          </a:prstGeom>
          <a:solidFill>
            <a:srgbClr val="53565A"/>
          </a:solidFill>
          <a:ln w="12700" cap="flat" cmpd="sng" algn="ctr">
            <a:noFill/>
            <a:prstDash val="solid"/>
            <a:miter lim="800000"/>
          </a:ln>
          <a:effectLst/>
        </p:spPr>
        <p:txBody>
          <a:bodyPr lIns="77724" tIns="77724" rIns="77724" bIns="77724"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prstClr val="white"/>
                </a:solidFill>
                <a:effectLst/>
                <a:uLnTx/>
                <a:uFillTx/>
                <a:latin typeface="Verdana"/>
                <a:ea typeface="Verdana" panose="020B0604030504040204" pitchFamily="34" charset="0"/>
                <a:cs typeface="Verdana" panose="020B0604030504040204" pitchFamily="34" charset="0"/>
              </a:rPr>
              <a:t>The  second step in the ERP Implementation is the evaluation of the bids received from  Project Implementation agencies</a:t>
            </a:r>
            <a:endParaRPr kumimoji="0" lang="en-US" sz="1100" b="0" i="0" u="none" strike="noStrike" kern="0" cap="none" spc="0" normalizeH="0" baseline="0" noProof="0" dirty="0">
              <a:ln>
                <a:noFill/>
              </a:ln>
              <a:solidFill>
                <a:prstClr val="black"/>
              </a:solidFill>
              <a:effectLst/>
              <a:uLnTx/>
              <a:uFillTx/>
              <a:latin typeface="Verdana"/>
              <a:ea typeface="Verdana" panose="020B0604030504040204" pitchFamily="34" charset="0"/>
              <a:cs typeface="Verdana" panose="020B0604030504040204" pitchFamily="34" charset="0"/>
            </a:endParaRPr>
          </a:p>
        </p:txBody>
      </p:sp>
      <p:pic>
        <p:nvPicPr>
          <p:cNvPr id="15" name="Picture 14"/>
          <p:cNvPicPr/>
          <p:nvPr/>
        </p:nvPicPr>
        <p:blipFill>
          <a:blip r:embed="rId6" cstate="screen">
            <a:extLst>
              <a:ext uri="{28A0092B-C50C-407E-A947-70E740481C1C}">
                <a14:useLocalDpi xmlns:a14="http://schemas.microsoft.com/office/drawing/2010/main"/>
              </a:ext>
            </a:extLst>
          </a:blip>
          <a:stretch>
            <a:fillRect/>
          </a:stretch>
        </p:blipFill>
        <p:spPr bwMode="auto">
          <a:xfrm>
            <a:off x="5670897" y="2830522"/>
            <a:ext cx="6026907" cy="3613532"/>
          </a:xfrm>
          <a:prstGeom prst="rect">
            <a:avLst/>
          </a:prstGeom>
        </p:spPr>
      </p:pic>
      <p:sp>
        <p:nvSpPr>
          <p:cNvPr id="16" name="Rectangle 15"/>
          <p:cNvSpPr/>
          <p:nvPr/>
        </p:nvSpPr>
        <p:spPr>
          <a:xfrm>
            <a:off x="5670897" y="2566334"/>
            <a:ext cx="6021298" cy="276999"/>
          </a:xfrm>
          <a:prstGeom prst="rect">
            <a:avLst/>
          </a:prstGeom>
          <a:solidFill>
            <a:srgbClr val="86BC25"/>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1"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Verdana" panose="020B0604030504040204" pitchFamily="34" charset="0"/>
              </a:rPr>
              <a:t>EVALUATION SCORE MATRIX</a:t>
            </a:r>
          </a:p>
        </p:txBody>
      </p:sp>
      <p:sp>
        <p:nvSpPr>
          <p:cNvPr id="27" name="Rectangle 26"/>
          <p:cNvSpPr/>
          <p:nvPr/>
        </p:nvSpPr>
        <p:spPr bwMode="gray">
          <a:xfrm rot="19497110">
            <a:off x="6906928" y="4138951"/>
            <a:ext cx="3199128" cy="795940"/>
          </a:xfrm>
          <a:prstGeom prst="rect">
            <a:avLst/>
          </a:prstGeom>
          <a:no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IN" sz="2000" b="1" i="0" u="none" strike="noStrike" kern="1200" cap="none" spc="0" normalizeH="0" baseline="0" noProof="0" dirty="0">
                <a:ln>
                  <a:noFill/>
                </a:ln>
                <a:solidFill>
                  <a:srgbClr val="DA291C"/>
                </a:solidFill>
                <a:effectLst/>
                <a:uLnTx/>
                <a:uFillTx/>
                <a:latin typeface="Verdana"/>
                <a:ea typeface="+mn-ea"/>
                <a:cs typeface="+mn-cs"/>
              </a:rPr>
              <a:t>Illustrative</a:t>
            </a:r>
          </a:p>
        </p:txBody>
      </p:sp>
    </p:spTree>
    <p:extLst>
      <p:ext uri="{BB962C8B-B14F-4D97-AF65-F5344CB8AC3E}">
        <p14:creationId xmlns:p14="http://schemas.microsoft.com/office/powerpoint/2010/main" val="829278702"/>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Rounded Rectangle 82"/>
          <p:cNvSpPr/>
          <p:nvPr/>
        </p:nvSpPr>
        <p:spPr bwMode="gray">
          <a:xfrm>
            <a:off x="2298743" y="3856534"/>
            <a:ext cx="7680960" cy="341540"/>
          </a:xfrm>
          <a:prstGeom prst="roundRect">
            <a:avLst/>
          </a:prstGeom>
          <a:solidFill>
            <a:schemeClr val="accent5">
              <a:lumMod val="5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00" b="1" dirty="0">
              <a:solidFill>
                <a:schemeClr val="bg1"/>
              </a:solidFill>
            </a:endParaRPr>
          </a:p>
        </p:txBody>
      </p:sp>
      <p:sp>
        <p:nvSpPr>
          <p:cNvPr id="40" name="Isosceles Triangle 39"/>
          <p:cNvSpPr/>
          <p:nvPr/>
        </p:nvSpPr>
        <p:spPr bwMode="gray">
          <a:xfrm>
            <a:off x="2298743" y="1135972"/>
            <a:ext cx="7680960" cy="507046"/>
          </a:xfrm>
          <a:prstGeom prst="triangle">
            <a:avLst/>
          </a:prstGeom>
          <a:solidFill>
            <a:schemeClr val="accent5">
              <a:lumMod val="50000"/>
            </a:schemeClr>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graphicFrame>
        <p:nvGraphicFramePr>
          <p:cNvPr id="3" name="Object 2"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98" imgH="499" progId="TCLayout.ActiveDocument.1">
                  <p:embed/>
                </p:oleObj>
              </mc:Choice>
              <mc:Fallback>
                <p:oleObj name="think-cell Slide" r:id="rId4" imgW="498" imgH="499" progId="TCLayout.ActiveDocument.1">
                  <p:embed/>
                  <p:pic>
                    <p:nvPicPr>
                      <p:cNvPr id="3" name="Object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p:cNvSpPr/>
          <p:nvPr>
            <p:custDataLst>
              <p:tags r:id="rId2"/>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algn="ctr">
              <a:lnSpc>
                <a:spcPct val="106000"/>
              </a:lnSpc>
              <a:buFont typeface="Wingdings 2" pitchFamily="18" charset="2"/>
              <a:buNone/>
            </a:pPr>
            <a:endParaRPr lang="en-US" sz="2000" dirty="0">
              <a:solidFill>
                <a:schemeClr val="bg1"/>
              </a:solidFill>
              <a:latin typeface="Verdana" panose="020B0604030504040204" pitchFamily="34" charset="0"/>
              <a:ea typeface="+mj-ea"/>
              <a:cs typeface="+mj-cs"/>
              <a:sym typeface="Verdana" panose="020B0604030504040204" pitchFamily="34" charset="0"/>
            </a:endParaRPr>
          </a:p>
        </p:txBody>
      </p:sp>
      <p:sp>
        <p:nvSpPr>
          <p:cNvPr id="178" name="Title 2">
            <a:extLst>
              <a:ext uri="{FF2B5EF4-FFF2-40B4-BE49-F238E27FC236}">
                <a16:creationId xmlns:a16="http://schemas.microsoft.com/office/drawing/2014/main" id="{8D973501-B48C-4171-AC47-67D51F631076}"/>
              </a:ext>
            </a:extLst>
          </p:cNvPr>
          <p:cNvSpPr>
            <a:spLocks noGrp="1"/>
          </p:cNvSpPr>
          <p:nvPr>
            <p:ph type="title"/>
          </p:nvPr>
        </p:nvSpPr>
        <p:spPr>
          <a:xfrm>
            <a:off x="469900" y="402587"/>
            <a:ext cx="11252200" cy="334102"/>
          </a:xfrm>
        </p:spPr>
        <p:txBody>
          <a:bodyPr vert="horz" lIns="0" tIns="0" rIns="0" bIns="0" rtlCol="0" anchor="t" anchorCtr="0">
            <a:noAutofit/>
          </a:bodyPr>
          <a:lstStyle/>
          <a:p>
            <a:r>
              <a:rPr lang="en-US" dirty="0">
                <a:solidFill>
                  <a:prstClr val="black"/>
                </a:solidFill>
              </a:rPr>
              <a:t>Module 4: Four pronged approach to drive program execution and ensure timely implementation</a:t>
            </a:r>
            <a:endParaRPr lang="en-GB" dirty="0">
              <a:solidFill>
                <a:prstClr val="black"/>
              </a:solidFill>
            </a:endParaRPr>
          </a:p>
        </p:txBody>
      </p:sp>
      <p:sp>
        <p:nvSpPr>
          <p:cNvPr id="52" name="TextBox 51"/>
          <p:cNvSpPr txBox="1"/>
          <p:nvPr/>
        </p:nvSpPr>
        <p:spPr>
          <a:xfrm>
            <a:off x="3401286" y="4580427"/>
            <a:ext cx="2834640" cy="1728010"/>
          </a:xfrm>
          <a:prstGeom prst="rect">
            <a:avLst/>
          </a:prstGeom>
          <a:noFill/>
        </p:spPr>
        <p:txBody>
          <a:bodyPr wrap="square" lIns="80617" tIns="40309" rIns="80617" bIns="40309" rtlCol="0">
            <a:spAutoFit/>
          </a:bodyPr>
          <a:lstStyle/>
          <a:p>
            <a:pPr marL="119063" defTabSz="899010">
              <a:spcBef>
                <a:spcPts val="600"/>
              </a:spcBef>
            </a:pPr>
            <a:r>
              <a:rPr lang="en-US" sz="1100" b="1" dirty="0">
                <a:latin typeface="+mj-lt"/>
              </a:rPr>
              <a:t>Policy change log management</a:t>
            </a:r>
          </a:p>
          <a:p>
            <a:pPr marL="169863" lvl="1" indent="-168275" defTabSz="1219170">
              <a:spcBef>
                <a:spcPts val="600"/>
              </a:spcBef>
              <a:buClr>
                <a:srgbClr val="000000"/>
              </a:buClr>
              <a:buFont typeface="Wingdings" pitchFamily="2" charset="2"/>
              <a:buChar char="§"/>
              <a:defRPr/>
            </a:pPr>
            <a:r>
              <a:rPr lang="en-US" sz="900" b="1" dirty="0">
                <a:solidFill>
                  <a:srgbClr val="000000"/>
                </a:solidFill>
                <a:latin typeface="+mj-lt"/>
              </a:rPr>
              <a:t>Centralized change log tracker :</a:t>
            </a:r>
            <a:r>
              <a:rPr lang="en-US" sz="900" dirty="0">
                <a:solidFill>
                  <a:srgbClr val="000000"/>
                </a:solidFill>
                <a:latin typeface="+mj-lt"/>
              </a:rPr>
              <a:t>Logs to capture changes suggested by stakeholders in various meetings</a:t>
            </a:r>
          </a:p>
          <a:p>
            <a:pPr marL="169863" lvl="1" indent="-168275" defTabSz="1219170">
              <a:spcBef>
                <a:spcPts val="600"/>
              </a:spcBef>
              <a:buClr>
                <a:srgbClr val="000000"/>
              </a:buClr>
              <a:buFont typeface="Wingdings" pitchFamily="2" charset="2"/>
              <a:buChar char="§"/>
              <a:defRPr/>
            </a:pPr>
            <a:r>
              <a:rPr lang="en-US" sz="900" b="1" dirty="0">
                <a:solidFill>
                  <a:srgbClr val="000000"/>
                </a:solidFill>
                <a:latin typeface="+mj-lt"/>
              </a:rPr>
              <a:t>Prioritization criteria: </a:t>
            </a:r>
            <a:r>
              <a:rPr lang="en-US" sz="900" dirty="0">
                <a:solidFill>
                  <a:srgbClr val="000000"/>
                </a:solidFill>
                <a:latin typeface="+mj-lt"/>
              </a:rPr>
              <a:t>Criteria to prioritize the various inputs for action to facilitate the agreement</a:t>
            </a:r>
          </a:p>
          <a:p>
            <a:pPr marL="169863" lvl="1" indent="-168275" defTabSz="1219170">
              <a:spcBef>
                <a:spcPts val="600"/>
              </a:spcBef>
              <a:buClr>
                <a:srgbClr val="000000"/>
              </a:buClr>
              <a:buFont typeface="Wingdings" pitchFamily="2" charset="2"/>
              <a:buChar char="§"/>
              <a:defRPr/>
            </a:pPr>
            <a:r>
              <a:rPr lang="en-US" sz="900" b="1" dirty="0">
                <a:solidFill>
                  <a:srgbClr val="000000"/>
                </a:solidFill>
                <a:latin typeface="+mj-lt"/>
              </a:rPr>
              <a:t>Version Control</a:t>
            </a:r>
            <a:r>
              <a:rPr lang="en-US" sz="900" dirty="0">
                <a:solidFill>
                  <a:srgbClr val="000000"/>
                </a:solidFill>
                <a:latin typeface="+mj-lt"/>
              </a:rPr>
              <a:t>: Version control of policy to facilitate the work allocation and consolidation</a:t>
            </a:r>
          </a:p>
        </p:txBody>
      </p:sp>
      <p:sp>
        <p:nvSpPr>
          <p:cNvPr id="63" name="TextBox 62"/>
          <p:cNvSpPr txBox="1"/>
          <p:nvPr/>
        </p:nvSpPr>
        <p:spPr>
          <a:xfrm>
            <a:off x="500584" y="4580427"/>
            <a:ext cx="2834640" cy="1620288"/>
          </a:xfrm>
          <a:prstGeom prst="rect">
            <a:avLst/>
          </a:prstGeom>
          <a:noFill/>
        </p:spPr>
        <p:txBody>
          <a:bodyPr wrap="square" lIns="80617" tIns="40309" rIns="80617" bIns="40309" rtlCol="0">
            <a:spAutoFit/>
          </a:bodyPr>
          <a:lstStyle/>
          <a:p>
            <a:pPr marL="119063" lvl="0" defTabSz="899010">
              <a:spcBef>
                <a:spcPts val="600"/>
              </a:spcBef>
            </a:pPr>
            <a:r>
              <a:rPr lang="en-US" sz="1100" b="1" dirty="0">
                <a:solidFill>
                  <a:prstClr val="black"/>
                </a:solidFill>
                <a:latin typeface="+mj-lt"/>
              </a:rPr>
              <a:t>Governance, Monitoring &amp; Tracking mechanism</a:t>
            </a:r>
          </a:p>
          <a:p>
            <a:pPr marL="169863" lvl="1" indent="-168275" defTabSz="1219170">
              <a:spcBef>
                <a:spcPts val="600"/>
              </a:spcBef>
              <a:buClr>
                <a:srgbClr val="000000"/>
              </a:buClr>
              <a:buFont typeface="Wingdings" pitchFamily="2" charset="2"/>
              <a:buChar char="§"/>
              <a:defRPr/>
            </a:pPr>
            <a:r>
              <a:rPr lang="en-US" sz="900" b="1" dirty="0">
                <a:solidFill>
                  <a:srgbClr val="000000"/>
                </a:solidFill>
                <a:latin typeface="+mj-lt"/>
              </a:rPr>
              <a:t>Governance structure: </a:t>
            </a:r>
            <a:r>
              <a:rPr lang="en-US" sz="900" dirty="0">
                <a:solidFill>
                  <a:srgbClr val="000000"/>
                </a:solidFill>
                <a:latin typeface="+mj-lt"/>
              </a:rPr>
              <a:t>Set up the Program hierarchy &amp; decision making </a:t>
            </a:r>
          </a:p>
          <a:p>
            <a:pPr marL="169863" lvl="1" indent="-168275" defTabSz="1219170">
              <a:spcBef>
                <a:spcPts val="600"/>
              </a:spcBef>
              <a:buClr>
                <a:srgbClr val="000000"/>
              </a:buClr>
              <a:buFont typeface="Wingdings" pitchFamily="2" charset="2"/>
              <a:buChar char="§"/>
              <a:defRPr/>
            </a:pPr>
            <a:r>
              <a:rPr lang="en-US" sz="900" b="1" dirty="0">
                <a:solidFill>
                  <a:srgbClr val="000000"/>
                </a:solidFill>
                <a:latin typeface="+mj-lt"/>
              </a:rPr>
              <a:t>Key Risks : </a:t>
            </a:r>
            <a:r>
              <a:rPr lang="en-US" sz="900" dirty="0">
                <a:solidFill>
                  <a:srgbClr val="000000"/>
                </a:solidFill>
                <a:latin typeface="+mj-lt"/>
              </a:rPr>
              <a:t>Critical risks are highlighted to leadership to gain alignment on mitigation measures</a:t>
            </a:r>
          </a:p>
          <a:p>
            <a:pPr marL="169863" lvl="1" indent="-168275" defTabSz="1219170">
              <a:spcBef>
                <a:spcPts val="600"/>
              </a:spcBef>
              <a:buClr>
                <a:srgbClr val="000000"/>
              </a:buClr>
              <a:buFont typeface="Wingdings" pitchFamily="2" charset="2"/>
              <a:buChar char="§"/>
              <a:defRPr/>
            </a:pPr>
            <a:r>
              <a:rPr lang="en-US" sz="900" b="1" dirty="0">
                <a:solidFill>
                  <a:srgbClr val="000000"/>
                </a:solidFill>
                <a:latin typeface="+mj-lt"/>
              </a:rPr>
              <a:t>Critical Milestones: </a:t>
            </a:r>
            <a:r>
              <a:rPr lang="en-US" sz="900" dirty="0">
                <a:solidFill>
                  <a:srgbClr val="000000"/>
                </a:solidFill>
                <a:latin typeface="+mj-lt"/>
              </a:rPr>
              <a:t>Document all critical milestones indicate progress towards each</a:t>
            </a:r>
          </a:p>
        </p:txBody>
      </p:sp>
      <p:sp>
        <p:nvSpPr>
          <p:cNvPr id="65" name="TextBox 64"/>
          <p:cNvSpPr txBox="1"/>
          <p:nvPr/>
        </p:nvSpPr>
        <p:spPr>
          <a:xfrm>
            <a:off x="9207500" y="4584700"/>
            <a:ext cx="2834640" cy="1681843"/>
          </a:xfrm>
          <a:prstGeom prst="rect">
            <a:avLst/>
          </a:prstGeom>
          <a:noFill/>
        </p:spPr>
        <p:txBody>
          <a:bodyPr wrap="square" lIns="80617" tIns="40309" rIns="80617" bIns="40309" rtlCol="0">
            <a:spAutoFit/>
          </a:bodyPr>
          <a:lstStyle/>
          <a:p>
            <a:pPr marL="119063" lvl="1" defTabSz="1219170">
              <a:spcBef>
                <a:spcPts val="600"/>
              </a:spcBef>
              <a:buClr>
                <a:srgbClr val="000000"/>
              </a:buClr>
              <a:defRPr/>
            </a:pPr>
            <a:r>
              <a:rPr lang="en-US" sz="1100" b="1" dirty="0">
                <a:latin typeface="+mj-lt"/>
              </a:rPr>
              <a:t>Communication &amp; feedback Management</a:t>
            </a:r>
          </a:p>
          <a:p>
            <a:pPr marL="169863" lvl="1" indent="-168275" defTabSz="1219170">
              <a:spcBef>
                <a:spcPts val="600"/>
              </a:spcBef>
              <a:buClr>
                <a:srgbClr val="000000"/>
              </a:buClr>
              <a:buFont typeface="Wingdings" pitchFamily="2" charset="2"/>
              <a:buChar char="§"/>
              <a:defRPr/>
            </a:pPr>
            <a:r>
              <a:rPr lang="en-US" sz="900" b="1" dirty="0">
                <a:solidFill>
                  <a:srgbClr val="000000"/>
                </a:solidFill>
                <a:latin typeface="+mj-lt"/>
              </a:rPr>
              <a:t>Policy Communication Plan : </a:t>
            </a:r>
            <a:r>
              <a:rPr lang="en-US" sz="900" dirty="0">
                <a:solidFill>
                  <a:srgbClr val="000000"/>
                </a:solidFill>
                <a:latin typeface="+mj-lt"/>
              </a:rPr>
              <a:t>High level plan to communicate the changes and progress of changes to internal and external stakeholders </a:t>
            </a:r>
          </a:p>
          <a:p>
            <a:pPr marL="169863" lvl="1" indent="-168275" defTabSz="1219170">
              <a:spcBef>
                <a:spcPts val="600"/>
              </a:spcBef>
              <a:buClr>
                <a:srgbClr val="000000"/>
              </a:buClr>
              <a:buFont typeface="Wingdings" pitchFamily="2" charset="2"/>
              <a:buChar char="§"/>
              <a:defRPr/>
            </a:pPr>
            <a:r>
              <a:rPr lang="en-US" sz="900" b="1" dirty="0">
                <a:solidFill>
                  <a:srgbClr val="000000"/>
                </a:solidFill>
                <a:latin typeface="+mj-lt"/>
              </a:rPr>
              <a:t>Communication Content Approval Process : </a:t>
            </a:r>
            <a:r>
              <a:rPr lang="en-US" sz="900" dirty="0">
                <a:solidFill>
                  <a:srgbClr val="000000"/>
                </a:solidFill>
                <a:latin typeface="+mj-lt"/>
              </a:rPr>
              <a:t>Structured process which will enable the communication content for communication of information</a:t>
            </a:r>
          </a:p>
        </p:txBody>
      </p:sp>
      <p:sp>
        <p:nvSpPr>
          <p:cNvPr id="56" name="Oval 55"/>
          <p:cNvSpPr/>
          <p:nvPr/>
        </p:nvSpPr>
        <p:spPr bwMode="gray">
          <a:xfrm>
            <a:off x="330393" y="4580427"/>
            <a:ext cx="274320" cy="274320"/>
          </a:xfrm>
          <a:prstGeom prst="ellipse">
            <a:avLst/>
          </a:prstGeom>
          <a:solidFill>
            <a:schemeClr val="tx1"/>
          </a:solidFill>
          <a:ln w="19050" algn="ctr">
            <a:noFill/>
            <a:miter lim="800000"/>
            <a:headEnd/>
            <a:tailEnd/>
          </a:ln>
          <a:effectLst>
            <a:outerShdw blurRad="63500" sx="102000" sy="102000" algn="ctr" rotWithShape="0">
              <a:prstClr val="black">
                <a:alpha val="40000"/>
              </a:prstClr>
            </a:outerShdw>
          </a:effectLst>
        </p:spPr>
        <p:txBody>
          <a:bodyPr wrap="square" lIns="88900" tIns="88900" rIns="88900" bIns="88900" rtlCol="0" anchor="ctr"/>
          <a:lstStyle/>
          <a:p>
            <a:pPr algn="ctr">
              <a:lnSpc>
                <a:spcPct val="106000"/>
              </a:lnSpc>
              <a:buFont typeface="Wingdings 2" pitchFamily="18" charset="2"/>
              <a:buNone/>
            </a:pPr>
            <a:r>
              <a:rPr lang="en-US" sz="1100" b="1" dirty="0">
                <a:solidFill>
                  <a:schemeClr val="bg1"/>
                </a:solidFill>
              </a:rPr>
              <a:t>1</a:t>
            </a:r>
            <a:endParaRPr lang="en-IN" sz="1100" b="1" dirty="0">
              <a:solidFill>
                <a:schemeClr val="bg1"/>
              </a:solidFill>
            </a:endParaRPr>
          </a:p>
        </p:txBody>
      </p:sp>
      <p:sp>
        <p:nvSpPr>
          <p:cNvPr id="57" name="Oval 56"/>
          <p:cNvSpPr/>
          <p:nvPr/>
        </p:nvSpPr>
        <p:spPr bwMode="gray">
          <a:xfrm>
            <a:off x="3231095" y="4580427"/>
            <a:ext cx="274320" cy="274320"/>
          </a:xfrm>
          <a:prstGeom prst="ellipse">
            <a:avLst/>
          </a:prstGeom>
          <a:solidFill>
            <a:schemeClr val="tx1"/>
          </a:solidFill>
          <a:ln w="19050" algn="ctr">
            <a:noFill/>
            <a:miter lim="800000"/>
            <a:headEnd/>
            <a:tailEnd/>
          </a:ln>
          <a:effectLst>
            <a:outerShdw blurRad="63500" sx="102000" sy="102000" algn="ctr" rotWithShape="0">
              <a:prstClr val="black">
                <a:alpha val="40000"/>
              </a:prstClr>
            </a:outerShdw>
          </a:effectLst>
        </p:spPr>
        <p:txBody>
          <a:bodyPr wrap="square" lIns="88900" tIns="88900" rIns="88900" bIns="88900" rtlCol="0" anchor="ctr"/>
          <a:lstStyle/>
          <a:p>
            <a:pPr algn="ctr">
              <a:lnSpc>
                <a:spcPct val="106000"/>
              </a:lnSpc>
              <a:buFont typeface="Wingdings 2" pitchFamily="18" charset="2"/>
              <a:buNone/>
            </a:pPr>
            <a:r>
              <a:rPr lang="en-US" sz="1100" b="1" dirty="0">
                <a:solidFill>
                  <a:schemeClr val="bg1"/>
                </a:solidFill>
              </a:rPr>
              <a:t>2</a:t>
            </a:r>
            <a:endParaRPr lang="en-IN" sz="1100" b="1" dirty="0">
              <a:solidFill>
                <a:schemeClr val="bg1"/>
              </a:solidFill>
            </a:endParaRPr>
          </a:p>
        </p:txBody>
      </p:sp>
      <p:sp>
        <p:nvSpPr>
          <p:cNvPr id="58" name="Oval 57"/>
          <p:cNvSpPr/>
          <p:nvPr/>
        </p:nvSpPr>
        <p:spPr bwMode="gray">
          <a:xfrm>
            <a:off x="6131797" y="4580427"/>
            <a:ext cx="274320" cy="274320"/>
          </a:xfrm>
          <a:prstGeom prst="ellipse">
            <a:avLst/>
          </a:prstGeom>
          <a:solidFill>
            <a:schemeClr val="tx1"/>
          </a:solidFill>
          <a:ln w="19050" algn="ctr">
            <a:noFill/>
            <a:miter lim="800000"/>
            <a:headEnd/>
            <a:tailEnd/>
          </a:ln>
          <a:effectLst>
            <a:outerShdw blurRad="63500" sx="102000" sy="102000" algn="ctr" rotWithShape="0">
              <a:prstClr val="black">
                <a:alpha val="40000"/>
              </a:prstClr>
            </a:outerShdw>
          </a:effectLst>
        </p:spPr>
        <p:txBody>
          <a:bodyPr wrap="square" lIns="88900" tIns="88900" rIns="88900" bIns="88900" rtlCol="0" anchor="ctr"/>
          <a:lstStyle/>
          <a:p>
            <a:pPr algn="ctr">
              <a:lnSpc>
                <a:spcPct val="106000"/>
              </a:lnSpc>
              <a:buFont typeface="Wingdings 2" pitchFamily="18" charset="2"/>
              <a:buNone/>
            </a:pPr>
            <a:r>
              <a:rPr lang="en-US" sz="1100" b="1" dirty="0">
                <a:solidFill>
                  <a:schemeClr val="bg1"/>
                </a:solidFill>
              </a:rPr>
              <a:t>3</a:t>
            </a:r>
            <a:endParaRPr lang="en-IN" sz="1100" b="1" dirty="0">
              <a:solidFill>
                <a:schemeClr val="bg1"/>
              </a:solidFill>
            </a:endParaRPr>
          </a:p>
        </p:txBody>
      </p:sp>
      <p:sp>
        <p:nvSpPr>
          <p:cNvPr id="75" name="Rectangle 74"/>
          <p:cNvSpPr/>
          <p:nvPr/>
        </p:nvSpPr>
        <p:spPr>
          <a:xfrm>
            <a:off x="4550771" y="1339149"/>
            <a:ext cx="3198311" cy="320729"/>
          </a:xfrm>
          <a:prstGeom prst="rect">
            <a:avLst/>
          </a:prstGeom>
        </p:spPr>
        <p:txBody>
          <a:bodyPr wrap="none">
            <a:spAutoFit/>
          </a:bodyPr>
          <a:lstStyle/>
          <a:p>
            <a:pPr algn="ctr">
              <a:lnSpc>
                <a:spcPct val="106000"/>
              </a:lnSpc>
              <a:buFont typeface="Wingdings 2" pitchFamily="18" charset="2"/>
              <a:buNone/>
            </a:pPr>
            <a:r>
              <a:rPr lang="en-US" sz="1400" b="1" dirty="0">
                <a:solidFill>
                  <a:schemeClr val="bg1"/>
                </a:solidFill>
              </a:rPr>
              <a:t>Overall Program Management</a:t>
            </a:r>
          </a:p>
        </p:txBody>
      </p:sp>
      <p:cxnSp>
        <p:nvCxnSpPr>
          <p:cNvPr id="76" name="Straight Connector 75"/>
          <p:cNvCxnSpPr/>
          <p:nvPr/>
        </p:nvCxnSpPr>
        <p:spPr>
          <a:xfrm>
            <a:off x="2298743" y="1661889"/>
            <a:ext cx="7680960" cy="1"/>
          </a:xfrm>
          <a:prstGeom prst="line">
            <a:avLst/>
          </a:prstGeom>
          <a:ln w="19050">
            <a:solidFill>
              <a:schemeClr val="tx2"/>
            </a:solidFil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bwMode="gray">
          <a:xfrm>
            <a:off x="3719604" y="2270729"/>
            <a:ext cx="618467" cy="842690"/>
          </a:xfrm>
          <a:prstGeom prst="rect">
            <a:avLst/>
          </a:prstGeom>
        </p:spPr>
        <p:txBody>
          <a:bodyPr wrap="square" lIns="0" rIns="0" rtlCol="0" anchor="b" anchorCtr="0">
            <a:normAutofit/>
          </a:bodyPr>
          <a:lstStyle/>
          <a:p>
            <a:pPr>
              <a:lnSpc>
                <a:spcPts val="900"/>
              </a:lnSpc>
            </a:pPr>
            <a:r>
              <a:rPr lang="en-US" sz="1600" b="1" dirty="0">
                <a:solidFill>
                  <a:schemeClr val="bg1"/>
                </a:solidFill>
              </a:rPr>
              <a:t>3</a:t>
            </a:r>
            <a:endParaRPr lang="en-IN" sz="1600" b="1" dirty="0">
              <a:solidFill>
                <a:schemeClr val="bg1"/>
              </a:solidFill>
            </a:endParaRPr>
          </a:p>
        </p:txBody>
      </p:sp>
      <p:sp>
        <p:nvSpPr>
          <p:cNvPr id="46" name="Rectangle 45"/>
          <p:cNvSpPr/>
          <p:nvPr/>
        </p:nvSpPr>
        <p:spPr bwMode="gray">
          <a:xfrm>
            <a:off x="2788436" y="1715445"/>
            <a:ext cx="1995055" cy="235716"/>
          </a:xfrm>
          <a:prstGeom prst="rect">
            <a:avLst/>
          </a:prstGeom>
          <a:solidFill>
            <a:srgbClr val="E7E6E6"/>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62" name="Rectangle 61"/>
          <p:cNvSpPr/>
          <p:nvPr/>
        </p:nvSpPr>
        <p:spPr bwMode="gray">
          <a:xfrm>
            <a:off x="2788436" y="3542109"/>
            <a:ext cx="1995055" cy="235716"/>
          </a:xfrm>
          <a:prstGeom prst="rect">
            <a:avLst/>
          </a:prstGeom>
          <a:solidFill>
            <a:srgbClr val="E7E6E6"/>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70" name="Rectangle 69"/>
          <p:cNvSpPr/>
          <p:nvPr/>
        </p:nvSpPr>
        <p:spPr bwMode="gray">
          <a:xfrm>
            <a:off x="2878100" y="1951161"/>
            <a:ext cx="1815724" cy="1554480"/>
          </a:xfrm>
          <a:prstGeom prst="rect">
            <a:avLst/>
          </a:prstGeom>
          <a:solidFill>
            <a:srgbClr val="86BC25"/>
          </a:solidFill>
          <a:ln w="19050" algn="ctr">
            <a:solidFill>
              <a:schemeClr val="tx1"/>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lnSpc>
                <a:spcPct val="106000"/>
              </a:lnSpc>
              <a:buFont typeface="Wingdings 2" pitchFamily="18" charset="2"/>
              <a:buNone/>
            </a:pPr>
            <a:r>
              <a:rPr lang="en-US" sz="1400" b="1" dirty="0">
                <a:solidFill>
                  <a:schemeClr val="bg1"/>
                </a:solidFill>
              </a:rPr>
              <a:t>Governance, risk &amp; milestone tracking</a:t>
            </a:r>
          </a:p>
        </p:txBody>
      </p:sp>
      <p:sp>
        <p:nvSpPr>
          <p:cNvPr id="78" name="Rectangle 77"/>
          <p:cNvSpPr/>
          <p:nvPr/>
        </p:nvSpPr>
        <p:spPr bwMode="gray">
          <a:xfrm>
            <a:off x="2701984" y="3711960"/>
            <a:ext cx="2194560" cy="97987"/>
          </a:xfrm>
          <a:prstGeom prst="rect">
            <a:avLst/>
          </a:prstGeom>
          <a:solidFill>
            <a:srgbClr val="E7E6E6"/>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44" name="Freeform 70"/>
          <p:cNvSpPr>
            <a:spLocks noChangeAspect="1"/>
          </p:cNvSpPr>
          <p:nvPr/>
        </p:nvSpPr>
        <p:spPr bwMode="auto">
          <a:xfrm>
            <a:off x="5659446" y="1820134"/>
            <a:ext cx="810000" cy="795664"/>
          </a:xfrm>
          <a:custGeom>
            <a:avLst/>
            <a:gdLst/>
            <a:ahLst/>
            <a:cxnLst>
              <a:cxn ang="0">
                <a:pos x="42" y="42"/>
              </a:cxn>
              <a:cxn ang="0">
                <a:pos x="25" y="52"/>
              </a:cxn>
              <a:cxn ang="0">
                <a:pos x="9" y="52"/>
              </a:cxn>
              <a:cxn ang="0">
                <a:pos x="11" y="68"/>
              </a:cxn>
              <a:cxn ang="0">
                <a:pos x="51" y="51"/>
              </a:cxn>
              <a:cxn ang="0">
                <a:pos x="68" y="11"/>
              </a:cxn>
              <a:cxn ang="0">
                <a:pos x="51" y="9"/>
              </a:cxn>
              <a:cxn ang="0">
                <a:pos x="52" y="26"/>
              </a:cxn>
              <a:cxn ang="0">
                <a:pos x="42" y="42"/>
              </a:cxn>
            </a:cxnLst>
            <a:rect l="0" t="0" r="r" b="b"/>
            <a:pathLst>
              <a:path w="73" h="73">
                <a:moveTo>
                  <a:pt x="42" y="42"/>
                </a:moveTo>
                <a:cubicBezTo>
                  <a:pt x="36" y="49"/>
                  <a:pt x="28" y="55"/>
                  <a:pt x="25" y="52"/>
                </a:cubicBezTo>
                <a:cubicBezTo>
                  <a:pt x="21" y="48"/>
                  <a:pt x="18" y="44"/>
                  <a:pt x="9" y="52"/>
                </a:cubicBezTo>
                <a:cubicBezTo>
                  <a:pt x="0" y="59"/>
                  <a:pt x="7" y="64"/>
                  <a:pt x="11" y="68"/>
                </a:cubicBezTo>
                <a:cubicBezTo>
                  <a:pt x="16" y="73"/>
                  <a:pt x="33" y="69"/>
                  <a:pt x="51" y="51"/>
                </a:cubicBezTo>
                <a:cubicBezTo>
                  <a:pt x="68" y="34"/>
                  <a:pt x="73" y="16"/>
                  <a:pt x="68" y="11"/>
                </a:cubicBezTo>
                <a:cubicBezTo>
                  <a:pt x="64" y="7"/>
                  <a:pt x="59" y="0"/>
                  <a:pt x="51" y="9"/>
                </a:cubicBezTo>
                <a:cubicBezTo>
                  <a:pt x="44" y="19"/>
                  <a:pt x="48" y="21"/>
                  <a:pt x="52" y="26"/>
                </a:cubicBezTo>
                <a:cubicBezTo>
                  <a:pt x="55" y="29"/>
                  <a:pt x="49" y="36"/>
                  <a:pt x="42" y="42"/>
                </a:cubicBezTo>
                <a:close/>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48" name="Rectangle 47"/>
          <p:cNvSpPr/>
          <p:nvPr/>
        </p:nvSpPr>
        <p:spPr bwMode="gray">
          <a:xfrm>
            <a:off x="5128395" y="1715445"/>
            <a:ext cx="1995055" cy="235716"/>
          </a:xfrm>
          <a:prstGeom prst="rect">
            <a:avLst/>
          </a:prstGeom>
          <a:solidFill>
            <a:srgbClr val="E7E6E6"/>
          </a:solidFill>
          <a:ln w="19050" algn="ctr">
            <a:solidFill>
              <a:schemeClr val="tx1"/>
            </a:solidFill>
            <a:miter lim="800000"/>
            <a:headEnd/>
            <a:tailEnd/>
          </a:ln>
        </p:spPr>
        <p:txBody>
          <a:bodyPr vert="horz"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64" name="Rectangle 63"/>
          <p:cNvSpPr/>
          <p:nvPr/>
        </p:nvSpPr>
        <p:spPr bwMode="gray">
          <a:xfrm>
            <a:off x="5128395" y="3542109"/>
            <a:ext cx="1995055" cy="235716"/>
          </a:xfrm>
          <a:prstGeom prst="rect">
            <a:avLst/>
          </a:prstGeom>
          <a:solidFill>
            <a:srgbClr val="E7E6E6"/>
          </a:solidFill>
          <a:ln w="19050" algn="ctr">
            <a:solidFill>
              <a:schemeClr val="tx1"/>
            </a:solidFill>
            <a:miter lim="800000"/>
            <a:headEnd/>
            <a:tailEnd/>
          </a:ln>
        </p:spPr>
        <p:txBody>
          <a:bodyPr vert="horz"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71" name="Rectangle 70"/>
          <p:cNvSpPr/>
          <p:nvPr/>
        </p:nvSpPr>
        <p:spPr bwMode="gray">
          <a:xfrm>
            <a:off x="5218059" y="1951161"/>
            <a:ext cx="1815724" cy="1554480"/>
          </a:xfrm>
          <a:prstGeom prst="rect">
            <a:avLst/>
          </a:prstGeom>
          <a:solidFill>
            <a:srgbClr val="86BC25"/>
          </a:solidFill>
          <a:ln w="19050" algn="ctr">
            <a:solidFill>
              <a:schemeClr val="tx1"/>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lnSpc>
                <a:spcPct val="106000"/>
              </a:lnSpc>
              <a:buFont typeface="Wingdings 2" pitchFamily="18" charset="2"/>
              <a:buNone/>
            </a:pPr>
            <a:r>
              <a:rPr lang="en-US" sz="1400" b="1" dirty="0">
                <a:solidFill>
                  <a:schemeClr val="bg1"/>
                </a:solidFill>
              </a:rPr>
              <a:t>Policy change log management</a:t>
            </a:r>
          </a:p>
        </p:txBody>
      </p:sp>
      <p:sp>
        <p:nvSpPr>
          <p:cNvPr id="79" name="Rectangle 78"/>
          <p:cNvSpPr/>
          <p:nvPr/>
        </p:nvSpPr>
        <p:spPr bwMode="gray">
          <a:xfrm>
            <a:off x="5041943" y="3711960"/>
            <a:ext cx="2194560" cy="97987"/>
          </a:xfrm>
          <a:prstGeom prst="rect">
            <a:avLst/>
          </a:prstGeom>
          <a:solidFill>
            <a:srgbClr val="E7E6E6"/>
          </a:solidFill>
          <a:ln w="19050" algn="ctr">
            <a:solidFill>
              <a:schemeClr val="tx1"/>
            </a:solidFill>
            <a:miter lim="800000"/>
            <a:headEnd/>
            <a:tailEnd/>
          </a:ln>
        </p:spPr>
        <p:txBody>
          <a:bodyPr vert="horz"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50" name="Rectangle 49"/>
          <p:cNvSpPr/>
          <p:nvPr/>
        </p:nvSpPr>
        <p:spPr bwMode="gray">
          <a:xfrm>
            <a:off x="7637881" y="1715446"/>
            <a:ext cx="1995055" cy="235716"/>
          </a:xfrm>
          <a:prstGeom prst="rect">
            <a:avLst/>
          </a:prstGeom>
          <a:solidFill>
            <a:srgbClr val="E7E6E6"/>
          </a:solidFill>
          <a:ln w="19050" algn="ctr">
            <a:solidFill>
              <a:schemeClr val="tx1"/>
            </a:solidFill>
            <a:miter lim="800000"/>
            <a:headEnd/>
            <a:tailEnd/>
          </a:ln>
        </p:spPr>
        <p:txBody>
          <a:bodyPr vert="horz"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66" name="Rectangle 65"/>
          <p:cNvSpPr/>
          <p:nvPr/>
        </p:nvSpPr>
        <p:spPr bwMode="gray">
          <a:xfrm>
            <a:off x="7637881" y="3542109"/>
            <a:ext cx="1995055" cy="235716"/>
          </a:xfrm>
          <a:prstGeom prst="rect">
            <a:avLst/>
          </a:prstGeom>
          <a:solidFill>
            <a:srgbClr val="E7E6E6"/>
          </a:solidFill>
          <a:ln w="19050" algn="ctr">
            <a:solidFill>
              <a:schemeClr val="tx1"/>
            </a:solidFill>
            <a:miter lim="800000"/>
            <a:headEnd/>
            <a:tailEnd/>
          </a:ln>
        </p:spPr>
        <p:txBody>
          <a:bodyPr vert="horz"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72" name="Rectangle 71"/>
          <p:cNvSpPr/>
          <p:nvPr/>
        </p:nvSpPr>
        <p:spPr bwMode="gray">
          <a:xfrm>
            <a:off x="7727545" y="1951162"/>
            <a:ext cx="1815724" cy="1554480"/>
          </a:xfrm>
          <a:prstGeom prst="rect">
            <a:avLst/>
          </a:prstGeom>
          <a:solidFill>
            <a:srgbClr val="86BC25"/>
          </a:solidFill>
          <a:ln w="19050" algn="ctr">
            <a:solidFill>
              <a:schemeClr val="tx1"/>
            </a:solid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lnSpc>
                <a:spcPct val="106000"/>
              </a:lnSpc>
            </a:pPr>
            <a:r>
              <a:rPr lang="en-US" sz="1400" b="1" i="1" dirty="0">
                <a:solidFill>
                  <a:schemeClr val="bg1"/>
                </a:solidFill>
              </a:rPr>
              <a:t>Dashboard to monitor KPI’s &amp; plan Corrective actions</a:t>
            </a:r>
          </a:p>
        </p:txBody>
      </p:sp>
      <p:sp>
        <p:nvSpPr>
          <p:cNvPr id="80" name="Rectangle 79"/>
          <p:cNvSpPr/>
          <p:nvPr/>
        </p:nvSpPr>
        <p:spPr bwMode="gray">
          <a:xfrm>
            <a:off x="7551429" y="3711960"/>
            <a:ext cx="2194560" cy="97987"/>
          </a:xfrm>
          <a:prstGeom prst="rect">
            <a:avLst/>
          </a:prstGeom>
          <a:solidFill>
            <a:srgbClr val="E7E6E6"/>
          </a:solidFill>
          <a:ln w="19050" algn="ctr">
            <a:solidFill>
              <a:schemeClr val="tx1"/>
            </a:solidFill>
            <a:miter lim="800000"/>
            <a:headEnd/>
            <a:tailEnd/>
          </a:ln>
        </p:spPr>
        <p:txBody>
          <a:bodyPr vert="horz"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84" name="Rectangle 83"/>
          <p:cNvSpPr/>
          <p:nvPr/>
        </p:nvSpPr>
        <p:spPr>
          <a:xfrm>
            <a:off x="3898813" y="3883258"/>
            <a:ext cx="4647687" cy="271100"/>
          </a:xfrm>
          <a:prstGeom prst="rect">
            <a:avLst/>
          </a:prstGeom>
        </p:spPr>
        <p:txBody>
          <a:bodyPr wrap="square">
            <a:spAutoFit/>
          </a:bodyPr>
          <a:lstStyle/>
          <a:p>
            <a:pPr algn="ctr">
              <a:lnSpc>
                <a:spcPct val="106000"/>
              </a:lnSpc>
              <a:buFont typeface="Wingdings 2" pitchFamily="18" charset="2"/>
              <a:buNone/>
            </a:pPr>
            <a:r>
              <a:rPr lang="en-US" sz="1200" b="1" dirty="0">
                <a:solidFill>
                  <a:schemeClr val="bg1"/>
                </a:solidFill>
              </a:rPr>
              <a:t>Communication &amp; feedback management</a:t>
            </a:r>
          </a:p>
        </p:txBody>
      </p:sp>
      <p:sp>
        <p:nvSpPr>
          <p:cNvPr id="54" name="Oval 53"/>
          <p:cNvSpPr/>
          <p:nvPr/>
        </p:nvSpPr>
        <p:spPr bwMode="gray">
          <a:xfrm>
            <a:off x="3677929" y="1987925"/>
            <a:ext cx="274320" cy="274320"/>
          </a:xfrm>
          <a:prstGeom prst="ellipse">
            <a:avLst/>
          </a:prstGeom>
          <a:solidFill>
            <a:schemeClr val="tx1"/>
          </a:solidFill>
          <a:ln w="19050" algn="ctr">
            <a:noFill/>
            <a:miter lim="800000"/>
            <a:headEnd/>
            <a:tailEnd/>
          </a:ln>
          <a:effectLst>
            <a:outerShdw blurRad="63500" sx="102000" sy="102000" algn="ctr" rotWithShape="0">
              <a:prstClr val="black">
                <a:alpha val="40000"/>
              </a:prstClr>
            </a:outerShdw>
          </a:effectLst>
        </p:spPr>
        <p:txBody>
          <a:bodyPr wrap="square" lIns="88900" tIns="88900" rIns="88900" bIns="88900" rtlCol="0" anchor="ctr"/>
          <a:lstStyle/>
          <a:p>
            <a:pPr algn="ctr">
              <a:lnSpc>
                <a:spcPct val="106000"/>
              </a:lnSpc>
              <a:buFont typeface="Wingdings 2" pitchFamily="18" charset="2"/>
              <a:buNone/>
            </a:pPr>
            <a:r>
              <a:rPr lang="en-US" sz="1100" b="1" dirty="0">
                <a:solidFill>
                  <a:schemeClr val="bg1"/>
                </a:solidFill>
              </a:rPr>
              <a:t>1</a:t>
            </a:r>
            <a:endParaRPr lang="en-IN" sz="1100" b="1" dirty="0">
              <a:solidFill>
                <a:schemeClr val="bg1"/>
              </a:solidFill>
            </a:endParaRPr>
          </a:p>
        </p:txBody>
      </p:sp>
      <p:sp>
        <p:nvSpPr>
          <p:cNvPr id="55" name="Oval 54"/>
          <p:cNvSpPr/>
          <p:nvPr/>
        </p:nvSpPr>
        <p:spPr bwMode="gray">
          <a:xfrm>
            <a:off x="5988298" y="1987925"/>
            <a:ext cx="274320" cy="274320"/>
          </a:xfrm>
          <a:prstGeom prst="ellipse">
            <a:avLst/>
          </a:prstGeom>
          <a:solidFill>
            <a:schemeClr val="tx1"/>
          </a:solidFill>
          <a:ln w="19050" algn="ctr">
            <a:noFill/>
            <a:miter lim="800000"/>
            <a:headEnd/>
            <a:tailEnd/>
          </a:ln>
          <a:effectLst>
            <a:outerShdw blurRad="63500" sx="102000" sy="102000" algn="ctr" rotWithShape="0">
              <a:prstClr val="black">
                <a:alpha val="40000"/>
              </a:prstClr>
            </a:outerShdw>
          </a:effectLst>
        </p:spPr>
        <p:txBody>
          <a:bodyPr wrap="square" lIns="88900" tIns="88900" rIns="88900" bIns="88900" rtlCol="0" anchor="ctr"/>
          <a:lstStyle/>
          <a:p>
            <a:pPr algn="ctr">
              <a:lnSpc>
                <a:spcPct val="106000"/>
              </a:lnSpc>
              <a:buFont typeface="Wingdings 2" pitchFamily="18" charset="2"/>
              <a:buNone/>
            </a:pPr>
            <a:r>
              <a:rPr lang="en-US" sz="1100" b="1" dirty="0">
                <a:solidFill>
                  <a:schemeClr val="bg1"/>
                </a:solidFill>
              </a:rPr>
              <a:t>2</a:t>
            </a:r>
            <a:endParaRPr lang="en-IN" sz="1100" b="1" dirty="0">
              <a:solidFill>
                <a:schemeClr val="bg1"/>
              </a:solidFill>
            </a:endParaRPr>
          </a:p>
        </p:txBody>
      </p:sp>
      <p:sp>
        <p:nvSpPr>
          <p:cNvPr id="61" name="Oval 60"/>
          <p:cNvSpPr/>
          <p:nvPr/>
        </p:nvSpPr>
        <p:spPr bwMode="gray">
          <a:xfrm>
            <a:off x="8442062" y="1987925"/>
            <a:ext cx="274320" cy="274320"/>
          </a:xfrm>
          <a:prstGeom prst="ellipse">
            <a:avLst/>
          </a:prstGeom>
          <a:solidFill>
            <a:schemeClr val="tx1"/>
          </a:solidFill>
          <a:ln w="19050" algn="ctr">
            <a:noFill/>
            <a:miter lim="800000"/>
            <a:headEnd/>
            <a:tailEnd/>
          </a:ln>
          <a:effectLst>
            <a:outerShdw blurRad="63500" sx="102000" sy="102000" algn="ctr" rotWithShape="0">
              <a:prstClr val="black">
                <a:alpha val="40000"/>
              </a:prstClr>
            </a:outerShdw>
          </a:effectLst>
        </p:spPr>
        <p:txBody>
          <a:bodyPr wrap="square" lIns="88900" tIns="88900" rIns="88900" bIns="88900" rtlCol="0" anchor="ctr"/>
          <a:lstStyle/>
          <a:p>
            <a:pPr algn="ctr">
              <a:lnSpc>
                <a:spcPct val="106000"/>
              </a:lnSpc>
              <a:buFont typeface="Wingdings 2" pitchFamily="18" charset="2"/>
              <a:buNone/>
            </a:pPr>
            <a:r>
              <a:rPr lang="en-US" sz="1100" b="1" dirty="0">
                <a:solidFill>
                  <a:schemeClr val="bg1"/>
                </a:solidFill>
              </a:rPr>
              <a:t>3</a:t>
            </a:r>
            <a:endParaRPr lang="en-IN" sz="1100" b="1" dirty="0">
              <a:solidFill>
                <a:schemeClr val="bg1"/>
              </a:solidFill>
            </a:endParaRPr>
          </a:p>
        </p:txBody>
      </p:sp>
      <p:sp>
        <p:nvSpPr>
          <p:cNvPr id="39" name="Oval 38"/>
          <p:cNvSpPr/>
          <p:nvPr/>
        </p:nvSpPr>
        <p:spPr bwMode="gray">
          <a:xfrm>
            <a:off x="3540769" y="3890144"/>
            <a:ext cx="274320" cy="274320"/>
          </a:xfrm>
          <a:prstGeom prst="ellipse">
            <a:avLst/>
          </a:prstGeom>
          <a:solidFill>
            <a:schemeClr val="tx1"/>
          </a:solidFill>
          <a:ln w="19050" algn="ctr">
            <a:noFill/>
            <a:miter lim="800000"/>
            <a:headEnd/>
            <a:tailEnd/>
          </a:ln>
          <a:effectLst>
            <a:outerShdw blurRad="63500" sx="102000" sy="102000" algn="ctr" rotWithShape="0">
              <a:prstClr val="black">
                <a:alpha val="40000"/>
              </a:prstClr>
            </a:outerShdw>
          </a:effectLst>
        </p:spPr>
        <p:txBody>
          <a:bodyPr wrap="square" lIns="88900" tIns="88900" rIns="88900" bIns="88900" rtlCol="0" anchor="ctr"/>
          <a:lstStyle/>
          <a:p>
            <a:pPr algn="ctr">
              <a:lnSpc>
                <a:spcPct val="106000"/>
              </a:lnSpc>
              <a:buFont typeface="Wingdings 2" pitchFamily="18" charset="2"/>
              <a:buNone/>
            </a:pPr>
            <a:r>
              <a:rPr lang="en-US" sz="1100" b="1" dirty="0">
                <a:solidFill>
                  <a:schemeClr val="bg1"/>
                </a:solidFill>
              </a:rPr>
              <a:t>4</a:t>
            </a:r>
            <a:endParaRPr lang="en-IN" sz="1100" b="1" dirty="0">
              <a:solidFill>
                <a:schemeClr val="bg1"/>
              </a:solidFill>
            </a:endParaRPr>
          </a:p>
        </p:txBody>
      </p:sp>
      <p:sp>
        <p:nvSpPr>
          <p:cNvPr id="41" name="TextBox 40"/>
          <p:cNvSpPr txBox="1"/>
          <p:nvPr/>
        </p:nvSpPr>
        <p:spPr>
          <a:xfrm>
            <a:off x="6299200" y="4584700"/>
            <a:ext cx="2834640" cy="1566427"/>
          </a:xfrm>
          <a:prstGeom prst="rect">
            <a:avLst/>
          </a:prstGeom>
          <a:noFill/>
        </p:spPr>
        <p:txBody>
          <a:bodyPr wrap="square" lIns="80617" tIns="40309" rIns="80617" bIns="40309" rtlCol="0">
            <a:spAutoFit/>
          </a:bodyPr>
          <a:lstStyle/>
          <a:p>
            <a:pPr marL="119063" lvl="1" defTabSz="1219170">
              <a:spcBef>
                <a:spcPts val="600"/>
              </a:spcBef>
              <a:buClr>
                <a:srgbClr val="000000"/>
              </a:buClr>
              <a:defRPr/>
            </a:pPr>
            <a:r>
              <a:rPr lang="en-US" sz="1100" b="1" dirty="0">
                <a:latin typeface="+mj-lt"/>
              </a:rPr>
              <a:t>Dashboard to monitor KPI’s &amp; plan Corrective actions</a:t>
            </a:r>
          </a:p>
          <a:p>
            <a:pPr marL="169863" lvl="1" indent="-168275" defTabSz="1219170">
              <a:spcAft>
                <a:spcPts val="300"/>
              </a:spcAft>
              <a:buClr>
                <a:srgbClr val="000000"/>
              </a:buClr>
              <a:buFont typeface="Wingdings" pitchFamily="2" charset="2"/>
              <a:buChar char="§"/>
              <a:defRPr/>
            </a:pPr>
            <a:r>
              <a:rPr lang="en-US" sz="900" b="1" dirty="0">
                <a:solidFill>
                  <a:srgbClr val="000000"/>
                </a:solidFill>
              </a:rPr>
              <a:t>Program KPIs : </a:t>
            </a:r>
            <a:r>
              <a:rPr lang="en-US" sz="900" dirty="0">
                <a:solidFill>
                  <a:srgbClr val="000000"/>
                </a:solidFill>
              </a:rPr>
              <a:t>Setup measures of success and dashboard view of project status</a:t>
            </a:r>
            <a:endParaRPr lang="en-US" sz="900" b="1" dirty="0">
              <a:solidFill>
                <a:srgbClr val="000000"/>
              </a:solidFill>
            </a:endParaRPr>
          </a:p>
          <a:p>
            <a:pPr marL="169863" lvl="1" indent="-168275" defTabSz="1219170">
              <a:spcAft>
                <a:spcPts val="300"/>
              </a:spcAft>
              <a:buClr>
                <a:srgbClr val="000000"/>
              </a:buClr>
              <a:buFont typeface="Wingdings" pitchFamily="2" charset="2"/>
              <a:buChar char="§"/>
              <a:defRPr/>
            </a:pPr>
            <a:r>
              <a:rPr lang="en-US" sz="900" b="1" dirty="0">
                <a:solidFill>
                  <a:srgbClr val="000000"/>
                </a:solidFill>
              </a:rPr>
              <a:t>Roll-up Summary  Dashboards : </a:t>
            </a:r>
            <a:r>
              <a:rPr lang="en-US" sz="900" dirty="0">
                <a:solidFill>
                  <a:srgbClr val="000000"/>
                </a:solidFill>
              </a:rPr>
              <a:t>Provides summary view of all KPIs, activities, work-stream status, interactions planned versus actual for each work-stream.</a:t>
            </a:r>
          </a:p>
        </p:txBody>
      </p:sp>
      <p:sp>
        <p:nvSpPr>
          <p:cNvPr id="42" name="Oval 41"/>
          <p:cNvSpPr/>
          <p:nvPr/>
        </p:nvSpPr>
        <p:spPr bwMode="gray">
          <a:xfrm>
            <a:off x="9032499" y="4580427"/>
            <a:ext cx="274320" cy="274320"/>
          </a:xfrm>
          <a:prstGeom prst="ellipse">
            <a:avLst/>
          </a:prstGeom>
          <a:solidFill>
            <a:schemeClr val="tx1"/>
          </a:solidFill>
          <a:ln w="19050" algn="ctr">
            <a:noFill/>
            <a:miter lim="800000"/>
            <a:headEnd/>
            <a:tailEnd/>
          </a:ln>
          <a:effectLst>
            <a:outerShdw blurRad="63500" sx="102000" sy="102000" algn="ctr" rotWithShape="0">
              <a:prstClr val="black">
                <a:alpha val="40000"/>
              </a:prstClr>
            </a:outerShdw>
          </a:effectLst>
        </p:spPr>
        <p:txBody>
          <a:bodyPr wrap="square" lIns="88900" tIns="88900" rIns="88900" bIns="88900" rtlCol="0" anchor="ctr"/>
          <a:lstStyle/>
          <a:p>
            <a:pPr algn="ctr">
              <a:lnSpc>
                <a:spcPct val="106000"/>
              </a:lnSpc>
              <a:buFont typeface="Wingdings 2" pitchFamily="18" charset="2"/>
              <a:buNone/>
            </a:pPr>
            <a:r>
              <a:rPr lang="en-US" sz="1100" b="1" dirty="0">
                <a:solidFill>
                  <a:schemeClr val="bg1"/>
                </a:solidFill>
              </a:rPr>
              <a:t>4</a:t>
            </a:r>
            <a:endParaRPr lang="en-IN" sz="1100" b="1" dirty="0">
              <a:solidFill>
                <a:schemeClr val="bg1"/>
              </a:solidFill>
            </a:endParaRPr>
          </a:p>
        </p:txBody>
      </p:sp>
      <p:cxnSp>
        <p:nvCxnSpPr>
          <p:cNvPr id="9" name="Straight Connector 8"/>
          <p:cNvCxnSpPr/>
          <p:nvPr/>
        </p:nvCxnSpPr>
        <p:spPr>
          <a:xfrm>
            <a:off x="403545" y="6271861"/>
            <a:ext cx="2796573" cy="0"/>
          </a:xfrm>
          <a:prstGeom prst="line">
            <a:avLst/>
          </a:prstGeom>
          <a:ln/>
        </p:spPr>
        <p:style>
          <a:lnRef idx="2">
            <a:schemeClr val="accent3"/>
          </a:lnRef>
          <a:fillRef idx="0">
            <a:schemeClr val="accent3"/>
          </a:fillRef>
          <a:effectRef idx="1">
            <a:schemeClr val="accent3"/>
          </a:effectRef>
          <a:fontRef idx="minor">
            <a:schemeClr val="tx1"/>
          </a:fontRef>
        </p:style>
      </p:cxnSp>
      <p:cxnSp>
        <p:nvCxnSpPr>
          <p:cNvPr id="45" name="Straight Connector 44"/>
          <p:cNvCxnSpPr/>
          <p:nvPr/>
        </p:nvCxnSpPr>
        <p:spPr>
          <a:xfrm>
            <a:off x="3338769" y="6271861"/>
            <a:ext cx="2796573" cy="0"/>
          </a:xfrm>
          <a:prstGeom prst="line">
            <a:avLst/>
          </a:prstGeom>
          <a:ln/>
        </p:spPr>
        <p:style>
          <a:lnRef idx="2">
            <a:schemeClr val="accent4"/>
          </a:lnRef>
          <a:fillRef idx="0">
            <a:schemeClr val="accent4"/>
          </a:fillRef>
          <a:effectRef idx="1">
            <a:schemeClr val="accent4"/>
          </a:effectRef>
          <a:fontRef idx="minor">
            <a:schemeClr val="tx1"/>
          </a:fontRef>
        </p:style>
      </p:cxnSp>
      <p:cxnSp>
        <p:nvCxnSpPr>
          <p:cNvPr id="49" name="Straight Connector 48"/>
          <p:cNvCxnSpPr/>
          <p:nvPr/>
        </p:nvCxnSpPr>
        <p:spPr>
          <a:xfrm>
            <a:off x="6273993" y="6271861"/>
            <a:ext cx="2796573" cy="0"/>
          </a:xfrm>
          <a:prstGeom prst="line">
            <a:avLst/>
          </a:prstGeom>
          <a:ln/>
        </p:spPr>
        <p:style>
          <a:lnRef idx="2">
            <a:schemeClr val="accent5"/>
          </a:lnRef>
          <a:fillRef idx="0">
            <a:schemeClr val="accent5"/>
          </a:fillRef>
          <a:effectRef idx="1">
            <a:schemeClr val="accent5"/>
          </a:effectRef>
          <a:fontRef idx="minor">
            <a:schemeClr val="tx1"/>
          </a:fontRef>
        </p:style>
      </p:cxnSp>
      <p:cxnSp>
        <p:nvCxnSpPr>
          <p:cNvPr id="53" name="Straight Connector 52"/>
          <p:cNvCxnSpPr/>
          <p:nvPr/>
        </p:nvCxnSpPr>
        <p:spPr>
          <a:xfrm>
            <a:off x="9209217" y="6271861"/>
            <a:ext cx="2796573" cy="0"/>
          </a:xfrm>
          <a:prstGeom prst="line">
            <a:avLst/>
          </a:prstGeom>
          <a:ln/>
        </p:spPr>
        <p:style>
          <a:lnRef idx="2">
            <a:schemeClr val="accent1"/>
          </a:lnRef>
          <a:fillRef idx="0">
            <a:schemeClr val="accent1"/>
          </a:fillRef>
          <a:effectRef idx="1">
            <a:schemeClr val="accent1"/>
          </a:effectRef>
          <a:fontRef idx="minor">
            <a:schemeClr val="tx1"/>
          </a:fontRef>
        </p:style>
      </p:cxnSp>
      <p:cxnSp>
        <p:nvCxnSpPr>
          <p:cNvPr id="60" name="Straight Connector 59"/>
          <p:cNvCxnSpPr/>
          <p:nvPr/>
        </p:nvCxnSpPr>
        <p:spPr>
          <a:xfrm>
            <a:off x="403545" y="4449157"/>
            <a:ext cx="2796573" cy="0"/>
          </a:xfrm>
          <a:prstGeom prst="line">
            <a:avLst/>
          </a:prstGeom>
          <a:ln/>
        </p:spPr>
        <p:style>
          <a:lnRef idx="2">
            <a:schemeClr val="accent3"/>
          </a:lnRef>
          <a:fillRef idx="0">
            <a:schemeClr val="accent3"/>
          </a:fillRef>
          <a:effectRef idx="1">
            <a:schemeClr val="accent3"/>
          </a:effectRef>
          <a:fontRef idx="minor">
            <a:schemeClr val="tx1"/>
          </a:fontRef>
        </p:style>
      </p:cxnSp>
      <p:cxnSp>
        <p:nvCxnSpPr>
          <p:cNvPr id="67" name="Straight Connector 66"/>
          <p:cNvCxnSpPr/>
          <p:nvPr/>
        </p:nvCxnSpPr>
        <p:spPr>
          <a:xfrm>
            <a:off x="3344865" y="4449157"/>
            <a:ext cx="2796573" cy="0"/>
          </a:xfrm>
          <a:prstGeom prst="line">
            <a:avLst/>
          </a:prstGeom>
          <a:ln/>
        </p:spPr>
        <p:style>
          <a:lnRef idx="2">
            <a:schemeClr val="accent4"/>
          </a:lnRef>
          <a:fillRef idx="0">
            <a:schemeClr val="accent4"/>
          </a:fillRef>
          <a:effectRef idx="1">
            <a:schemeClr val="accent4"/>
          </a:effectRef>
          <a:fontRef idx="minor">
            <a:schemeClr val="tx1"/>
          </a:fontRef>
        </p:style>
      </p:cxnSp>
      <p:cxnSp>
        <p:nvCxnSpPr>
          <p:cNvPr id="68" name="Straight Connector 67"/>
          <p:cNvCxnSpPr/>
          <p:nvPr/>
        </p:nvCxnSpPr>
        <p:spPr>
          <a:xfrm>
            <a:off x="6280089" y="4449157"/>
            <a:ext cx="2796573" cy="0"/>
          </a:xfrm>
          <a:prstGeom prst="line">
            <a:avLst/>
          </a:prstGeom>
          <a:ln/>
        </p:spPr>
        <p:style>
          <a:lnRef idx="2">
            <a:schemeClr val="accent5"/>
          </a:lnRef>
          <a:fillRef idx="0">
            <a:schemeClr val="accent5"/>
          </a:fillRef>
          <a:effectRef idx="1">
            <a:schemeClr val="accent5"/>
          </a:effectRef>
          <a:fontRef idx="minor">
            <a:schemeClr val="tx1"/>
          </a:fontRef>
        </p:style>
      </p:cxnSp>
      <p:cxnSp>
        <p:nvCxnSpPr>
          <p:cNvPr id="69" name="Straight Connector 68"/>
          <p:cNvCxnSpPr/>
          <p:nvPr/>
        </p:nvCxnSpPr>
        <p:spPr>
          <a:xfrm>
            <a:off x="9215313" y="4449157"/>
            <a:ext cx="2796573" cy="0"/>
          </a:xfrm>
          <a:prstGeom prst="line">
            <a:avLst/>
          </a:prstGeom>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03100595"/>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6" name="Object 85"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86" name="Object 85"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5" name="Rectangle 84" hidden="1"/>
          <p:cNvSpPr/>
          <p:nvPr>
            <p:custDataLst>
              <p:tags r:id="rId2"/>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2000" b="0" i="0" u="none" strike="noStrike" kern="1200" cap="none" spc="0" normalizeH="0" baseline="0" noProof="0" dirty="0">
              <a:ln>
                <a:noFill/>
              </a:ln>
              <a:solidFill>
                <a:prstClr val="white"/>
              </a:solidFill>
              <a:effectLst/>
              <a:uLnTx/>
              <a:uFillTx/>
              <a:latin typeface="Verdana" panose="020B0604030504040204" pitchFamily="34" charset="0"/>
              <a:ea typeface="+mn-ea"/>
              <a:cs typeface="+mn-cs"/>
              <a:sym typeface="Verdana" panose="020B0604030504040204" pitchFamily="34" charset="0"/>
            </a:endParaRPr>
          </a:p>
        </p:txBody>
      </p:sp>
      <p:sp>
        <p:nvSpPr>
          <p:cNvPr id="3" name="Title 2"/>
          <p:cNvSpPr>
            <a:spLocks noGrp="1"/>
          </p:cNvSpPr>
          <p:nvPr>
            <p:ph type="title"/>
          </p:nvPr>
        </p:nvSpPr>
        <p:spPr/>
        <p:txBody>
          <a:bodyPr/>
          <a:lstStyle/>
          <a:p>
            <a:r>
              <a:rPr lang="en-US" dirty="0"/>
              <a:t>Module 4: Setting up of the PMO &amp; Implementation Monitoring Framework</a:t>
            </a:r>
            <a:endParaRPr lang="en-IN" dirty="0"/>
          </a:p>
        </p:txBody>
      </p:sp>
      <p:grpSp>
        <p:nvGrpSpPr>
          <p:cNvPr id="5" name="Group 4"/>
          <p:cNvGrpSpPr/>
          <p:nvPr/>
        </p:nvGrpSpPr>
        <p:grpSpPr>
          <a:xfrm>
            <a:off x="5699268" y="1549313"/>
            <a:ext cx="5886965" cy="3374705"/>
            <a:chOff x="6986427" y="2251323"/>
            <a:chExt cx="6610113" cy="3895916"/>
          </a:xfrm>
        </p:grpSpPr>
        <p:sp>
          <p:nvSpPr>
            <p:cNvPr id="6" name="Rectangle 3"/>
            <p:cNvSpPr>
              <a:spLocks noChangeArrowheads="1"/>
            </p:cNvSpPr>
            <p:nvPr/>
          </p:nvSpPr>
          <p:spPr bwMode="auto">
            <a:xfrm>
              <a:off x="7797484" y="2251323"/>
              <a:ext cx="5799056" cy="438227"/>
            </a:xfrm>
            <a:prstGeom prst="rect">
              <a:avLst/>
            </a:prstGeom>
            <a:solidFill>
              <a:schemeClr val="accent1">
                <a:lumMod val="60000"/>
                <a:lumOff val="40000"/>
              </a:schemeClr>
            </a:solidFill>
            <a:ln w="6350" algn="ctr">
              <a:noFill/>
              <a:miter lim="800000"/>
              <a:headEnd type="none" w="sm" len="sm"/>
              <a:tailEnd type="none" w="sm" len="sm"/>
            </a:ln>
            <a:effectLst/>
          </p:spPr>
          <p:txBody>
            <a:bodyPr lIns="180000" tIns="91440" rIns="36000" bIns="91440" anchor="ctr"/>
            <a:lstStyle/>
            <a:p>
              <a:pPr marL="12700" marR="0" lvl="0" indent="-360000" algn="l" defTabSz="914400" rtl="0" eaLnBrk="1" fontAlgn="auto" latinLnBrk="0" hangingPunct="1">
                <a:lnSpc>
                  <a:spcPct val="110000"/>
                </a:lnSpc>
                <a:spcBef>
                  <a:spcPts val="0"/>
                </a:spcBef>
                <a:spcAft>
                  <a:spcPts val="0"/>
                </a:spcAft>
                <a:buClrTx/>
                <a:buSzTx/>
                <a:buFontTx/>
                <a:buNone/>
                <a:tabLst/>
                <a:defRPr/>
              </a:pPr>
              <a:r>
                <a:rPr kumimoji="0" lang="en-US" altLang="ja-JP" sz="1000" b="0" i="0" u="none" strike="noStrike" kern="1200" cap="none" spc="0" normalizeH="0" baseline="0" noProof="0" dirty="0">
                  <a:ln>
                    <a:noFill/>
                  </a:ln>
                  <a:solidFill>
                    <a:prstClr val="black"/>
                  </a:solidFill>
                  <a:effectLst/>
                  <a:uLnTx/>
                  <a:uFillTx/>
                  <a:latin typeface="Verdana"/>
                  <a:ea typeface="ＭＳ Ｐゴシック" pitchFamily="50" charset="-128"/>
                  <a:cs typeface="+mn-cs"/>
                </a:rPr>
                <a:t>The scope is defined, realistic and actively monitored</a:t>
              </a:r>
            </a:p>
          </p:txBody>
        </p:sp>
        <p:sp>
          <p:nvSpPr>
            <p:cNvPr id="7" name="Rectangle 3"/>
            <p:cNvSpPr>
              <a:spLocks noChangeArrowheads="1"/>
            </p:cNvSpPr>
            <p:nvPr/>
          </p:nvSpPr>
          <p:spPr bwMode="auto">
            <a:xfrm>
              <a:off x="7797484" y="2714619"/>
              <a:ext cx="5799053" cy="438227"/>
            </a:xfrm>
            <a:prstGeom prst="rect">
              <a:avLst/>
            </a:prstGeom>
            <a:solidFill>
              <a:schemeClr val="accent1">
                <a:lumMod val="60000"/>
                <a:lumOff val="40000"/>
              </a:schemeClr>
            </a:solidFill>
            <a:ln w="6350" algn="ctr">
              <a:noFill/>
              <a:miter lim="800000"/>
              <a:headEnd type="none" w="sm" len="sm"/>
              <a:tailEnd type="none" w="sm" len="sm"/>
            </a:ln>
            <a:effectLst/>
          </p:spPr>
          <p:txBody>
            <a:bodyPr lIns="180000" tIns="91440" rIns="36000" bIns="91440" anchor="ctr"/>
            <a:lstStyle/>
            <a:p>
              <a:pPr marL="12700" marR="0" lvl="0" indent="-360000" algn="l" defTabSz="914400" rtl="0" eaLnBrk="1" fontAlgn="auto" latinLnBrk="0" hangingPunct="1">
                <a:lnSpc>
                  <a:spcPct val="110000"/>
                </a:lnSpc>
                <a:spcBef>
                  <a:spcPts val="0"/>
                </a:spcBef>
                <a:spcAft>
                  <a:spcPts val="0"/>
                </a:spcAft>
                <a:buClrTx/>
                <a:buSzTx/>
                <a:buFontTx/>
                <a:buNone/>
                <a:tabLst/>
                <a:defRPr/>
              </a:pPr>
              <a:r>
                <a:rPr kumimoji="0" lang="en-US" altLang="ja-JP" sz="1000" b="0" i="0" u="none" strike="noStrike" kern="1200" cap="none" spc="0" normalizeH="0" baseline="0" noProof="0" dirty="0">
                  <a:ln>
                    <a:noFill/>
                  </a:ln>
                  <a:solidFill>
                    <a:prstClr val="black"/>
                  </a:solidFill>
                  <a:effectLst/>
                  <a:uLnTx/>
                  <a:uFillTx/>
                  <a:latin typeface="Verdana"/>
                  <a:ea typeface="ＭＳ Ｐゴシック" pitchFamily="50" charset="-128"/>
                  <a:cs typeface="+mn-cs"/>
                </a:rPr>
                <a:t>Deliverables and approval process are defined and clear</a:t>
              </a:r>
            </a:p>
          </p:txBody>
        </p:sp>
        <p:sp>
          <p:nvSpPr>
            <p:cNvPr id="8" name="Rectangle 3"/>
            <p:cNvSpPr>
              <a:spLocks noChangeArrowheads="1"/>
            </p:cNvSpPr>
            <p:nvPr/>
          </p:nvSpPr>
          <p:spPr bwMode="auto">
            <a:xfrm>
              <a:off x="7797484" y="3217102"/>
              <a:ext cx="5799053" cy="438227"/>
            </a:xfrm>
            <a:prstGeom prst="rect">
              <a:avLst/>
            </a:prstGeom>
            <a:solidFill>
              <a:schemeClr val="accent1">
                <a:lumMod val="60000"/>
                <a:lumOff val="40000"/>
              </a:schemeClr>
            </a:solidFill>
            <a:ln w="6350" algn="ctr">
              <a:noFill/>
              <a:miter lim="800000"/>
              <a:headEnd type="none" w="sm" len="sm"/>
              <a:tailEnd type="none" w="sm" len="sm"/>
            </a:ln>
            <a:effectLst/>
          </p:spPr>
          <p:txBody>
            <a:bodyPr lIns="180000" tIns="91440" rIns="36000" bIns="91440" anchor="ctr"/>
            <a:lstStyle/>
            <a:p>
              <a:pPr marL="12700" marR="0" lvl="0" indent="-360000" algn="l" defTabSz="914400" rtl="0" eaLnBrk="1" fontAlgn="auto" latinLnBrk="0" hangingPunct="1">
                <a:lnSpc>
                  <a:spcPct val="110000"/>
                </a:lnSpc>
                <a:spcBef>
                  <a:spcPts val="0"/>
                </a:spcBef>
                <a:spcAft>
                  <a:spcPts val="0"/>
                </a:spcAft>
                <a:buClrTx/>
                <a:buSzTx/>
                <a:buFontTx/>
                <a:buNone/>
                <a:tabLst/>
                <a:defRPr/>
              </a:pPr>
              <a:r>
                <a:rPr kumimoji="0" lang="en-US" altLang="ja-JP" sz="1000" b="0" i="0" u="none" strike="noStrike" kern="1200" cap="none" spc="0" normalizeH="0" baseline="0" noProof="0" dirty="0">
                  <a:ln>
                    <a:noFill/>
                  </a:ln>
                  <a:solidFill>
                    <a:prstClr val="black"/>
                  </a:solidFill>
                  <a:effectLst/>
                  <a:uLnTx/>
                  <a:uFillTx/>
                  <a:latin typeface="Verdana"/>
                  <a:ea typeface="ＭＳ Ｐゴシック" pitchFamily="50" charset="-128"/>
                  <a:cs typeface="+mn-cs"/>
                </a:rPr>
                <a:t>Quality standards are defined and monitored</a:t>
              </a:r>
            </a:p>
          </p:txBody>
        </p:sp>
        <p:sp>
          <p:nvSpPr>
            <p:cNvPr id="9" name="Rectangle 3"/>
            <p:cNvSpPr>
              <a:spLocks noChangeArrowheads="1"/>
            </p:cNvSpPr>
            <p:nvPr/>
          </p:nvSpPr>
          <p:spPr bwMode="auto">
            <a:xfrm>
              <a:off x="7797484" y="3719586"/>
              <a:ext cx="5799053" cy="438227"/>
            </a:xfrm>
            <a:prstGeom prst="rect">
              <a:avLst/>
            </a:prstGeom>
            <a:solidFill>
              <a:schemeClr val="accent1">
                <a:lumMod val="60000"/>
                <a:lumOff val="40000"/>
              </a:schemeClr>
            </a:solidFill>
            <a:ln w="6350" algn="ctr">
              <a:noFill/>
              <a:miter lim="800000"/>
              <a:headEnd type="none" w="sm" len="sm"/>
              <a:tailEnd type="none" w="sm" len="sm"/>
            </a:ln>
            <a:effectLst/>
          </p:spPr>
          <p:txBody>
            <a:bodyPr lIns="180000" tIns="91440" rIns="36000" bIns="91440" anchor="ctr"/>
            <a:lstStyle/>
            <a:p>
              <a:pPr marL="12700" marR="0" lvl="0" indent="-360000" algn="l" defTabSz="914400" rtl="0" eaLnBrk="1" fontAlgn="auto" latinLnBrk="0" hangingPunct="1">
                <a:lnSpc>
                  <a:spcPct val="110000"/>
                </a:lnSpc>
                <a:spcBef>
                  <a:spcPts val="0"/>
                </a:spcBef>
                <a:spcAft>
                  <a:spcPts val="0"/>
                </a:spcAft>
                <a:buClrTx/>
                <a:buSzTx/>
                <a:buFontTx/>
                <a:buNone/>
                <a:tabLst/>
                <a:defRPr/>
              </a:pPr>
              <a:r>
                <a:rPr kumimoji="0" lang="en-US" altLang="ja-JP" sz="1000" b="0" i="0" u="none" strike="noStrike" kern="1200" cap="none" spc="0" normalizeH="0" baseline="0" noProof="0" dirty="0">
                  <a:ln>
                    <a:noFill/>
                  </a:ln>
                  <a:solidFill>
                    <a:prstClr val="black"/>
                  </a:solidFill>
                  <a:effectLst/>
                  <a:uLnTx/>
                  <a:uFillTx/>
                  <a:latin typeface="Verdana"/>
                  <a:ea typeface="ＭＳ Ｐゴシック" pitchFamily="50" charset="-128"/>
                  <a:cs typeface="+mn-cs"/>
                </a:rPr>
                <a:t>Work is planned and tracked, and critical path is monitored</a:t>
              </a:r>
            </a:p>
          </p:txBody>
        </p:sp>
        <p:sp>
          <p:nvSpPr>
            <p:cNvPr id="10" name="Rectangle 3"/>
            <p:cNvSpPr>
              <a:spLocks noChangeArrowheads="1"/>
            </p:cNvSpPr>
            <p:nvPr/>
          </p:nvSpPr>
          <p:spPr bwMode="auto">
            <a:xfrm>
              <a:off x="7797484" y="4222070"/>
              <a:ext cx="5799053" cy="438227"/>
            </a:xfrm>
            <a:prstGeom prst="rect">
              <a:avLst/>
            </a:prstGeom>
            <a:solidFill>
              <a:schemeClr val="accent1">
                <a:lumMod val="60000"/>
                <a:lumOff val="40000"/>
              </a:schemeClr>
            </a:solidFill>
            <a:ln w="6350" algn="ctr">
              <a:noFill/>
              <a:miter lim="800000"/>
              <a:headEnd type="none" w="sm" len="sm"/>
              <a:tailEnd type="none" w="sm" len="sm"/>
            </a:ln>
            <a:effectLst/>
          </p:spPr>
          <p:txBody>
            <a:bodyPr lIns="180000" tIns="91440" rIns="36000" bIns="91440" anchor="ctr"/>
            <a:lstStyle/>
            <a:p>
              <a:pPr marL="12700" marR="0" lvl="0" indent="-360000" algn="l" defTabSz="914400" rtl="0" eaLnBrk="1" fontAlgn="auto" latinLnBrk="0" hangingPunct="1">
                <a:lnSpc>
                  <a:spcPct val="110000"/>
                </a:lnSpc>
                <a:spcBef>
                  <a:spcPts val="0"/>
                </a:spcBef>
                <a:spcAft>
                  <a:spcPts val="0"/>
                </a:spcAft>
                <a:buClrTx/>
                <a:buSzTx/>
                <a:buFontTx/>
                <a:buNone/>
                <a:tabLst/>
                <a:defRPr/>
              </a:pPr>
              <a:r>
                <a:rPr kumimoji="0" lang="en-US" altLang="ja-JP" sz="1000" b="0" i="0" u="none" strike="noStrike" kern="1200" cap="none" spc="0" normalizeH="0" baseline="0" noProof="0" dirty="0">
                  <a:ln>
                    <a:noFill/>
                  </a:ln>
                  <a:solidFill>
                    <a:prstClr val="black"/>
                  </a:solidFill>
                  <a:effectLst/>
                  <a:uLnTx/>
                  <a:uFillTx/>
                  <a:latin typeface="Verdana"/>
                  <a:ea typeface="ＭＳ Ｐゴシック" pitchFamily="50" charset="-128"/>
                  <a:cs typeface="+mn-cs"/>
                </a:rPr>
                <a:t>Team is competent, motivated and exemplary</a:t>
              </a:r>
            </a:p>
          </p:txBody>
        </p:sp>
        <p:sp>
          <p:nvSpPr>
            <p:cNvPr id="11" name="Rectangle 3"/>
            <p:cNvSpPr>
              <a:spLocks noChangeArrowheads="1"/>
            </p:cNvSpPr>
            <p:nvPr/>
          </p:nvSpPr>
          <p:spPr bwMode="auto">
            <a:xfrm>
              <a:off x="7797484" y="4704044"/>
              <a:ext cx="5799053" cy="438227"/>
            </a:xfrm>
            <a:prstGeom prst="rect">
              <a:avLst/>
            </a:prstGeom>
            <a:solidFill>
              <a:schemeClr val="accent1">
                <a:lumMod val="60000"/>
                <a:lumOff val="40000"/>
              </a:schemeClr>
            </a:solidFill>
            <a:ln w="6350" algn="ctr">
              <a:noFill/>
              <a:miter lim="800000"/>
              <a:headEnd type="none" w="sm" len="sm"/>
              <a:tailEnd type="none" w="sm" len="sm"/>
            </a:ln>
            <a:effectLst/>
          </p:spPr>
          <p:txBody>
            <a:bodyPr lIns="180000" tIns="91440" rIns="36000" bIns="91440" anchor="ctr"/>
            <a:lstStyle/>
            <a:p>
              <a:pPr marL="12700" marR="0" lvl="0" indent="-360000" algn="l" defTabSz="914400" rtl="0" eaLnBrk="1" fontAlgn="auto" latinLnBrk="0" hangingPunct="1">
                <a:lnSpc>
                  <a:spcPct val="110000"/>
                </a:lnSpc>
                <a:spcBef>
                  <a:spcPts val="0"/>
                </a:spcBef>
                <a:spcAft>
                  <a:spcPts val="0"/>
                </a:spcAft>
                <a:buClrTx/>
                <a:buSzTx/>
                <a:buFontTx/>
                <a:buNone/>
                <a:tabLst/>
                <a:defRPr/>
              </a:pPr>
              <a:r>
                <a:rPr kumimoji="0" lang="en-US" altLang="ja-JP" sz="1000" b="0" i="0" u="none" strike="noStrike" kern="1200" cap="none" spc="0" normalizeH="0" baseline="0" noProof="0" dirty="0">
                  <a:ln>
                    <a:noFill/>
                  </a:ln>
                  <a:solidFill>
                    <a:prstClr val="black"/>
                  </a:solidFill>
                  <a:effectLst/>
                  <a:uLnTx/>
                  <a:uFillTx/>
                  <a:latin typeface="Verdana"/>
                  <a:ea typeface="ＭＳ Ｐゴシック" pitchFamily="50" charset="-128"/>
                  <a:cs typeface="+mn-cs"/>
                </a:rPr>
                <a:t>All stakeholders are involved</a:t>
              </a:r>
            </a:p>
          </p:txBody>
        </p:sp>
        <p:sp>
          <p:nvSpPr>
            <p:cNvPr id="12" name="Rectangle 3"/>
            <p:cNvSpPr>
              <a:spLocks noChangeArrowheads="1"/>
            </p:cNvSpPr>
            <p:nvPr/>
          </p:nvSpPr>
          <p:spPr bwMode="auto">
            <a:xfrm>
              <a:off x="7797484" y="5206528"/>
              <a:ext cx="5799053" cy="438227"/>
            </a:xfrm>
            <a:prstGeom prst="rect">
              <a:avLst/>
            </a:prstGeom>
            <a:solidFill>
              <a:schemeClr val="accent1">
                <a:lumMod val="60000"/>
                <a:lumOff val="40000"/>
              </a:schemeClr>
            </a:solidFill>
            <a:ln w="6350" algn="ctr">
              <a:noFill/>
              <a:miter lim="800000"/>
              <a:headEnd type="none" w="sm" len="sm"/>
              <a:tailEnd type="none" w="sm" len="sm"/>
            </a:ln>
            <a:effectLst/>
          </p:spPr>
          <p:txBody>
            <a:bodyPr lIns="180000" tIns="91440" rIns="36000" bIns="91440" anchor="ctr"/>
            <a:lstStyle/>
            <a:p>
              <a:pPr marL="12700" marR="0" lvl="0" indent="-360000" algn="l" defTabSz="914400" rtl="0" eaLnBrk="1" fontAlgn="auto" latinLnBrk="0" hangingPunct="1">
                <a:lnSpc>
                  <a:spcPct val="110000"/>
                </a:lnSpc>
                <a:spcBef>
                  <a:spcPts val="0"/>
                </a:spcBef>
                <a:spcAft>
                  <a:spcPts val="0"/>
                </a:spcAft>
                <a:buClrTx/>
                <a:buSzTx/>
                <a:buFontTx/>
                <a:buNone/>
                <a:tabLst/>
                <a:defRPr/>
              </a:pPr>
              <a:r>
                <a:rPr kumimoji="0" lang="en-US" altLang="ja-JP" sz="1000" b="0" i="0" u="none" strike="noStrike" kern="1200" cap="none" spc="0" normalizeH="0" baseline="0" noProof="0" dirty="0">
                  <a:ln>
                    <a:noFill/>
                  </a:ln>
                  <a:solidFill>
                    <a:prstClr val="black"/>
                  </a:solidFill>
                  <a:effectLst/>
                  <a:uLnTx/>
                  <a:uFillTx/>
                  <a:latin typeface="Verdana"/>
                  <a:ea typeface="ＭＳ Ｐゴシック" pitchFamily="50" charset="-128"/>
                  <a:cs typeface="+mn-cs"/>
                </a:rPr>
                <a:t>Costs are monitored and expected gains have been measured </a:t>
              </a:r>
            </a:p>
          </p:txBody>
        </p:sp>
        <p:sp>
          <p:nvSpPr>
            <p:cNvPr id="13" name="Rectangle 3"/>
            <p:cNvSpPr>
              <a:spLocks noChangeArrowheads="1"/>
            </p:cNvSpPr>
            <p:nvPr/>
          </p:nvSpPr>
          <p:spPr bwMode="auto">
            <a:xfrm>
              <a:off x="7797484" y="5709012"/>
              <a:ext cx="5799053" cy="438227"/>
            </a:xfrm>
            <a:prstGeom prst="rect">
              <a:avLst/>
            </a:prstGeom>
            <a:solidFill>
              <a:schemeClr val="accent1">
                <a:lumMod val="60000"/>
                <a:lumOff val="40000"/>
              </a:schemeClr>
            </a:solidFill>
            <a:ln w="6350" algn="ctr">
              <a:noFill/>
              <a:miter lim="800000"/>
              <a:headEnd type="none" w="sm" len="sm"/>
              <a:tailEnd type="none" w="sm" len="sm"/>
            </a:ln>
            <a:effectLst/>
          </p:spPr>
          <p:txBody>
            <a:bodyPr lIns="180000" tIns="91440" rIns="36000" bIns="91440" anchor="ctr"/>
            <a:lstStyle/>
            <a:p>
              <a:pPr marL="12700" marR="0" lvl="0" indent="-360000" algn="l" defTabSz="914400" rtl="0" eaLnBrk="1" fontAlgn="auto" latinLnBrk="0" hangingPunct="1">
                <a:lnSpc>
                  <a:spcPct val="110000"/>
                </a:lnSpc>
                <a:spcBef>
                  <a:spcPts val="0"/>
                </a:spcBef>
                <a:spcAft>
                  <a:spcPts val="0"/>
                </a:spcAft>
                <a:buClrTx/>
                <a:buSzTx/>
                <a:buFontTx/>
                <a:buNone/>
                <a:tabLst/>
                <a:defRPr/>
              </a:pPr>
              <a:r>
                <a:rPr kumimoji="0" lang="en-US" altLang="ja-JP" sz="1000" b="0" i="0" u="none" strike="noStrike" kern="1200" cap="none" spc="0" normalizeH="0" baseline="0" noProof="0" dirty="0">
                  <a:ln>
                    <a:noFill/>
                  </a:ln>
                  <a:solidFill>
                    <a:prstClr val="black"/>
                  </a:solidFill>
                  <a:effectLst/>
                  <a:uLnTx/>
                  <a:uFillTx/>
                  <a:latin typeface="Verdana"/>
                  <a:ea typeface="ＭＳ Ｐゴシック" pitchFamily="50" charset="-128"/>
                  <a:cs typeface="+mn-cs"/>
                </a:rPr>
                <a:t>Risks are anticipated and mitigation actions are triggered on time</a:t>
              </a:r>
            </a:p>
          </p:txBody>
        </p:sp>
        <p:grpSp>
          <p:nvGrpSpPr>
            <p:cNvPr id="14" name="Group 13"/>
            <p:cNvGrpSpPr/>
            <p:nvPr/>
          </p:nvGrpSpPr>
          <p:grpSpPr>
            <a:xfrm>
              <a:off x="6986427" y="2251325"/>
              <a:ext cx="923163" cy="3853689"/>
              <a:chOff x="7009590" y="2251325"/>
              <a:chExt cx="900000" cy="3853689"/>
            </a:xfrm>
          </p:grpSpPr>
          <p:sp>
            <p:nvSpPr>
              <p:cNvPr id="15" name="AutoShape 8"/>
              <p:cNvSpPr>
                <a:spLocks noChangeArrowheads="1"/>
              </p:cNvSpPr>
              <p:nvPr/>
            </p:nvSpPr>
            <p:spPr bwMode="auto">
              <a:xfrm>
                <a:off x="7009590" y="2251325"/>
                <a:ext cx="900000" cy="396000"/>
              </a:xfrm>
              <a:prstGeom prst="homePlate">
                <a:avLst>
                  <a:gd name="adj" fmla="val 58854"/>
                </a:avLst>
              </a:prstGeom>
              <a:solidFill>
                <a:schemeClr val="bg1"/>
              </a:solidFill>
              <a:ln w="6350" algn="ctr">
                <a:solidFill>
                  <a:schemeClr val="accent1"/>
                </a:solidFill>
                <a:miter lim="800000"/>
                <a:headEnd type="none" w="sm" len="sm"/>
                <a:tailEnd type="none" w="sm" len="sm"/>
              </a:ln>
              <a:effectLst/>
            </p:spPr>
            <p:txBody>
              <a:bodyPr tIns="91440" bIns="9144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1800" b="0" i="0" u="none" strike="noStrike" kern="1200" cap="none" spc="0" normalizeH="0" baseline="0" noProof="0" dirty="0">
                    <a:ln>
                      <a:noFill/>
                    </a:ln>
                    <a:solidFill>
                      <a:prstClr val="black"/>
                    </a:solidFill>
                    <a:effectLst/>
                    <a:uLnTx/>
                    <a:uFillTx/>
                    <a:latin typeface="Verdana"/>
                    <a:ea typeface="ＭＳ Ｐゴシック" pitchFamily="50" charset="-128"/>
                    <a:cs typeface="+mn-cs"/>
                  </a:rPr>
                  <a:t>1</a:t>
                </a:r>
              </a:p>
            </p:txBody>
          </p:sp>
          <p:sp>
            <p:nvSpPr>
              <p:cNvPr id="16" name="AutoShape 8"/>
              <p:cNvSpPr>
                <a:spLocks noChangeArrowheads="1"/>
              </p:cNvSpPr>
              <p:nvPr/>
            </p:nvSpPr>
            <p:spPr bwMode="auto">
              <a:xfrm>
                <a:off x="7009590" y="2714620"/>
                <a:ext cx="900000" cy="396000"/>
              </a:xfrm>
              <a:prstGeom prst="homePlate">
                <a:avLst>
                  <a:gd name="adj" fmla="val 58854"/>
                </a:avLst>
              </a:prstGeom>
              <a:solidFill>
                <a:schemeClr val="bg1"/>
              </a:solidFill>
              <a:ln w="6350" algn="ctr">
                <a:solidFill>
                  <a:schemeClr val="accent1"/>
                </a:solidFill>
                <a:miter lim="800000"/>
                <a:headEnd type="none" w="sm" len="sm"/>
                <a:tailEnd type="none" w="sm" len="sm"/>
              </a:ln>
              <a:effectLst/>
            </p:spPr>
            <p:txBody>
              <a:bodyPr tIns="91440" bIns="9144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1800" b="0" i="0" u="none" strike="noStrike" kern="1200" cap="none" spc="0" normalizeH="0" baseline="0" noProof="0" dirty="0">
                    <a:ln>
                      <a:noFill/>
                    </a:ln>
                    <a:solidFill>
                      <a:prstClr val="black"/>
                    </a:solidFill>
                    <a:effectLst/>
                    <a:uLnTx/>
                    <a:uFillTx/>
                    <a:latin typeface="Verdana"/>
                    <a:ea typeface="ＭＳ Ｐゴシック" pitchFamily="50" charset="-128"/>
                    <a:cs typeface="+mn-cs"/>
                  </a:rPr>
                  <a:t>2</a:t>
                </a:r>
              </a:p>
            </p:txBody>
          </p:sp>
          <p:sp>
            <p:nvSpPr>
              <p:cNvPr id="17" name="AutoShape 8"/>
              <p:cNvSpPr>
                <a:spLocks noChangeArrowheads="1"/>
              </p:cNvSpPr>
              <p:nvPr/>
            </p:nvSpPr>
            <p:spPr bwMode="auto">
              <a:xfrm>
                <a:off x="7009590" y="3217104"/>
                <a:ext cx="900000" cy="396000"/>
              </a:xfrm>
              <a:prstGeom prst="homePlate">
                <a:avLst>
                  <a:gd name="adj" fmla="val 58854"/>
                </a:avLst>
              </a:prstGeom>
              <a:solidFill>
                <a:schemeClr val="bg1"/>
              </a:solidFill>
              <a:ln w="6350" algn="ctr">
                <a:solidFill>
                  <a:schemeClr val="accent1"/>
                </a:solidFill>
                <a:miter lim="800000"/>
                <a:headEnd type="none" w="sm" len="sm"/>
                <a:tailEnd type="none" w="sm" len="sm"/>
              </a:ln>
              <a:effectLst/>
            </p:spPr>
            <p:txBody>
              <a:bodyPr tIns="91440" bIns="9144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1800" b="0" i="0" u="none" strike="noStrike" kern="1200" cap="none" spc="0" normalizeH="0" baseline="0" noProof="0" dirty="0">
                    <a:ln>
                      <a:noFill/>
                    </a:ln>
                    <a:solidFill>
                      <a:prstClr val="black"/>
                    </a:solidFill>
                    <a:effectLst/>
                    <a:uLnTx/>
                    <a:uFillTx/>
                    <a:latin typeface="Verdana"/>
                    <a:ea typeface="ＭＳ Ｐゴシック" pitchFamily="50" charset="-128"/>
                    <a:cs typeface="+mn-cs"/>
                  </a:rPr>
                  <a:t>3</a:t>
                </a:r>
              </a:p>
            </p:txBody>
          </p:sp>
          <p:sp>
            <p:nvSpPr>
              <p:cNvPr id="18" name="AutoShape 8"/>
              <p:cNvSpPr>
                <a:spLocks noChangeArrowheads="1"/>
              </p:cNvSpPr>
              <p:nvPr/>
            </p:nvSpPr>
            <p:spPr bwMode="auto">
              <a:xfrm>
                <a:off x="7009590" y="3719588"/>
                <a:ext cx="900000" cy="396000"/>
              </a:xfrm>
              <a:prstGeom prst="homePlate">
                <a:avLst>
                  <a:gd name="adj" fmla="val 58854"/>
                </a:avLst>
              </a:prstGeom>
              <a:solidFill>
                <a:schemeClr val="bg1"/>
              </a:solidFill>
              <a:ln w="6350" algn="ctr">
                <a:solidFill>
                  <a:schemeClr val="accent1"/>
                </a:solidFill>
                <a:miter lim="800000"/>
                <a:headEnd type="none" w="sm" len="sm"/>
                <a:tailEnd type="none" w="sm" len="sm"/>
              </a:ln>
              <a:effectLst/>
            </p:spPr>
            <p:txBody>
              <a:bodyPr tIns="91440" bIns="9144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1800" b="0" i="0" u="none" strike="noStrike" kern="1200" cap="none" spc="0" normalizeH="0" baseline="0" noProof="0" dirty="0">
                    <a:ln>
                      <a:noFill/>
                    </a:ln>
                    <a:solidFill>
                      <a:prstClr val="black"/>
                    </a:solidFill>
                    <a:effectLst/>
                    <a:uLnTx/>
                    <a:uFillTx/>
                    <a:latin typeface="Verdana"/>
                    <a:ea typeface="ＭＳ Ｐゴシック" pitchFamily="50" charset="-128"/>
                    <a:cs typeface="+mn-cs"/>
                  </a:rPr>
                  <a:t>4</a:t>
                </a:r>
              </a:p>
            </p:txBody>
          </p:sp>
          <p:sp>
            <p:nvSpPr>
              <p:cNvPr id="19" name="AutoShape 8"/>
              <p:cNvSpPr>
                <a:spLocks noChangeArrowheads="1"/>
              </p:cNvSpPr>
              <p:nvPr/>
            </p:nvSpPr>
            <p:spPr bwMode="auto">
              <a:xfrm>
                <a:off x="7009590" y="4222072"/>
                <a:ext cx="900000" cy="396000"/>
              </a:xfrm>
              <a:prstGeom prst="homePlate">
                <a:avLst>
                  <a:gd name="adj" fmla="val 58854"/>
                </a:avLst>
              </a:prstGeom>
              <a:solidFill>
                <a:schemeClr val="bg1"/>
              </a:solidFill>
              <a:ln w="6350" algn="ctr">
                <a:solidFill>
                  <a:schemeClr val="accent1"/>
                </a:solidFill>
                <a:miter lim="800000"/>
                <a:headEnd type="none" w="sm" len="sm"/>
                <a:tailEnd type="none" w="sm" len="sm"/>
              </a:ln>
              <a:effectLst/>
            </p:spPr>
            <p:txBody>
              <a:bodyPr tIns="91440" bIns="9144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1800" b="0" i="0" u="none" strike="noStrike" kern="1200" cap="none" spc="0" normalizeH="0" baseline="0" noProof="0" dirty="0">
                    <a:ln>
                      <a:noFill/>
                    </a:ln>
                    <a:solidFill>
                      <a:prstClr val="black"/>
                    </a:solidFill>
                    <a:effectLst/>
                    <a:uLnTx/>
                    <a:uFillTx/>
                    <a:latin typeface="Verdana"/>
                    <a:ea typeface="ＭＳ Ｐゴシック" pitchFamily="50" charset="-128"/>
                    <a:cs typeface="+mn-cs"/>
                  </a:rPr>
                  <a:t>5</a:t>
                </a:r>
              </a:p>
            </p:txBody>
          </p:sp>
          <p:sp>
            <p:nvSpPr>
              <p:cNvPr id="20" name="AutoShape 8"/>
              <p:cNvSpPr>
                <a:spLocks noChangeArrowheads="1"/>
              </p:cNvSpPr>
              <p:nvPr/>
            </p:nvSpPr>
            <p:spPr bwMode="auto">
              <a:xfrm>
                <a:off x="7009590" y="4704046"/>
                <a:ext cx="900000" cy="396000"/>
              </a:xfrm>
              <a:prstGeom prst="homePlate">
                <a:avLst>
                  <a:gd name="adj" fmla="val 58854"/>
                </a:avLst>
              </a:prstGeom>
              <a:solidFill>
                <a:schemeClr val="bg1"/>
              </a:solidFill>
              <a:ln w="6350" algn="ctr">
                <a:solidFill>
                  <a:schemeClr val="accent1"/>
                </a:solidFill>
                <a:miter lim="800000"/>
                <a:headEnd type="none" w="sm" len="sm"/>
                <a:tailEnd type="none" w="sm" len="sm"/>
              </a:ln>
              <a:effectLst/>
            </p:spPr>
            <p:txBody>
              <a:bodyPr tIns="91440" bIns="9144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1800" b="0" i="0" u="none" strike="noStrike" kern="1200" cap="none" spc="0" normalizeH="0" baseline="0" noProof="0" dirty="0">
                    <a:ln>
                      <a:noFill/>
                    </a:ln>
                    <a:solidFill>
                      <a:prstClr val="black"/>
                    </a:solidFill>
                    <a:effectLst/>
                    <a:uLnTx/>
                    <a:uFillTx/>
                    <a:latin typeface="Verdana"/>
                    <a:ea typeface="ＭＳ Ｐゴシック" pitchFamily="50" charset="-128"/>
                    <a:cs typeface="+mn-cs"/>
                  </a:rPr>
                  <a:t>6</a:t>
                </a:r>
              </a:p>
            </p:txBody>
          </p:sp>
          <p:sp>
            <p:nvSpPr>
              <p:cNvPr id="21" name="AutoShape 8"/>
              <p:cNvSpPr>
                <a:spLocks noChangeArrowheads="1"/>
              </p:cNvSpPr>
              <p:nvPr/>
            </p:nvSpPr>
            <p:spPr bwMode="auto">
              <a:xfrm>
                <a:off x="7009590" y="5206530"/>
                <a:ext cx="900000" cy="396000"/>
              </a:xfrm>
              <a:prstGeom prst="homePlate">
                <a:avLst>
                  <a:gd name="adj" fmla="val 58854"/>
                </a:avLst>
              </a:prstGeom>
              <a:solidFill>
                <a:schemeClr val="bg1"/>
              </a:solidFill>
              <a:ln w="6350" algn="ctr">
                <a:solidFill>
                  <a:schemeClr val="accent1"/>
                </a:solidFill>
                <a:miter lim="800000"/>
                <a:headEnd type="none" w="sm" len="sm"/>
                <a:tailEnd type="none" w="sm" len="sm"/>
              </a:ln>
              <a:effectLst/>
            </p:spPr>
            <p:txBody>
              <a:bodyPr tIns="91440" bIns="9144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1800" b="0" i="0" u="none" strike="noStrike" kern="1200" cap="none" spc="0" normalizeH="0" baseline="0" noProof="0" dirty="0">
                    <a:ln>
                      <a:noFill/>
                    </a:ln>
                    <a:solidFill>
                      <a:prstClr val="black"/>
                    </a:solidFill>
                    <a:effectLst/>
                    <a:uLnTx/>
                    <a:uFillTx/>
                    <a:latin typeface="Verdana"/>
                    <a:ea typeface="ＭＳ Ｐゴシック" pitchFamily="50" charset="-128"/>
                    <a:cs typeface="+mn-cs"/>
                  </a:rPr>
                  <a:t>7</a:t>
                </a:r>
              </a:p>
            </p:txBody>
          </p:sp>
          <p:sp>
            <p:nvSpPr>
              <p:cNvPr id="22" name="AutoShape 8"/>
              <p:cNvSpPr>
                <a:spLocks noChangeArrowheads="1"/>
              </p:cNvSpPr>
              <p:nvPr/>
            </p:nvSpPr>
            <p:spPr bwMode="auto">
              <a:xfrm>
                <a:off x="7009590" y="5709014"/>
                <a:ext cx="900000" cy="396000"/>
              </a:xfrm>
              <a:prstGeom prst="homePlate">
                <a:avLst>
                  <a:gd name="adj" fmla="val 58854"/>
                </a:avLst>
              </a:prstGeom>
              <a:solidFill>
                <a:schemeClr val="bg1"/>
              </a:solidFill>
              <a:ln w="6350" algn="ctr">
                <a:solidFill>
                  <a:schemeClr val="accent1"/>
                </a:solidFill>
                <a:miter lim="800000"/>
                <a:headEnd type="none" w="sm" len="sm"/>
                <a:tailEnd type="none" w="sm" len="sm"/>
              </a:ln>
              <a:effectLst/>
            </p:spPr>
            <p:txBody>
              <a:bodyPr tIns="91440" bIns="9144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1800" b="0" i="0" u="none" strike="noStrike" kern="1200" cap="none" spc="0" normalizeH="0" baseline="0" noProof="0" dirty="0">
                    <a:ln>
                      <a:noFill/>
                    </a:ln>
                    <a:solidFill>
                      <a:prstClr val="black"/>
                    </a:solidFill>
                    <a:effectLst/>
                    <a:uLnTx/>
                    <a:uFillTx/>
                    <a:latin typeface="Verdana"/>
                    <a:ea typeface="ＭＳ Ｐゴシック" pitchFamily="50" charset="-128"/>
                    <a:cs typeface="+mn-cs"/>
                  </a:rPr>
                  <a:t>8</a:t>
                </a:r>
              </a:p>
            </p:txBody>
          </p:sp>
          <p:pic>
            <p:nvPicPr>
              <p:cNvPr id="23" name="Picture 22"/>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301002" y="2264204"/>
                <a:ext cx="316712" cy="370241"/>
              </a:xfrm>
              <a:prstGeom prst="rect">
                <a:avLst/>
              </a:prstGeom>
            </p:spPr>
          </p:pic>
          <p:pic>
            <p:nvPicPr>
              <p:cNvPr id="24" name="Picture 23"/>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271362" y="2727241"/>
                <a:ext cx="339016" cy="383623"/>
              </a:xfrm>
              <a:prstGeom prst="rect">
                <a:avLst/>
              </a:prstGeom>
            </p:spPr>
          </p:pic>
          <p:pic>
            <p:nvPicPr>
              <p:cNvPr id="25" name="Picture 24"/>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261866" y="3239664"/>
                <a:ext cx="401466" cy="370241"/>
              </a:xfrm>
              <a:prstGeom prst="rect">
                <a:avLst/>
              </a:prstGeom>
            </p:spPr>
          </p:pic>
          <p:pic>
            <p:nvPicPr>
              <p:cNvPr id="26" name="Picture 25"/>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256626" y="3734698"/>
                <a:ext cx="405927" cy="365780"/>
              </a:xfrm>
              <a:prstGeom prst="rect">
                <a:avLst/>
              </a:prstGeom>
            </p:spPr>
          </p:pic>
          <p:pic>
            <p:nvPicPr>
              <p:cNvPr id="27" name="Picture 26"/>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7269753" y="4230491"/>
                <a:ext cx="432691" cy="379162"/>
              </a:xfrm>
              <a:prstGeom prst="rect">
                <a:avLst/>
              </a:prstGeom>
            </p:spPr>
          </p:pic>
          <p:pic>
            <p:nvPicPr>
              <p:cNvPr id="28" name="Picture 27"/>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7367414" y="4713756"/>
                <a:ext cx="245340" cy="365780"/>
              </a:xfrm>
              <a:prstGeom prst="rect">
                <a:avLst/>
              </a:prstGeom>
            </p:spPr>
          </p:pic>
          <p:pic>
            <p:nvPicPr>
              <p:cNvPr id="29" name="Picture 28"/>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7301002" y="5278690"/>
                <a:ext cx="428231" cy="303330"/>
              </a:xfrm>
              <a:prstGeom prst="rect">
                <a:avLst/>
              </a:prstGeom>
            </p:spPr>
          </p:pic>
          <p:pic>
            <p:nvPicPr>
              <p:cNvPr id="30" name="Picture 2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318821" y="5730312"/>
                <a:ext cx="383623" cy="374702"/>
              </a:xfrm>
              <a:prstGeom prst="rect">
                <a:avLst/>
              </a:prstGeom>
            </p:spPr>
          </p:pic>
        </p:grpSp>
      </p:grpSp>
      <p:grpSp>
        <p:nvGrpSpPr>
          <p:cNvPr id="31" name="Group 30"/>
          <p:cNvGrpSpPr/>
          <p:nvPr/>
        </p:nvGrpSpPr>
        <p:grpSpPr>
          <a:xfrm>
            <a:off x="1245614" y="1446881"/>
            <a:ext cx="3794472" cy="3485319"/>
            <a:chOff x="1973917" y="2467031"/>
            <a:chExt cx="3870042" cy="3837600"/>
          </a:xfrm>
        </p:grpSpPr>
        <p:grpSp>
          <p:nvGrpSpPr>
            <p:cNvPr id="32" name="Group 31"/>
            <p:cNvGrpSpPr/>
            <p:nvPr/>
          </p:nvGrpSpPr>
          <p:grpSpPr>
            <a:xfrm>
              <a:off x="1973917" y="2467031"/>
              <a:ext cx="3837600" cy="3837600"/>
              <a:chOff x="1973917" y="2467031"/>
              <a:chExt cx="3837600" cy="3837600"/>
            </a:xfrm>
          </p:grpSpPr>
          <p:cxnSp>
            <p:nvCxnSpPr>
              <p:cNvPr id="69" name="Straight Connector 68"/>
              <p:cNvCxnSpPr/>
              <p:nvPr/>
            </p:nvCxnSpPr>
            <p:spPr>
              <a:xfrm>
                <a:off x="3892717" y="2467031"/>
                <a:ext cx="0" cy="38376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0" name="Straight Connector 69"/>
              <p:cNvCxnSpPr/>
              <p:nvPr/>
            </p:nvCxnSpPr>
            <p:spPr>
              <a:xfrm>
                <a:off x="1973917" y="4385831"/>
                <a:ext cx="3837600" cy="0"/>
              </a:xfrm>
              <a:prstGeom prst="line">
                <a:avLst/>
              </a:prstGeom>
              <a:ln w="19050">
                <a:solidFill>
                  <a:schemeClr val="bg1"/>
                </a:solidFill>
              </a:ln>
            </p:spPr>
            <p:style>
              <a:lnRef idx="1">
                <a:schemeClr val="dk1"/>
              </a:lnRef>
              <a:fillRef idx="0">
                <a:schemeClr val="dk1"/>
              </a:fillRef>
              <a:effectRef idx="0">
                <a:schemeClr val="dk1"/>
              </a:effectRef>
              <a:fontRef idx="minor">
                <a:schemeClr val="tx1"/>
              </a:fontRef>
            </p:style>
          </p:cxnSp>
          <p:cxnSp>
            <p:nvCxnSpPr>
              <p:cNvPr id="71" name="Straight Connector 70"/>
              <p:cNvCxnSpPr/>
              <p:nvPr/>
            </p:nvCxnSpPr>
            <p:spPr>
              <a:xfrm>
                <a:off x="2535921" y="3029035"/>
                <a:ext cx="2713592" cy="2713592"/>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flipV="1">
                <a:off x="2535921" y="3029035"/>
                <a:ext cx="2713592" cy="2713592"/>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33" name="Oval 32"/>
            <p:cNvSpPr/>
            <p:nvPr/>
          </p:nvSpPr>
          <p:spPr bwMode="gray">
            <a:xfrm>
              <a:off x="1973917" y="2467031"/>
              <a:ext cx="3837600" cy="3837600"/>
            </a:xfrm>
            <a:prstGeom prst="ellipse">
              <a:avLst/>
            </a:prstGeom>
            <a:solidFill>
              <a:schemeClr val="accent1">
                <a:lumMod val="60000"/>
                <a:lumOff val="40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1200" cap="none" spc="0" normalizeH="0" baseline="0" noProof="0" dirty="0">
                <a:ln>
                  <a:noFill/>
                </a:ln>
                <a:solidFill>
                  <a:prstClr val="black"/>
                </a:solidFill>
                <a:effectLst/>
                <a:uLnTx/>
                <a:uFillTx/>
                <a:latin typeface="Verdana"/>
                <a:ea typeface="+mn-ea"/>
                <a:cs typeface="+mn-cs"/>
              </a:endParaRPr>
            </a:p>
          </p:txBody>
        </p:sp>
        <p:grpSp>
          <p:nvGrpSpPr>
            <p:cNvPr id="34" name="Group 33"/>
            <p:cNvGrpSpPr/>
            <p:nvPr/>
          </p:nvGrpSpPr>
          <p:grpSpPr>
            <a:xfrm>
              <a:off x="1973917" y="2467031"/>
              <a:ext cx="3837600" cy="3837600"/>
              <a:chOff x="1973917" y="2467031"/>
              <a:chExt cx="3837600" cy="3837600"/>
            </a:xfrm>
          </p:grpSpPr>
          <p:cxnSp>
            <p:nvCxnSpPr>
              <p:cNvPr id="65" name="Straight Connector 64"/>
              <p:cNvCxnSpPr>
                <a:stCxn id="33" idx="0"/>
                <a:endCxn id="33" idx="4"/>
              </p:cNvCxnSpPr>
              <p:nvPr/>
            </p:nvCxnSpPr>
            <p:spPr>
              <a:xfrm>
                <a:off x="3892717" y="2467031"/>
                <a:ext cx="0" cy="38376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a:stCxn id="33" idx="2"/>
                <a:endCxn id="33" idx="6"/>
              </p:cNvCxnSpPr>
              <p:nvPr/>
            </p:nvCxnSpPr>
            <p:spPr>
              <a:xfrm>
                <a:off x="1973917" y="4385831"/>
                <a:ext cx="3837600" cy="0"/>
              </a:xfrm>
              <a:prstGeom prst="line">
                <a:avLst/>
              </a:prstGeom>
              <a:ln w="19050">
                <a:solidFill>
                  <a:schemeClr val="bg1"/>
                </a:solidFill>
              </a:ln>
            </p:spPr>
            <p:style>
              <a:lnRef idx="1">
                <a:schemeClr val="dk1"/>
              </a:lnRef>
              <a:fillRef idx="0">
                <a:schemeClr val="dk1"/>
              </a:fillRef>
              <a:effectRef idx="0">
                <a:schemeClr val="dk1"/>
              </a:effectRef>
              <a:fontRef idx="minor">
                <a:schemeClr val="tx1"/>
              </a:fontRef>
            </p:style>
          </p:cxnSp>
          <p:cxnSp>
            <p:nvCxnSpPr>
              <p:cNvPr id="67" name="Straight Connector 66"/>
              <p:cNvCxnSpPr>
                <a:stCxn id="33" idx="1"/>
                <a:endCxn id="33" idx="5"/>
              </p:cNvCxnSpPr>
              <p:nvPr/>
            </p:nvCxnSpPr>
            <p:spPr>
              <a:xfrm>
                <a:off x="2535921" y="3029035"/>
                <a:ext cx="2713592" cy="2713592"/>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a:stCxn id="33" idx="3"/>
                <a:endCxn id="33" idx="7"/>
              </p:cNvCxnSpPr>
              <p:nvPr/>
            </p:nvCxnSpPr>
            <p:spPr>
              <a:xfrm flipV="1">
                <a:off x="2535921" y="3029035"/>
                <a:ext cx="2713592" cy="2713592"/>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35" name="Oval 34"/>
            <p:cNvSpPr/>
            <p:nvPr/>
          </p:nvSpPr>
          <p:spPr bwMode="gray">
            <a:xfrm>
              <a:off x="2873917" y="3367031"/>
              <a:ext cx="2037600" cy="2037600"/>
            </a:xfrm>
            <a:prstGeom prst="ellipse">
              <a:avLst/>
            </a:prstGeom>
            <a:solidFill>
              <a:schemeClr val="bg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1200" cap="none" spc="0" normalizeH="0" baseline="0" noProof="0" dirty="0">
                <a:ln>
                  <a:noFill/>
                </a:ln>
                <a:solidFill>
                  <a:prstClr val="black"/>
                </a:solidFill>
                <a:effectLst/>
                <a:uLnTx/>
                <a:uFillTx/>
                <a:latin typeface="Verdana"/>
                <a:ea typeface="+mn-ea"/>
                <a:cs typeface="+mn-cs"/>
              </a:endParaRPr>
            </a:p>
          </p:txBody>
        </p:sp>
        <p:cxnSp>
          <p:nvCxnSpPr>
            <p:cNvPr id="36" name="Straight Connector 35"/>
            <p:cNvCxnSpPr/>
            <p:nvPr/>
          </p:nvCxnSpPr>
          <p:spPr>
            <a:xfrm>
              <a:off x="3891007" y="3399474"/>
              <a:ext cx="0" cy="1969295"/>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a:off x="2906359" y="4384121"/>
              <a:ext cx="1969296"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cxnSp>
          <p:nvCxnSpPr>
            <p:cNvPr id="38" name="Straight Connector 37"/>
            <p:cNvCxnSpPr/>
            <p:nvPr/>
          </p:nvCxnSpPr>
          <p:spPr>
            <a:xfrm>
              <a:off x="3194756" y="3687870"/>
              <a:ext cx="1392502" cy="1392502"/>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flipV="1">
              <a:off x="3194756" y="3687870"/>
              <a:ext cx="1392502" cy="1392502"/>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0" name="Oval 39"/>
            <p:cNvSpPr/>
            <p:nvPr/>
          </p:nvSpPr>
          <p:spPr bwMode="gray">
            <a:xfrm>
              <a:off x="3406716" y="3899831"/>
              <a:ext cx="1078566" cy="972000"/>
            </a:xfrm>
            <a:prstGeom prst="ellipse">
              <a:avLst/>
            </a:prstGeom>
            <a:solidFill>
              <a:srgbClr val="92D400"/>
            </a:solidFill>
            <a:ln w="19050" algn="ctr">
              <a:noFill/>
              <a:miter lim="800000"/>
              <a:headEnd/>
              <a:tailEnd/>
            </a:ln>
          </p:spPr>
          <p:txBody>
            <a:bodyPr wrap="square" lIns="0" tIns="36000" rIns="0" bIns="360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800" b="1" i="0" u="none" strike="noStrike" kern="1200" cap="none" spc="0" normalizeH="0" baseline="0" noProof="0" dirty="0">
                  <a:ln>
                    <a:noFill/>
                  </a:ln>
                  <a:solidFill>
                    <a:prstClr val="black"/>
                  </a:solidFill>
                  <a:effectLst/>
                  <a:uLnTx/>
                  <a:uFillTx/>
                  <a:latin typeface="Verdana"/>
                  <a:ea typeface="+mn-ea"/>
                  <a:cs typeface="+mn-cs"/>
                </a:rPr>
                <a:t>Consistency and Delivery Excellence</a:t>
              </a:r>
              <a:endParaRPr kumimoji="0" lang="en-IN" sz="800" b="1" i="0" u="none" strike="noStrike" kern="1200" cap="none" spc="0" normalizeH="0" baseline="0" noProof="0" dirty="0">
                <a:ln>
                  <a:noFill/>
                </a:ln>
                <a:solidFill>
                  <a:prstClr val="black"/>
                </a:solidFill>
                <a:effectLst/>
                <a:uLnTx/>
                <a:uFillTx/>
                <a:latin typeface="Verdana"/>
                <a:ea typeface="+mn-ea"/>
                <a:cs typeface="+mn-cs"/>
              </a:endParaRPr>
            </a:p>
          </p:txBody>
        </p:sp>
        <p:pic>
          <p:nvPicPr>
            <p:cNvPr id="41" name="Picture 4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952916" y="3472794"/>
              <a:ext cx="390434" cy="304920"/>
            </a:xfrm>
            <a:prstGeom prst="rect">
              <a:avLst/>
            </a:prstGeom>
          </p:spPr>
        </p:pic>
        <p:pic>
          <p:nvPicPr>
            <p:cNvPr id="42" name="Picture 41"/>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flipH="1">
              <a:off x="4494549" y="3990949"/>
              <a:ext cx="331115" cy="277200"/>
            </a:xfrm>
            <a:prstGeom prst="rect">
              <a:avLst/>
            </a:prstGeom>
          </p:spPr>
        </p:pic>
        <p:pic>
          <p:nvPicPr>
            <p:cNvPr id="43" name="Picture 42"/>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4451561" y="4508888"/>
              <a:ext cx="334125" cy="277200"/>
            </a:xfrm>
            <a:prstGeom prst="rect">
              <a:avLst/>
            </a:prstGeom>
          </p:spPr>
        </p:pic>
        <p:pic>
          <p:nvPicPr>
            <p:cNvPr id="44" name="Picture 43"/>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flipH="1">
              <a:off x="4018700" y="4977901"/>
              <a:ext cx="341956" cy="277200"/>
            </a:xfrm>
            <a:prstGeom prst="rect">
              <a:avLst/>
            </a:prstGeom>
          </p:spPr>
        </p:pic>
        <p:pic>
          <p:nvPicPr>
            <p:cNvPr id="45" name="Picture 44"/>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flipH="1">
              <a:off x="3420800" y="4959970"/>
              <a:ext cx="351637" cy="277200"/>
            </a:xfrm>
            <a:prstGeom prst="rect">
              <a:avLst/>
            </a:prstGeom>
          </p:spPr>
        </p:pic>
        <p:pic>
          <p:nvPicPr>
            <p:cNvPr id="46" name="Picture 45"/>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flipH="1">
              <a:off x="3052147" y="4508888"/>
              <a:ext cx="206676" cy="277200"/>
            </a:xfrm>
            <a:prstGeom prst="rect">
              <a:avLst/>
            </a:prstGeom>
          </p:spPr>
        </p:pic>
        <p:pic>
          <p:nvPicPr>
            <p:cNvPr id="47" name="Picture 46"/>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2971852" y="3989897"/>
              <a:ext cx="395471" cy="252000"/>
            </a:xfrm>
            <a:prstGeom prst="rect">
              <a:avLst/>
            </a:prstGeom>
          </p:spPr>
        </p:pic>
        <p:pic>
          <p:nvPicPr>
            <p:cNvPr id="48" name="Picture 47"/>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flipH="1">
              <a:off x="3435344" y="3491033"/>
              <a:ext cx="315470" cy="277200"/>
            </a:xfrm>
            <a:prstGeom prst="rect">
              <a:avLst/>
            </a:prstGeom>
          </p:spPr>
        </p:pic>
        <p:sp>
          <p:nvSpPr>
            <p:cNvPr id="49" name="TextBox 48"/>
            <p:cNvSpPr txBox="1"/>
            <p:nvPr/>
          </p:nvSpPr>
          <p:spPr>
            <a:xfrm>
              <a:off x="2997006" y="2905670"/>
              <a:ext cx="878640" cy="276999"/>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900" b="0" i="0" u="none" strike="noStrike" kern="1200" cap="none" spc="0" normalizeH="0" baseline="0" noProof="0" dirty="0">
                  <a:ln>
                    <a:noFill/>
                  </a:ln>
                  <a:solidFill>
                    <a:prstClr val="black"/>
                  </a:solidFill>
                  <a:effectLst/>
                  <a:uLnTx/>
                  <a:uFillTx/>
                  <a:latin typeface="Verdana"/>
                  <a:ea typeface="+mn-ea"/>
                  <a:cs typeface="+mn-cs"/>
                </a:rPr>
                <a:t>Risk Management</a:t>
              </a:r>
              <a:endParaRPr kumimoji="0" lang="en-IN" sz="900" b="0" i="0" u="none" strike="noStrike" kern="1200" cap="none" spc="0" normalizeH="0" baseline="0" noProof="0" dirty="0">
                <a:ln>
                  <a:noFill/>
                </a:ln>
                <a:solidFill>
                  <a:prstClr val="black"/>
                </a:solidFill>
                <a:effectLst/>
                <a:uLnTx/>
                <a:uFillTx/>
                <a:latin typeface="Verdana"/>
                <a:ea typeface="+mn-ea"/>
                <a:cs typeface="+mn-cs"/>
              </a:endParaRPr>
            </a:p>
          </p:txBody>
        </p:sp>
        <p:sp>
          <p:nvSpPr>
            <p:cNvPr id="50" name="TextBox 49"/>
            <p:cNvSpPr txBox="1"/>
            <p:nvPr/>
          </p:nvSpPr>
          <p:spPr>
            <a:xfrm>
              <a:off x="3970048" y="2901310"/>
              <a:ext cx="878640" cy="276999"/>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900" b="0" i="0" u="none" strike="noStrike" kern="1200" cap="none" spc="0" normalizeH="0" baseline="0" noProof="0" dirty="0">
                  <a:ln>
                    <a:noFill/>
                  </a:ln>
                  <a:solidFill>
                    <a:prstClr val="black"/>
                  </a:solidFill>
                  <a:effectLst/>
                  <a:uLnTx/>
                  <a:uFillTx/>
                  <a:latin typeface="Verdana"/>
                  <a:ea typeface="+mn-ea"/>
                  <a:cs typeface="+mn-cs"/>
                </a:rPr>
                <a:t>Scope Management</a:t>
              </a:r>
              <a:endParaRPr kumimoji="0" lang="en-IN" sz="900" b="0" i="0" u="none" strike="noStrike" kern="1200" cap="none" spc="0" normalizeH="0" baseline="0" noProof="0" dirty="0">
                <a:ln>
                  <a:noFill/>
                </a:ln>
                <a:solidFill>
                  <a:prstClr val="black"/>
                </a:solidFill>
                <a:effectLst/>
                <a:uLnTx/>
                <a:uFillTx/>
                <a:latin typeface="Verdana"/>
                <a:ea typeface="+mn-ea"/>
                <a:cs typeface="+mn-cs"/>
              </a:endParaRPr>
            </a:p>
          </p:txBody>
        </p:sp>
        <p:sp>
          <p:nvSpPr>
            <p:cNvPr id="51" name="TextBox 50"/>
            <p:cNvSpPr txBox="1"/>
            <p:nvPr/>
          </p:nvSpPr>
          <p:spPr>
            <a:xfrm>
              <a:off x="2710351" y="2872120"/>
              <a:ext cx="290466"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2000" b="0" i="0" u="none" strike="noStrike" kern="1200" cap="none" spc="0" normalizeH="0" baseline="0" noProof="0" dirty="0">
                  <a:ln>
                    <a:noFill/>
                  </a:ln>
                  <a:solidFill>
                    <a:prstClr val="black"/>
                  </a:solidFill>
                  <a:effectLst/>
                  <a:uLnTx/>
                  <a:uFillTx/>
                  <a:latin typeface="Verdana"/>
                  <a:ea typeface="+mn-ea"/>
                  <a:cs typeface="+mn-cs"/>
                </a:rPr>
                <a:t>8</a:t>
              </a:r>
              <a:endParaRPr kumimoji="0" lang="en-IN" sz="2000" b="0" i="0" u="none" strike="noStrike" kern="1200" cap="none" spc="0" normalizeH="0" baseline="0" noProof="0" dirty="0">
                <a:ln>
                  <a:noFill/>
                </a:ln>
                <a:solidFill>
                  <a:prstClr val="black"/>
                </a:solidFill>
                <a:effectLst/>
                <a:uLnTx/>
                <a:uFillTx/>
                <a:latin typeface="Verdana"/>
                <a:ea typeface="+mn-ea"/>
                <a:cs typeface="+mn-cs"/>
              </a:endParaRPr>
            </a:p>
          </p:txBody>
        </p:sp>
        <p:sp>
          <p:nvSpPr>
            <p:cNvPr id="52" name="TextBox 51"/>
            <p:cNvSpPr txBox="1"/>
            <p:nvPr/>
          </p:nvSpPr>
          <p:spPr>
            <a:xfrm>
              <a:off x="2020683" y="4071188"/>
              <a:ext cx="290466"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2000" b="0" i="0" u="none" strike="noStrike" kern="1200" cap="none" spc="0" normalizeH="0" baseline="0" noProof="0" dirty="0">
                  <a:ln>
                    <a:noFill/>
                  </a:ln>
                  <a:solidFill>
                    <a:prstClr val="black"/>
                  </a:solidFill>
                  <a:effectLst/>
                  <a:uLnTx/>
                  <a:uFillTx/>
                  <a:latin typeface="Verdana"/>
                  <a:ea typeface="+mn-ea"/>
                  <a:cs typeface="+mn-cs"/>
                </a:rPr>
                <a:t>7</a:t>
              </a:r>
              <a:endParaRPr kumimoji="0" lang="en-IN" sz="2000" b="0" i="0" u="none" strike="noStrike" kern="1200" cap="none" spc="0" normalizeH="0" baseline="0" noProof="0" dirty="0">
                <a:ln>
                  <a:noFill/>
                </a:ln>
                <a:solidFill>
                  <a:prstClr val="black"/>
                </a:solidFill>
                <a:effectLst/>
                <a:uLnTx/>
                <a:uFillTx/>
                <a:latin typeface="Verdana"/>
                <a:ea typeface="+mn-ea"/>
                <a:cs typeface="+mn-cs"/>
              </a:endParaRPr>
            </a:p>
          </p:txBody>
        </p:sp>
        <p:sp>
          <p:nvSpPr>
            <p:cNvPr id="53" name="TextBox 52"/>
            <p:cNvSpPr txBox="1"/>
            <p:nvPr/>
          </p:nvSpPr>
          <p:spPr>
            <a:xfrm>
              <a:off x="2421711" y="5301014"/>
              <a:ext cx="290466"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2000" b="0" i="0" u="none" strike="noStrike" kern="1200" cap="none" spc="0" normalizeH="0" baseline="0" noProof="0" dirty="0">
                  <a:ln>
                    <a:noFill/>
                  </a:ln>
                  <a:solidFill>
                    <a:prstClr val="black"/>
                  </a:solidFill>
                  <a:effectLst/>
                  <a:uLnTx/>
                  <a:uFillTx/>
                  <a:latin typeface="Verdana"/>
                  <a:ea typeface="+mn-ea"/>
                  <a:cs typeface="+mn-cs"/>
                </a:rPr>
                <a:t>6</a:t>
              </a:r>
              <a:endParaRPr kumimoji="0" lang="en-IN" sz="2000" b="0" i="0" u="none" strike="noStrike" kern="1200" cap="none" spc="0" normalizeH="0" baseline="0" noProof="0" dirty="0">
                <a:ln>
                  <a:noFill/>
                </a:ln>
                <a:solidFill>
                  <a:prstClr val="black"/>
                </a:solidFill>
                <a:effectLst/>
                <a:uLnTx/>
                <a:uFillTx/>
                <a:latin typeface="Verdana"/>
                <a:ea typeface="+mn-ea"/>
                <a:cs typeface="+mn-cs"/>
              </a:endParaRPr>
            </a:p>
          </p:txBody>
        </p:sp>
        <p:sp>
          <p:nvSpPr>
            <p:cNvPr id="54" name="TextBox 53"/>
            <p:cNvSpPr txBox="1"/>
            <p:nvPr/>
          </p:nvSpPr>
          <p:spPr>
            <a:xfrm>
              <a:off x="3639766" y="5953230"/>
              <a:ext cx="290466"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2000" b="0" i="0" u="none" strike="noStrike" kern="1200" cap="none" spc="0" normalizeH="0" baseline="0" noProof="0" dirty="0">
                  <a:ln>
                    <a:noFill/>
                  </a:ln>
                  <a:solidFill>
                    <a:prstClr val="black"/>
                  </a:solidFill>
                  <a:effectLst/>
                  <a:uLnTx/>
                  <a:uFillTx/>
                  <a:latin typeface="Verdana"/>
                  <a:ea typeface="+mn-ea"/>
                  <a:cs typeface="+mn-cs"/>
                </a:rPr>
                <a:t>5</a:t>
              </a:r>
              <a:endParaRPr kumimoji="0" lang="en-IN" sz="2000" b="0" i="0" u="none" strike="noStrike" kern="1200" cap="none" spc="0" normalizeH="0" baseline="0" noProof="0" dirty="0">
                <a:ln>
                  <a:noFill/>
                </a:ln>
                <a:solidFill>
                  <a:prstClr val="black"/>
                </a:solidFill>
                <a:effectLst/>
                <a:uLnTx/>
                <a:uFillTx/>
                <a:latin typeface="Verdana"/>
                <a:ea typeface="+mn-ea"/>
                <a:cs typeface="+mn-cs"/>
              </a:endParaRPr>
            </a:p>
          </p:txBody>
        </p:sp>
        <p:sp>
          <p:nvSpPr>
            <p:cNvPr id="55" name="TextBox 54"/>
            <p:cNvSpPr txBox="1"/>
            <p:nvPr/>
          </p:nvSpPr>
          <p:spPr>
            <a:xfrm>
              <a:off x="4917166" y="5603847"/>
              <a:ext cx="290466"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2000" b="0" i="0" u="none" strike="noStrike" kern="1200" cap="none" spc="0" normalizeH="0" baseline="0" noProof="0" dirty="0">
                  <a:ln>
                    <a:noFill/>
                  </a:ln>
                  <a:solidFill>
                    <a:prstClr val="black"/>
                  </a:solidFill>
                  <a:effectLst/>
                  <a:uLnTx/>
                  <a:uFillTx/>
                  <a:latin typeface="Verdana"/>
                  <a:ea typeface="+mn-ea"/>
                  <a:cs typeface="+mn-cs"/>
                </a:rPr>
                <a:t>4</a:t>
              </a:r>
              <a:endParaRPr kumimoji="0" lang="en-IN" sz="2000" b="0" i="0" u="none" strike="noStrike" kern="1200" cap="none" spc="0" normalizeH="0" baseline="0" noProof="0" dirty="0">
                <a:ln>
                  <a:noFill/>
                </a:ln>
                <a:solidFill>
                  <a:prstClr val="black"/>
                </a:solidFill>
                <a:effectLst/>
                <a:uLnTx/>
                <a:uFillTx/>
                <a:latin typeface="Verdana"/>
                <a:ea typeface="+mn-ea"/>
                <a:cs typeface="+mn-cs"/>
              </a:endParaRPr>
            </a:p>
          </p:txBody>
        </p:sp>
        <p:sp>
          <p:nvSpPr>
            <p:cNvPr id="56" name="TextBox 55"/>
            <p:cNvSpPr txBox="1"/>
            <p:nvPr/>
          </p:nvSpPr>
          <p:spPr>
            <a:xfrm>
              <a:off x="5553493" y="4377720"/>
              <a:ext cx="290466"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2000" b="0" i="0" u="none" strike="noStrike" kern="1200" cap="none" spc="0" normalizeH="0" baseline="0" noProof="0" dirty="0">
                  <a:ln>
                    <a:noFill/>
                  </a:ln>
                  <a:solidFill>
                    <a:prstClr val="black"/>
                  </a:solidFill>
                  <a:effectLst/>
                  <a:uLnTx/>
                  <a:uFillTx/>
                  <a:latin typeface="Verdana"/>
                  <a:ea typeface="+mn-ea"/>
                  <a:cs typeface="+mn-cs"/>
                </a:rPr>
                <a:t>3</a:t>
              </a:r>
              <a:endParaRPr kumimoji="0" lang="en-IN" sz="2000" b="0" i="0" u="none" strike="noStrike" kern="1200" cap="none" spc="0" normalizeH="0" baseline="0" noProof="0" dirty="0">
                <a:ln>
                  <a:noFill/>
                </a:ln>
                <a:solidFill>
                  <a:prstClr val="black"/>
                </a:solidFill>
                <a:effectLst/>
                <a:uLnTx/>
                <a:uFillTx/>
                <a:latin typeface="Verdana"/>
                <a:ea typeface="+mn-ea"/>
                <a:cs typeface="+mn-cs"/>
              </a:endParaRPr>
            </a:p>
          </p:txBody>
        </p:sp>
        <p:sp>
          <p:nvSpPr>
            <p:cNvPr id="57" name="TextBox 56"/>
            <p:cNvSpPr txBox="1"/>
            <p:nvPr/>
          </p:nvSpPr>
          <p:spPr>
            <a:xfrm>
              <a:off x="5164468" y="3179897"/>
              <a:ext cx="290466"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2000" b="0" i="0" u="none" strike="noStrike" kern="1200" cap="none" spc="0" normalizeH="0" baseline="0" noProof="0" dirty="0">
                  <a:ln>
                    <a:noFill/>
                  </a:ln>
                  <a:solidFill>
                    <a:prstClr val="black"/>
                  </a:solidFill>
                  <a:effectLst/>
                  <a:uLnTx/>
                  <a:uFillTx/>
                  <a:latin typeface="Verdana"/>
                  <a:ea typeface="+mn-ea"/>
                  <a:cs typeface="+mn-cs"/>
                </a:rPr>
                <a:t>2</a:t>
              </a:r>
              <a:endParaRPr kumimoji="0" lang="en-IN" sz="2000" b="0" i="0" u="none" strike="noStrike" kern="1200" cap="none" spc="0" normalizeH="0" baseline="0" noProof="0" dirty="0">
                <a:ln>
                  <a:noFill/>
                </a:ln>
                <a:solidFill>
                  <a:prstClr val="black"/>
                </a:solidFill>
                <a:effectLst/>
                <a:uLnTx/>
                <a:uFillTx/>
                <a:latin typeface="Verdana"/>
                <a:ea typeface="+mn-ea"/>
                <a:cs typeface="+mn-cs"/>
              </a:endParaRPr>
            </a:p>
          </p:txBody>
        </p:sp>
        <p:sp>
          <p:nvSpPr>
            <p:cNvPr id="58" name="TextBox 57"/>
            <p:cNvSpPr txBox="1"/>
            <p:nvPr/>
          </p:nvSpPr>
          <p:spPr>
            <a:xfrm>
              <a:off x="3963362" y="2469486"/>
              <a:ext cx="290466"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2000" b="0" i="0" u="none" strike="noStrike" kern="1200" cap="none" spc="0" normalizeH="0" baseline="0" noProof="0" dirty="0">
                  <a:ln>
                    <a:noFill/>
                  </a:ln>
                  <a:solidFill>
                    <a:prstClr val="black"/>
                  </a:solidFill>
                  <a:effectLst/>
                  <a:uLnTx/>
                  <a:uFillTx/>
                  <a:latin typeface="Verdana"/>
                  <a:ea typeface="+mn-ea"/>
                  <a:cs typeface="+mn-cs"/>
                </a:rPr>
                <a:t>1</a:t>
              </a:r>
              <a:endParaRPr kumimoji="0" lang="en-IN" sz="2000" b="0" i="0" u="none" strike="noStrike" kern="1200" cap="none" spc="0" normalizeH="0" baseline="0" noProof="0" dirty="0">
                <a:ln>
                  <a:noFill/>
                </a:ln>
                <a:solidFill>
                  <a:prstClr val="black"/>
                </a:solidFill>
                <a:effectLst/>
                <a:uLnTx/>
                <a:uFillTx/>
                <a:latin typeface="Verdana"/>
                <a:ea typeface="+mn-ea"/>
                <a:cs typeface="+mn-cs"/>
              </a:endParaRPr>
            </a:p>
          </p:txBody>
        </p:sp>
        <p:sp>
          <p:nvSpPr>
            <p:cNvPr id="59" name="TextBox 58"/>
            <p:cNvSpPr txBox="1"/>
            <p:nvPr/>
          </p:nvSpPr>
          <p:spPr>
            <a:xfrm>
              <a:off x="4823279" y="3676287"/>
              <a:ext cx="878640" cy="276999"/>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900" b="0" i="0" u="none" strike="noStrike" kern="1200" cap="none" spc="0" normalizeH="0" baseline="0" noProof="0" dirty="0">
                  <a:ln>
                    <a:noFill/>
                  </a:ln>
                  <a:solidFill>
                    <a:prstClr val="black"/>
                  </a:solidFill>
                  <a:effectLst/>
                  <a:uLnTx/>
                  <a:uFillTx/>
                  <a:latin typeface="Verdana"/>
                  <a:ea typeface="+mn-ea"/>
                  <a:cs typeface="+mn-cs"/>
                </a:rPr>
                <a:t>Deliverables Management</a:t>
              </a:r>
              <a:endParaRPr kumimoji="0" lang="en-IN" sz="900" b="0" i="0" u="none" strike="noStrike" kern="1200" cap="none" spc="0" normalizeH="0" baseline="0" noProof="0" dirty="0">
                <a:ln>
                  <a:noFill/>
                </a:ln>
                <a:solidFill>
                  <a:prstClr val="black"/>
                </a:solidFill>
                <a:effectLst/>
                <a:uLnTx/>
                <a:uFillTx/>
                <a:latin typeface="Verdana"/>
                <a:ea typeface="+mn-ea"/>
                <a:cs typeface="+mn-cs"/>
              </a:endParaRPr>
            </a:p>
          </p:txBody>
        </p:sp>
        <p:sp>
          <p:nvSpPr>
            <p:cNvPr id="60" name="TextBox 59"/>
            <p:cNvSpPr txBox="1"/>
            <p:nvPr/>
          </p:nvSpPr>
          <p:spPr>
            <a:xfrm>
              <a:off x="2077471" y="3701145"/>
              <a:ext cx="878640" cy="276999"/>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900" b="0" i="0" u="none" strike="noStrike" kern="1200" cap="none" spc="0" normalizeH="0" baseline="0" noProof="0" dirty="0">
                  <a:ln>
                    <a:noFill/>
                  </a:ln>
                  <a:solidFill>
                    <a:prstClr val="black"/>
                  </a:solidFill>
                  <a:effectLst/>
                  <a:uLnTx/>
                  <a:uFillTx/>
                  <a:latin typeface="Verdana"/>
                  <a:ea typeface="+mn-ea"/>
                  <a:cs typeface="+mn-cs"/>
                </a:rPr>
                <a:t>Cost Management</a:t>
              </a:r>
              <a:endParaRPr kumimoji="0" lang="en-IN" sz="900" b="0" i="0" u="none" strike="noStrike" kern="1200" cap="none" spc="0" normalizeH="0" baseline="0" noProof="0" dirty="0">
                <a:ln>
                  <a:noFill/>
                </a:ln>
                <a:solidFill>
                  <a:prstClr val="black"/>
                </a:solidFill>
                <a:effectLst/>
                <a:uLnTx/>
                <a:uFillTx/>
                <a:latin typeface="Verdana"/>
                <a:ea typeface="+mn-ea"/>
                <a:cs typeface="+mn-cs"/>
              </a:endParaRPr>
            </a:p>
          </p:txBody>
        </p:sp>
        <p:sp>
          <p:nvSpPr>
            <p:cNvPr id="61" name="TextBox 60"/>
            <p:cNvSpPr txBox="1"/>
            <p:nvPr/>
          </p:nvSpPr>
          <p:spPr>
            <a:xfrm>
              <a:off x="2028520" y="4767868"/>
              <a:ext cx="1106039" cy="311880"/>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900" b="0" i="0" u="none" strike="noStrike" kern="1200" cap="none" spc="0" normalizeH="0" baseline="0" noProof="0" dirty="0">
                  <a:ln>
                    <a:noFill/>
                  </a:ln>
                  <a:solidFill>
                    <a:prstClr val="black"/>
                  </a:solidFill>
                  <a:effectLst/>
                  <a:uLnTx/>
                  <a:uFillTx/>
                  <a:latin typeface="Verdana"/>
                  <a:ea typeface="+mn-ea"/>
                  <a:cs typeface="+mn-cs"/>
                </a:rPr>
                <a:t>Communication Management</a:t>
              </a:r>
              <a:endParaRPr kumimoji="0" lang="en-IN" sz="900" b="0" i="0" u="none" strike="noStrike" kern="1200" cap="none" spc="0" normalizeH="0" baseline="0" noProof="0" dirty="0">
                <a:ln>
                  <a:noFill/>
                </a:ln>
                <a:solidFill>
                  <a:prstClr val="black"/>
                </a:solidFill>
                <a:effectLst/>
                <a:uLnTx/>
                <a:uFillTx/>
                <a:latin typeface="Verdana"/>
                <a:ea typeface="+mn-ea"/>
                <a:cs typeface="+mn-cs"/>
              </a:endParaRPr>
            </a:p>
          </p:txBody>
        </p:sp>
        <p:sp>
          <p:nvSpPr>
            <p:cNvPr id="62" name="TextBox 61"/>
            <p:cNvSpPr txBox="1"/>
            <p:nvPr/>
          </p:nvSpPr>
          <p:spPr>
            <a:xfrm>
              <a:off x="4761116" y="4819529"/>
              <a:ext cx="878640" cy="276999"/>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900" b="0" i="0" u="none" strike="noStrike" kern="1200" cap="none" spc="0" normalizeH="0" baseline="0" noProof="0" dirty="0">
                  <a:ln>
                    <a:noFill/>
                  </a:ln>
                  <a:solidFill>
                    <a:prstClr val="black"/>
                  </a:solidFill>
                  <a:effectLst/>
                  <a:uLnTx/>
                  <a:uFillTx/>
                  <a:latin typeface="Verdana"/>
                  <a:ea typeface="+mn-ea"/>
                  <a:cs typeface="+mn-cs"/>
                </a:rPr>
                <a:t>Quality Management</a:t>
              </a:r>
              <a:endParaRPr kumimoji="0" lang="en-IN" sz="900" b="0" i="0" u="none" strike="noStrike" kern="1200" cap="none" spc="0" normalizeH="0" baseline="0" noProof="0" dirty="0">
                <a:ln>
                  <a:noFill/>
                </a:ln>
                <a:solidFill>
                  <a:prstClr val="black"/>
                </a:solidFill>
                <a:effectLst/>
                <a:uLnTx/>
                <a:uFillTx/>
                <a:latin typeface="Verdana"/>
                <a:ea typeface="+mn-ea"/>
                <a:cs typeface="+mn-cs"/>
              </a:endParaRPr>
            </a:p>
          </p:txBody>
        </p:sp>
        <p:sp>
          <p:nvSpPr>
            <p:cNvPr id="63" name="TextBox 62"/>
            <p:cNvSpPr txBox="1"/>
            <p:nvPr/>
          </p:nvSpPr>
          <p:spPr>
            <a:xfrm>
              <a:off x="2784634" y="5548681"/>
              <a:ext cx="1028760" cy="276999"/>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900" b="0" i="0" u="none" strike="noStrike" kern="1200" cap="none" spc="0" normalizeH="0" baseline="0" noProof="0" dirty="0">
                  <a:ln>
                    <a:noFill/>
                  </a:ln>
                  <a:solidFill>
                    <a:prstClr val="black"/>
                  </a:solidFill>
                  <a:effectLst/>
                  <a:uLnTx/>
                  <a:uFillTx/>
                  <a:latin typeface="Verdana"/>
                  <a:ea typeface="+mn-ea"/>
                  <a:cs typeface="+mn-cs"/>
                </a:rPr>
                <a:t>Human Resource Management</a:t>
              </a:r>
              <a:endParaRPr kumimoji="0" lang="en-IN" sz="900" b="0" i="0" u="none" strike="noStrike" kern="1200" cap="none" spc="0" normalizeH="0" baseline="0" noProof="0" dirty="0">
                <a:ln>
                  <a:noFill/>
                </a:ln>
                <a:solidFill>
                  <a:prstClr val="black"/>
                </a:solidFill>
                <a:effectLst/>
                <a:uLnTx/>
                <a:uFillTx/>
                <a:latin typeface="Verdana"/>
                <a:ea typeface="+mn-ea"/>
                <a:cs typeface="+mn-cs"/>
              </a:endParaRPr>
            </a:p>
          </p:txBody>
        </p:sp>
        <p:sp>
          <p:nvSpPr>
            <p:cNvPr id="64" name="TextBox 63"/>
            <p:cNvSpPr txBox="1"/>
            <p:nvPr/>
          </p:nvSpPr>
          <p:spPr>
            <a:xfrm>
              <a:off x="4011090" y="5548681"/>
              <a:ext cx="878640" cy="276999"/>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900" b="0" i="0" u="none" strike="noStrike" kern="1200" cap="none" spc="0" normalizeH="0" baseline="0" noProof="0" dirty="0">
                  <a:ln>
                    <a:noFill/>
                  </a:ln>
                  <a:solidFill>
                    <a:prstClr val="black"/>
                  </a:solidFill>
                  <a:effectLst/>
                  <a:uLnTx/>
                  <a:uFillTx/>
                  <a:latin typeface="Verdana"/>
                  <a:ea typeface="+mn-ea"/>
                  <a:cs typeface="+mn-cs"/>
                </a:rPr>
                <a:t>Time Management</a:t>
              </a:r>
              <a:endParaRPr kumimoji="0" lang="en-IN" sz="900" b="0" i="0" u="none" strike="noStrike" kern="1200" cap="none" spc="0" normalizeH="0" baseline="0" noProof="0" dirty="0">
                <a:ln>
                  <a:noFill/>
                </a:ln>
                <a:solidFill>
                  <a:prstClr val="black"/>
                </a:solidFill>
                <a:effectLst/>
                <a:uLnTx/>
                <a:uFillTx/>
                <a:latin typeface="Verdana"/>
                <a:ea typeface="+mn-ea"/>
                <a:cs typeface="+mn-cs"/>
              </a:endParaRPr>
            </a:p>
          </p:txBody>
        </p:sp>
      </p:grpSp>
      <p:sp>
        <p:nvSpPr>
          <p:cNvPr id="73" name="Rectangle 72"/>
          <p:cNvSpPr/>
          <p:nvPr/>
        </p:nvSpPr>
        <p:spPr bwMode="gray">
          <a:xfrm>
            <a:off x="286983" y="4885791"/>
            <a:ext cx="3896511" cy="280214"/>
          </a:xfrm>
          <a:prstGeom prst="rect">
            <a:avLst/>
          </a:prstGeom>
          <a:noFill/>
          <a:ln w="19050" algn="ctr">
            <a:noFill/>
            <a:miter lim="800000"/>
            <a:headEnd/>
            <a:tailEnd/>
          </a:ln>
        </p:spPr>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1" i="0" u="none" strike="noStrike" kern="1200" cap="none" spc="0" normalizeH="0" baseline="0" noProof="0" dirty="0">
                <a:ln>
                  <a:noFill/>
                </a:ln>
                <a:solidFill>
                  <a:prstClr val="black"/>
                </a:solidFill>
                <a:effectLst/>
                <a:uLnTx/>
                <a:uFillTx/>
                <a:latin typeface="Verdana"/>
                <a:ea typeface="+mn-ea"/>
                <a:cs typeface="+mn-cs"/>
              </a:rPr>
              <a:t>Documentation during program management</a:t>
            </a:r>
            <a:endParaRPr kumimoji="0" lang="en-IN" sz="1000" b="1" i="0" u="none" strike="noStrike" kern="1200" cap="none" spc="0" normalizeH="0" baseline="0" noProof="0" dirty="0">
              <a:ln>
                <a:noFill/>
              </a:ln>
              <a:solidFill>
                <a:prstClr val="black"/>
              </a:solidFill>
              <a:effectLst/>
              <a:uLnTx/>
              <a:uFillTx/>
              <a:latin typeface="Verdana"/>
              <a:ea typeface="+mn-ea"/>
              <a:cs typeface="+mn-cs"/>
            </a:endParaRPr>
          </a:p>
        </p:txBody>
      </p:sp>
      <p:sp>
        <p:nvSpPr>
          <p:cNvPr id="74" name="Rectangle 73"/>
          <p:cNvSpPr/>
          <p:nvPr/>
        </p:nvSpPr>
        <p:spPr bwMode="gray">
          <a:xfrm>
            <a:off x="360136" y="5413475"/>
            <a:ext cx="2160000" cy="1080000"/>
          </a:xfrm>
          <a:prstGeom prst="rect">
            <a:avLst/>
          </a:prstGeom>
          <a:solidFill>
            <a:schemeClr val="bg1"/>
          </a:solidFill>
          <a:ln w="19050" algn="ctr">
            <a:solidFill>
              <a:schemeClr val="accent1"/>
            </a:solidFill>
            <a:miter lim="800000"/>
            <a:headEnd/>
            <a:tailEnd/>
          </a:ln>
        </p:spPr>
        <p:txBody>
          <a:bodyPr wrap="square" lIns="72000" tIns="36000" rIns="72000" bIns="36000" rtlCol="0" anchor="t"/>
          <a:lstStyle/>
          <a:p>
            <a:pPr marL="171450" marR="0" lvl="0" indent="-171450" algn="l" defTabSz="914400" rtl="0" eaLnBrk="1" fontAlgn="auto" latinLnBrk="0" hangingPunct="1">
              <a:lnSpc>
                <a:spcPct val="106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Verdana"/>
                <a:ea typeface="+mn-ea"/>
                <a:cs typeface="+mn-cs"/>
              </a:rPr>
              <a:t>Detailed list of activities to be actioned (</a:t>
            </a:r>
            <a:r>
              <a:rPr kumimoji="0" lang="en-US" sz="900" b="1" i="1" u="none" strike="noStrike" kern="1200" cap="none" spc="0" normalizeH="0" baseline="0" noProof="0" dirty="0">
                <a:ln>
                  <a:noFill/>
                </a:ln>
                <a:solidFill>
                  <a:prstClr val="black"/>
                </a:solidFill>
                <a:effectLst/>
                <a:uLnTx/>
                <a:uFillTx/>
                <a:latin typeface="Verdana"/>
                <a:ea typeface="+mn-ea"/>
                <a:cs typeface="+mn-cs"/>
              </a:rPr>
              <a:t>current week and next week</a:t>
            </a:r>
            <a:r>
              <a:rPr kumimoji="0" lang="en-US" sz="900" b="0" i="0" u="none" strike="noStrike" kern="1200" cap="none" spc="0" normalizeH="0" baseline="0" noProof="0" dirty="0">
                <a:ln>
                  <a:noFill/>
                </a:ln>
                <a:solidFill>
                  <a:prstClr val="black"/>
                </a:solidFill>
                <a:effectLst/>
                <a:uLnTx/>
                <a:uFillTx/>
                <a:latin typeface="Verdana"/>
                <a:ea typeface="+mn-ea"/>
                <a:cs typeface="+mn-cs"/>
              </a:rPr>
              <a:t>) with completion dates and responsibility owners to be published </a:t>
            </a:r>
            <a:r>
              <a:rPr kumimoji="0" lang="en-US" sz="900" b="1" i="1" u="none" strike="noStrike" kern="1200" cap="none" spc="0" normalizeH="0" baseline="0" noProof="0" dirty="0">
                <a:ln>
                  <a:noFill/>
                </a:ln>
                <a:solidFill>
                  <a:prstClr val="black"/>
                </a:solidFill>
                <a:effectLst/>
                <a:uLnTx/>
                <a:uFillTx/>
                <a:latin typeface="Verdana"/>
                <a:ea typeface="+mn-ea"/>
                <a:cs typeface="+mn-cs"/>
              </a:rPr>
              <a:t>every week before</a:t>
            </a:r>
            <a:r>
              <a:rPr kumimoji="0" lang="en-US" sz="900" b="0" i="0" u="none" strike="noStrike" kern="1200" cap="none" spc="0" normalizeH="0" baseline="0" noProof="0" dirty="0">
                <a:ln>
                  <a:noFill/>
                </a:ln>
                <a:solidFill>
                  <a:prstClr val="black"/>
                </a:solidFill>
                <a:effectLst/>
                <a:uLnTx/>
                <a:uFillTx/>
                <a:latin typeface="Verdana"/>
                <a:ea typeface="+mn-ea"/>
                <a:cs typeface="+mn-cs"/>
              </a:rPr>
              <a:t> </a:t>
            </a:r>
            <a:r>
              <a:rPr kumimoji="0" lang="en-US" sz="900" b="1" i="1" u="none" strike="noStrike" kern="1200" cap="none" spc="0" normalizeH="0" baseline="0" noProof="0" dirty="0">
                <a:ln>
                  <a:noFill/>
                </a:ln>
                <a:solidFill>
                  <a:prstClr val="black"/>
                </a:solidFill>
                <a:effectLst/>
                <a:uLnTx/>
                <a:uFillTx/>
                <a:latin typeface="Verdana"/>
                <a:ea typeface="+mn-ea"/>
                <a:cs typeface="+mn-cs"/>
              </a:rPr>
              <a:t>Friday EOD</a:t>
            </a:r>
            <a:endParaRPr kumimoji="0" lang="en-IN" sz="900" b="1" i="1" u="none" strike="noStrike" kern="1200" cap="none" spc="0" normalizeH="0" baseline="0" noProof="0" dirty="0">
              <a:ln>
                <a:noFill/>
              </a:ln>
              <a:solidFill>
                <a:prstClr val="black"/>
              </a:solidFill>
              <a:effectLst/>
              <a:uLnTx/>
              <a:uFillTx/>
              <a:latin typeface="Verdana"/>
              <a:ea typeface="+mn-ea"/>
              <a:cs typeface="+mn-cs"/>
            </a:endParaRPr>
          </a:p>
        </p:txBody>
      </p:sp>
      <p:sp>
        <p:nvSpPr>
          <p:cNvPr id="75" name="Rectangle 74"/>
          <p:cNvSpPr/>
          <p:nvPr/>
        </p:nvSpPr>
        <p:spPr bwMode="gray">
          <a:xfrm>
            <a:off x="360136" y="5120083"/>
            <a:ext cx="2160000" cy="301574"/>
          </a:xfrm>
          <a:prstGeom prst="rect">
            <a:avLst/>
          </a:prstGeom>
          <a:solidFill>
            <a:srgbClr val="86BC25"/>
          </a:solidFill>
          <a:ln w="19050" algn="ctr">
            <a:solidFill>
              <a:schemeClr val="accent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50" b="1" i="0" u="none" strike="noStrike" kern="1200" cap="none" spc="0" normalizeH="0" baseline="0" noProof="0" dirty="0">
                <a:ln>
                  <a:noFill/>
                </a:ln>
                <a:solidFill>
                  <a:prstClr val="white"/>
                </a:solidFill>
                <a:effectLst/>
                <a:uLnTx/>
                <a:uFillTx/>
                <a:latin typeface="Verdana"/>
                <a:ea typeface="+mn-ea"/>
                <a:cs typeface="+mn-cs"/>
              </a:rPr>
              <a:t>Action Log</a:t>
            </a:r>
            <a:endParaRPr kumimoji="0" lang="en-IN" sz="1050" b="1" i="0" u="none" strike="noStrike" kern="1200" cap="none" spc="0" normalizeH="0" baseline="0" noProof="0" dirty="0">
              <a:ln>
                <a:noFill/>
              </a:ln>
              <a:solidFill>
                <a:prstClr val="white"/>
              </a:solidFill>
              <a:effectLst/>
              <a:uLnTx/>
              <a:uFillTx/>
              <a:latin typeface="Verdana"/>
              <a:ea typeface="+mn-ea"/>
              <a:cs typeface="+mn-cs"/>
            </a:endParaRPr>
          </a:p>
        </p:txBody>
      </p:sp>
      <p:sp>
        <p:nvSpPr>
          <p:cNvPr id="76" name="Rectangle 75"/>
          <p:cNvSpPr/>
          <p:nvPr/>
        </p:nvSpPr>
        <p:spPr bwMode="gray">
          <a:xfrm>
            <a:off x="2617311" y="5413475"/>
            <a:ext cx="2160000" cy="1080000"/>
          </a:xfrm>
          <a:prstGeom prst="rect">
            <a:avLst/>
          </a:prstGeom>
          <a:solidFill>
            <a:schemeClr val="bg1"/>
          </a:solidFill>
          <a:ln w="19050" algn="ctr">
            <a:solidFill>
              <a:schemeClr val="accent1"/>
            </a:solidFill>
            <a:miter lim="800000"/>
            <a:headEnd/>
            <a:tailEnd/>
          </a:ln>
        </p:spPr>
        <p:txBody>
          <a:bodyPr wrap="square" lIns="72000" tIns="36000" rIns="72000" bIns="36000" rtlCol="0" anchor="t"/>
          <a:lstStyle/>
          <a:p>
            <a:pPr marL="171450" marR="0" lvl="0" indent="-171450" algn="l" defTabSz="914400" rtl="0" eaLnBrk="1" fontAlgn="auto" latinLnBrk="0" hangingPunct="1">
              <a:lnSpc>
                <a:spcPct val="106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Verdana"/>
                <a:ea typeface="+mn-ea"/>
                <a:cs typeface="+mn-cs"/>
              </a:rPr>
              <a:t>Review of the project in presence of key stake holders – CIL Management, and project management team and send </a:t>
            </a:r>
            <a:r>
              <a:rPr kumimoji="0" lang="en-US" sz="900" b="1" i="0" u="none" strike="noStrike" kern="1200" cap="none" spc="0" normalizeH="0" baseline="0" noProof="0" dirty="0">
                <a:ln>
                  <a:noFill/>
                </a:ln>
                <a:solidFill>
                  <a:prstClr val="black"/>
                </a:solidFill>
                <a:effectLst/>
                <a:uLnTx/>
                <a:uFillTx/>
                <a:latin typeface="Verdana"/>
                <a:ea typeface="+mn-ea"/>
                <a:cs typeface="+mn-cs"/>
              </a:rPr>
              <a:t>monthly review report</a:t>
            </a:r>
            <a:endParaRPr kumimoji="0" lang="en-IN" sz="900" b="1" i="0" u="none" strike="noStrike" kern="1200" cap="none" spc="0" normalizeH="0" baseline="0" noProof="0" dirty="0">
              <a:ln>
                <a:noFill/>
              </a:ln>
              <a:solidFill>
                <a:prstClr val="black"/>
              </a:solidFill>
              <a:effectLst/>
              <a:uLnTx/>
              <a:uFillTx/>
              <a:latin typeface="Verdana"/>
              <a:ea typeface="+mn-ea"/>
              <a:cs typeface="+mn-cs"/>
            </a:endParaRPr>
          </a:p>
        </p:txBody>
      </p:sp>
      <p:sp>
        <p:nvSpPr>
          <p:cNvPr id="77" name="Rectangle 76"/>
          <p:cNvSpPr/>
          <p:nvPr/>
        </p:nvSpPr>
        <p:spPr bwMode="gray">
          <a:xfrm>
            <a:off x="2617311" y="5120083"/>
            <a:ext cx="2160000" cy="301574"/>
          </a:xfrm>
          <a:prstGeom prst="rect">
            <a:avLst/>
          </a:prstGeom>
          <a:solidFill>
            <a:srgbClr val="86BC25"/>
          </a:solidFill>
          <a:ln w="19050" algn="ctr">
            <a:solidFill>
              <a:schemeClr val="accent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50" b="1" i="0" u="none" strike="noStrike" kern="1200" cap="none" spc="0" normalizeH="0" baseline="0" noProof="0" dirty="0">
                <a:ln>
                  <a:noFill/>
                </a:ln>
                <a:solidFill>
                  <a:prstClr val="white"/>
                </a:solidFill>
                <a:effectLst/>
                <a:uLnTx/>
                <a:uFillTx/>
                <a:latin typeface="Verdana"/>
                <a:ea typeface="+mn-ea"/>
                <a:cs typeface="+mn-cs"/>
              </a:rPr>
              <a:t>Monthly review</a:t>
            </a:r>
            <a:endParaRPr kumimoji="0" lang="en-IN" sz="1050" b="1" i="0" u="none" strike="noStrike" kern="1200" cap="none" spc="0" normalizeH="0" baseline="0" noProof="0" dirty="0">
              <a:ln>
                <a:noFill/>
              </a:ln>
              <a:solidFill>
                <a:prstClr val="white"/>
              </a:solidFill>
              <a:effectLst/>
              <a:uLnTx/>
              <a:uFillTx/>
              <a:latin typeface="Verdana"/>
              <a:ea typeface="+mn-ea"/>
              <a:cs typeface="+mn-cs"/>
            </a:endParaRPr>
          </a:p>
        </p:txBody>
      </p:sp>
      <p:sp>
        <p:nvSpPr>
          <p:cNvPr id="78" name="Rectangle 77"/>
          <p:cNvSpPr/>
          <p:nvPr/>
        </p:nvSpPr>
        <p:spPr bwMode="gray">
          <a:xfrm>
            <a:off x="4874486" y="5413475"/>
            <a:ext cx="2160000" cy="1080000"/>
          </a:xfrm>
          <a:prstGeom prst="rect">
            <a:avLst/>
          </a:prstGeom>
          <a:solidFill>
            <a:schemeClr val="bg1"/>
          </a:solidFill>
          <a:ln w="19050" algn="ctr">
            <a:solidFill>
              <a:schemeClr val="accent1"/>
            </a:solidFill>
            <a:miter lim="800000"/>
            <a:headEnd/>
            <a:tailEnd/>
          </a:ln>
        </p:spPr>
        <p:txBody>
          <a:bodyPr wrap="square" lIns="72000" tIns="36000" rIns="72000" bIns="36000" rtlCol="0" anchor="t"/>
          <a:lstStyle/>
          <a:p>
            <a:pPr marL="171450" marR="0" lvl="0" indent="-171450" algn="l" defTabSz="914400" rtl="0" eaLnBrk="1" fontAlgn="auto" latinLnBrk="0" hangingPunct="1">
              <a:lnSpc>
                <a:spcPct val="106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Verdana"/>
                <a:ea typeface="+mn-ea"/>
                <a:cs typeface="+mn-cs"/>
              </a:rPr>
              <a:t>Identify the risk items which have the potential to hamper the project outcomes with action plan to mitigate the same – to be </a:t>
            </a:r>
            <a:r>
              <a:rPr kumimoji="0" lang="en-US" sz="900" b="1" i="1" u="none" strike="noStrike" kern="1200" cap="none" spc="0" normalizeH="0" baseline="0" noProof="0" dirty="0">
                <a:ln>
                  <a:noFill/>
                </a:ln>
                <a:solidFill>
                  <a:prstClr val="black"/>
                </a:solidFill>
                <a:effectLst/>
                <a:uLnTx/>
                <a:uFillTx/>
                <a:latin typeface="Verdana"/>
                <a:ea typeface="+mn-ea"/>
                <a:cs typeface="+mn-cs"/>
              </a:rPr>
              <a:t>highlighted to CIL project team and respective Vendor</a:t>
            </a:r>
            <a:endParaRPr kumimoji="0" lang="en-IN" sz="900" b="1" i="1" u="none" strike="noStrike" kern="1200" cap="none" spc="0" normalizeH="0" baseline="0" noProof="0" dirty="0">
              <a:ln>
                <a:noFill/>
              </a:ln>
              <a:solidFill>
                <a:prstClr val="black"/>
              </a:solidFill>
              <a:effectLst/>
              <a:uLnTx/>
              <a:uFillTx/>
              <a:latin typeface="Verdana"/>
              <a:ea typeface="+mn-ea"/>
              <a:cs typeface="+mn-cs"/>
            </a:endParaRPr>
          </a:p>
        </p:txBody>
      </p:sp>
      <p:sp>
        <p:nvSpPr>
          <p:cNvPr id="79" name="Rectangle 78"/>
          <p:cNvSpPr/>
          <p:nvPr/>
        </p:nvSpPr>
        <p:spPr bwMode="gray">
          <a:xfrm>
            <a:off x="4874486" y="5120083"/>
            <a:ext cx="2160000" cy="301574"/>
          </a:xfrm>
          <a:prstGeom prst="rect">
            <a:avLst/>
          </a:prstGeom>
          <a:solidFill>
            <a:srgbClr val="86BC25"/>
          </a:solidFill>
          <a:ln w="19050" algn="ctr">
            <a:solidFill>
              <a:schemeClr val="accent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50" b="1" i="0" u="none" strike="noStrike" kern="1200" cap="none" spc="0" normalizeH="0" baseline="0" noProof="0" dirty="0">
                <a:ln>
                  <a:noFill/>
                </a:ln>
                <a:solidFill>
                  <a:prstClr val="white"/>
                </a:solidFill>
                <a:effectLst/>
                <a:uLnTx/>
                <a:uFillTx/>
                <a:latin typeface="Verdana"/>
                <a:ea typeface="+mn-ea"/>
                <a:cs typeface="+mn-cs"/>
              </a:rPr>
              <a:t>Risk Log</a:t>
            </a:r>
            <a:endParaRPr kumimoji="0" lang="en-IN" sz="1050" b="1" i="0" u="none" strike="noStrike" kern="1200" cap="none" spc="0" normalizeH="0" baseline="0" noProof="0" dirty="0">
              <a:ln>
                <a:noFill/>
              </a:ln>
              <a:solidFill>
                <a:prstClr val="white"/>
              </a:solidFill>
              <a:effectLst/>
              <a:uLnTx/>
              <a:uFillTx/>
              <a:latin typeface="Verdana"/>
              <a:ea typeface="+mn-ea"/>
              <a:cs typeface="+mn-cs"/>
            </a:endParaRPr>
          </a:p>
        </p:txBody>
      </p:sp>
      <p:sp>
        <p:nvSpPr>
          <p:cNvPr id="80" name="Rectangle 79"/>
          <p:cNvSpPr/>
          <p:nvPr/>
        </p:nvSpPr>
        <p:spPr bwMode="gray">
          <a:xfrm>
            <a:off x="9388836" y="5413475"/>
            <a:ext cx="2160000" cy="1080000"/>
          </a:xfrm>
          <a:prstGeom prst="rect">
            <a:avLst/>
          </a:prstGeom>
          <a:solidFill>
            <a:schemeClr val="bg1"/>
          </a:solidFill>
          <a:ln w="19050" algn="ctr">
            <a:solidFill>
              <a:schemeClr val="accent1"/>
            </a:solidFill>
            <a:miter lim="800000"/>
            <a:headEnd/>
            <a:tailEnd/>
          </a:ln>
        </p:spPr>
        <p:txBody>
          <a:bodyPr wrap="square" lIns="72000" tIns="36000" rIns="72000" bIns="36000" rtlCol="0" anchor="t"/>
          <a:lstStyle/>
          <a:p>
            <a:pPr marL="171450" marR="0" lvl="0" indent="-171450" algn="l" defTabSz="914400" rtl="0" eaLnBrk="1" fontAlgn="auto" latinLnBrk="0" hangingPunct="1">
              <a:lnSpc>
                <a:spcPct val="106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Verdana"/>
                <a:ea typeface="+mn-ea"/>
                <a:cs typeface="+mn-cs"/>
              </a:rPr>
              <a:t>Prepare the </a:t>
            </a:r>
            <a:r>
              <a:rPr kumimoji="0" lang="en-US" sz="900" b="1" i="0" u="none" strike="noStrike" kern="1200" cap="none" spc="0" normalizeH="0" baseline="0" noProof="0" dirty="0">
                <a:ln>
                  <a:noFill/>
                </a:ln>
                <a:solidFill>
                  <a:prstClr val="black"/>
                </a:solidFill>
                <a:effectLst/>
                <a:uLnTx/>
                <a:uFillTx/>
                <a:latin typeface="Verdana"/>
                <a:ea typeface="+mn-ea"/>
                <a:cs typeface="+mn-cs"/>
              </a:rPr>
              <a:t>outcome analysis report</a:t>
            </a:r>
            <a:r>
              <a:rPr kumimoji="0" lang="en-US" sz="900" b="0" i="0" u="none" strike="noStrike" kern="1200" cap="none" spc="0" normalizeH="0" baseline="0" noProof="0" dirty="0">
                <a:ln>
                  <a:noFill/>
                </a:ln>
                <a:solidFill>
                  <a:prstClr val="black"/>
                </a:solidFill>
                <a:effectLst/>
                <a:uLnTx/>
                <a:uFillTx/>
                <a:latin typeface="Verdana"/>
                <a:ea typeface="+mn-ea"/>
                <a:cs typeface="+mn-cs"/>
              </a:rPr>
              <a:t> consisting of the detailed assessment of the tangible and intangible benefits achieved by CIL from each diversification initiative</a:t>
            </a:r>
            <a:endParaRPr kumimoji="0" lang="en-IN" sz="900" b="0" i="1" u="none" strike="noStrike" kern="1200" cap="none" spc="0" normalizeH="0" baseline="0" noProof="0" dirty="0">
              <a:ln>
                <a:noFill/>
              </a:ln>
              <a:solidFill>
                <a:prstClr val="black"/>
              </a:solidFill>
              <a:effectLst/>
              <a:uLnTx/>
              <a:uFillTx/>
              <a:latin typeface="Verdana"/>
              <a:ea typeface="+mn-ea"/>
              <a:cs typeface="+mn-cs"/>
            </a:endParaRPr>
          </a:p>
        </p:txBody>
      </p:sp>
      <p:sp>
        <p:nvSpPr>
          <p:cNvPr id="81" name="Rectangle 80"/>
          <p:cNvSpPr/>
          <p:nvPr/>
        </p:nvSpPr>
        <p:spPr bwMode="gray">
          <a:xfrm>
            <a:off x="9388836" y="5120083"/>
            <a:ext cx="2160000" cy="301574"/>
          </a:xfrm>
          <a:prstGeom prst="rect">
            <a:avLst/>
          </a:prstGeom>
          <a:solidFill>
            <a:srgbClr val="86BC25"/>
          </a:solidFill>
          <a:ln w="19050" algn="ctr">
            <a:solidFill>
              <a:schemeClr val="accent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50" b="1" i="0" u="none" strike="noStrike" kern="1200" cap="none" spc="0" normalizeH="0" baseline="0" noProof="0" dirty="0">
                <a:ln>
                  <a:noFill/>
                </a:ln>
                <a:solidFill>
                  <a:prstClr val="white"/>
                </a:solidFill>
                <a:effectLst/>
                <a:uLnTx/>
                <a:uFillTx/>
                <a:latin typeface="Verdana"/>
                <a:ea typeface="+mn-ea"/>
                <a:cs typeface="+mn-cs"/>
              </a:rPr>
              <a:t>Outcome analysis reports</a:t>
            </a:r>
            <a:endParaRPr kumimoji="0" lang="en-IN" sz="1050" b="1" i="0" u="none" strike="noStrike" kern="1200" cap="none" spc="0" normalizeH="0" baseline="0" noProof="0" dirty="0">
              <a:ln>
                <a:noFill/>
              </a:ln>
              <a:solidFill>
                <a:prstClr val="white"/>
              </a:solidFill>
              <a:effectLst/>
              <a:uLnTx/>
              <a:uFillTx/>
              <a:latin typeface="Verdana"/>
              <a:ea typeface="+mn-ea"/>
              <a:cs typeface="+mn-cs"/>
            </a:endParaRPr>
          </a:p>
        </p:txBody>
      </p:sp>
      <p:sp>
        <p:nvSpPr>
          <p:cNvPr id="82" name="Rectangle 81"/>
          <p:cNvSpPr/>
          <p:nvPr/>
        </p:nvSpPr>
        <p:spPr bwMode="gray">
          <a:xfrm>
            <a:off x="7131661" y="5413475"/>
            <a:ext cx="2160000" cy="1080000"/>
          </a:xfrm>
          <a:prstGeom prst="rect">
            <a:avLst/>
          </a:prstGeom>
          <a:solidFill>
            <a:schemeClr val="bg1"/>
          </a:solidFill>
          <a:ln w="19050" algn="ctr">
            <a:solidFill>
              <a:schemeClr val="accent1"/>
            </a:solidFill>
            <a:miter lim="800000"/>
            <a:headEnd/>
            <a:tailEnd/>
          </a:ln>
        </p:spPr>
        <p:txBody>
          <a:bodyPr wrap="square" lIns="72000" tIns="36000" rIns="72000" bIns="36000" rtlCol="0" anchor="t"/>
          <a:lstStyle/>
          <a:p>
            <a:pPr marL="171450" marR="0" lvl="0" indent="-171450" algn="l" defTabSz="914400" rtl="0" eaLnBrk="1" fontAlgn="auto" latinLnBrk="0" hangingPunct="1">
              <a:lnSpc>
                <a:spcPct val="106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Verdana"/>
                <a:ea typeface="+mn-ea"/>
                <a:cs typeface="+mn-cs"/>
              </a:rPr>
              <a:t>Monitor timely implementation and prepare </a:t>
            </a:r>
            <a:r>
              <a:rPr kumimoji="0" lang="en-US" sz="900" b="1" i="0" u="none" strike="noStrike" kern="1200" cap="none" spc="0" normalizeH="0" baseline="0" noProof="0" dirty="0">
                <a:ln>
                  <a:noFill/>
                </a:ln>
                <a:solidFill>
                  <a:prstClr val="black"/>
                </a:solidFill>
                <a:effectLst/>
                <a:uLnTx/>
                <a:uFillTx/>
                <a:latin typeface="Verdana"/>
                <a:ea typeface="+mn-ea"/>
                <a:cs typeface="+mn-cs"/>
              </a:rPr>
              <a:t>implementation status report</a:t>
            </a:r>
          </a:p>
          <a:p>
            <a:pPr marL="171450" marR="0" lvl="0" indent="-171450" algn="l" defTabSz="914400" rtl="0" eaLnBrk="1" fontAlgn="auto" latinLnBrk="0" hangingPunct="1">
              <a:lnSpc>
                <a:spcPct val="106000"/>
              </a:lnSpc>
              <a:spcBef>
                <a:spcPts val="0"/>
              </a:spcBef>
              <a:spcAft>
                <a:spcPts val="0"/>
              </a:spcAft>
              <a:buClrTx/>
              <a:buSzTx/>
              <a:buFont typeface="Arial" panose="020B0604020202020204" pitchFamily="34" charset="0"/>
              <a:buChar char="•"/>
              <a:tabLst/>
              <a:defRPr/>
            </a:pPr>
            <a:r>
              <a:rPr lang="en-US" sz="900" noProof="0" dirty="0">
                <a:solidFill>
                  <a:prstClr val="black"/>
                </a:solidFill>
                <a:latin typeface="Verdana"/>
              </a:rPr>
              <a:t>Assessment of project finance, costing and financial status</a:t>
            </a:r>
            <a:endParaRPr kumimoji="0" lang="en-IN" sz="900" i="0" u="none" strike="noStrike" kern="1200" cap="none" spc="0" normalizeH="0" baseline="0" noProof="0" dirty="0">
              <a:ln>
                <a:noFill/>
              </a:ln>
              <a:solidFill>
                <a:prstClr val="black"/>
              </a:solidFill>
              <a:effectLst/>
              <a:uLnTx/>
              <a:uFillTx/>
              <a:latin typeface="Verdana"/>
              <a:ea typeface="+mn-ea"/>
              <a:cs typeface="+mn-cs"/>
            </a:endParaRPr>
          </a:p>
        </p:txBody>
      </p:sp>
      <p:sp>
        <p:nvSpPr>
          <p:cNvPr id="83" name="Rectangle 82"/>
          <p:cNvSpPr/>
          <p:nvPr/>
        </p:nvSpPr>
        <p:spPr bwMode="gray">
          <a:xfrm>
            <a:off x="7131661" y="5120083"/>
            <a:ext cx="2160000" cy="301574"/>
          </a:xfrm>
          <a:prstGeom prst="rect">
            <a:avLst/>
          </a:prstGeom>
          <a:solidFill>
            <a:srgbClr val="86BC25"/>
          </a:solidFill>
          <a:ln w="19050" algn="ctr">
            <a:solidFill>
              <a:schemeClr val="accent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50" b="1" i="0" u="none" strike="noStrike" kern="1200" cap="none" spc="0" normalizeH="0" baseline="0" noProof="0" dirty="0">
                <a:ln>
                  <a:noFill/>
                </a:ln>
                <a:solidFill>
                  <a:prstClr val="white"/>
                </a:solidFill>
                <a:effectLst/>
                <a:uLnTx/>
                <a:uFillTx/>
                <a:latin typeface="Verdana"/>
                <a:ea typeface="+mn-ea"/>
                <a:cs typeface="+mn-cs"/>
              </a:rPr>
              <a:t>Timeline and Financial Log</a:t>
            </a:r>
            <a:endParaRPr kumimoji="0" lang="en-IN" sz="1050" b="1" i="0" u="none" strike="noStrike" kern="1200" cap="none" spc="0" normalizeH="0" baseline="0" noProof="0" dirty="0">
              <a:ln>
                <a:noFill/>
              </a:ln>
              <a:solidFill>
                <a:prstClr val="white"/>
              </a:solidFill>
              <a:effectLst/>
              <a:uLnTx/>
              <a:uFillTx/>
              <a:latin typeface="Verdana"/>
              <a:ea typeface="+mn-ea"/>
              <a:cs typeface="+mn-cs"/>
            </a:endParaRPr>
          </a:p>
        </p:txBody>
      </p:sp>
      <p:sp>
        <p:nvSpPr>
          <p:cNvPr id="84" name="Text Placeholder 32"/>
          <p:cNvSpPr txBox="1">
            <a:spLocks/>
          </p:cNvSpPr>
          <p:nvPr/>
        </p:nvSpPr>
        <p:spPr>
          <a:xfrm>
            <a:off x="9388836" y="1231152"/>
            <a:ext cx="2154083" cy="215598"/>
          </a:xfrm>
          <a:prstGeom prst="rect">
            <a:avLst/>
          </a:prstGeom>
          <a:ln>
            <a:solidFill>
              <a:srgbClr val="C00000"/>
            </a:solidFill>
          </a:ln>
        </p:spPr>
        <p:txBody>
          <a:bodyPr vert="horz" lIns="0" tIns="0" rIns="0" bIns="0" rtlCol="0" anchor="ctr">
            <a:noAutofit/>
          </a:bodyPr>
          <a:lstStyle>
            <a:lvl1pPr marL="0" indent="0" algn="l" defTabSz="1219170" rtl="0" eaLnBrk="1" latinLnBrk="0" hangingPunct="1">
              <a:spcBef>
                <a:spcPts val="0"/>
              </a:spcBef>
              <a:spcAft>
                <a:spcPts val="1333"/>
              </a:spcAft>
              <a:buSzPct val="100000"/>
              <a:buFont typeface="Arial" panose="020B0604020202020204" pitchFamily="34" charset="0"/>
              <a:buNone/>
              <a:defRPr sz="2000" b="0" kern="1200">
                <a:solidFill>
                  <a:srgbClr val="575757"/>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marL="0" marR="0" lvl="0" indent="0" algn="ctr" defTabSz="1219170" rtl="0" eaLnBrk="1" fontAlgn="auto" latinLnBrk="0" hangingPunct="1">
              <a:lnSpc>
                <a:spcPct val="106000"/>
              </a:lnSpc>
              <a:spcBef>
                <a:spcPts val="0"/>
              </a:spcBef>
              <a:spcAft>
                <a:spcPts val="1333"/>
              </a:spcAft>
              <a:buClrTx/>
              <a:buSzPct val="100000"/>
              <a:buFont typeface="Arial" panose="020B0604020202020204" pitchFamily="34" charset="0"/>
              <a:buNone/>
              <a:tabLst/>
              <a:defRPr/>
            </a:pPr>
            <a:r>
              <a:rPr kumimoji="0" lang="en-US" sz="1200" b="1" i="0" u="none" strike="noStrike" kern="1200" cap="none" spc="0" normalizeH="0" baseline="0" noProof="0" dirty="0">
                <a:ln>
                  <a:noFill/>
                </a:ln>
                <a:solidFill>
                  <a:srgbClr val="C00000"/>
                </a:solidFill>
                <a:effectLst/>
                <a:uLnTx/>
                <a:uFillTx/>
                <a:latin typeface="Verdana"/>
                <a:ea typeface="Verdana" panose="020B0604030504040204" pitchFamily="34" charset="0"/>
                <a:cs typeface="Verdana" panose="020B0604030504040204" pitchFamily="34" charset="0"/>
              </a:rPr>
              <a:t>Illustrative Approach</a:t>
            </a:r>
          </a:p>
        </p:txBody>
      </p:sp>
    </p:spTree>
    <p:extLst>
      <p:ext uri="{BB962C8B-B14F-4D97-AF65-F5344CB8AC3E}">
        <p14:creationId xmlns:p14="http://schemas.microsoft.com/office/powerpoint/2010/main" val="1353985269"/>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Object 9"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530" imgH="531" progId="TCLayout.ActiveDocument.1">
                  <p:embed/>
                </p:oleObj>
              </mc:Choice>
              <mc:Fallback>
                <p:oleObj name="think-cell Slide" r:id="rId5" imgW="530" imgH="531" progId="TCLayout.ActiveDocument.1">
                  <p:embed/>
                  <p:pic>
                    <p:nvPicPr>
                      <p:cNvPr id="10" name="Object 9"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Rectangle 1" hidden="1"/>
          <p:cNvSpPr/>
          <p:nvPr>
            <p:custDataLst>
              <p:tags r:id="rId2"/>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algn="ctr">
              <a:lnSpc>
                <a:spcPct val="106000"/>
              </a:lnSpc>
              <a:buFont typeface="Wingdings 2" pitchFamily="18" charset="2"/>
              <a:buNone/>
            </a:pPr>
            <a:endParaRPr lang="en-US" sz="2000" dirty="0">
              <a:solidFill>
                <a:schemeClr val="bg1"/>
              </a:solidFill>
              <a:latin typeface="Verdana" panose="020B0604030504040204" pitchFamily="34" charset="0"/>
              <a:ea typeface="+mj-ea"/>
              <a:cs typeface="+mj-cs"/>
              <a:sym typeface="Verdana" panose="020B0604030504040204" pitchFamily="34" charset="0"/>
            </a:endParaRPr>
          </a:p>
        </p:txBody>
      </p:sp>
      <p:grpSp>
        <p:nvGrpSpPr>
          <p:cNvPr id="30" name="Group 29"/>
          <p:cNvGrpSpPr/>
          <p:nvPr/>
        </p:nvGrpSpPr>
        <p:grpSpPr>
          <a:xfrm>
            <a:off x="7994554" y="1750776"/>
            <a:ext cx="3550626" cy="1144043"/>
            <a:chOff x="7376787" y="2881928"/>
            <a:chExt cx="4244242" cy="1177964"/>
          </a:xfrm>
        </p:grpSpPr>
        <p:sp>
          <p:nvSpPr>
            <p:cNvPr id="31" name="Rectangle 30"/>
            <p:cNvSpPr/>
            <p:nvPr/>
          </p:nvSpPr>
          <p:spPr bwMode="gray">
            <a:xfrm>
              <a:off x="7376787" y="2881930"/>
              <a:ext cx="4244240" cy="1177962"/>
            </a:xfrm>
            <a:prstGeom prst="rect">
              <a:avLst/>
            </a:prstGeom>
            <a:solidFill>
              <a:schemeClr val="bg1">
                <a:lumMod val="95000"/>
              </a:schemeClr>
            </a:solidFill>
            <a:ln w="19050" algn="ctr">
              <a:noFill/>
              <a:miter lim="800000"/>
              <a:headEnd/>
              <a:tailEnd/>
            </a:ln>
          </p:spPr>
          <p:txBody>
            <a:bodyPr wrap="square" lIns="88900" tIns="88900" rIns="88900" bIns="88900" rtlCol="0" anchor="t"/>
            <a:lstStyle/>
            <a:p>
              <a:pPr marL="0" marR="0" lvl="0" indent="0" algn="just" defTabSz="914400" rtl="0" eaLnBrk="1" fontAlgn="auto" latinLnBrk="0" hangingPunct="1">
                <a:lnSpc>
                  <a:spcPct val="106000"/>
                </a:lnSpc>
                <a:spcBef>
                  <a:spcPts val="216"/>
                </a:spcBef>
                <a:spcAft>
                  <a:spcPts val="216"/>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Verdana"/>
                  <a:ea typeface="+mn-ea"/>
                  <a:cs typeface="+mn-cs"/>
                </a:rPr>
                <a:t>Risk Assessment Score </a:t>
              </a:r>
              <a:r>
                <a:rPr kumimoji="0" lang="en-US" sz="1000" b="0" i="0" u="none" strike="noStrike" kern="1200" cap="none" spc="0" normalizeH="0" baseline="0" noProof="0" dirty="0">
                  <a:ln>
                    <a:noFill/>
                  </a:ln>
                  <a:solidFill>
                    <a:prstClr val="black"/>
                  </a:solidFill>
                  <a:effectLst/>
                  <a:uLnTx/>
                  <a:uFillTx/>
                  <a:latin typeface="Verdana"/>
                  <a:ea typeface="+mn-ea"/>
                  <a:cs typeface="+mn-cs"/>
                </a:rPr>
                <a:t>- After assessing the probability and impact, Risk score is determined by multiplying the probability rating by impact rating. This gives a score based on which these are Priority-categorized and put on a matrix and the ones with highest priority are taken care of first</a:t>
              </a:r>
            </a:p>
          </p:txBody>
        </p:sp>
        <p:cxnSp>
          <p:nvCxnSpPr>
            <p:cNvPr id="32" name="Straight Connector 31"/>
            <p:cNvCxnSpPr/>
            <p:nvPr/>
          </p:nvCxnSpPr>
          <p:spPr>
            <a:xfrm>
              <a:off x="7376788" y="2881928"/>
              <a:ext cx="4244241" cy="0"/>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pic>
        <p:nvPicPr>
          <p:cNvPr id="3" name="Picture 2"/>
          <p:cNvPicPr>
            <a:picLocks noChangeAspect="1"/>
          </p:cNvPicPr>
          <p:nvPr/>
        </p:nvPicPr>
        <p:blipFill>
          <a:blip r:embed="rId7"/>
          <a:stretch>
            <a:fillRect/>
          </a:stretch>
        </p:blipFill>
        <p:spPr>
          <a:xfrm>
            <a:off x="8091289" y="3089587"/>
            <a:ext cx="3613257" cy="3340090"/>
          </a:xfrm>
          <a:prstGeom prst="rect">
            <a:avLst/>
          </a:prstGeom>
        </p:spPr>
      </p:pic>
      <p:sp>
        <p:nvSpPr>
          <p:cNvPr id="5" name="Rounded Rectangle 4"/>
          <p:cNvSpPr/>
          <p:nvPr/>
        </p:nvSpPr>
        <p:spPr bwMode="gray">
          <a:xfrm>
            <a:off x="7821635" y="1651438"/>
            <a:ext cx="3882911" cy="4778238"/>
          </a:xfrm>
          <a:prstGeom prst="roundRect">
            <a:avLst>
              <a:gd name="adj" fmla="val 993"/>
            </a:avLst>
          </a:prstGeom>
          <a:noFill/>
          <a:ln w="19050" algn="ctr">
            <a:solidFill>
              <a:schemeClr val="accent1"/>
            </a:solidFill>
            <a:prstDash val="dash"/>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1200" cap="none" spc="0" normalizeH="0" baseline="0" noProof="0" dirty="0">
              <a:ln>
                <a:noFill/>
              </a:ln>
              <a:solidFill>
                <a:prstClr val="white"/>
              </a:solidFill>
              <a:effectLst/>
              <a:uLnTx/>
              <a:uFillTx/>
              <a:latin typeface="Verdana"/>
              <a:ea typeface="+mn-ea"/>
              <a:cs typeface="+mn-cs"/>
            </a:endParaRPr>
          </a:p>
        </p:txBody>
      </p:sp>
      <p:grpSp>
        <p:nvGrpSpPr>
          <p:cNvPr id="6" name="Group 5"/>
          <p:cNvGrpSpPr/>
          <p:nvPr/>
        </p:nvGrpSpPr>
        <p:grpSpPr>
          <a:xfrm>
            <a:off x="508324" y="1083120"/>
            <a:ext cx="11196222" cy="481049"/>
            <a:chOff x="508324" y="1083120"/>
            <a:chExt cx="7295967" cy="548640"/>
          </a:xfrm>
        </p:grpSpPr>
        <p:sp>
          <p:nvSpPr>
            <p:cNvPr id="25" name="AutoShape 4"/>
            <p:cNvSpPr>
              <a:spLocks noChangeArrowheads="1"/>
            </p:cNvSpPr>
            <p:nvPr/>
          </p:nvSpPr>
          <p:spPr bwMode="auto">
            <a:xfrm>
              <a:off x="5250349" y="1083120"/>
              <a:ext cx="2553942" cy="548640"/>
            </a:xfrm>
            <a:prstGeom prst="chevron">
              <a:avLst>
                <a:gd name="adj" fmla="val 36855"/>
              </a:avLst>
            </a:prstGeom>
            <a:solidFill>
              <a:srgbClr val="26890D"/>
            </a:solidFill>
            <a:ln w="6350" algn="ctr">
              <a:noFill/>
              <a:miter lim="800000"/>
              <a:headEnd type="none" w="sm" len="sm"/>
              <a:tailEnd type="none" w="sm" len="sm"/>
            </a:ln>
          </p:spPr>
          <p:txBody>
            <a:bodyPr wrap="none" lIns="88900" tIns="88900" rIns="88900" bIns="88900" anchor="ctr"/>
            <a:lstStyle/>
            <a:p>
              <a:pPr marL="171450" marR="0" lvl="0" indent="-17145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white"/>
                  </a:solidFill>
                  <a:effectLst/>
                  <a:uLnTx/>
                  <a:uFillTx/>
                  <a:latin typeface="Calibri"/>
                  <a:ea typeface="+mn-ea"/>
                  <a:cs typeface="Arial" pitchFamily="34" charset="0"/>
                </a:rPr>
                <a:t>3. Risk Matrix and Issue Prioritization</a:t>
              </a:r>
            </a:p>
          </p:txBody>
        </p:sp>
        <p:sp>
          <p:nvSpPr>
            <p:cNvPr id="26" name="AutoShape 6"/>
            <p:cNvSpPr>
              <a:spLocks noChangeArrowheads="1"/>
            </p:cNvSpPr>
            <p:nvPr/>
          </p:nvSpPr>
          <p:spPr bwMode="auto">
            <a:xfrm>
              <a:off x="508324" y="1083120"/>
              <a:ext cx="2459908" cy="548640"/>
            </a:xfrm>
            <a:prstGeom prst="homePlate">
              <a:avLst>
                <a:gd name="adj" fmla="val 38784"/>
              </a:avLst>
            </a:prstGeom>
            <a:solidFill>
              <a:srgbClr val="26890D"/>
            </a:solidFill>
            <a:ln w="6350" algn="ctr">
              <a:noFill/>
              <a:miter lim="800000"/>
              <a:headEnd type="none" w="sm" len="sm"/>
              <a:tailEnd type="none" w="sm" len="sm"/>
            </a:ln>
          </p:spPr>
          <p:txBody>
            <a:bodyPr wrap="none" lIns="88900" tIns="88900" rIns="88900" bIns="88900" anchor="ctr"/>
            <a:lstStyle/>
            <a:p>
              <a:pPr marL="171450" marR="0" lvl="0" indent="-17145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white"/>
                  </a:solidFill>
                  <a:effectLst/>
                  <a:uLnTx/>
                  <a:uFillTx/>
                  <a:latin typeface="Calibri"/>
                  <a:ea typeface="+mn-ea"/>
                  <a:cs typeface="Arial" pitchFamily="34" charset="0"/>
                </a:rPr>
                <a:t>1. Issue Identification</a:t>
              </a:r>
            </a:p>
          </p:txBody>
        </p:sp>
        <p:sp>
          <p:nvSpPr>
            <p:cNvPr id="27" name="AutoShape 7"/>
            <p:cNvSpPr>
              <a:spLocks noChangeArrowheads="1"/>
            </p:cNvSpPr>
            <p:nvPr/>
          </p:nvSpPr>
          <p:spPr bwMode="auto">
            <a:xfrm>
              <a:off x="2879337" y="1083120"/>
              <a:ext cx="2453536" cy="548640"/>
            </a:xfrm>
            <a:prstGeom prst="chevron">
              <a:avLst>
                <a:gd name="adj" fmla="val 36855"/>
              </a:avLst>
            </a:prstGeom>
            <a:solidFill>
              <a:srgbClr val="26890D"/>
            </a:solidFill>
            <a:ln w="6350" algn="ctr">
              <a:noFill/>
              <a:miter lim="800000"/>
              <a:headEnd type="none" w="sm" len="sm"/>
              <a:tailEnd type="none" w="sm" len="sm"/>
            </a:ln>
          </p:spPr>
          <p:txBody>
            <a:bodyPr wrap="none" lIns="88900" tIns="88900" rIns="88900" bIns="88900" anchor="ctr"/>
            <a:lstStyle/>
            <a:p>
              <a:pPr marL="171450" marR="0" lvl="0" indent="-17145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white"/>
                  </a:solidFill>
                  <a:effectLst/>
                  <a:uLnTx/>
                  <a:uFillTx/>
                  <a:latin typeface="Calibri"/>
                  <a:ea typeface="+mn-ea"/>
                  <a:cs typeface="Arial" pitchFamily="34" charset="0"/>
                </a:rPr>
                <a:t>2.	Issue Evaluation and Scoring</a:t>
              </a:r>
            </a:p>
          </p:txBody>
        </p:sp>
      </p:grpSp>
      <p:grpSp>
        <p:nvGrpSpPr>
          <p:cNvPr id="33" name="Group 32"/>
          <p:cNvGrpSpPr/>
          <p:nvPr/>
        </p:nvGrpSpPr>
        <p:grpSpPr>
          <a:xfrm>
            <a:off x="4215638" y="1750776"/>
            <a:ext cx="3453816" cy="875737"/>
            <a:chOff x="7376787" y="2881928"/>
            <a:chExt cx="4244242" cy="1177964"/>
          </a:xfrm>
        </p:grpSpPr>
        <p:sp>
          <p:nvSpPr>
            <p:cNvPr id="34" name="Rectangle 33"/>
            <p:cNvSpPr/>
            <p:nvPr/>
          </p:nvSpPr>
          <p:spPr bwMode="gray">
            <a:xfrm>
              <a:off x="7376787" y="2881930"/>
              <a:ext cx="4244240" cy="1177962"/>
            </a:xfrm>
            <a:prstGeom prst="rect">
              <a:avLst/>
            </a:prstGeom>
            <a:solidFill>
              <a:schemeClr val="bg1">
                <a:lumMod val="95000"/>
              </a:schemeClr>
            </a:solidFill>
            <a:ln w="19050" algn="ctr">
              <a:noFill/>
              <a:miter lim="800000"/>
              <a:headEnd/>
              <a:tailEnd/>
            </a:ln>
          </p:spPr>
          <p:txBody>
            <a:bodyPr wrap="square" lIns="88900" tIns="88900" rIns="88900" bIns="88900" rtlCol="0" anchor="t"/>
            <a:lstStyle/>
            <a:p>
              <a:pPr marL="0" marR="0" lvl="0" indent="0" algn="just" defTabSz="914400" rtl="0" eaLnBrk="1" fontAlgn="auto" latinLnBrk="0" hangingPunct="1">
                <a:lnSpc>
                  <a:spcPct val="106000"/>
                </a:lnSpc>
                <a:spcBef>
                  <a:spcPts val="216"/>
                </a:spcBef>
                <a:spcAft>
                  <a:spcPts val="216"/>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Verdana"/>
                  <a:ea typeface="+mn-ea"/>
                  <a:cs typeface="+mn-cs"/>
                </a:rPr>
                <a:t>Occurrence</a:t>
              </a:r>
            </a:p>
            <a:p>
              <a:pPr marL="171450" marR="0" lvl="0" indent="-171450" algn="just" defTabSz="914400" rtl="0" eaLnBrk="1" fontAlgn="auto" latinLnBrk="0" hangingPunct="1">
                <a:lnSpc>
                  <a:spcPct val="106000"/>
                </a:lnSpc>
                <a:spcBef>
                  <a:spcPts val="216"/>
                </a:spcBef>
                <a:spcAft>
                  <a:spcPts val="216"/>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Verdana"/>
                  <a:ea typeface="+mn-ea"/>
                  <a:cs typeface="+mn-cs"/>
                </a:rPr>
                <a:t>An assessment on the probability of an event / risk occurring. A rating of defined scores across categories shall be used:-</a:t>
              </a:r>
            </a:p>
          </p:txBody>
        </p:sp>
        <p:cxnSp>
          <p:nvCxnSpPr>
            <p:cNvPr id="35" name="Straight Connector 34"/>
            <p:cNvCxnSpPr/>
            <p:nvPr/>
          </p:nvCxnSpPr>
          <p:spPr>
            <a:xfrm>
              <a:off x="7376788" y="2881928"/>
              <a:ext cx="4244241" cy="0"/>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36" name="Rounded Rectangle 35"/>
          <p:cNvSpPr/>
          <p:nvPr/>
        </p:nvSpPr>
        <p:spPr bwMode="gray">
          <a:xfrm>
            <a:off x="4133826" y="1651438"/>
            <a:ext cx="3593155" cy="4778237"/>
          </a:xfrm>
          <a:prstGeom prst="roundRect">
            <a:avLst>
              <a:gd name="adj" fmla="val 1146"/>
            </a:avLst>
          </a:prstGeom>
          <a:noFill/>
          <a:ln w="19050" algn="ctr">
            <a:solidFill>
              <a:schemeClr val="accent1"/>
            </a:solidFill>
            <a:prstDash val="dash"/>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200" b="1" i="0" u="none" strike="noStrike" kern="1200" cap="none" spc="0" normalizeH="0" baseline="0" noProof="0" dirty="0">
              <a:ln>
                <a:noFill/>
              </a:ln>
              <a:solidFill>
                <a:prstClr val="white"/>
              </a:solidFill>
              <a:effectLst/>
              <a:uLnTx/>
              <a:uFillTx/>
              <a:latin typeface="Verdana"/>
              <a:ea typeface="+mn-ea"/>
              <a:cs typeface="+mn-cs"/>
            </a:endParaRPr>
          </a:p>
        </p:txBody>
      </p:sp>
      <p:graphicFrame>
        <p:nvGraphicFramePr>
          <p:cNvPr id="7" name="Table 6"/>
          <p:cNvGraphicFramePr>
            <a:graphicFrameLocks noGrp="1"/>
          </p:cNvGraphicFramePr>
          <p:nvPr/>
        </p:nvGraphicFramePr>
        <p:xfrm>
          <a:off x="4844168" y="2816515"/>
          <a:ext cx="2370455" cy="930024"/>
        </p:xfrm>
        <a:graphic>
          <a:graphicData uri="http://schemas.openxmlformats.org/drawingml/2006/table">
            <a:tbl>
              <a:tblPr firstRow="1" firstCol="1"/>
              <a:tblGrid>
                <a:gridCol w="954405">
                  <a:extLst>
                    <a:ext uri="{9D8B030D-6E8A-4147-A177-3AD203B41FA5}">
                      <a16:colId xmlns:a16="http://schemas.microsoft.com/office/drawing/2014/main" val="3626458135"/>
                    </a:ext>
                  </a:extLst>
                </a:gridCol>
                <a:gridCol w="1416050">
                  <a:extLst>
                    <a:ext uri="{9D8B030D-6E8A-4147-A177-3AD203B41FA5}">
                      <a16:colId xmlns:a16="http://schemas.microsoft.com/office/drawing/2014/main" val="4099803753"/>
                    </a:ext>
                  </a:extLst>
                </a:gridCol>
              </a:tblGrid>
              <a:tr h="123010">
                <a:tc>
                  <a:txBody>
                    <a:bodyPr/>
                    <a:lstStyle/>
                    <a:p>
                      <a:pPr marR="35560" algn="r">
                        <a:lnSpc>
                          <a:spcPct val="107000"/>
                        </a:lnSpc>
                        <a:spcAft>
                          <a:spcPts val="0"/>
                        </a:spcAft>
                      </a:pPr>
                      <a:r>
                        <a:rPr lang="en-US" sz="1000" b="1" dirty="0">
                          <a:solidFill>
                            <a:srgbClr val="FFFFFF"/>
                          </a:solidFill>
                          <a:effectLst/>
                          <a:latin typeface="Times New Roman" panose="02020603050405020304" pitchFamily="18" charset="0"/>
                          <a:ea typeface="Arial" panose="020B0604020202020204" pitchFamily="34" charset="0"/>
                          <a:cs typeface="Times New Roman" panose="02020603050405020304" pitchFamily="18" charset="0"/>
                        </a:rPr>
                        <a:t>Level</a:t>
                      </a:r>
                      <a:r>
                        <a:rPr lang="en-US" sz="1000" b="1" dirty="0">
                          <a:solidFill>
                            <a:srgbClr val="FFFFFF"/>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89C7EB"/>
                      </a:solidFill>
                      <a:prstDash val="solid"/>
                      <a:round/>
                      <a:headEnd type="none" w="med" len="med"/>
                      <a:tailEnd type="none" w="med" len="med"/>
                    </a:lnL>
                    <a:lnR>
                      <a:noFill/>
                    </a:lnR>
                    <a:lnT w="12700" cap="flat" cmpd="sng" algn="ctr">
                      <a:solidFill>
                        <a:srgbClr val="89C7EB"/>
                      </a:solidFill>
                      <a:prstDash val="solid"/>
                      <a:round/>
                      <a:headEnd type="none" w="med" len="med"/>
                      <a:tailEnd type="none" w="med" len="med"/>
                    </a:lnT>
                    <a:lnB w="12700" cap="flat" cmpd="sng" algn="ctr">
                      <a:solidFill>
                        <a:srgbClr val="89C7EB"/>
                      </a:solidFill>
                      <a:prstDash val="solid"/>
                      <a:round/>
                      <a:headEnd type="none" w="med" len="med"/>
                      <a:tailEnd type="none" w="med" len="med"/>
                    </a:lnB>
                    <a:solidFill>
                      <a:srgbClr val="62B5E5"/>
                    </a:solidFill>
                  </a:tcPr>
                </a:tc>
                <a:tc>
                  <a:txBody>
                    <a:bodyPr/>
                    <a:lstStyle/>
                    <a:p>
                      <a:pPr marL="13970" algn="ctr">
                        <a:lnSpc>
                          <a:spcPct val="107000"/>
                        </a:lnSpc>
                        <a:spcAft>
                          <a:spcPts val="0"/>
                        </a:spcAft>
                      </a:pPr>
                      <a:r>
                        <a:rPr lang="en-US" sz="1000" b="1" dirty="0">
                          <a:solidFill>
                            <a:srgbClr val="FFFFFF"/>
                          </a:solidFill>
                          <a:effectLst/>
                          <a:latin typeface="Times New Roman" panose="02020603050405020304" pitchFamily="18" charset="0"/>
                          <a:ea typeface="Arial" panose="020B0604020202020204" pitchFamily="34" charset="0"/>
                          <a:cs typeface="Times New Roman" panose="02020603050405020304" pitchFamily="18" charset="0"/>
                        </a:rPr>
                        <a:t>Description</a:t>
                      </a:r>
                      <a:r>
                        <a:rPr lang="en-US" sz="1000" b="1" dirty="0">
                          <a:solidFill>
                            <a:srgbClr val="FFFFFF"/>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w="12700" cap="flat" cmpd="sng" algn="ctr">
                      <a:solidFill>
                        <a:srgbClr val="89C7EB"/>
                      </a:solidFill>
                      <a:prstDash val="solid"/>
                      <a:round/>
                      <a:headEnd type="none" w="med" len="med"/>
                      <a:tailEnd type="none" w="med" len="med"/>
                    </a:lnR>
                    <a:lnT w="12700" cap="flat" cmpd="sng" algn="ctr">
                      <a:solidFill>
                        <a:srgbClr val="89C7EB"/>
                      </a:solidFill>
                      <a:prstDash val="solid"/>
                      <a:round/>
                      <a:headEnd type="none" w="med" len="med"/>
                      <a:tailEnd type="none" w="med" len="med"/>
                    </a:lnT>
                    <a:lnB w="12700" cap="flat" cmpd="sng" algn="ctr">
                      <a:solidFill>
                        <a:srgbClr val="89C7EB"/>
                      </a:solidFill>
                      <a:prstDash val="solid"/>
                      <a:round/>
                      <a:headEnd type="none" w="med" len="med"/>
                      <a:tailEnd type="none" w="med" len="med"/>
                    </a:lnB>
                    <a:solidFill>
                      <a:srgbClr val="62B5E5"/>
                    </a:solidFill>
                  </a:tcPr>
                </a:tc>
                <a:extLst>
                  <a:ext uri="{0D108BD9-81ED-4DB2-BD59-A6C34878D82A}">
                    <a16:rowId xmlns:a16="http://schemas.microsoft.com/office/drawing/2014/main" val="3191606745"/>
                  </a:ext>
                </a:extLst>
              </a:tr>
              <a:tr h="123010">
                <a:tc>
                  <a:txBody>
                    <a:bodyPr/>
                    <a:lstStyle/>
                    <a:p>
                      <a:pPr marL="130175" algn="ctr">
                        <a:lnSpc>
                          <a:spcPct val="107000"/>
                        </a:lnSpc>
                        <a:spcAft>
                          <a:spcPts val="0"/>
                        </a:spcAft>
                      </a:pPr>
                      <a:r>
                        <a:rPr lang="en-US" sz="100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1</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89C7EB"/>
                      </a:solidFill>
                      <a:prstDash val="solid"/>
                      <a:round/>
                      <a:headEnd type="none" w="med" len="med"/>
                      <a:tailEnd type="none" w="med" len="med"/>
                    </a:lnL>
                    <a:lnR>
                      <a:noFill/>
                    </a:lnR>
                    <a:lnT w="12700" cap="flat" cmpd="sng" algn="ctr">
                      <a:solidFill>
                        <a:srgbClr val="89C7EB"/>
                      </a:solidFill>
                      <a:prstDash val="solid"/>
                      <a:round/>
                      <a:headEnd type="none" w="med" len="med"/>
                      <a:tailEnd type="none" w="med" len="med"/>
                    </a:lnT>
                    <a:lnB w="12700" cap="flat" cmpd="sng" algn="ctr">
                      <a:solidFill>
                        <a:srgbClr val="89C7EB"/>
                      </a:solidFill>
                      <a:prstDash val="solid"/>
                      <a:round/>
                      <a:headEnd type="none" w="med" len="med"/>
                      <a:tailEnd type="none" w="med" len="med"/>
                    </a:lnB>
                  </a:tcPr>
                </a:tc>
                <a:tc>
                  <a:txBody>
                    <a:bodyPr/>
                    <a:lstStyle/>
                    <a:p>
                      <a:pPr marL="60960">
                        <a:lnSpc>
                          <a:spcPct val="107000"/>
                        </a:lnSpc>
                        <a:spcAft>
                          <a:spcPts val="0"/>
                        </a:spcAft>
                      </a:pPr>
                      <a:r>
                        <a:rPr lang="en-US" sz="100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Almost Certain</a:t>
                      </a:r>
                      <a:r>
                        <a:rPr lang="en-US"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solidFill>
                        <a:srgbClr val="89C7EB"/>
                      </a:solidFill>
                      <a:prstDash val="solid"/>
                      <a:round/>
                      <a:headEnd type="none" w="med" len="med"/>
                      <a:tailEnd type="none" w="med" len="med"/>
                    </a:lnR>
                    <a:lnT w="12700" cap="flat" cmpd="sng" algn="ctr">
                      <a:solidFill>
                        <a:srgbClr val="89C7EB"/>
                      </a:solidFill>
                      <a:prstDash val="solid"/>
                      <a:round/>
                      <a:headEnd type="none" w="med" len="med"/>
                      <a:tailEnd type="none" w="med" len="med"/>
                    </a:lnT>
                    <a:lnB w="12700" cap="flat" cmpd="sng" algn="ctr">
                      <a:solidFill>
                        <a:srgbClr val="89C7EB"/>
                      </a:solidFill>
                      <a:prstDash val="solid"/>
                      <a:round/>
                      <a:headEnd type="none" w="med" len="med"/>
                      <a:tailEnd type="none" w="med" len="med"/>
                    </a:lnB>
                  </a:tcPr>
                </a:tc>
                <a:extLst>
                  <a:ext uri="{0D108BD9-81ED-4DB2-BD59-A6C34878D82A}">
                    <a16:rowId xmlns:a16="http://schemas.microsoft.com/office/drawing/2014/main" val="1918487913"/>
                  </a:ext>
                </a:extLst>
              </a:tr>
              <a:tr h="123010">
                <a:tc>
                  <a:txBody>
                    <a:bodyPr/>
                    <a:lstStyle/>
                    <a:p>
                      <a:pPr marL="130175" algn="ctr">
                        <a:lnSpc>
                          <a:spcPct val="107000"/>
                        </a:lnSpc>
                        <a:spcAft>
                          <a:spcPts val="0"/>
                        </a:spcAft>
                      </a:pPr>
                      <a:r>
                        <a:rPr lang="en-US" sz="100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0.8</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89C7EB"/>
                      </a:solidFill>
                      <a:prstDash val="solid"/>
                      <a:round/>
                      <a:headEnd type="none" w="med" len="med"/>
                      <a:tailEnd type="none" w="med" len="med"/>
                    </a:lnL>
                    <a:lnR>
                      <a:noFill/>
                    </a:lnR>
                    <a:lnT w="12700" cap="flat" cmpd="sng" algn="ctr">
                      <a:solidFill>
                        <a:srgbClr val="89C7EB"/>
                      </a:solidFill>
                      <a:prstDash val="solid"/>
                      <a:round/>
                      <a:headEnd type="none" w="med" len="med"/>
                      <a:tailEnd type="none" w="med" len="med"/>
                    </a:lnT>
                    <a:lnB w="12700" cap="flat" cmpd="sng" algn="ctr">
                      <a:solidFill>
                        <a:srgbClr val="89C7EB"/>
                      </a:solidFill>
                      <a:prstDash val="solid"/>
                      <a:round/>
                      <a:headEnd type="none" w="med" len="med"/>
                      <a:tailEnd type="none" w="med" len="med"/>
                    </a:lnB>
                  </a:tcPr>
                </a:tc>
                <a:tc>
                  <a:txBody>
                    <a:bodyPr/>
                    <a:lstStyle/>
                    <a:p>
                      <a:pPr marL="60960">
                        <a:lnSpc>
                          <a:spcPct val="107000"/>
                        </a:lnSpc>
                        <a:spcAft>
                          <a:spcPts val="0"/>
                        </a:spcAft>
                      </a:pPr>
                      <a:r>
                        <a:rPr lang="en-US" sz="100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Likely</a:t>
                      </a:r>
                      <a:r>
                        <a:rPr lang="en-US"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solidFill>
                        <a:srgbClr val="89C7EB"/>
                      </a:solidFill>
                      <a:prstDash val="solid"/>
                      <a:round/>
                      <a:headEnd type="none" w="med" len="med"/>
                      <a:tailEnd type="none" w="med" len="med"/>
                    </a:lnR>
                    <a:lnT w="12700" cap="flat" cmpd="sng" algn="ctr">
                      <a:solidFill>
                        <a:srgbClr val="89C7EB"/>
                      </a:solidFill>
                      <a:prstDash val="solid"/>
                      <a:round/>
                      <a:headEnd type="none" w="med" len="med"/>
                      <a:tailEnd type="none" w="med" len="med"/>
                    </a:lnT>
                    <a:lnB w="12700" cap="flat" cmpd="sng" algn="ctr">
                      <a:solidFill>
                        <a:srgbClr val="89C7EB"/>
                      </a:solidFill>
                      <a:prstDash val="solid"/>
                      <a:round/>
                      <a:headEnd type="none" w="med" len="med"/>
                      <a:tailEnd type="none" w="med" len="med"/>
                    </a:lnB>
                  </a:tcPr>
                </a:tc>
                <a:extLst>
                  <a:ext uri="{0D108BD9-81ED-4DB2-BD59-A6C34878D82A}">
                    <a16:rowId xmlns:a16="http://schemas.microsoft.com/office/drawing/2014/main" val="3543629920"/>
                  </a:ext>
                </a:extLst>
              </a:tr>
              <a:tr h="123010">
                <a:tc>
                  <a:txBody>
                    <a:bodyPr/>
                    <a:lstStyle/>
                    <a:p>
                      <a:pPr marL="130175" algn="ctr">
                        <a:lnSpc>
                          <a:spcPct val="107000"/>
                        </a:lnSpc>
                        <a:spcAft>
                          <a:spcPts val="0"/>
                        </a:spcAft>
                      </a:pPr>
                      <a:r>
                        <a:rPr lang="en-US" sz="100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0.6</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89C7EB"/>
                      </a:solidFill>
                      <a:prstDash val="solid"/>
                      <a:round/>
                      <a:headEnd type="none" w="med" len="med"/>
                      <a:tailEnd type="none" w="med" len="med"/>
                    </a:lnL>
                    <a:lnR>
                      <a:noFill/>
                    </a:lnR>
                    <a:lnT w="12700" cap="flat" cmpd="sng" algn="ctr">
                      <a:solidFill>
                        <a:srgbClr val="89C7EB"/>
                      </a:solidFill>
                      <a:prstDash val="solid"/>
                      <a:round/>
                      <a:headEnd type="none" w="med" len="med"/>
                      <a:tailEnd type="none" w="med" len="med"/>
                    </a:lnT>
                    <a:lnB w="12700" cap="flat" cmpd="sng" algn="ctr">
                      <a:solidFill>
                        <a:srgbClr val="89C7EB"/>
                      </a:solidFill>
                      <a:prstDash val="solid"/>
                      <a:round/>
                      <a:headEnd type="none" w="med" len="med"/>
                      <a:tailEnd type="none" w="med" len="med"/>
                    </a:lnB>
                  </a:tcPr>
                </a:tc>
                <a:tc>
                  <a:txBody>
                    <a:bodyPr/>
                    <a:lstStyle/>
                    <a:p>
                      <a:pPr marL="60960">
                        <a:lnSpc>
                          <a:spcPct val="107000"/>
                        </a:lnSpc>
                        <a:spcAft>
                          <a:spcPts val="0"/>
                        </a:spcAft>
                      </a:pPr>
                      <a:r>
                        <a:rPr lang="en-US" sz="100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Possible</a:t>
                      </a:r>
                      <a:r>
                        <a:rPr lang="en-US"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solidFill>
                        <a:srgbClr val="89C7EB"/>
                      </a:solidFill>
                      <a:prstDash val="solid"/>
                      <a:round/>
                      <a:headEnd type="none" w="med" len="med"/>
                      <a:tailEnd type="none" w="med" len="med"/>
                    </a:lnR>
                    <a:lnT w="12700" cap="flat" cmpd="sng" algn="ctr">
                      <a:solidFill>
                        <a:srgbClr val="89C7EB"/>
                      </a:solidFill>
                      <a:prstDash val="solid"/>
                      <a:round/>
                      <a:headEnd type="none" w="med" len="med"/>
                      <a:tailEnd type="none" w="med" len="med"/>
                    </a:lnT>
                    <a:lnB w="12700" cap="flat" cmpd="sng" algn="ctr">
                      <a:solidFill>
                        <a:srgbClr val="89C7EB"/>
                      </a:solidFill>
                      <a:prstDash val="solid"/>
                      <a:round/>
                      <a:headEnd type="none" w="med" len="med"/>
                      <a:tailEnd type="none" w="med" len="med"/>
                    </a:lnB>
                  </a:tcPr>
                </a:tc>
                <a:extLst>
                  <a:ext uri="{0D108BD9-81ED-4DB2-BD59-A6C34878D82A}">
                    <a16:rowId xmlns:a16="http://schemas.microsoft.com/office/drawing/2014/main" val="3421301361"/>
                  </a:ext>
                </a:extLst>
              </a:tr>
              <a:tr h="123010">
                <a:tc>
                  <a:txBody>
                    <a:bodyPr/>
                    <a:lstStyle/>
                    <a:p>
                      <a:pPr marL="130175" algn="ctr">
                        <a:lnSpc>
                          <a:spcPct val="107000"/>
                        </a:lnSpc>
                        <a:spcAft>
                          <a:spcPts val="0"/>
                        </a:spcAft>
                      </a:pPr>
                      <a:r>
                        <a:rPr lang="en-US" sz="100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0.4</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89C7EB"/>
                      </a:solidFill>
                      <a:prstDash val="solid"/>
                      <a:round/>
                      <a:headEnd type="none" w="med" len="med"/>
                      <a:tailEnd type="none" w="med" len="med"/>
                    </a:lnL>
                    <a:lnR>
                      <a:noFill/>
                    </a:lnR>
                    <a:lnT w="12700" cap="flat" cmpd="sng" algn="ctr">
                      <a:solidFill>
                        <a:srgbClr val="89C7EB"/>
                      </a:solidFill>
                      <a:prstDash val="solid"/>
                      <a:round/>
                      <a:headEnd type="none" w="med" len="med"/>
                      <a:tailEnd type="none" w="med" len="med"/>
                    </a:lnT>
                    <a:lnB w="12700" cap="flat" cmpd="sng" algn="ctr">
                      <a:solidFill>
                        <a:srgbClr val="89C7EB"/>
                      </a:solidFill>
                      <a:prstDash val="solid"/>
                      <a:round/>
                      <a:headEnd type="none" w="med" len="med"/>
                      <a:tailEnd type="none" w="med" len="med"/>
                    </a:lnB>
                  </a:tcPr>
                </a:tc>
                <a:tc>
                  <a:txBody>
                    <a:bodyPr/>
                    <a:lstStyle/>
                    <a:p>
                      <a:pPr marL="60960">
                        <a:lnSpc>
                          <a:spcPct val="107000"/>
                        </a:lnSpc>
                        <a:spcAft>
                          <a:spcPts val="0"/>
                        </a:spcAft>
                      </a:pPr>
                      <a:r>
                        <a:rPr lang="en-US" sz="100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Unlikely</a:t>
                      </a:r>
                      <a:r>
                        <a:rPr lang="en-US"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solidFill>
                        <a:srgbClr val="89C7EB"/>
                      </a:solidFill>
                      <a:prstDash val="solid"/>
                      <a:round/>
                      <a:headEnd type="none" w="med" len="med"/>
                      <a:tailEnd type="none" w="med" len="med"/>
                    </a:lnR>
                    <a:lnT w="12700" cap="flat" cmpd="sng" algn="ctr">
                      <a:solidFill>
                        <a:srgbClr val="89C7EB"/>
                      </a:solidFill>
                      <a:prstDash val="solid"/>
                      <a:round/>
                      <a:headEnd type="none" w="med" len="med"/>
                      <a:tailEnd type="none" w="med" len="med"/>
                    </a:lnT>
                    <a:lnB w="12700" cap="flat" cmpd="sng" algn="ctr">
                      <a:solidFill>
                        <a:srgbClr val="89C7EB"/>
                      </a:solidFill>
                      <a:prstDash val="solid"/>
                      <a:round/>
                      <a:headEnd type="none" w="med" len="med"/>
                      <a:tailEnd type="none" w="med" len="med"/>
                    </a:lnB>
                  </a:tcPr>
                </a:tc>
                <a:extLst>
                  <a:ext uri="{0D108BD9-81ED-4DB2-BD59-A6C34878D82A}">
                    <a16:rowId xmlns:a16="http://schemas.microsoft.com/office/drawing/2014/main" val="2533647428"/>
                  </a:ext>
                </a:extLst>
              </a:tr>
              <a:tr h="123010">
                <a:tc>
                  <a:txBody>
                    <a:bodyPr/>
                    <a:lstStyle/>
                    <a:p>
                      <a:pPr marL="130175" algn="ctr">
                        <a:lnSpc>
                          <a:spcPct val="107000"/>
                        </a:lnSpc>
                        <a:spcAft>
                          <a:spcPts val="0"/>
                        </a:spcAft>
                      </a:pPr>
                      <a:r>
                        <a:rPr lang="en-US" sz="100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0.2</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89C7EB"/>
                      </a:solidFill>
                      <a:prstDash val="solid"/>
                      <a:round/>
                      <a:headEnd type="none" w="med" len="med"/>
                      <a:tailEnd type="none" w="med" len="med"/>
                    </a:lnL>
                    <a:lnR>
                      <a:noFill/>
                    </a:lnR>
                    <a:lnT w="12700" cap="flat" cmpd="sng" algn="ctr">
                      <a:solidFill>
                        <a:srgbClr val="89C7EB"/>
                      </a:solidFill>
                      <a:prstDash val="solid"/>
                      <a:round/>
                      <a:headEnd type="none" w="med" len="med"/>
                      <a:tailEnd type="none" w="med" len="med"/>
                    </a:lnT>
                    <a:lnB w="12700" cap="flat" cmpd="sng" algn="ctr">
                      <a:solidFill>
                        <a:srgbClr val="89C7EB"/>
                      </a:solidFill>
                      <a:prstDash val="solid"/>
                      <a:round/>
                      <a:headEnd type="none" w="med" len="med"/>
                      <a:tailEnd type="none" w="med" len="med"/>
                    </a:lnB>
                  </a:tcPr>
                </a:tc>
                <a:tc>
                  <a:txBody>
                    <a:bodyPr/>
                    <a:lstStyle/>
                    <a:p>
                      <a:pPr marL="60960">
                        <a:lnSpc>
                          <a:spcPct val="107000"/>
                        </a:lnSpc>
                        <a:spcAft>
                          <a:spcPts val="0"/>
                        </a:spcAft>
                      </a:pPr>
                      <a:r>
                        <a:rPr lang="en-US" sz="10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Rare</a:t>
                      </a:r>
                      <a:r>
                        <a:rPr lang="en-US" sz="1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solidFill>
                        <a:srgbClr val="89C7EB"/>
                      </a:solidFill>
                      <a:prstDash val="solid"/>
                      <a:round/>
                      <a:headEnd type="none" w="med" len="med"/>
                      <a:tailEnd type="none" w="med" len="med"/>
                    </a:lnR>
                    <a:lnT w="12700" cap="flat" cmpd="sng" algn="ctr">
                      <a:solidFill>
                        <a:srgbClr val="89C7EB"/>
                      </a:solidFill>
                      <a:prstDash val="solid"/>
                      <a:round/>
                      <a:headEnd type="none" w="med" len="med"/>
                      <a:tailEnd type="none" w="med" len="med"/>
                    </a:lnT>
                    <a:lnB w="12700" cap="flat" cmpd="sng" algn="ctr">
                      <a:solidFill>
                        <a:srgbClr val="89C7EB"/>
                      </a:solidFill>
                      <a:prstDash val="solid"/>
                      <a:round/>
                      <a:headEnd type="none" w="med" len="med"/>
                      <a:tailEnd type="none" w="med" len="med"/>
                    </a:lnB>
                  </a:tcPr>
                </a:tc>
                <a:extLst>
                  <a:ext uri="{0D108BD9-81ED-4DB2-BD59-A6C34878D82A}">
                    <a16:rowId xmlns:a16="http://schemas.microsoft.com/office/drawing/2014/main" val="1240438198"/>
                  </a:ext>
                </a:extLst>
              </a:tr>
            </a:tbl>
          </a:graphicData>
        </a:graphic>
      </p:graphicFrame>
      <p:grpSp>
        <p:nvGrpSpPr>
          <p:cNvPr id="37" name="Group 36"/>
          <p:cNvGrpSpPr/>
          <p:nvPr/>
        </p:nvGrpSpPr>
        <p:grpSpPr>
          <a:xfrm>
            <a:off x="4204577" y="3797911"/>
            <a:ext cx="3453816" cy="1299626"/>
            <a:chOff x="7376787" y="2881928"/>
            <a:chExt cx="4244242" cy="1177964"/>
          </a:xfrm>
        </p:grpSpPr>
        <p:sp>
          <p:nvSpPr>
            <p:cNvPr id="38" name="Rectangle 37"/>
            <p:cNvSpPr/>
            <p:nvPr/>
          </p:nvSpPr>
          <p:spPr bwMode="gray">
            <a:xfrm>
              <a:off x="7376787" y="2881930"/>
              <a:ext cx="4244240" cy="1177962"/>
            </a:xfrm>
            <a:prstGeom prst="rect">
              <a:avLst/>
            </a:prstGeom>
            <a:solidFill>
              <a:schemeClr val="bg1">
                <a:lumMod val="95000"/>
              </a:schemeClr>
            </a:solidFill>
            <a:ln w="19050" algn="ctr">
              <a:noFill/>
              <a:miter lim="800000"/>
              <a:headEnd/>
              <a:tailEnd/>
            </a:ln>
          </p:spPr>
          <p:txBody>
            <a:bodyPr wrap="square" lIns="88900" tIns="88900" rIns="88900" bIns="88900" rtlCol="0" anchor="t"/>
            <a:lstStyle/>
            <a:p>
              <a:pPr marL="0" marR="0" lvl="0" indent="0" algn="just" defTabSz="914400" rtl="0" eaLnBrk="1" fontAlgn="auto" latinLnBrk="0" hangingPunct="1">
                <a:lnSpc>
                  <a:spcPct val="106000"/>
                </a:lnSpc>
                <a:spcBef>
                  <a:spcPts val="216"/>
                </a:spcBef>
                <a:spcAft>
                  <a:spcPts val="216"/>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Verdana"/>
                  <a:ea typeface="+mn-ea"/>
                  <a:cs typeface="+mn-cs"/>
                </a:rPr>
                <a:t>Criticality</a:t>
              </a:r>
            </a:p>
            <a:p>
              <a:pPr marL="171450" marR="0" lvl="0" indent="-171450" algn="just" defTabSz="914400" rtl="0" eaLnBrk="1" fontAlgn="auto" latinLnBrk="0" hangingPunct="1">
                <a:lnSpc>
                  <a:spcPct val="106000"/>
                </a:lnSpc>
                <a:spcBef>
                  <a:spcPts val="216"/>
                </a:spcBef>
                <a:spcAft>
                  <a:spcPts val="216"/>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Verdana"/>
                  <a:ea typeface="+mn-ea"/>
                  <a:cs typeface="+mn-cs"/>
                </a:rPr>
                <a:t>The impact or consequences on the ERP implementation project if the event was to occur. Assuming the risk has materialized, assessment of impact in terms of: Cost, delays, security of data, and reputation and is rated with designated weighted scoring</a:t>
              </a:r>
            </a:p>
          </p:txBody>
        </p:sp>
        <p:cxnSp>
          <p:nvCxnSpPr>
            <p:cNvPr id="39" name="Straight Connector 38"/>
            <p:cNvCxnSpPr/>
            <p:nvPr/>
          </p:nvCxnSpPr>
          <p:spPr>
            <a:xfrm>
              <a:off x="7376788" y="2881928"/>
              <a:ext cx="4244241" cy="0"/>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8" name="Rectangle 7"/>
          <p:cNvSpPr/>
          <p:nvPr/>
        </p:nvSpPr>
        <p:spPr bwMode="gray">
          <a:xfrm rot="19497110">
            <a:off x="5257711" y="5652122"/>
            <a:ext cx="1232038" cy="306530"/>
          </a:xfrm>
          <a:prstGeom prst="rect">
            <a:avLst/>
          </a:prstGeom>
          <a:no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IN" sz="1200" b="1" i="0" u="none" strike="noStrike" kern="1200" cap="none" spc="0" normalizeH="0" baseline="0" noProof="0" dirty="0">
                <a:ln>
                  <a:noFill/>
                </a:ln>
                <a:solidFill>
                  <a:srgbClr val="DA291C"/>
                </a:solidFill>
                <a:effectLst/>
                <a:uLnTx/>
                <a:uFillTx/>
                <a:latin typeface="Verdana"/>
                <a:ea typeface="+mn-ea"/>
                <a:cs typeface="+mn-cs"/>
              </a:rPr>
              <a:t>Illustrative</a:t>
            </a:r>
          </a:p>
        </p:txBody>
      </p:sp>
      <p:graphicFrame>
        <p:nvGraphicFramePr>
          <p:cNvPr id="9" name="Table 8"/>
          <p:cNvGraphicFramePr>
            <a:graphicFrameLocks noGrp="1"/>
          </p:cNvGraphicFramePr>
          <p:nvPr/>
        </p:nvGraphicFramePr>
        <p:xfrm>
          <a:off x="4842510" y="5227005"/>
          <a:ext cx="2370455" cy="930024"/>
        </p:xfrm>
        <a:graphic>
          <a:graphicData uri="http://schemas.openxmlformats.org/drawingml/2006/table">
            <a:tbl>
              <a:tblPr firstRow="1" firstCol="1"/>
              <a:tblGrid>
                <a:gridCol w="954405">
                  <a:extLst>
                    <a:ext uri="{9D8B030D-6E8A-4147-A177-3AD203B41FA5}">
                      <a16:colId xmlns:a16="http://schemas.microsoft.com/office/drawing/2014/main" val="2787241706"/>
                    </a:ext>
                  </a:extLst>
                </a:gridCol>
                <a:gridCol w="1416050">
                  <a:extLst>
                    <a:ext uri="{9D8B030D-6E8A-4147-A177-3AD203B41FA5}">
                      <a16:colId xmlns:a16="http://schemas.microsoft.com/office/drawing/2014/main" val="790389916"/>
                    </a:ext>
                  </a:extLst>
                </a:gridCol>
              </a:tblGrid>
              <a:tr h="0">
                <a:tc>
                  <a:txBody>
                    <a:bodyPr/>
                    <a:lstStyle/>
                    <a:p>
                      <a:pPr marR="35560" algn="ctr">
                        <a:lnSpc>
                          <a:spcPct val="107000"/>
                        </a:lnSpc>
                        <a:spcAft>
                          <a:spcPts val="0"/>
                        </a:spcAft>
                      </a:pPr>
                      <a:r>
                        <a:rPr lang="en-US" sz="1000" b="1" dirty="0">
                          <a:solidFill>
                            <a:srgbClr val="FFFFFF"/>
                          </a:solidFill>
                          <a:effectLst/>
                          <a:latin typeface="Times New Roman" panose="02020603050405020304" pitchFamily="18" charset="0"/>
                          <a:ea typeface="Arial" panose="020B0604020202020204" pitchFamily="34" charset="0"/>
                          <a:cs typeface="Times New Roman" panose="02020603050405020304" pitchFamily="18" charset="0"/>
                        </a:rPr>
                        <a:t>Level</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89C7EB"/>
                      </a:solidFill>
                      <a:prstDash val="solid"/>
                      <a:round/>
                      <a:headEnd type="none" w="med" len="med"/>
                      <a:tailEnd type="none" w="med" len="med"/>
                    </a:lnL>
                    <a:lnR>
                      <a:noFill/>
                    </a:lnR>
                    <a:lnT w="12700" cap="flat" cmpd="sng" algn="ctr">
                      <a:solidFill>
                        <a:srgbClr val="89C7EB"/>
                      </a:solidFill>
                      <a:prstDash val="solid"/>
                      <a:round/>
                      <a:headEnd type="none" w="med" len="med"/>
                      <a:tailEnd type="none" w="med" len="med"/>
                    </a:lnT>
                    <a:lnB w="12700" cap="flat" cmpd="sng" algn="ctr">
                      <a:solidFill>
                        <a:srgbClr val="89C7EB"/>
                      </a:solidFill>
                      <a:prstDash val="solid"/>
                      <a:round/>
                      <a:headEnd type="none" w="med" len="med"/>
                      <a:tailEnd type="none" w="med" len="med"/>
                    </a:lnB>
                    <a:solidFill>
                      <a:srgbClr val="62B5E5"/>
                    </a:solidFill>
                  </a:tcPr>
                </a:tc>
                <a:tc>
                  <a:txBody>
                    <a:bodyPr/>
                    <a:lstStyle/>
                    <a:p>
                      <a:pPr marL="13970" algn="ctr">
                        <a:lnSpc>
                          <a:spcPct val="107000"/>
                        </a:lnSpc>
                        <a:spcAft>
                          <a:spcPts val="0"/>
                        </a:spcAft>
                      </a:pPr>
                      <a:r>
                        <a:rPr lang="en-US" sz="1000" b="1" dirty="0">
                          <a:solidFill>
                            <a:srgbClr val="FFFFFF"/>
                          </a:solidFill>
                          <a:effectLst/>
                          <a:latin typeface="Times New Roman" panose="02020603050405020304" pitchFamily="18" charset="0"/>
                          <a:ea typeface="Arial" panose="020B0604020202020204" pitchFamily="34" charset="0"/>
                          <a:cs typeface="Times New Roman" panose="02020603050405020304" pitchFamily="18" charset="0"/>
                        </a:rPr>
                        <a:t>Description</a:t>
                      </a:r>
                      <a:r>
                        <a:rPr lang="en-US" sz="1000" b="1" dirty="0">
                          <a:solidFill>
                            <a:srgbClr val="FFFFFF"/>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w="12700" cap="flat" cmpd="sng" algn="ctr">
                      <a:solidFill>
                        <a:srgbClr val="89C7EB"/>
                      </a:solidFill>
                      <a:prstDash val="solid"/>
                      <a:round/>
                      <a:headEnd type="none" w="med" len="med"/>
                      <a:tailEnd type="none" w="med" len="med"/>
                    </a:lnR>
                    <a:lnT w="12700" cap="flat" cmpd="sng" algn="ctr">
                      <a:solidFill>
                        <a:srgbClr val="89C7EB"/>
                      </a:solidFill>
                      <a:prstDash val="solid"/>
                      <a:round/>
                      <a:headEnd type="none" w="med" len="med"/>
                      <a:tailEnd type="none" w="med" len="med"/>
                    </a:lnT>
                    <a:lnB w="12700" cap="flat" cmpd="sng" algn="ctr">
                      <a:solidFill>
                        <a:srgbClr val="89C7EB"/>
                      </a:solidFill>
                      <a:prstDash val="solid"/>
                      <a:round/>
                      <a:headEnd type="none" w="med" len="med"/>
                      <a:tailEnd type="none" w="med" len="med"/>
                    </a:lnB>
                    <a:solidFill>
                      <a:srgbClr val="62B5E5"/>
                    </a:solidFill>
                  </a:tcPr>
                </a:tc>
                <a:extLst>
                  <a:ext uri="{0D108BD9-81ED-4DB2-BD59-A6C34878D82A}">
                    <a16:rowId xmlns:a16="http://schemas.microsoft.com/office/drawing/2014/main" val="3750784699"/>
                  </a:ext>
                </a:extLst>
              </a:tr>
              <a:tr h="0">
                <a:tc>
                  <a:txBody>
                    <a:bodyPr/>
                    <a:lstStyle/>
                    <a:p>
                      <a:pPr marL="130175" algn="ctr">
                        <a:lnSpc>
                          <a:spcPct val="107000"/>
                        </a:lnSpc>
                        <a:spcAft>
                          <a:spcPts val="0"/>
                        </a:spcAft>
                      </a:pPr>
                      <a:r>
                        <a:rPr lang="en-US" sz="1000">
                          <a:effectLst/>
                          <a:latin typeface="Times New Roman" panose="02020603050405020304" pitchFamily="18" charset="0"/>
                          <a:ea typeface="Verdana" panose="020B0604030504040204" pitchFamily="34" charset="0"/>
                          <a:cs typeface="Times New Roman" panose="02020603050405020304" pitchFamily="18" charset="0"/>
                        </a:rPr>
                        <a:t>5</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89C7EB"/>
                      </a:solidFill>
                      <a:prstDash val="solid"/>
                      <a:round/>
                      <a:headEnd type="none" w="med" len="med"/>
                      <a:tailEnd type="none" w="med" len="med"/>
                    </a:lnL>
                    <a:lnR>
                      <a:noFill/>
                    </a:lnR>
                    <a:lnT w="12700" cap="flat" cmpd="sng" algn="ctr">
                      <a:solidFill>
                        <a:srgbClr val="89C7EB"/>
                      </a:solidFill>
                      <a:prstDash val="solid"/>
                      <a:round/>
                      <a:headEnd type="none" w="med" len="med"/>
                      <a:tailEnd type="none" w="med" len="med"/>
                    </a:lnT>
                    <a:lnB w="12700" cap="flat" cmpd="sng" algn="ctr">
                      <a:solidFill>
                        <a:srgbClr val="89C7EB"/>
                      </a:solidFill>
                      <a:prstDash val="solid"/>
                      <a:round/>
                      <a:headEnd type="none" w="med" len="med"/>
                      <a:tailEnd type="none" w="med" len="med"/>
                    </a:lnB>
                  </a:tcPr>
                </a:tc>
                <a:tc>
                  <a:txBody>
                    <a:bodyPr/>
                    <a:lstStyle/>
                    <a:p>
                      <a:pPr marL="60960">
                        <a:lnSpc>
                          <a:spcPct val="107000"/>
                        </a:lnSpc>
                        <a:spcAft>
                          <a:spcPts val="0"/>
                        </a:spcAft>
                      </a:pPr>
                      <a:r>
                        <a:rPr lang="en-US" sz="1000">
                          <a:effectLst/>
                          <a:latin typeface="Times New Roman" panose="02020603050405020304" pitchFamily="18" charset="0"/>
                          <a:ea typeface="Verdana" panose="020B0604030504040204" pitchFamily="34" charset="0"/>
                          <a:cs typeface="Times New Roman" panose="02020603050405020304" pitchFamily="18" charset="0"/>
                        </a:rPr>
                        <a:t>Critical</a:t>
                      </a:r>
                      <a:r>
                        <a:rPr lang="en-US" sz="100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solidFill>
                        <a:srgbClr val="89C7EB"/>
                      </a:solidFill>
                      <a:prstDash val="solid"/>
                      <a:round/>
                      <a:headEnd type="none" w="med" len="med"/>
                      <a:tailEnd type="none" w="med" len="med"/>
                    </a:lnR>
                    <a:lnT w="12700" cap="flat" cmpd="sng" algn="ctr">
                      <a:solidFill>
                        <a:srgbClr val="89C7EB"/>
                      </a:solidFill>
                      <a:prstDash val="solid"/>
                      <a:round/>
                      <a:headEnd type="none" w="med" len="med"/>
                      <a:tailEnd type="none" w="med" len="med"/>
                    </a:lnT>
                    <a:lnB w="12700" cap="flat" cmpd="sng" algn="ctr">
                      <a:solidFill>
                        <a:srgbClr val="89C7EB"/>
                      </a:solidFill>
                      <a:prstDash val="solid"/>
                      <a:round/>
                      <a:headEnd type="none" w="med" len="med"/>
                      <a:tailEnd type="none" w="med" len="med"/>
                    </a:lnB>
                  </a:tcPr>
                </a:tc>
                <a:extLst>
                  <a:ext uri="{0D108BD9-81ED-4DB2-BD59-A6C34878D82A}">
                    <a16:rowId xmlns:a16="http://schemas.microsoft.com/office/drawing/2014/main" val="2009681742"/>
                  </a:ext>
                </a:extLst>
              </a:tr>
              <a:tr h="0">
                <a:tc>
                  <a:txBody>
                    <a:bodyPr/>
                    <a:lstStyle/>
                    <a:p>
                      <a:pPr marL="130175" algn="ctr">
                        <a:lnSpc>
                          <a:spcPct val="107000"/>
                        </a:lnSpc>
                        <a:spcAft>
                          <a:spcPts val="0"/>
                        </a:spcAft>
                      </a:pPr>
                      <a:r>
                        <a:rPr lang="en-US" sz="1000">
                          <a:effectLst/>
                          <a:latin typeface="Times New Roman" panose="02020603050405020304" pitchFamily="18" charset="0"/>
                          <a:ea typeface="Verdana" panose="020B0604030504040204" pitchFamily="34" charset="0"/>
                          <a:cs typeface="Times New Roman" panose="02020603050405020304" pitchFamily="18" charset="0"/>
                        </a:rPr>
                        <a:t>4</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89C7EB"/>
                      </a:solidFill>
                      <a:prstDash val="solid"/>
                      <a:round/>
                      <a:headEnd type="none" w="med" len="med"/>
                      <a:tailEnd type="none" w="med" len="med"/>
                    </a:lnL>
                    <a:lnR>
                      <a:noFill/>
                    </a:lnR>
                    <a:lnT w="12700" cap="flat" cmpd="sng" algn="ctr">
                      <a:solidFill>
                        <a:srgbClr val="89C7EB"/>
                      </a:solidFill>
                      <a:prstDash val="solid"/>
                      <a:round/>
                      <a:headEnd type="none" w="med" len="med"/>
                      <a:tailEnd type="none" w="med" len="med"/>
                    </a:lnT>
                    <a:lnB w="12700" cap="flat" cmpd="sng" algn="ctr">
                      <a:solidFill>
                        <a:srgbClr val="89C7EB"/>
                      </a:solidFill>
                      <a:prstDash val="solid"/>
                      <a:round/>
                      <a:headEnd type="none" w="med" len="med"/>
                      <a:tailEnd type="none" w="med" len="med"/>
                    </a:lnB>
                  </a:tcPr>
                </a:tc>
                <a:tc>
                  <a:txBody>
                    <a:bodyPr/>
                    <a:lstStyle/>
                    <a:p>
                      <a:pPr marL="60960">
                        <a:lnSpc>
                          <a:spcPct val="107000"/>
                        </a:lnSpc>
                        <a:spcAft>
                          <a:spcPts val="0"/>
                        </a:spcAft>
                      </a:pPr>
                      <a:r>
                        <a:rPr lang="en-US" sz="1000">
                          <a:effectLst/>
                          <a:latin typeface="Times New Roman" panose="02020603050405020304" pitchFamily="18" charset="0"/>
                          <a:ea typeface="Verdana" panose="020B0604030504040204" pitchFamily="34" charset="0"/>
                          <a:cs typeface="Times New Roman" panose="02020603050405020304" pitchFamily="18" charset="0"/>
                        </a:rPr>
                        <a:t>High</a:t>
                      </a:r>
                      <a:r>
                        <a:rPr lang="en-US" sz="100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solidFill>
                        <a:srgbClr val="89C7EB"/>
                      </a:solidFill>
                      <a:prstDash val="solid"/>
                      <a:round/>
                      <a:headEnd type="none" w="med" len="med"/>
                      <a:tailEnd type="none" w="med" len="med"/>
                    </a:lnR>
                    <a:lnT w="12700" cap="flat" cmpd="sng" algn="ctr">
                      <a:solidFill>
                        <a:srgbClr val="89C7EB"/>
                      </a:solidFill>
                      <a:prstDash val="solid"/>
                      <a:round/>
                      <a:headEnd type="none" w="med" len="med"/>
                      <a:tailEnd type="none" w="med" len="med"/>
                    </a:lnT>
                    <a:lnB w="12700" cap="flat" cmpd="sng" algn="ctr">
                      <a:solidFill>
                        <a:srgbClr val="89C7EB"/>
                      </a:solidFill>
                      <a:prstDash val="solid"/>
                      <a:round/>
                      <a:headEnd type="none" w="med" len="med"/>
                      <a:tailEnd type="none" w="med" len="med"/>
                    </a:lnB>
                  </a:tcPr>
                </a:tc>
                <a:extLst>
                  <a:ext uri="{0D108BD9-81ED-4DB2-BD59-A6C34878D82A}">
                    <a16:rowId xmlns:a16="http://schemas.microsoft.com/office/drawing/2014/main" val="2696145214"/>
                  </a:ext>
                </a:extLst>
              </a:tr>
              <a:tr h="0">
                <a:tc>
                  <a:txBody>
                    <a:bodyPr/>
                    <a:lstStyle/>
                    <a:p>
                      <a:pPr marL="130175" algn="ctr">
                        <a:lnSpc>
                          <a:spcPct val="107000"/>
                        </a:lnSpc>
                        <a:spcAft>
                          <a:spcPts val="0"/>
                        </a:spcAft>
                      </a:pPr>
                      <a:r>
                        <a:rPr lang="en-US" sz="1000">
                          <a:effectLst/>
                          <a:latin typeface="Times New Roman" panose="02020603050405020304" pitchFamily="18" charset="0"/>
                          <a:ea typeface="Verdana" panose="020B0604030504040204" pitchFamily="34" charset="0"/>
                          <a:cs typeface="Times New Roman" panose="02020603050405020304" pitchFamily="18" charset="0"/>
                        </a:rPr>
                        <a:t>3</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89C7EB"/>
                      </a:solidFill>
                      <a:prstDash val="solid"/>
                      <a:round/>
                      <a:headEnd type="none" w="med" len="med"/>
                      <a:tailEnd type="none" w="med" len="med"/>
                    </a:lnL>
                    <a:lnR>
                      <a:noFill/>
                    </a:lnR>
                    <a:lnT w="12700" cap="flat" cmpd="sng" algn="ctr">
                      <a:solidFill>
                        <a:srgbClr val="89C7EB"/>
                      </a:solidFill>
                      <a:prstDash val="solid"/>
                      <a:round/>
                      <a:headEnd type="none" w="med" len="med"/>
                      <a:tailEnd type="none" w="med" len="med"/>
                    </a:lnT>
                    <a:lnB w="12700" cap="flat" cmpd="sng" algn="ctr">
                      <a:solidFill>
                        <a:srgbClr val="89C7EB"/>
                      </a:solidFill>
                      <a:prstDash val="solid"/>
                      <a:round/>
                      <a:headEnd type="none" w="med" len="med"/>
                      <a:tailEnd type="none" w="med" len="med"/>
                    </a:lnB>
                  </a:tcPr>
                </a:tc>
                <a:tc>
                  <a:txBody>
                    <a:bodyPr/>
                    <a:lstStyle/>
                    <a:p>
                      <a:pPr marL="60960">
                        <a:lnSpc>
                          <a:spcPct val="107000"/>
                        </a:lnSpc>
                        <a:spcAft>
                          <a:spcPts val="0"/>
                        </a:spcAft>
                      </a:pPr>
                      <a:r>
                        <a:rPr lang="en-US" sz="1000" dirty="0">
                          <a:effectLst/>
                          <a:latin typeface="Times New Roman" panose="02020603050405020304" pitchFamily="18" charset="0"/>
                          <a:ea typeface="Verdana" panose="020B0604030504040204" pitchFamily="34" charset="0"/>
                          <a:cs typeface="Times New Roman" panose="02020603050405020304" pitchFamily="18" charset="0"/>
                        </a:rPr>
                        <a:t>Medium</a:t>
                      </a:r>
                      <a:r>
                        <a:rPr lang="en-US" sz="10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solidFill>
                        <a:srgbClr val="89C7EB"/>
                      </a:solidFill>
                      <a:prstDash val="solid"/>
                      <a:round/>
                      <a:headEnd type="none" w="med" len="med"/>
                      <a:tailEnd type="none" w="med" len="med"/>
                    </a:lnR>
                    <a:lnT w="12700" cap="flat" cmpd="sng" algn="ctr">
                      <a:solidFill>
                        <a:srgbClr val="89C7EB"/>
                      </a:solidFill>
                      <a:prstDash val="solid"/>
                      <a:round/>
                      <a:headEnd type="none" w="med" len="med"/>
                      <a:tailEnd type="none" w="med" len="med"/>
                    </a:lnT>
                    <a:lnB w="12700" cap="flat" cmpd="sng" algn="ctr">
                      <a:solidFill>
                        <a:srgbClr val="89C7EB"/>
                      </a:solidFill>
                      <a:prstDash val="solid"/>
                      <a:round/>
                      <a:headEnd type="none" w="med" len="med"/>
                      <a:tailEnd type="none" w="med" len="med"/>
                    </a:lnB>
                  </a:tcPr>
                </a:tc>
                <a:extLst>
                  <a:ext uri="{0D108BD9-81ED-4DB2-BD59-A6C34878D82A}">
                    <a16:rowId xmlns:a16="http://schemas.microsoft.com/office/drawing/2014/main" val="3210249529"/>
                  </a:ext>
                </a:extLst>
              </a:tr>
              <a:tr h="0">
                <a:tc>
                  <a:txBody>
                    <a:bodyPr/>
                    <a:lstStyle/>
                    <a:p>
                      <a:pPr marL="130175" algn="ctr">
                        <a:lnSpc>
                          <a:spcPct val="107000"/>
                        </a:lnSpc>
                        <a:spcAft>
                          <a:spcPts val="0"/>
                        </a:spcAft>
                      </a:pPr>
                      <a:r>
                        <a:rPr lang="en-US" sz="1000">
                          <a:effectLst/>
                          <a:latin typeface="Times New Roman" panose="02020603050405020304" pitchFamily="18" charset="0"/>
                          <a:ea typeface="Verdana" panose="020B0604030504040204" pitchFamily="34" charset="0"/>
                          <a:cs typeface="Times New Roman" panose="02020603050405020304" pitchFamily="18" charset="0"/>
                        </a:rPr>
                        <a:t>2</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89C7EB"/>
                      </a:solidFill>
                      <a:prstDash val="solid"/>
                      <a:round/>
                      <a:headEnd type="none" w="med" len="med"/>
                      <a:tailEnd type="none" w="med" len="med"/>
                    </a:lnL>
                    <a:lnR>
                      <a:noFill/>
                    </a:lnR>
                    <a:lnT w="12700" cap="flat" cmpd="sng" algn="ctr">
                      <a:solidFill>
                        <a:srgbClr val="89C7EB"/>
                      </a:solidFill>
                      <a:prstDash val="solid"/>
                      <a:round/>
                      <a:headEnd type="none" w="med" len="med"/>
                      <a:tailEnd type="none" w="med" len="med"/>
                    </a:lnT>
                    <a:lnB w="12700" cap="flat" cmpd="sng" algn="ctr">
                      <a:solidFill>
                        <a:srgbClr val="89C7EB"/>
                      </a:solidFill>
                      <a:prstDash val="solid"/>
                      <a:round/>
                      <a:headEnd type="none" w="med" len="med"/>
                      <a:tailEnd type="none" w="med" len="med"/>
                    </a:lnB>
                  </a:tcPr>
                </a:tc>
                <a:tc>
                  <a:txBody>
                    <a:bodyPr/>
                    <a:lstStyle/>
                    <a:p>
                      <a:pPr marL="60960">
                        <a:lnSpc>
                          <a:spcPct val="107000"/>
                        </a:lnSpc>
                        <a:spcAft>
                          <a:spcPts val="0"/>
                        </a:spcAft>
                      </a:pPr>
                      <a:r>
                        <a:rPr lang="en-US" sz="1000">
                          <a:effectLst/>
                          <a:latin typeface="Times New Roman" panose="02020603050405020304" pitchFamily="18" charset="0"/>
                          <a:ea typeface="Verdana" panose="020B0604030504040204" pitchFamily="34" charset="0"/>
                          <a:cs typeface="Times New Roman" panose="02020603050405020304" pitchFamily="18" charset="0"/>
                        </a:rPr>
                        <a:t>Moderate</a:t>
                      </a:r>
                      <a:r>
                        <a:rPr lang="en-US" sz="100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solidFill>
                        <a:srgbClr val="89C7EB"/>
                      </a:solidFill>
                      <a:prstDash val="solid"/>
                      <a:round/>
                      <a:headEnd type="none" w="med" len="med"/>
                      <a:tailEnd type="none" w="med" len="med"/>
                    </a:lnR>
                    <a:lnT w="12700" cap="flat" cmpd="sng" algn="ctr">
                      <a:solidFill>
                        <a:srgbClr val="89C7EB"/>
                      </a:solidFill>
                      <a:prstDash val="solid"/>
                      <a:round/>
                      <a:headEnd type="none" w="med" len="med"/>
                      <a:tailEnd type="none" w="med" len="med"/>
                    </a:lnT>
                    <a:lnB w="12700" cap="flat" cmpd="sng" algn="ctr">
                      <a:solidFill>
                        <a:srgbClr val="89C7EB"/>
                      </a:solidFill>
                      <a:prstDash val="solid"/>
                      <a:round/>
                      <a:headEnd type="none" w="med" len="med"/>
                      <a:tailEnd type="none" w="med" len="med"/>
                    </a:lnB>
                  </a:tcPr>
                </a:tc>
                <a:extLst>
                  <a:ext uri="{0D108BD9-81ED-4DB2-BD59-A6C34878D82A}">
                    <a16:rowId xmlns:a16="http://schemas.microsoft.com/office/drawing/2014/main" val="680332172"/>
                  </a:ext>
                </a:extLst>
              </a:tr>
              <a:tr h="0">
                <a:tc>
                  <a:txBody>
                    <a:bodyPr/>
                    <a:lstStyle/>
                    <a:p>
                      <a:pPr marL="130175" algn="ctr">
                        <a:lnSpc>
                          <a:spcPct val="107000"/>
                        </a:lnSpc>
                        <a:spcAft>
                          <a:spcPts val="0"/>
                        </a:spcAft>
                      </a:pPr>
                      <a:r>
                        <a:rPr lang="en-US" sz="1000">
                          <a:effectLst/>
                          <a:latin typeface="Times New Roman" panose="02020603050405020304" pitchFamily="18" charset="0"/>
                          <a:ea typeface="Verdana" panose="020B0604030504040204" pitchFamily="34" charset="0"/>
                          <a:cs typeface="Times New Roman" panose="02020603050405020304" pitchFamily="18" charset="0"/>
                        </a:rPr>
                        <a:t>1</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89C7EB"/>
                      </a:solidFill>
                      <a:prstDash val="solid"/>
                      <a:round/>
                      <a:headEnd type="none" w="med" len="med"/>
                      <a:tailEnd type="none" w="med" len="med"/>
                    </a:lnL>
                    <a:lnR>
                      <a:noFill/>
                    </a:lnR>
                    <a:lnT w="12700" cap="flat" cmpd="sng" algn="ctr">
                      <a:solidFill>
                        <a:srgbClr val="89C7EB"/>
                      </a:solidFill>
                      <a:prstDash val="solid"/>
                      <a:round/>
                      <a:headEnd type="none" w="med" len="med"/>
                      <a:tailEnd type="none" w="med" len="med"/>
                    </a:lnT>
                    <a:lnB w="12700" cap="flat" cmpd="sng" algn="ctr">
                      <a:solidFill>
                        <a:srgbClr val="89C7EB"/>
                      </a:solidFill>
                      <a:prstDash val="solid"/>
                      <a:round/>
                      <a:headEnd type="none" w="med" len="med"/>
                      <a:tailEnd type="none" w="med" len="med"/>
                    </a:lnB>
                  </a:tcPr>
                </a:tc>
                <a:tc>
                  <a:txBody>
                    <a:bodyPr/>
                    <a:lstStyle/>
                    <a:p>
                      <a:pPr marL="60960">
                        <a:lnSpc>
                          <a:spcPct val="107000"/>
                        </a:lnSpc>
                        <a:spcAft>
                          <a:spcPts val="0"/>
                        </a:spcAft>
                      </a:pPr>
                      <a:r>
                        <a:rPr lang="en-US" sz="1000" dirty="0">
                          <a:effectLst/>
                          <a:latin typeface="Times New Roman" panose="02020603050405020304" pitchFamily="18" charset="0"/>
                          <a:ea typeface="Verdana" panose="020B0604030504040204" pitchFamily="34" charset="0"/>
                          <a:cs typeface="Times New Roman" panose="02020603050405020304" pitchFamily="18" charset="0"/>
                        </a:rPr>
                        <a:t>Low</a:t>
                      </a:r>
                      <a:r>
                        <a:rPr lang="en-US" sz="10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solidFill>
                        <a:srgbClr val="89C7EB"/>
                      </a:solidFill>
                      <a:prstDash val="solid"/>
                      <a:round/>
                      <a:headEnd type="none" w="med" len="med"/>
                      <a:tailEnd type="none" w="med" len="med"/>
                    </a:lnR>
                    <a:lnT w="12700" cap="flat" cmpd="sng" algn="ctr">
                      <a:solidFill>
                        <a:srgbClr val="89C7EB"/>
                      </a:solidFill>
                      <a:prstDash val="solid"/>
                      <a:round/>
                      <a:headEnd type="none" w="med" len="med"/>
                      <a:tailEnd type="none" w="med" len="med"/>
                    </a:lnT>
                    <a:lnB w="12700" cap="flat" cmpd="sng" algn="ctr">
                      <a:solidFill>
                        <a:srgbClr val="89C7EB"/>
                      </a:solidFill>
                      <a:prstDash val="solid"/>
                      <a:round/>
                      <a:headEnd type="none" w="med" len="med"/>
                      <a:tailEnd type="none" w="med" len="med"/>
                    </a:lnB>
                  </a:tcPr>
                </a:tc>
                <a:extLst>
                  <a:ext uri="{0D108BD9-81ED-4DB2-BD59-A6C34878D82A}">
                    <a16:rowId xmlns:a16="http://schemas.microsoft.com/office/drawing/2014/main" val="3060679132"/>
                  </a:ext>
                </a:extLst>
              </a:tr>
            </a:tbl>
          </a:graphicData>
        </a:graphic>
      </p:graphicFrame>
      <p:sp>
        <p:nvSpPr>
          <p:cNvPr id="40" name="Rectangle 39"/>
          <p:cNvSpPr/>
          <p:nvPr/>
        </p:nvSpPr>
        <p:spPr bwMode="gray">
          <a:xfrm rot="19497110">
            <a:off x="5411549" y="3243510"/>
            <a:ext cx="1232038" cy="306530"/>
          </a:xfrm>
          <a:prstGeom prst="rect">
            <a:avLst/>
          </a:prstGeom>
          <a:no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IN" sz="1200" b="1" i="0" u="none" strike="noStrike" kern="1200" cap="none" spc="0" normalizeH="0" baseline="0" noProof="0" dirty="0">
                <a:ln>
                  <a:noFill/>
                </a:ln>
                <a:solidFill>
                  <a:srgbClr val="DA291C"/>
                </a:solidFill>
                <a:effectLst/>
                <a:uLnTx/>
                <a:uFillTx/>
                <a:latin typeface="Verdana"/>
                <a:ea typeface="+mn-ea"/>
                <a:cs typeface="+mn-cs"/>
              </a:rPr>
              <a:t>Illustrative</a:t>
            </a:r>
          </a:p>
        </p:txBody>
      </p:sp>
      <p:sp>
        <p:nvSpPr>
          <p:cNvPr id="41" name="Rounded Rectangle 40"/>
          <p:cNvSpPr/>
          <p:nvPr/>
        </p:nvSpPr>
        <p:spPr bwMode="gray">
          <a:xfrm>
            <a:off x="508324" y="1651437"/>
            <a:ext cx="3530848" cy="4778237"/>
          </a:xfrm>
          <a:prstGeom prst="roundRect">
            <a:avLst>
              <a:gd name="adj" fmla="val 1868"/>
            </a:avLst>
          </a:prstGeom>
          <a:noFill/>
          <a:ln w="19050" algn="ctr">
            <a:solidFill>
              <a:schemeClr val="accent1"/>
            </a:solidFill>
            <a:prstDash val="dash"/>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1200" cap="none" spc="0" normalizeH="0" baseline="0" noProof="0" dirty="0">
              <a:ln>
                <a:noFill/>
              </a:ln>
              <a:solidFill>
                <a:prstClr val="white"/>
              </a:solidFill>
              <a:effectLst/>
              <a:uLnTx/>
              <a:uFillTx/>
              <a:latin typeface="Verdana"/>
              <a:ea typeface="+mn-ea"/>
              <a:cs typeface="+mn-cs"/>
            </a:endParaRPr>
          </a:p>
        </p:txBody>
      </p:sp>
      <p:grpSp>
        <p:nvGrpSpPr>
          <p:cNvPr id="28" name="Group 27"/>
          <p:cNvGrpSpPr/>
          <p:nvPr/>
        </p:nvGrpSpPr>
        <p:grpSpPr>
          <a:xfrm>
            <a:off x="538665" y="2626513"/>
            <a:ext cx="3600052" cy="2944219"/>
            <a:chOff x="561519" y="2242557"/>
            <a:chExt cx="3600052" cy="2944219"/>
          </a:xfrm>
        </p:grpSpPr>
        <p:grpSp>
          <p:nvGrpSpPr>
            <p:cNvPr id="42" name="Group 92"/>
            <p:cNvGrpSpPr>
              <a:grpSpLocks/>
            </p:cNvGrpSpPr>
            <p:nvPr/>
          </p:nvGrpSpPr>
          <p:grpSpPr bwMode="auto">
            <a:xfrm>
              <a:off x="561519" y="2242557"/>
              <a:ext cx="3600052" cy="2944219"/>
              <a:chOff x="378694" y="1897206"/>
              <a:chExt cx="10029877" cy="5191922"/>
            </a:xfrm>
          </p:grpSpPr>
          <p:grpSp>
            <p:nvGrpSpPr>
              <p:cNvPr id="43" name="Group 3"/>
              <p:cNvGrpSpPr>
                <a:grpSpLocks/>
              </p:cNvGrpSpPr>
              <p:nvPr/>
            </p:nvGrpSpPr>
            <p:grpSpPr bwMode="auto">
              <a:xfrm>
                <a:off x="2418557" y="2783311"/>
                <a:ext cx="4997768" cy="3578541"/>
                <a:chOff x="1349" y="1721"/>
                <a:chExt cx="3000" cy="1924"/>
              </a:xfrm>
            </p:grpSpPr>
            <p:sp>
              <p:nvSpPr>
                <p:cNvPr id="123" name="Freeform 4"/>
                <p:cNvSpPr>
                  <a:spLocks/>
                </p:cNvSpPr>
                <p:nvPr/>
              </p:nvSpPr>
              <p:spPr bwMode="auto">
                <a:xfrm>
                  <a:off x="1357" y="1728"/>
                  <a:ext cx="2991" cy="135"/>
                </a:xfrm>
                <a:custGeom>
                  <a:avLst/>
                  <a:gdLst>
                    <a:gd name="T0" fmla="*/ 0 w 2991"/>
                    <a:gd name="T1" fmla="*/ 0 h 277"/>
                    <a:gd name="T2" fmla="*/ 1468 w 2991"/>
                    <a:gd name="T3" fmla="*/ 2 h 277"/>
                    <a:gd name="T4" fmla="*/ 2991 w 2991"/>
                    <a:gd name="T5" fmla="*/ 0 h 277"/>
                    <a:gd name="T6" fmla="*/ 0 60000 65536"/>
                    <a:gd name="T7" fmla="*/ 0 60000 65536"/>
                    <a:gd name="T8" fmla="*/ 0 60000 65536"/>
                  </a:gdLst>
                  <a:ahLst/>
                  <a:cxnLst>
                    <a:cxn ang="T6">
                      <a:pos x="T0" y="T1"/>
                    </a:cxn>
                    <a:cxn ang="T7">
                      <a:pos x="T2" y="T3"/>
                    </a:cxn>
                    <a:cxn ang="T8">
                      <a:pos x="T4" y="T5"/>
                    </a:cxn>
                  </a:cxnLst>
                  <a:rect l="0" t="0" r="r" b="b"/>
                  <a:pathLst>
                    <a:path w="2991" h="277">
                      <a:moveTo>
                        <a:pt x="0" y="0"/>
                      </a:moveTo>
                      <a:cubicBezTo>
                        <a:pt x="485" y="137"/>
                        <a:pt x="970" y="275"/>
                        <a:pt x="1468" y="276"/>
                      </a:cubicBezTo>
                      <a:cubicBezTo>
                        <a:pt x="1966" y="277"/>
                        <a:pt x="2736" y="55"/>
                        <a:pt x="2991" y="8"/>
                      </a:cubicBezTo>
                    </a:path>
                  </a:pathLst>
                </a:custGeom>
                <a:noFill/>
                <a:ln w="12700" cap="flat" cmpd="sng">
                  <a:solidFill>
                    <a:srgbClr val="000066"/>
                  </a:solidFill>
                  <a:prstDash val="dash"/>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000" b="0" i="0" u="none" strike="noStrike" kern="0" cap="none" spc="0" normalizeH="0" baseline="0" noProof="0">
                    <a:ln>
                      <a:noFill/>
                    </a:ln>
                    <a:solidFill>
                      <a:prstClr val="black"/>
                    </a:solidFill>
                    <a:effectLst/>
                    <a:uLnTx/>
                    <a:uFillTx/>
                    <a:latin typeface="Verdana"/>
                    <a:ea typeface="+mn-ea"/>
                    <a:cs typeface="Arial" panose="020B0604020202020204" pitchFamily="34" charset="0"/>
                  </a:endParaRPr>
                </a:p>
              </p:txBody>
            </p:sp>
            <p:sp>
              <p:nvSpPr>
                <p:cNvPr id="124" name="Freeform 5"/>
                <p:cNvSpPr>
                  <a:spLocks/>
                </p:cNvSpPr>
                <p:nvPr/>
              </p:nvSpPr>
              <p:spPr bwMode="auto">
                <a:xfrm flipV="1">
                  <a:off x="1349" y="3528"/>
                  <a:ext cx="2991" cy="111"/>
                </a:xfrm>
                <a:custGeom>
                  <a:avLst/>
                  <a:gdLst>
                    <a:gd name="T0" fmla="*/ 0 w 2991"/>
                    <a:gd name="T1" fmla="*/ 0 h 277"/>
                    <a:gd name="T2" fmla="*/ 1468 w 2991"/>
                    <a:gd name="T3" fmla="*/ 2 h 277"/>
                    <a:gd name="T4" fmla="*/ 2991 w 2991"/>
                    <a:gd name="T5" fmla="*/ 0 h 277"/>
                    <a:gd name="T6" fmla="*/ 0 60000 65536"/>
                    <a:gd name="T7" fmla="*/ 0 60000 65536"/>
                    <a:gd name="T8" fmla="*/ 0 60000 65536"/>
                  </a:gdLst>
                  <a:ahLst/>
                  <a:cxnLst>
                    <a:cxn ang="T6">
                      <a:pos x="T0" y="T1"/>
                    </a:cxn>
                    <a:cxn ang="T7">
                      <a:pos x="T2" y="T3"/>
                    </a:cxn>
                    <a:cxn ang="T8">
                      <a:pos x="T4" y="T5"/>
                    </a:cxn>
                  </a:cxnLst>
                  <a:rect l="0" t="0" r="r" b="b"/>
                  <a:pathLst>
                    <a:path w="2991" h="277">
                      <a:moveTo>
                        <a:pt x="0" y="0"/>
                      </a:moveTo>
                      <a:cubicBezTo>
                        <a:pt x="485" y="137"/>
                        <a:pt x="970" y="275"/>
                        <a:pt x="1468" y="276"/>
                      </a:cubicBezTo>
                      <a:cubicBezTo>
                        <a:pt x="1966" y="277"/>
                        <a:pt x="2736" y="55"/>
                        <a:pt x="2991" y="8"/>
                      </a:cubicBezTo>
                    </a:path>
                  </a:pathLst>
                </a:custGeom>
                <a:noFill/>
                <a:ln w="12700" cap="flat" cmpd="sng">
                  <a:solidFill>
                    <a:srgbClr val="000066"/>
                  </a:solidFill>
                  <a:prstDash val="dash"/>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000" b="0" i="0" u="none" strike="noStrike" kern="0" cap="none" spc="0" normalizeH="0" baseline="0" noProof="0">
                    <a:ln>
                      <a:noFill/>
                    </a:ln>
                    <a:solidFill>
                      <a:prstClr val="black"/>
                    </a:solidFill>
                    <a:effectLst/>
                    <a:uLnTx/>
                    <a:uFillTx/>
                    <a:latin typeface="Verdana"/>
                    <a:ea typeface="+mn-ea"/>
                    <a:cs typeface="Arial" panose="020B0604020202020204" pitchFamily="34" charset="0"/>
                  </a:endParaRPr>
                </a:p>
              </p:txBody>
            </p:sp>
            <p:sp>
              <p:nvSpPr>
                <p:cNvPr id="125" name="Freeform 6"/>
                <p:cNvSpPr>
                  <a:spLocks/>
                </p:cNvSpPr>
                <p:nvPr/>
              </p:nvSpPr>
              <p:spPr bwMode="auto">
                <a:xfrm>
                  <a:off x="1349" y="1728"/>
                  <a:ext cx="143" cy="1917"/>
                </a:xfrm>
                <a:custGeom>
                  <a:avLst/>
                  <a:gdLst>
                    <a:gd name="T0" fmla="*/ 8 w 143"/>
                    <a:gd name="T1" fmla="*/ 0 h 1917"/>
                    <a:gd name="T2" fmla="*/ 142 w 143"/>
                    <a:gd name="T3" fmla="*/ 907 h 1917"/>
                    <a:gd name="T4" fmla="*/ 0 w 143"/>
                    <a:gd name="T5" fmla="*/ 1917 h 1917"/>
                    <a:gd name="T6" fmla="*/ 0 60000 65536"/>
                    <a:gd name="T7" fmla="*/ 0 60000 65536"/>
                    <a:gd name="T8" fmla="*/ 0 60000 65536"/>
                  </a:gdLst>
                  <a:ahLst/>
                  <a:cxnLst>
                    <a:cxn ang="T6">
                      <a:pos x="T0" y="T1"/>
                    </a:cxn>
                    <a:cxn ang="T7">
                      <a:pos x="T2" y="T3"/>
                    </a:cxn>
                    <a:cxn ang="T8">
                      <a:pos x="T4" y="T5"/>
                    </a:cxn>
                  </a:cxnLst>
                  <a:rect l="0" t="0" r="r" b="b"/>
                  <a:pathLst>
                    <a:path w="143" h="1917">
                      <a:moveTo>
                        <a:pt x="8" y="0"/>
                      </a:moveTo>
                      <a:cubicBezTo>
                        <a:pt x="75" y="294"/>
                        <a:pt x="143" y="588"/>
                        <a:pt x="142" y="907"/>
                      </a:cubicBezTo>
                      <a:cubicBezTo>
                        <a:pt x="141" y="1226"/>
                        <a:pt x="70" y="1571"/>
                        <a:pt x="0" y="1917"/>
                      </a:cubicBezTo>
                    </a:path>
                  </a:pathLst>
                </a:custGeom>
                <a:noFill/>
                <a:ln w="12700" cap="flat" cmpd="sng">
                  <a:solidFill>
                    <a:srgbClr val="000066"/>
                  </a:solidFill>
                  <a:prstDash val="dash"/>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000" b="0" i="0" u="none" strike="noStrike" kern="0" cap="none" spc="0" normalizeH="0" baseline="0" noProof="0">
                    <a:ln>
                      <a:noFill/>
                    </a:ln>
                    <a:solidFill>
                      <a:prstClr val="black"/>
                    </a:solidFill>
                    <a:effectLst/>
                    <a:uLnTx/>
                    <a:uFillTx/>
                    <a:latin typeface="Verdana"/>
                    <a:ea typeface="+mn-ea"/>
                    <a:cs typeface="Arial" panose="020B0604020202020204" pitchFamily="34" charset="0"/>
                  </a:endParaRPr>
                </a:p>
              </p:txBody>
            </p:sp>
            <p:sp>
              <p:nvSpPr>
                <p:cNvPr id="126" name="Freeform 7"/>
                <p:cNvSpPr>
                  <a:spLocks/>
                </p:cNvSpPr>
                <p:nvPr/>
              </p:nvSpPr>
              <p:spPr bwMode="auto">
                <a:xfrm flipH="1">
                  <a:off x="4206" y="1721"/>
                  <a:ext cx="143" cy="1917"/>
                </a:xfrm>
                <a:custGeom>
                  <a:avLst/>
                  <a:gdLst>
                    <a:gd name="T0" fmla="*/ 8 w 143"/>
                    <a:gd name="T1" fmla="*/ 0 h 1917"/>
                    <a:gd name="T2" fmla="*/ 142 w 143"/>
                    <a:gd name="T3" fmla="*/ 907 h 1917"/>
                    <a:gd name="T4" fmla="*/ 0 w 143"/>
                    <a:gd name="T5" fmla="*/ 1917 h 1917"/>
                    <a:gd name="T6" fmla="*/ 0 60000 65536"/>
                    <a:gd name="T7" fmla="*/ 0 60000 65536"/>
                    <a:gd name="T8" fmla="*/ 0 60000 65536"/>
                  </a:gdLst>
                  <a:ahLst/>
                  <a:cxnLst>
                    <a:cxn ang="T6">
                      <a:pos x="T0" y="T1"/>
                    </a:cxn>
                    <a:cxn ang="T7">
                      <a:pos x="T2" y="T3"/>
                    </a:cxn>
                    <a:cxn ang="T8">
                      <a:pos x="T4" y="T5"/>
                    </a:cxn>
                  </a:cxnLst>
                  <a:rect l="0" t="0" r="r" b="b"/>
                  <a:pathLst>
                    <a:path w="143" h="1917">
                      <a:moveTo>
                        <a:pt x="8" y="0"/>
                      </a:moveTo>
                      <a:cubicBezTo>
                        <a:pt x="75" y="294"/>
                        <a:pt x="143" y="588"/>
                        <a:pt x="142" y="907"/>
                      </a:cubicBezTo>
                      <a:cubicBezTo>
                        <a:pt x="141" y="1226"/>
                        <a:pt x="70" y="1571"/>
                        <a:pt x="0" y="1917"/>
                      </a:cubicBezTo>
                    </a:path>
                  </a:pathLst>
                </a:custGeom>
                <a:noFill/>
                <a:ln w="12700" cap="flat" cmpd="sng">
                  <a:solidFill>
                    <a:srgbClr val="000066"/>
                  </a:solidFill>
                  <a:prstDash val="dash"/>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000" b="0" i="0" u="none" strike="noStrike" kern="0" cap="none" spc="0" normalizeH="0" baseline="0" noProof="0">
                    <a:ln>
                      <a:noFill/>
                    </a:ln>
                    <a:solidFill>
                      <a:prstClr val="black"/>
                    </a:solidFill>
                    <a:effectLst/>
                    <a:uLnTx/>
                    <a:uFillTx/>
                    <a:latin typeface="Verdana"/>
                    <a:ea typeface="+mn-ea"/>
                    <a:cs typeface="Arial" panose="020B0604020202020204" pitchFamily="34" charset="0"/>
                  </a:endParaRPr>
                </a:p>
              </p:txBody>
            </p:sp>
          </p:grpSp>
          <p:sp>
            <p:nvSpPr>
              <p:cNvPr id="44" name="AutoShape 8"/>
              <p:cNvSpPr>
                <a:spLocks noChangeArrowheads="1"/>
              </p:cNvSpPr>
              <p:nvPr/>
            </p:nvSpPr>
            <p:spPr bwMode="auto">
              <a:xfrm>
                <a:off x="2067278" y="4199856"/>
                <a:ext cx="483806" cy="711623"/>
              </a:xfrm>
              <a:prstGeom prst="rightArrow">
                <a:avLst>
                  <a:gd name="adj1" fmla="val 53519"/>
                  <a:gd name="adj2" fmla="val 52815"/>
                </a:avLst>
              </a:prstGeom>
              <a:solidFill>
                <a:srgbClr val="81BC00"/>
              </a:solidFill>
              <a:ln w="12700">
                <a:solidFill>
                  <a:srgbClr val="000066"/>
                </a:solidFill>
                <a:miter lim="800000"/>
                <a:headEnd/>
                <a:tailEnd/>
              </a:ln>
            </p:spPr>
            <p:txBody>
              <a:bodyPr wrap="none" lIns="101882" tIns="50941" rIns="101882" bIns="50941"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000" b="0" i="0" u="none" strike="noStrike" kern="0" cap="none" spc="0" normalizeH="0" baseline="0" noProof="0">
                  <a:ln>
                    <a:noFill/>
                  </a:ln>
                  <a:solidFill>
                    <a:srgbClr val="002776"/>
                  </a:solidFill>
                  <a:effectLst/>
                  <a:uLnTx/>
                  <a:uFillTx/>
                  <a:latin typeface="Verdana"/>
                  <a:ea typeface="+mn-ea"/>
                  <a:cs typeface="Arial" panose="020B0604020202020204" pitchFamily="34" charset="0"/>
                </a:endParaRPr>
              </a:p>
            </p:txBody>
          </p:sp>
          <p:sp>
            <p:nvSpPr>
              <p:cNvPr id="45" name="AutoShape 9"/>
              <p:cNvSpPr>
                <a:spLocks noChangeArrowheads="1"/>
              </p:cNvSpPr>
              <p:nvPr/>
            </p:nvSpPr>
            <p:spPr bwMode="auto">
              <a:xfrm flipH="1" flipV="1">
                <a:off x="7227726" y="4307203"/>
                <a:ext cx="393542" cy="734438"/>
              </a:xfrm>
              <a:prstGeom prst="rightArrow">
                <a:avLst>
                  <a:gd name="adj1" fmla="val 53519"/>
                  <a:gd name="adj2" fmla="val 52815"/>
                </a:avLst>
              </a:prstGeom>
              <a:solidFill>
                <a:srgbClr val="81BC00"/>
              </a:solidFill>
              <a:ln w="12700">
                <a:solidFill>
                  <a:srgbClr val="000066"/>
                </a:solidFill>
                <a:miter lim="800000"/>
                <a:headEnd/>
                <a:tailEnd/>
              </a:ln>
            </p:spPr>
            <p:txBody>
              <a:bodyPr wrap="none" lIns="101882" tIns="50941" rIns="101882" bIns="50941"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000" b="0" i="0" u="none" strike="noStrike" kern="0" cap="none" spc="0" normalizeH="0" baseline="0" noProof="0">
                  <a:ln>
                    <a:noFill/>
                  </a:ln>
                  <a:solidFill>
                    <a:srgbClr val="002776"/>
                  </a:solidFill>
                  <a:effectLst/>
                  <a:uLnTx/>
                  <a:uFillTx/>
                  <a:latin typeface="Verdana"/>
                  <a:ea typeface="+mn-ea"/>
                  <a:cs typeface="Arial" panose="020B0604020202020204" pitchFamily="34" charset="0"/>
                </a:endParaRPr>
              </a:p>
            </p:txBody>
          </p:sp>
          <p:sp>
            <p:nvSpPr>
              <p:cNvPr id="46" name="Text Box 10"/>
              <p:cNvSpPr txBox="1">
                <a:spLocks noChangeArrowheads="1"/>
              </p:cNvSpPr>
              <p:nvPr/>
            </p:nvSpPr>
            <p:spPr bwMode="auto">
              <a:xfrm>
                <a:off x="3890646" y="2893059"/>
                <a:ext cx="1973263" cy="378082"/>
              </a:xfrm>
              <a:prstGeom prst="rect">
                <a:avLst/>
              </a:prstGeom>
              <a:solidFill>
                <a:sysClr val="window" lastClr="FFFFFF"/>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101874" tIns="50937" rIns="101874" bIns="50937">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700" b="0" i="0" u="none" strike="noStrike" kern="0" cap="none" spc="0" normalizeH="0" baseline="0" noProof="0" dirty="0">
                    <a:ln>
                      <a:noFill/>
                    </a:ln>
                    <a:solidFill>
                      <a:srgbClr val="002776"/>
                    </a:solidFill>
                    <a:effectLst/>
                    <a:uLnTx/>
                    <a:uFillTx/>
                    <a:latin typeface="Verdana"/>
                    <a:ea typeface="+mn-ea"/>
                    <a:cs typeface="Arial" panose="020B0604020202020204" pitchFamily="34" charset="0"/>
                  </a:rPr>
                  <a:t>Project Boundary</a:t>
                </a:r>
              </a:p>
            </p:txBody>
          </p:sp>
          <p:sp>
            <p:nvSpPr>
              <p:cNvPr id="47" name="AutoShape 11"/>
              <p:cNvSpPr>
                <a:spLocks noChangeArrowheads="1"/>
              </p:cNvSpPr>
              <p:nvPr/>
            </p:nvSpPr>
            <p:spPr bwMode="auto">
              <a:xfrm rot="-5400000">
                <a:off x="4794542" y="5998448"/>
                <a:ext cx="223097" cy="654844"/>
              </a:xfrm>
              <a:prstGeom prst="rightArrow">
                <a:avLst>
                  <a:gd name="adj1" fmla="val 53519"/>
                  <a:gd name="adj2" fmla="val 52815"/>
                </a:avLst>
              </a:prstGeom>
              <a:solidFill>
                <a:srgbClr val="81BC00"/>
              </a:solidFill>
              <a:ln w="12700">
                <a:solidFill>
                  <a:srgbClr val="000066"/>
                </a:solidFill>
                <a:miter lim="800000"/>
                <a:headEnd/>
                <a:tailEnd/>
              </a:ln>
            </p:spPr>
            <p:txBody>
              <a:bodyPr wrap="none" lIns="101882" tIns="50941" rIns="101882" bIns="50941"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000" b="0" i="0" u="none" strike="noStrike" kern="0" cap="none" spc="0" normalizeH="0" baseline="0" noProof="0">
                  <a:ln>
                    <a:noFill/>
                  </a:ln>
                  <a:solidFill>
                    <a:srgbClr val="002776"/>
                  </a:solidFill>
                  <a:effectLst/>
                  <a:uLnTx/>
                  <a:uFillTx/>
                  <a:latin typeface="Verdana"/>
                  <a:ea typeface="+mn-ea"/>
                  <a:cs typeface="Arial" panose="020B0604020202020204" pitchFamily="34" charset="0"/>
                </a:endParaRPr>
              </a:p>
            </p:txBody>
          </p:sp>
          <p:sp>
            <p:nvSpPr>
              <p:cNvPr id="48" name="AutoShape 12"/>
              <p:cNvSpPr>
                <a:spLocks noChangeArrowheads="1"/>
              </p:cNvSpPr>
              <p:nvPr/>
            </p:nvSpPr>
            <p:spPr bwMode="auto">
              <a:xfrm rot="5400000">
                <a:off x="4696752" y="2400115"/>
                <a:ext cx="223097" cy="654844"/>
              </a:xfrm>
              <a:prstGeom prst="rightArrow">
                <a:avLst>
                  <a:gd name="adj1" fmla="val 53519"/>
                  <a:gd name="adj2" fmla="val 52815"/>
                </a:avLst>
              </a:prstGeom>
              <a:solidFill>
                <a:srgbClr val="81BC00"/>
              </a:solidFill>
              <a:ln w="12700">
                <a:solidFill>
                  <a:srgbClr val="000066"/>
                </a:solidFill>
                <a:miter lim="800000"/>
                <a:headEnd/>
                <a:tailEnd/>
              </a:ln>
            </p:spPr>
            <p:txBody>
              <a:bodyPr wrap="none" lIns="101882" tIns="50941" rIns="101882" bIns="50941"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000" b="0" i="0" u="none" strike="noStrike" kern="0" cap="none" spc="0" normalizeH="0" baseline="0" noProof="0">
                  <a:ln>
                    <a:noFill/>
                  </a:ln>
                  <a:solidFill>
                    <a:srgbClr val="002776"/>
                  </a:solidFill>
                  <a:effectLst/>
                  <a:uLnTx/>
                  <a:uFillTx/>
                  <a:latin typeface="Verdana"/>
                  <a:ea typeface="+mn-ea"/>
                  <a:cs typeface="Arial" panose="020B0604020202020204" pitchFamily="34" charset="0"/>
                </a:endParaRPr>
              </a:p>
            </p:txBody>
          </p:sp>
          <p:grpSp>
            <p:nvGrpSpPr>
              <p:cNvPr id="49" name="Group 13"/>
              <p:cNvGrpSpPr>
                <a:grpSpLocks/>
              </p:cNvGrpSpPr>
              <p:nvPr/>
            </p:nvGrpSpPr>
            <p:grpSpPr bwMode="auto">
              <a:xfrm>
                <a:off x="4026853" y="3215112"/>
                <a:ext cx="1700848" cy="1227032"/>
                <a:chOff x="2356" y="1729"/>
                <a:chExt cx="1106" cy="782"/>
              </a:xfrm>
            </p:grpSpPr>
            <p:pic>
              <p:nvPicPr>
                <p:cNvPr id="121" name="Picture 14"/>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356" y="1849"/>
                  <a:ext cx="1097" cy="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22" name="Text Box 15"/>
                <p:cNvSpPr txBox="1">
                  <a:spLocks noChangeArrowheads="1"/>
                </p:cNvSpPr>
                <p:nvPr/>
              </p:nvSpPr>
              <p:spPr bwMode="auto">
                <a:xfrm>
                  <a:off x="2358" y="1729"/>
                  <a:ext cx="1104" cy="346"/>
                </a:xfrm>
                <a:prstGeom prst="rect">
                  <a:avLst/>
                </a:prstGeom>
                <a:solidFill>
                  <a:sysClr val="windowText" lastClr="000000"/>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91432" tIns="45716" rIns="91432" bIns="45716">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700" b="0" i="0" u="none" strike="noStrike" kern="0" cap="none" spc="0" normalizeH="0" baseline="0" noProof="0" dirty="0">
                      <a:ln>
                        <a:noFill/>
                      </a:ln>
                      <a:solidFill>
                        <a:prstClr val="white"/>
                      </a:solidFill>
                      <a:effectLst/>
                      <a:uLnTx/>
                      <a:uFillTx/>
                      <a:latin typeface="Verdana"/>
                      <a:ea typeface="+mn-ea"/>
                      <a:cs typeface="Arial" panose="020B0604020202020204" pitchFamily="34" charset="0"/>
                    </a:rPr>
                    <a:t>Project Finance</a:t>
                  </a:r>
                </a:p>
              </p:txBody>
            </p:sp>
          </p:grpSp>
          <p:grpSp>
            <p:nvGrpSpPr>
              <p:cNvPr id="50" name="Group 16"/>
              <p:cNvGrpSpPr>
                <a:grpSpLocks/>
              </p:cNvGrpSpPr>
              <p:nvPr/>
            </p:nvGrpSpPr>
            <p:grpSpPr bwMode="auto">
              <a:xfrm>
                <a:off x="2778285" y="3931180"/>
                <a:ext cx="1699101" cy="1439333"/>
                <a:chOff x="1696" y="2322"/>
                <a:chExt cx="1104" cy="917"/>
              </a:xfrm>
            </p:grpSpPr>
            <p:grpSp>
              <p:nvGrpSpPr>
                <p:cNvPr id="67" name="Group 17"/>
                <p:cNvGrpSpPr>
                  <a:grpSpLocks/>
                </p:cNvGrpSpPr>
                <p:nvPr/>
              </p:nvGrpSpPr>
              <p:grpSpPr bwMode="auto">
                <a:xfrm>
                  <a:off x="1696" y="2425"/>
                  <a:ext cx="1095" cy="814"/>
                  <a:chOff x="206" y="905"/>
                  <a:chExt cx="4710" cy="2906"/>
                </a:xfrm>
              </p:grpSpPr>
              <p:grpSp>
                <p:nvGrpSpPr>
                  <p:cNvPr id="69" name="Group 18"/>
                  <p:cNvGrpSpPr>
                    <a:grpSpLocks/>
                  </p:cNvGrpSpPr>
                  <p:nvPr/>
                </p:nvGrpSpPr>
                <p:grpSpPr bwMode="auto">
                  <a:xfrm>
                    <a:off x="206" y="905"/>
                    <a:ext cx="4710" cy="2906"/>
                    <a:chOff x="206" y="905"/>
                    <a:chExt cx="4710" cy="2906"/>
                  </a:xfrm>
                </p:grpSpPr>
                <p:pic>
                  <p:nvPicPr>
                    <p:cNvPr id="71" name="Picture 19"/>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06" y="905"/>
                      <a:ext cx="4710" cy="2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72" name="Line 20"/>
                    <p:cNvSpPr>
                      <a:spLocks noChangeShapeType="1"/>
                    </p:cNvSpPr>
                    <p:nvPr/>
                  </p:nvSpPr>
                  <p:spPr bwMode="auto">
                    <a:xfrm>
                      <a:off x="1113" y="1499"/>
                      <a:ext cx="1743" cy="0"/>
                    </a:xfrm>
                    <a:prstGeom prst="line">
                      <a:avLst/>
                    </a:prstGeom>
                    <a:noFill/>
                    <a:ln w="12700">
                      <a:solidFill>
                        <a:srgbClr val="000066"/>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000" b="0" i="0" u="none" strike="noStrike" kern="0" cap="none" spc="0" normalizeH="0" baseline="0" noProof="0">
                        <a:ln>
                          <a:noFill/>
                        </a:ln>
                        <a:solidFill>
                          <a:prstClr val="black"/>
                        </a:solidFill>
                        <a:effectLst/>
                        <a:uLnTx/>
                        <a:uFillTx/>
                        <a:latin typeface="Verdana"/>
                        <a:ea typeface="+mn-ea"/>
                        <a:cs typeface="Arial" panose="020B0604020202020204" pitchFamily="34" charset="0"/>
                      </a:endParaRPr>
                    </a:p>
                  </p:txBody>
                </p:sp>
                <p:sp>
                  <p:nvSpPr>
                    <p:cNvPr id="73" name="Line 21"/>
                    <p:cNvSpPr>
                      <a:spLocks noChangeShapeType="1"/>
                    </p:cNvSpPr>
                    <p:nvPr/>
                  </p:nvSpPr>
                  <p:spPr bwMode="auto">
                    <a:xfrm>
                      <a:off x="1105" y="1507"/>
                      <a:ext cx="0" cy="166"/>
                    </a:xfrm>
                    <a:prstGeom prst="line">
                      <a:avLst/>
                    </a:prstGeom>
                    <a:noFill/>
                    <a:ln w="12700">
                      <a:solidFill>
                        <a:srgbClr val="000066"/>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000" b="0" i="0" u="none" strike="noStrike" kern="0" cap="none" spc="0" normalizeH="0" baseline="0" noProof="0">
                        <a:ln>
                          <a:noFill/>
                        </a:ln>
                        <a:solidFill>
                          <a:prstClr val="black"/>
                        </a:solidFill>
                        <a:effectLst/>
                        <a:uLnTx/>
                        <a:uFillTx/>
                        <a:latin typeface="Verdana"/>
                        <a:ea typeface="+mn-ea"/>
                        <a:cs typeface="Arial" panose="020B0604020202020204" pitchFamily="34" charset="0"/>
                      </a:endParaRPr>
                    </a:p>
                  </p:txBody>
                </p:sp>
                <p:sp>
                  <p:nvSpPr>
                    <p:cNvPr id="74" name="Line 22"/>
                    <p:cNvSpPr>
                      <a:spLocks noChangeShapeType="1"/>
                    </p:cNvSpPr>
                    <p:nvPr/>
                  </p:nvSpPr>
                  <p:spPr bwMode="auto">
                    <a:xfrm>
                      <a:off x="2866" y="1844"/>
                      <a:ext cx="0" cy="348"/>
                    </a:xfrm>
                    <a:prstGeom prst="line">
                      <a:avLst/>
                    </a:prstGeom>
                    <a:noFill/>
                    <a:ln w="12700">
                      <a:solidFill>
                        <a:srgbClr val="000066"/>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000" b="0" i="0" u="none" strike="noStrike" kern="0" cap="none" spc="0" normalizeH="0" baseline="0" noProof="0">
                        <a:ln>
                          <a:noFill/>
                        </a:ln>
                        <a:solidFill>
                          <a:prstClr val="black"/>
                        </a:solidFill>
                        <a:effectLst/>
                        <a:uLnTx/>
                        <a:uFillTx/>
                        <a:latin typeface="Verdana"/>
                        <a:ea typeface="+mn-ea"/>
                        <a:cs typeface="Arial" panose="020B0604020202020204" pitchFamily="34" charset="0"/>
                      </a:endParaRPr>
                    </a:p>
                  </p:txBody>
                </p:sp>
                <p:sp>
                  <p:nvSpPr>
                    <p:cNvPr id="75" name="Line 23"/>
                    <p:cNvSpPr>
                      <a:spLocks noChangeShapeType="1"/>
                    </p:cNvSpPr>
                    <p:nvPr/>
                  </p:nvSpPr>
                  <p:spPr bwMode="auto">
                    <a:xfrm>
                      <a:off x="1636" y="1356"/>
                      <a:ext cx="0" cy="143"/>
                    </a:xfrm>
                    <a:prstGeom prst="line">
                      <a:avLst/>
                    </a:prstGeom>
                    <a:noFill/>
                    <a:ln w="12700">
                      <a:solidFill>
                        <a:srgbClr val="000066"/>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000" b="0" i="0" u="none" strike="noStrike" kern="0" cap="none" spc="0" normalizeH="0" baseline="0" noProof="0">
                        <a:ln>
                          <a:noFill/>
                        </a:ln>
                        <a:solidFill>
                          <a:prstClr val="black"/>
                        </a:solidFill>
                        <a:effectLst/>
                        <a:uLnTx/>
                        <a:uFillTx/>
                        <a:latin typeface="Verdana"/>
                        <a:ea typeface="+mn-ea"/>
                        <a:cs typeface="Arial" panose="020B0604020202020204" pitchFamily="34" charset="0"/>
                      </a:endParaRPr>
                    </a:p>
                  </p:txBody>
                </p:sp>
                <p:grpSp>
                  <p:nvGrpSpPr>
                    <p:cNvPr id="76" name="Group 24"/>
                    <p:cNvGrpSpPr>
                      <a:grpSpLocks/>
                    </p:cNvGrpSpPr>
                    <p:nvPr/>
                  </p:nvGrpSpPr>
                  <p:grpSpPr bwMode="auto">
                    <a:xfrm>
                      <a:off x="1953" y="2383"/>
                      <a:ext cx="66" cy="1034"/>
                      <a:chOff x="1945" y="2367"/>
                      <a:chExt cx="66" cy="1034"/>
                    </a:xfrm>
                  </p:grpSpPr>
                  <p:sp>
                    <p:nvSpPr>
                      <p:cNvPr id="116" name="Line 25"/>
                      <p:cNvSpPr>
                        <a:spLocks noChangeShapeType="1"/>
                      </p:cNvSpPr>
                      <p:nvPr/>
                    </p:nvSpPr>
                    <p:spPr bwMode="auto">
                      <a:xfrm>
                        <a:off x="1945" y="2374"/>
                        <a:ext cx="0" cy="1027"/>
                      </a:xfrm>
                      <a:prstGeom prst="line">
                        <a:avLst/>
                      </a:prstGeom>
                      <a:noFill/>
                      <a:ln w="12700">
                        <a:solidFill>
                          <a:srgbClr val="000066"/>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000" b="0" i="0" u="none" strike="noStrike" kern="0" cap="none" spc="0" normalizeH="0" baseline="0" noProof="0">
                          <a:ln>
                            <a:noFill/>
                          </a:ln>
                          <a:solidFill>
                            <a:prstClr val="black"/>
                          </a:solidFill>
                          <a:effectLst/>
                          <a:uLnTx/>
                          <a:uFillTx/>
                          <a:latin typeface="Verdana"/>
                          <a:ea typeface="+mn-ea"/>
                          <a:cs typeface="Arial" panose="020B0604020202020204" pitchFamily="34" charset="0"/>
                        </a:endParaRPr>
                      </a:p>
                    </p:txBody>
                  </p:sp>
                  <p:sp>
                    <p:nvSpPr>
                      <p:cNvPr id="117" name="Line 26"/>
                      <p:cNvSpPr>
                        <a:spLocks noChangeShapeType="1"/>
                      </p:cNvSpPr>
                      <p:nvPr/>
                    </p:nvSpPr>
                    <p:spPr bwMode="auto">
                      <a:xfrm>
                        <a:off x="1949" y="2751"/>
                        <a:ext cx="62" cy="0"/>
                      </a:xfrm>
                      <a:prstGeom prst="line">
                        <a:avLst/>
                      </a:prstGeom>
                      <a:noFill/>
                      <a:ln w="12700">
                        <a:solidFill>
                          <a:srgbClr val="00A1DE"/>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000" b="0" i="0" u="none" strike="noStrike" kern="0" cap="none" spc="0" normalizeH="0" baseline="0" noProof="0">
                          <a:ln>
                            <a:noFill/>
                          </a:ln>
                          <a:solidFill>
                            <a:prstClr val="black"/>
                          </a:solidFill>
                          <a:effectLst/>
                          <a:uLnTx/>
                          <a:uFillTx/>
                          <a:latin typeface="Verdana"/>
                          <a:ea typeface="+mn-ea"/>
                          <a:cs typeface="Arial" panose="020B0604020202020204" pitchFamily="34" charset="0"/>
                        </a:endParaRPr>
                      </a:p>
                    </p:txBody>
                  </p:sp>
                  <p:sp>
                    <p:nvSpPr>
                      <p:cNvPr id="118" name="Line 27"/>
                      <p:cNvSpPr>
                        <a:spLocks noChangeShapeType="1"/>
                      </p:cNvSpPr>
                      <p:nvPr/>
                    </p:nvSpPr>
                    <p:spPr bwMode="auto">
                      <a:xfrm>
                        <a:off x="1949" y="3063"/>
                        <a:ext cx="62" cy="0"/>
                      </a:xfrm>
                      <a:prstGeom prst="line">
                        <a:avLst/>
                      </a:prstGeom>
                      <a:noFill/>
                      <a:ln w="12700">
                        <a:solidFill>
                          <a:srgbClr val="00A1DE"/>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000" b="0" i="0" u="none" strike="noStrike" kern="0" cap="none" spc="0" normalizeH="0" baseline="0" noProof="0">
                          <a:ln>
                            <a:noFill/>
                          </a:ln>
                          <a:solidFill>
                            <a:prstClr val="black"/>
                          </a:solidFill>
                          <a:effectLst/>
                          <a:uLnTx/>
                          <a:uFillTx/>
                          <a:latin typeface="Verdana"/>
                          <a:ea typeface="+mn-ea"/>
                          <a:cs typeface="Arial" panose="020B0604020202020204" pitchFamily="34" charset="0"/>
                        </a:endParaRPr>
                      </a:p>
                    </p:txBody>
                  </p:sp>
                  <p:sp>
                    <p:nvSpPr>
                      <p:cNvPr id="119" name="Line 28"/>
                      <p:cNvSpPr>
                        <a:spLocks noChangeShapeType="1"/>
                      </p:cNvSpPr>
                      <p:nvPr/>
                    </p:nvSpPr>
                    <p:spPr bwMode="auto">
                      <a:xfrm>
                        <a:off x="1949" y="3399"/>
                        <a:ext cx="62" cy="0"/>
                      </a:xfrm>
                      <a:prstGeom prst="line">
                        <a:avLst/>
                      </a:prstGeom>
                      <a:noFill/>
                      <a:ln w="12700">
                        <a:solidFill>
                          <a:srgbClr val="00A1DE"/>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000" b="0" i="0" u="none" strike="noStrike" kern="0" cap="none" spc="0" normalizeH="0" baseline="0" noProof="0">
                          <a:ln>
                            <a:noFill/>
                          </a:ln>
                          <a:solidFill>
                            <a:prstClr val="black"/>
                          </a:solidFill>
                          <a:effectLst/>
                          <a:uLnTx/>
                          <a:uFillTx/>
                          <a:latin typeface="Verdana"/>
                          <a:ea typeface="+mn-ea"/>
                          <a:cs typeface="Arial" panose="020B0604020202020204" pitchFamily="34" charset="0"/>
                        </a:endParaRPr>
                      </a:p>
                    </p:txBody>
                  </p:sp>
                  <p:sp>
                    <p:nvSpPr>
                      <p:cNvPr id="120" name="Line 29"/>
                      <p:cNvSpPr>
                        <a:spLocks noChangeShapeType="1"/>
                      </p:cNvSpPr>
                      <p:nvPr/>
                    </p:nvSpPr>
                    <p:spPr bwMode="auto">
                      <a:xfrm>
                        <a:off x="1949" y="2367"/>
                        <a:ext cx="62" cy="0"/>
                      </a:xfrm>
                      <a:prstGeom prst="line">
                        <a:avLst/>
                      </a:prstGeom>
                      <a:noFill/>
                      <a:ln w="12700">
                        <a:solidFill>
                          <a:srgbClr val="00A1DE"/>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000" b="0" i="0" u="none" strike="noStrike" kern="0" cap="none" spc="0" normalizeH="0" baseline="0" noProof="0">
                          <a:ln>
                            <a:noFill/>
                          </a:ln>
                          <a:solidFill>
                            <a:prstClr val="black"/>
                          </a:solidFill>
                          <a:effectLst/>
                          <a:uLnTx/>
                          <a:uFillTx/>
                          <a:latin typeface="Verdana"/>
                          <a:ea typeface="+mn-ea"/>
                          <a:cs typeface="Arial" panose="020B0604020202020204" pitchFamily="34" charset="0"/>
                        </a:endParaRPr>
                      </a:p>
                    </p:txBody>
                  </p:sp>
                </p:grpSp>
                <p:grpSp>
                  <p:nvGrpSpPr>
                    <p:cNvPr id="77" name="Group 30"/>
                    <p:cNvGrpSpPr>
                      <a:grpSpLocks/>
                    </p:cNvGrpSpPr>
                    <p:nvPr/>
                  </p:nvGrpSpPr>
                  <p:grpSpPr bwMode="auto">
                    <a:xfrm>
                      <a:off x="2401" y="2367"/>
                      <a:ext cx="66" cy="1034"/>
                      <a:chOff x="1945" y="2367"/>
                      <a:chExt cx="66" cy="1034"/>
                    </a:xfrm>
                  </p:grpSpPr>
                  <p:sp>
                    <p:nvSpPr>
                      <p:cNvPr id="111" name="Line 31"/>
                      <p:cNvSpPr>
                        <a:spLocks noChangeShapeType="1"/>
                      </p:cNvSpPr>
                      <p:nvPr/>
                    </p:nvSpPr>
                    <p:spPr bwMode="auto">
                      <a:xfrm>
                        <a:off x="1945" y="2374"/>
                        <a:ext cx="0" cy="1027"/>
                      </a:xfrm>
                      <a:prstGeom prst="line">
                        <a:avLst/>
                      </a:prstGeom>
                      <a:noFill/>
                      <a:ln w="12700">
                        <a:solidFill>
                          <a:srgbClr val="000066"/>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000" b="0" i="0" u="none" strike="noStrike" kern="0" cap="none" spc="0" normalizeH="0" baseline="0" noProof="0">
                          <a:ln>
                            <a:noFill/>
                          </a:ln>
                          <a:solidFill>
                            <a:prstClr val="black"/>
                          </a:solidFill>
                          <a:effectLst/>
                          <a:uLnTx/>
                          <a:uFillTx/>
                          <a:latin typeface="Verdana"/>
                          <a:ea typeface="+mn-ea"/>
                          <a:cs typeface="Arial" panose="020B0604020202020204" pitchFamily="34" charset="0"/>
                        </a:endParaRPr>
                      </a:p>
                    </p:txBody>
                  </p:sp>
                  <p:sp>
                    <p:nvSpPr>
                      <p:cNvPr id="112" name="Line 32"/>
                      <p:cNvSpPr>
                        <a:spLocks noChangeShapeType="1"/>
                      </p:cNvSpPr>
                      <p:nvPr/>
                    </p:nvSpPr>
                    <p:spPr bwMode="auto">
                      <a:xfrm>
                        <a:off x="1949" y="2751"/>
                        <a:ext cx="62" cy="0"/>
                      </a:xfrm>
                      <a:prstGeom prst="line">
                        <a:avLst/>
                      </a:prstGeom>
                      <a:noFill/>
                      <a:ln w="12700">
                        <a:solidFill>
                          <a:srgbClr val="00A1DE"/>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000" b="0" i="0" u="none" strike="noStrike" kern="0" cap="none" spc="0" normalizeH="0" baseline="0" noProof="0">
                          <a:ln>
                            <a:noFill/>
                          </a:ln>
                          <a:solidFill>
                            <a:prstClr val="black"/>
                          </a:solidFill>
                          <a:effectLst/>
                          <a:uLnTx/>
                          <a:uFillTx/>
                          <a:latin typeface="Verdana"/>
                          <a:ea typeface="+mn-ea"/>
                          <a:cs typeface="Arial" panose="020B0604020202020204" pitchFamily="34" charset="0"/>
                        </a:endParaRPr>
                      </a:p>
                    </p:txBody>
                  </p:sp>
                  <p:sp>
                    <p:nvSpPr>
                      <p:cNvPr id="113" name="Line 33"/>
                      <p:cNvSpPr>
                        <a:spLocks noChangeShapeType="1"/>
                      </p:cNvSpPr>
                      <p:nvPr/>
                    </p:nvSpPr>
                    <p:spPr bwMode="auto">
                      <a:xfrm>
                        <a:off x="1949" y="3063"/>
                        <a:ext cx="62" cy="0"/>
                      </a:xfrm>
                      <a:prstGeom prst="line">
                        <a:avLst/>
                      </a:prstGeom>
                      <a:noFill/>
                      <a:ln w="12700">
                        <a:solidFill>
                          <a:srgbClr val="00A1DE"/>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000" b="0" i="0" u="none" strike="noStrike" kern="0" cap="none" spc="0" normalizeH="0" baseline="0" noProof="0">
                          <a:ln>
                            <a:noFill/>
                          </a:ln>
                          <a:solidFill>
                            <a:prstClr val="black"/>
                          </a:solidFill>
                          <a:effectLst/>
                          <a:uLnTx/>
                          <a:uFillTx/>
                          <a:latin typeface="Verdana"/>
                          <a:ea typeface="+mn-ea"/>
                          <a:cs typeface="Arial" panose="020B0604020202020204" pitchFamily="34" charset="0"/>
                        </a:endParaRPr>
                      </a:p>
                    </p:txBody>
                  </p:sp>
                  <p:sp>
                    <p:nvSpPr>
                      <p:cNvPr id="114" name="Line 34"/>
                      <p:cNvSpPr>
                        <a:spLocks noChangeShapeType="1"/>
                      </p:cNvSpPr>
                      <p:nvPr/>
                    </p:nvSpPr>
                    <p:spPr bwMode="auto">
                      <a:xfrm>
                        <a:off x="1949" y="3399"/>
                        <a:ext cx="62" cy="0"/>
                      </a:xfrm>
                      <a:prstGeom prst="line">
                        <a:avLst/>
                      </a:prstGeom>
                      <a:noFill/>
                      <a:ln w="12700">
                        <a:solidFill>
                          <a:srgbClr val="00A1DE"/>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000" b="0" i="0" u="none" strike="noStrike" kern="0" cap="none" spc="0" normalizeH="0" baseline="0" noProof="0">
                          <a:ln>
                            <a:noFill/>
                          </a:ln>
                          <a:solidFill>
                            <a:prstClr val="black"/>
                          </a:solidFill>
                          <a:effectLst/>
                          <a:uLnTx/>
                          <a:uFillTx/>
                          <a:latin typeface="Verdana"/>
                          <a:ea typeface="+mn-ea"/>
                          <a:cs typeface="Arial" panose="020B0604020202020204" pitchFamily="34" charset="0"/>
                        </a:endParaRPr>
                      </a:p>
                    </p:txBody>
                  </p:sp>
                  <p:sp>
                    <p:nvSpPr>
                      <p:cNvPr id="115" name="Line 35"/>
                      <p:cNvSpPr>
                        <a:spLocks noChangeShapeType="1"/>
                      </p:cNvSpPr>
                      <p:nvPr/>
                    </p:nvSpPr>
                    <p:spPr bwMode="auto">
                      <a:xfrm>
                        <a:off x="1949" y="2367"/>
                        <a:ext cx="62" cy="0"/>
                      </a:xfrm>
                      <a:prstGeom prst="line">
                        <a:avLst/>
                      </a:prstGeom>
                      <a:noFill/>
                      <a:ln w="12700">
                        <a:solidFill>
                          <a:srgbClr val="00A1DE"/>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000" b="0" i="0" u="none" strike="noStrike" kern="0" cap="none" spc="0" normalizeH="0" baseline="0" noProof="0">
                          <a:ln>
                            <a:noFill/>
                          </a:ln>
                          <a:solidFill>
                            <a:prstClr val="black"/>
                          </a:solidFill>
                          <a:effectLst/>
                          <a:uLnTx/>
                          <a:uFillTx/>
                          <a:latin typeface="Verdana"/>
                          <a:ea typeface="+mn-ea"/>
                          <a:cs typeface="Arial" panose="020B0604020202020204" pitchFamily="34" charset="0"/>
                        </a:endParaRPr>
                      </a:p>
                    </p:txBody>
                  </p:sp>
                </p:grpSp>
                <p:grpSp>
                  <p:nvGrpSpPr>
                    <p:cNvPr id="78" name="Group 36"/>
                    <p:cNvGrpSpPr>
                      <a:grpSpLocks/>
                    </p:cNvGrpSpPr>
                    <p:nvPr/>
                  </p:nvGrpSpPr>
                  <p:grpSpPr bwMode="auto">
                    <a:xfrm>
                      <a:off x="2865" y="2383"/>
                      <a:ext cx="66" cy="1034"/>
                      <a:chOff x="1945" y="2367"/>
                      <a:chExt cx="66" cy="1034"/>
                    </a:xfrm>
                  </p:grpSpPr>
                  <p:sp>
                    <p:nvSpPr>
                      <p:cNvPr id="106" name="Line 37"/>
                      <p:cNvSpPr>
                        <a:spLocks noChangeShapeType="1"/>
                      </p:cNvSpPr>
                      <p:nvPr/>
                    </p:nvSpPr>
                    <p:spPr bwMode="auto">
                      <a:xfrm>
                        <a:off x="1945" y="2374"/>
                        <a:ext cx="0" cy="1027"/>
                      </a:xfrm>
                      <a:prstGeom prst="line">
                        <a:avLst/>
                      </a:prstGeom>
                      <a:noFill/>
                      <a:ln w="12700">
                        <a:solidFill>
                          <a:srgbClr val="000066"/>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000" b="0" i="0" u="none" strike="noStrike" kern="0" cap="none" spc="0" normalizeH="0" baseline="0" noProof="0">
                          <a:ln>
                            <a:noFill/>
                          </a:ln>
                          <a:solidFill>
                            <a:prstClr val="black"/>
                          </a:solidFill>
                          <a:effectLst/>
                          <a:uLnTx/>
                          <a:uFillTx/>
                          <a:latin typeface="Verdana"/>
                          <a:ea typeface="+mn-ea"/>
                          <a:cs typeface="Arial" panose="020B0604020202020204" pitchFamily="34" charset="0"/>
                        </a:endParaRPr>
                      </a:p>
                    </p:txBody>
                  </p:sp>
                  <p:sp>
                    <p:nvSpPr>
                      <p:cNvPr id="107" name="Line 38"/>
                      <p:cNvSpPr>
                        <a:spLocks noChangeShapeType="1"/>
                      </p:cNvSpPr>
                      <p:nvPr/>
                    </p:nvSpPr>
                    <p:spPr bwMode="auto">
                      <a:xfrm>
                        <a:off x="1949" y="2751"/>
                        <a:ext cx="62" cy="0"/>
                      </a:xfrm>
                      <a:prstGeom prst="line">
                        <a:avLst/>
                      </a:prstGeom>
                      <a:noFill/>
                      <a:ln w="12700">
                        <a:solidFill>
                          <a:srgbClr val="00A1DE"/>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000" b="0" i="0" u="none" strike="noStrike" kern="0" cap="none" spc="0" normalizeH="0" baseline="0" noProof="0">
                          <a:ln>
                            <a:noFill/>
                          </a:ln>
                          <a:solidFill>
                            <a:prstClr val="black"/>
                          </a:solidFill>
                          <a:effectLst/>
                          <a:uLnTx/>
                          <a:uFillTx/>
                          <a:latin typeface="Verdana"/>
                          <a:ea typeface="+mn-ea"/>
                          <a:cs typeface="Arial" panose="020B0604020202020204" pitchFamily="34" charset="0"/>
                        </a:endParaRPr>
                      </a:p>
                    </p:txBody>
                  </p:sp>
                  <p:sp>
                    <p:nvSpPr>
                      <p:cNvPr id="108" name="Line 39"/>
                      <p:cNvSpPr>
                        <a:spLocks noChangeShapeType="1"/>
                      </p:cNvSpPr>
                      <p:nvPr/>
                    </p:nvSpPr>
                    <p:spPr bwMode="auto">
                      <a:xfrm>
                        <a:off x="1949" y="3063"/>
                        <a:ext cx="62" cy="0"/>
                      </a:xfrm>
                      <a:prstGeom prst="line">
                        <a:avLst/>
                      </a:prstGeom>
                      <a:noFill/>
                      <a:ln w="12700">
                        <a:solidFill>
                          <a:srgbClr val="00A1DE"/>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000" b="0" i="0" u="none" strike="noStrike" kern="0" cap="none" spc="0" normalizeH="0" baseline="0" noProof="0">
                          <a:ln>
                            <a:noFill/>
                          </a:ln>
                          <a:solidFill>
                            <a:prstClr val="black"/>
                          </a:solidFill>
                          <a:effectLst/>
                          <a:uLnTx/>
                          <a:uFillTx/>
                          <a:latin typeface="Verdana"/>
                          <a:ea typeface="+mn-ea"/>
                          <a:cs typeface="Arial" panose="020B0604020202020204" pitchFamily="34" charset="0"/>
                        </a:endParaRPr>
                      </a:p>
                    </p:txBody>
                  </p:sp>
                  <p:sp>
                    <p:nvSpPr>
                      <p:cNvPr id="109" name="Line 40"/>
                      <p:cNvSpPr>
                        <a:spLocks noChangeShapeType="1"/>
                      </p:cNvSpPr>
                      <p:nvPr/>
                    </p:nvSpPr>
                    <p:spPr bwMode="auto">
                      <a:xfrm>
                        <a:off x="1949" y="3399"/>
                        <a:ext cx="62" cy="0"/>
                      </a:xfrm>
                      <a:prstGeom prst="line">
                        <a:avLst/>
                      </a:prstGeom>
                      <a:noFill/>
                      <a:ln w="12700">
                        <a:solidFill>
                          <a:srgbClr val="00A1DE"/>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000" b="0" i="0" u="none" strike="noStrike" kern="0" cap="none" spc="0" normalizeH="0" baseline="0" noProof="0">
                          <a:ln>
                            <a:noFill/>
                          </a:ln>
                          <a:solidFill>
                            <a:prstClr val="black"/>
                          </a:solidFill>
                          <a:effectLst/>
                          <a:uLnTx/>
                          <a:uFillTx/>
                          <a:latin typeface="Verdana"/>
                          <a:ea typeface="+mn-ea"/>
                          <a:cs typeface="Arial" panose="020B0604020202020204" pitchFamily="34" charset="0"/>
                        </a:endParaRPr>
                      </a:p>
                    </p:txBody>
                  </p:sp>
                  <p:sp>
                    <p:nvSpPr>
                      <p:cNvPr id="110" name="Line 41"/>
                      <p:cNvSpPr>
                        <a:spLocks noChangeShapeType="1"/>
                      </p:cNvSpPr>
                      <p:nvPr/>
                    </p:nvSpPr>
                    <p:spPr bwMode="auto">
                      <a:xfrm>
                        <a:off x="1949" y="2367"/>
                        <a:ext cx="62" cy="0"/>
                      </a:xfrm>
                      <a:prstGeom prst="line">
                        <a:avLst/>
                      </a:prstGeom>
                      <a:noFill/>
                      <a:ln w="12700">
                        <a:solidFill>
                          <a:srgbClr val="00A1DE"/>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000" b="0" i="0" u="none" strike="noStrike" kern="0" cap="none" spc="0" normalizeH="0" baseline="0" noProof="0">
                          <a:ln>
                            <a:noFill/>
                          </a:ln>
                          <a:solidFill>
                            <a:prstClr val="black"/>
                          </a:solidFill>
                          <a:effectLst/>
                          <a:uLnTx/>
                          <a:uFillTx/>
                          <a:latin typeface="Verdana"/>
                          <a:ea typeface="+mn-ea"/>
                          <a:cs typeface="Arial" panose="020B0604020202020204" pitchFamily="34" charset="0"/>
                        </a:endParaRPr>
                      </a:p>
                    </p:txBody>
                  </p:sp>
                </p:grpSp>
                <p:grpSp>
                  <p:nvGrpSpPr>
                    <p:cNvPr id="79" name="Group 42"/>
                    <p:cNvGrpSpPr>
                      <a:grpSpLocks/>
                    </p:cNvGrpSpPr>
                    <p:nvPr/>
                  </p:nvGrpSpPr>
                  <p:grpSpPr bwMode="auto">
                    <a:xfrm>
                      <a:off x="3329" y="2383"/>
                      <a:ext cx="66" cy="1034"/>
                      <a:chOff x="1945" y="2367"/>
                      <a:chExt cx="66" cy="1034"/>
                    </a:xfrm>
                  </p:grpSpPr>
                  <p:sp>
                    <p:nvSpPr>
                      <p:cNvPr id="101" name="Line 43"/>
                      <p:cNvSpPr>
                        <a:spLocks noChangeShapeType="1"/>
                      </p:cNvSpPr>
                      <p:nvPr/>
                    </p:nvSpPr>
                    <p:spPr bwMode="auto">
                      <a:xfrm>
                        <a:off x="1945" y="2374"/>
                        <a:ext cx="0" cy="1027"/>
                      </a:xfrm>
                      <a:prstGeom prst="line">
                        <a:avLst/>
                      </a:prstGeom>
                      <a:noFill/>
                      <a:ln w="12700">
                        <a:solidFill>
                          <a:srgbClr val="000066"/>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000" b="0" i="0" u="none" strike="noStrike" kern="0" cap="none" spc="0" normalizeH="0" baseline="0" noProof="0">
                          <a:ln>
                            <a:noFill/>
                          </a:ln>
                          <a:solidFill>
                            <a:prstClr val="black"/>
                          </a:solidFill>
                          <a:effectLst/>
                          <a:uLnTx/>
                          <a:uFillTx/>
                          <a:latin typeface="Verdana"/>
                          <a:ea typeface="+mn-ea"/>
                          <a:cs typeface="Arial" panose="020B0604020202020204" pitchFamily="34" charset="0"/>
                        </a:endParaRPr>
                      </a:p>
                    </p:txBody>
                  </p:sp>
                  <p:sp>
                    <p:nvSpPr>
                      <p:cNvPr id="102" name="Line 44"/>
                      <p:cNvSpPr>
                        <a:spLocks noChangeShapeType="1"/>
                      </p:cNvSpPr>
                      <p:nvPr/>
                    </p:nvSpPr>
                    <p:spPr bwMode="auto">
                      <a:xfrm>
                        <a:off x="1949" y="2751"/>
                        <a:ext cx="62" cy="0"/>
                      </a:xfrm>
                      <a:prstGeom prst="line">
                        <a:avLst/>
                      </a:prstGeom>
                      <a:noFill/>
                      <a:ln w="12700">
                        <a:solidFill>
                          <a:srgbClr val="00A1DE"/>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000" b="0" i="0" u="none" strike="noStrike" kern="0" cap="none" spc="0" normalizeH="0" baseline="0" noProof="0">
                          <a:ln>
                            <a:noFill/>
                          </a:ln>
                          <a:solidFill>
                            <a:prstClr val="black"/>
                          </a:solidFill>
                          <a:effectLst/>
                          <a:uLnTx/>
                          <a:uFillTx/>
                          <a:latin typeface="Verdana"/>
                          <a:ea typeface="+mn-ea"/>
                          <a:cs typeface="Arial" panose="020B0604020202020204" pitchFamily="34" charset="0"/>
                        </a:endParaRPr>
                      </a:p>
                    </p:txBody>
                  </p:sp>
                  <p:sp>
                    <p:nvSpPr>
                      <p:cNvPr id="103" name="Line 45"/>
                      <p:cNvSpPr>
                        <a:spLocks noChangeShapeType="1"/>
                      </p:cNvSpPr>
                      <p:nvPr/>
                    </p:nvSpPr>
                    <p:spPr bwMode="auto">
                      <a:xfrm>
                        <a:off x="1949" y="3063"/>
                        <a:ext cx="62" cy="0"/>
                      </a:xfrm>
                      <a:prstGeom prst="line">
                        <a:avLst/>
                      </a:prstGeom>
                      <a:noFill/>
                      <a:ln w="12700">
                        <a:solidFill>
                          <a:srgbClr val="00A1DE"/>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000" b="0" i="0" u="none" strike="noStrike" kern="0" cap="none" spc="0" normalizeH="0" baseline="0" noProof="0">
                          <a:ln>
                            <a:noFill/>
                          </a:ln>
                          <a:solidFill>
                            <a:prstClr val="black"/>
                          </a:solidFill>
                          <a:effectLst/>
                          <a:uLnTx/>
                          <a:uFillTx/>
                          <a:latin typeface="Verdana"/>
                          <a:ea typeface="+mn-ea"/>
                          <a:cs typeface="Arial" panose="020B0604020202020204" pitchFamily="34" charset="0"/>
                        </a:endParaRPr>
                      </a:p>
                    </p:txBody>
                  </p:sp>
                  <p:sp>
                    <p:nvSpPr>
                      <p:cNvPr id="104" name="Line 46"/>
                      <p:cNvSpPr>
                        <a:spLocks noChangeShapeType="1"/>
                      </p:cNvSpPr>
                      <p:nvPr/>
                    </p:nvSpPr>
                    <p:spPr bwMode="auto">
                      <a:xfrm>
                        <a:off x="1949" y="3399"/>
                        <a:ext cx="62" cy="0"/>
                      </a:xfrm>
                      <a:prstGeom prst="line">
                        <a:avLst/>
                      </a:prstGeom>
                      <a:noFill/>
                      <a:ln w="12700">
                        <a:solidFill>
                          <a:srgbClr val="00A1DE"/>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000" b="0" i="0" u="none" strike="noStrike" kern="0" cap="none" spc="0" normalizeH="0" baseline="0" noProof="0">
                          <a:ln>
                            <a:noFill/>
                          </a:ln>
                          <a:solidFill>
                            <a:prstClr val="black"/>
                          </a:solidFill>
                          <a:effectLst/>
                          <a:uLnTx/>
                          <a:uFillTx/>
                          <a:latin typeface="Verdana"/>
                          <a:ea typeface="+mn-ea"/>
                          <a:cs typeface="Arial" panose="020B0604020202020204" pitchFamily="34" charset="0"/>
                        </a:endParaRPr>
                      </a:p>
                    </p:txBody>
                  </p:sp>
                  <p:sp>
                    <p:nvSpPr>
                      <p:cNvPr id="105" name="Line 47"/>
                      <p:cNvSpPr>
                        <a:spLocks noChangeShapeType="1"/>
                      </p:cNvSpPr>
                      <p:nvPr/>
                    </p:nvSpPr>
                    <p:spPr bwMode="auto">
                      <a:xfrm>
                        <a:off x="1949" y="2367"/>
                        <a:ext cx="62" cy="0"/>
                      </a:xfrm>
                      <a:prstGeom prst="line">
                        <a:avLst/>
                      </a:prstGeom>
                      <a:noFill/>
                      <a:ln w="12700">
                        <a:solidFill>
                          <a:srgbClr val="00A1DE"/>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000" b="0" i="0" u="none" strike="noStrike" kern="0" cap="none" spc="0" normalizeH="0" baseline="0" noProof="0">
                          <a:ln>
                            <a:noFill/>
                          </a:ln>
                          <a:solidFill>
                            <a:prstClr val="black"/>
                          </a:solidFill>
                          <a:effectLst/>
                          <a:uLnTx/>
                          <a:uFillTx/>
                          <a:latin typeface="Verdana"/>
                          <a:ea typeface="+mn-ea"/>
                          <a:cs typeface="Arial" panose="020B0604020202020204" pitchFamily="34" charset="0"/>
                        </a:endParaRPr>
                      </a:p>
                    </p:txBody>
                  </p:sp>
                </p:grpSp>
                <p:grpSp>
                  <p:nvGrpSpPr>
                    <p:cNvPr id="80" name="Group 48"/>
                    <p:cNvGrpSpPr>
                      <a:grpSpLocks/>
                    </p:cNvGrpSpPr>
                    <p:nvPr/>
                  </p:nvGrpSpPr>
                  <p:grpSpPr bwMode="auto">
                    <a:xfrm>
                      <a:off x="3793" y="2383"/>
                      <a:ext cx="66" cy="1034"/>
                      <a:chOff x="1945" y="2367"/>
                      <a:chExt cx="66" cy="1034"/>
                    </a:xfrm>
                  </p:grpSpPr>
                  <p:sp>
                    <p:nvSpPr>
                      <p:cNvPr id="96" name="Line 49"/>
                      <p:cNvSpPr>
                        <a:spLocks noChangeShapeType="1"/>
                      </p:cNvSpPr>
                      <p:nvPr/>
                    </p:nvSpPr>
                    <p:spPr bwMode="auto">
                      <a:xfrm>
                        <a:off x="1945" y="2374"/>
                        <a:ext cx="0" cy="1027"/>
                      </a:xfrm>
                      <a:prstGeom prst="line">
                        <a:avLst/>
                      </a:prstGeom>
                      <a:noFill/>
                      <a:ln w="12700">
                        <a:solidFill>
                          <a:srgbClr val="000066"/>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000" b="0" i="0" u="none" strike="noStrike" kern="0" cap="none" spc="0" normalizeH="0" baseline="0" noProof="0">
                          <a:ln>
                            <a:noFill/>
                          </a:ln>
                          <a:solidFill>
                            <a:prstClr val="black"/>
                          </a:solidFill>
                          <a:effectLst/>
                          <a:uLnTx/>
                          <a:uFillTx/>
                          <a:latin typeface="Verdana"/>
                          <a:ea typeface="+mn-ea"/>
                          <a:cs typeface="Arial" panose="020B0604020202020204" pitchFamily="34" charset="0"/>
                        </a:endParaRPr>
                      </a:p>
                    </p:txBody>
                  </p:sp>
                  <p:sp>
                    <p:nvSpPr>
                      <p:cNvPr id="97" name="Line 50"/>
                      <p:cNvSpPr>
                        <a:spLocks noChangeShapeType="1"/>
                      </p:cNvSpPr>
                      <p:nvPr/>
                    </p:nvSpPr>
                    <p:spPr bwMode="auto">
                      <a:xfrm>
                        <a:off x="1949" y="2751"/>
                        <a:ext cx="62" cy="0"/>
                      </a:xfrm>
                      <a:prstGeom prst="line">
                        <a:avLst/>
                      </a:prstGeom>
                      <a:noFill/>
                      <a:ln w="12700">
                        <a:solidFill>
                          <a:srgbClr val="00A1DE"/>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000" b="0" i="0" u="none" strike="noStrike" kern="0" cap="none" spc="0" normalizeH="0" baseline="0" noProof="0">
                          <a:ln>
                            <a:noFill/>
                          </a:ln>
                          <a:solidFill>
                            <a:prstClr val="black"/>
                          </a:solidFill>
                          <a:effectLst/>
                          <a:uLnTx/>
                          <a:uFillTx/>
                          <a:latin typeface="Verdana"/>
                          <a:ea typeface="+mn-ea"/>
                          <a:cs typeface="Arial" panose="020B0604020202020204" pitchFamily="34" charset="0"/>
                        </a:endParaRPr>
                      </a:p>
                    </p:txBody>
                  </p:sp>
                  <p:sp>
                    <p:nvSpPr>
                      <p:cNvPr id="98" name="Line 51"/>
                      <p:cNvSpPr>
                        <a:spLocks noChangeShapeType="1"/>
                      </p:cNvSpPr>
                      <p:nvPr/>
                    </p:nvSpPr>
                    <p:spPr bwMode="auto">
                      <a:xfrm>
                        <a:off x="1949" y="3063"/>
                        <a:ext cx="62" cy="0"/>
                      </a:xfrm>
                      <a:prstGeom prst="line">
                        <a:avLst/>
                      </a:prstGeom>
                      <a:noFill/>
                      <a:ln w="12700">
                        <a:solidFill>
                          <a:srgbClr val="00A1DE"/>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000" b="0" i="0" u="none" strike="noStrike" kern="0" cap="none" spc="0" normalizeH="0" baseline="0" noProof="0">
                          <a:ln>
                            <a:noFill/>
                          </a:ln>
                          <a:solidFill>
                            <a:prstClr val="black"/>
                          </a:solidFill>
                          <a:effectLst/>
                          <a:uLnTx/>
                          <a:uFillTx/>
                          <a:latin typeface="Verdana"/>
                          <a:ea typeface="+mn-ea"/>
                          <a:cs typeface="Arial" panose="020B0604020202020204" pitchFamily="34" charset="0"/>
                        </a:endParaRPr>
                      </a:p>
                    </p:txBody>
                  </p:sp>
                  <p:sp>
                    <p:nvSpPr>
                      <p:cNvPr id="99" name="Line 52"/>
                      <p:cNvSpPr>
                        <a:spLocks noChangeShapeType="1"/>
                      </p:cNvSpPr>
                      <p:nvPr/>
                    </p:nvSpPr>
                    <p:spPr bwMode="auto">
                      <a:xfrm>
                        <a:off x="1949" y="3399"/>
                        <a:ext cx="62" cy="0"/>
                      </a:xfrm>
                      <a:prstGeom prst="line">
                        <a:avLst/>
                      </a:prstGeom>
                      <a:noFill/>
                      <a:ln w="12700">
                        <a:solidFill>
                          <a:srgbClr val="00A1DE"/>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000" b="0" i="0" u="none" strike="noStrike" kern="0" cap="none" spc="0" normalizeH="0" baseline="0" noProof="0">
                          <a:ln>
                            <a:noFill/>
                          </a:ln>
                          <a:solidFill>
                            <a:prstClr val="black"/>
                          </a:solidFill>
                          <a:effectLst/>
                          <a:uLnTx/>
                          <a:uFillTx/>
                          <a:latin typeface="Verdana"/>
                          <a:ea typeface="+mn-ea"/>
                          <a:cs typeface="Arial" panose="020B0604020202020204" pitchFamily="34" charset="0"/>
                        </a:endParaRPr>
                      </a:p>
                    </p:txBody>
                  </p:sp>
                  <p:sp>
                    <p:nvSpPr>
                      <p:cNvPr id="100" name="Line 53"/>
                      <p:cNvSpPr>
                        <a:spLocks noChangeShapeType="1"/>
                      </p:cNvSpPr>
                      <p:nvPr/>
                    </p:nvSpPr>
                    <p:spPr bwMode="auto">
                      <a:xfrm>
                        <a:off x="1949" y="2367"/>
                        <a:ext cx="62" cy="0"/>
                      </a:xfrm>
                      <a:prstGeom prst="line">
                        <a:avLst/>
                      </a:prstGeom>
                      <a:noFill/>
                      <a:ln w="12700">
                        <a:solidFill>
                          <a:srgbClr val="00A1DE"/>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000" b="0" i="0" u="none" strike="noStrike" kern="0" cap="none" spc="0" normalizeH="0" baseline="0" noProof="0">
                          <a:ln>
                            <a:noFill/>
                          </a:ln>
                          <a:solidFill>
                            <a:prstClr val="black"/>
                          </a:solidFill>
                          <a:effectLst/>
                          <a:uLnTx/>
                          <a:uFillTx/>
                          <a:latin typeface="Verdana"/>
                          <a:ea typeface="+mn-ea"/>
                          <a:cs typeface="Arial" panose="020B0604020202020204" pitchFamily="34" charset="0"/>
                        </a:endParaRPr>
                      </a:p>
                    </p:txBody>
                  </p:sp>
                </p:grpSp>
                <p:grpSp>
                  <p:nvGrpSpPr>
                    <p:cNvPr id="81" name="Group 54"/>
                    <p:cNvGrpSpPr>
                      <a:grpSpLocks/>
                    </p:cNvGrpSpPr>
                    <p:nvPr/>
                  </p:nvGrpSpPr>
                  <p:grpSpPr bwMode="auto">
                    <a:xfrm>
                      <a:off x="742" y="1775"/>
                      <a:ext cx="173" cy="1656"/>
                      <a:chOff x="742" y="1775"/>
                      <a:chExt cx="173" cy="1656"/>
                    </a:xfrm>
                  </p:grpSpPr>
                  <p:sp>
                    <p:nvSpPr>
                      <p:cNvPr id="89" name="Line 55"/>
                      <p:cNvSpPr>
                        <a:spLocks noChangeShapeType="1"/>
                      </p:cNvSpPr>
                      <p:nvPr/>
                    </p:nvSpPr>
                    <p:spPr bwMode="auto">
                      <a:xfrm>
                        <a:off x="744" y="1781"/>
                        <a:ext cx="0" cy="1650"/>
                      </a:xfrm>
                      <a:prstGeom prst="line">
                        <a:avLst/>
                      </a:prstGeom>
                      <a:noFill/>
                      <a:ln w="12700">
                        <a:solidFill>
                          <a:srgbClr val="000066"/>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000" b="0" i="0" u="none" strike="noStrike" kern="0" cap="none" spc="0" normalizeH="0" baseline="0" noProof="0">
                          <a:ln>
                            <a:noFill/>
                          </a:ln>
                          <a:solidFill>
                            <a:prstClr val="black"/>
                          </a:solidFill>
                          <a:effectLst/>
                          <a:uLnTx/>
                          <a:uFillTx/>
                          <a:latin typeface="Verdana"/>
                          <a:ea typeface="+mn-ea"/>
                          <a:cs typeface="Arial" panose="020B0604020202020204" pitchFamily="34" charset="0"/>
                        </a:endParaRPr>
                      </a:p>
                    </p:txBody>
                  </p:sp>
                  <p:sp>
                    <p:nvSpPr>
                      <p:cNvPr id="90" name="Line 56"/>
                      <p:cNvSpPr>
                        <a:spLocks noChangeShapeType="1"/>
                      </p:cNvSpPr>
                      <p:nvPr/>
                    </p:nvSpPr>
                    <p:spPr bwMode="auto">
                      <a:xfrm>
                        <a:off x="750" y="2399"/>
                        <a:ext cx="157" cy="0"/>
                      </a:xfrm>
                      <a:prstGeom prst="line">
                        <a:avLst/>
                      </a:prstGeom>
                      <a:noFill/>
                      <a:ln w="12700">
                        <a:solidFill>
                          <a:srgbClr val="00A1DE"/>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000" b="0" i="0" u="none" strike="noStrike" kern="0" cap="none" spc="0" normalizeH="0" baseline="0" noProof="0">
                          <a:ln>
                            <a:noFill/>
                          </a:ln>
                          <a:solidFill>
                            <a:prstClr val="black"/>
                          </a:solidFill>
                          <a:effectLst/>
                          <a:uLnTx/>
                          <a:uFillTx/>
                          <a:latin typeface="Verdana"/>
                          <a:ea typeface="+mn-ea"/>
                          <a:cs typeface="Arial" panose="020B0604020202020204" pitchFamily="34" charset="0"/>
                        </a:endParaRPr>
                      </a:p>
                    </p:txBody>
                  </p:sp>
                  <p:sp>
                    <p:nvSpPr>
                      <p:cNvPr id="92" name="Line 57"/>
                      <p:cNvSpPr>
                        <a:spLocks noChangeShapeType="1"/>
                      </p:cNvSpPr>
                      <p:nvPr/>
                    </p:nvSpPr>
                    <p:spPr bwMode="auto">
                      <a:xfrm>
                        <a:off x="750" y="2735"/>
                        <a:ext cx="157" cy="0"/>
                      </a:xfrm>
                      <a:prstGeom prst="line">
                        <a:avLst/>
                      </a:prstGeom>
                      <a:noFill/>
                      <a:ln w="12700">
                        <a:solidFill>
                          <a:srgbClr val="00A1DE"/>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000" b="0" i="0" u="none" strike="noStrike" kern="0" cap="none" spc="0" normalizeH="0" baseline="0" noProof="0">
                          <a:ln>
                            <a:noFill/>
                          </a:ln>
                          <a:solidFill>
                            <a:prstClr val="black"/>
                          </a:solidFill>
                          <a:effectLst/>
                          <a:uLnTx/>
                          <a:uFillTx/>
                          <a:latin typeface="Verdana"/>
                          <a:ea typeface="+mn-ea"/>
                          <a:cs typeface="Arial" panose="020B0604020202020204" pitchFamily="34" charset="0"/>
                        </a:endParaRPr>
                      </a:p>
                    </p:txBody>
                  </p:sp>
                  <p:sp>
                    <p:nvSpPr>
                      <p:cNvPr id="93" name="Line 58"/>
                      <p:cNvSpPr>
                        <a:spLocks noChangeShapeType="1"/>
                      </p:cNvSpPr>
                      <p:nvPr/>
                    </p:nvSpPr>
                    <p:spPr bwMode="auto">
                      <a:xfrm>
                        <a:off x="742" y="3079"/>
                        <a:ext cx="157" cy="0"/>
                      </a:xfrm>
                      <a:prstGeom prst="line">
                        <a:avLst/>
                      </a:prstGeom>
                      <a:noFill/>
                      <a:ln w="12700">
                        <a:solidFill>
                          <a:srgbClr val="00A1DE"/>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000" b="0" i="0" u="none" strike="noStrike" kern="0" cap="none" spc="0" normalizeH="0" baseline="0" noProof="0">
                          <a:ln>
                            <a:noFill/>
                          </a:ln>
                          <a:solidFill>
                            <a:prstClr val="black"/>
                          </a:solidFill>
                          <a:effectLst/>
                          <a:uLnTx/>
                          <a:uFillTx/>
                          <a:latin typeface="Verdana"/>
                          <a:ea typeface="+mn-ea"/>
                          <a:cs typeface="Arial" panose="020B0604020202020204" pitchFamily="34" charset="0"/>
                        </a:endParaRPr>
                      </a:p>
                    </p:txBody>
                  </p:sp>
                  <p:sp>
                    <p:nvSpPr>
                      <p:cNvPr id="94" name="Line 59"/>
                      <p:cNvSpPr>
                        <a:spLocks noChangeShapeType="1"/>
                      </p:cNvSpPr>
                      <p:nvPr/>
                    </p:nvSpPr>
                    <p:spPr bwMode="auto">
                      <a:xfrm>
                        <a:off x="758" y="3423"/>
                        <a:ext cx="157" cy="0"/>
                      </a:xfrm>
                      <a:prstGeom prst="line">
                        <a:avLst/>
                      </a:prstGeom>
                      <a:noFill/>
                      <a:ln w="12700">
                        <a:solidFill>
                          <a:srgbClr val="00A1DE"/>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000" b="0" i="0" u="none" strike="noStrike" kern="0" cap="none" spc="0" normalizeH="0" baseline="0" noProof="0">
                          <a:ln>
                            <a:noFill/>
                          </a:ln>
                          <a:solidFill>
                            <a:prstClr val="black"/>
                          </a:solidFill>
                          <a:effectLst/>
                          <a:uLnTx/>
                          <a:uFillTx/>
                          <a:latin typeface="Verdana"/>
                          <a:ea typeface="+mn-ea"/>
                          <a:cs typeface="Arial" panose="020B0604020202020204" pitchFamily="34" charset="0"/>
                        </a:endParaRPr>
                      </a:p>
                    </p:txBody>
                  </p:sp>
                  <p:sp>
                    <p:nvSpPr>
                      <p:cNvPr id="95" name="Line 60"/>
                      <p:cNvSpPr>
                        <a:spLocks noChangeShapeType="1"/>
                      </p:cNvSpPr>
                      <p:nvPr/>
                    </p:nvSpPr>
                    <p:spPr bwMode="auto">
                      <a:xfrm>
                        <a:off x="742" y="1775"/>
                        <a:ext cx="157" cy="0"/>
                      </a:xfrm>
                      <a:prstGeom prst="line">
                        <a:avLst/>
                      </a:prstGeom>
                      <a:noFill/>
                      <a:ln w="12700">
                        <a:solidFill>
                          <a:srgbClr val="00A1DE"/>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000" b="0" i="0" u="none" strike="noStrike" kern="0" cap="none" spc="0" normalizeH="0" baseline="0" noProof="0">
                          <a:ln>
                            <a:noFill/>
                          </a:ln>
                          <a:solidFill>
                            <a:prstClr val="black"/>
                          </a:solidFill>
                          <a:effectLst/>
                          <a:uLnTx/>
                          <a:uFillTx/>
                          <a:latin typeface="Verdana"/>
                          <a:ea typeface="+mn-ea"/>
                          <a:cs typeface="Arial" panose="020B0604020202020204" pitchFamily="34" charset="0"/>
                        </a:endParaRPr>
                      </a:p>
                    </p:txBody>
                  </p:sp>
                </p:grpSp>
                <p:grpSp>
                  <p:nvGrpSpPr>
                    <p:cNvPr id="82" name="Group 61"/>
                    <p:cNvGrpSpPr>
                      <a:grpSpLocks/>
                    </p:cNvGrpSpPr>
                    <p:nvPr/>
                  </p:nvGrpSpPr>
                  <p:grpSpPr bwMode="auto">
                    <a:xfrm>
                      <a:off x="2233" y="2203"/>
                      <a:ext cx="1696" cy="114"/>
                      <a:chOff x="2233" y="2203"/>
                      <a:chExt cx="1696" cy="114"/>
                    </a:xfrm>
                  </p:grpSpPr>
                  <p:sp>
                    <p:nvSpPr>
                      <p:cNvPr id="83" name="Line 62"/>
                      <p:cNvSpPr>
                        <a:spLocks noChangeShapeType="1"/>
                      </p:cNvSpPr>
                      <p:nvPr/>
                    </p:nvSpPr>
                    <p:spPr bwMode="auto">
                      <a:xfrm>
                        <a:off x="2233" y="2203"/>
                        <a:ext cx="1696" cy="0"/>
                      </a:xfrm>
                      <a:prstGeom prst="line">
                        <a:avLst/>
                      </a:prstGeom>
                      <a:noFill/>
                      <a:ln w="12700">
                        <a:solidFill>
                          <a:srgbClr val="000066"/>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000" b="0" i="0" u="none" strike="noStrike" kern="0" cap="none" spc="0" normalizeH="0" baseline="0" noProof="0">
                          <a:ln>
                            <a:noFill/>
                          </a:ln>
                          <a:solidFill>
                            <a:prstClr val="black"/>
                          </a:solidFill>
                          <a:effectLst/>
                          <a:uLnTx/>
                          <a:uFillTx/>
                          <a:latin typeface="Verdana"/>
                          <a:ea typeface="+mn-ea"/>
                          <a:cs typeface="Arial" panose="020B0604020202020204" pitchFamily="34" charset="0"/>
                        </a:endParaRPr>
                      </a:p>
                    </p:txBody>
                  </p:sp>
                  <p:sp>
                    <p:nvSpPr>
                      <p:cNvPr id="84" name="Line 63"/>
                      <p:cNvSpPr>
                        <a:spLocks noChangeShapeType="1"/>
                      </p:cNvSpPr>
                      <p:nvPr/>
                    </p:nvSpPr>
                    <p:spPr bwMode="auto">
                      <a:xfrm>
                        <a:off x="2238" y="2213"/>
                        <a:ext cx="0" cy="104"/>
                      </a:xfrm>
                      <a:prstGeom prst="line">
                        <a:avLst/>
                      </a:prstGeom>
                      <a:noFill/>
                      <a:ln w="12700">
                        <a:solidFill>
                          <a:srgbClr val="000066"/>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000" b="0" i="0" u="none" strike="noStrike" kern="0" cap="none" spc="0" normalizeH="0" baseline="0" noProof="0">
                          <a:ln>
                            <a:noFill/>
                          </a:ln>
                          <a:solidFill>
                            <a:prstClr val="black"/>
                          </a:solidFill>
                          <a:effectLst/>
                          <a:uLnTx/>
                          <a:uFillTx/>
                          <a:latin typeface="Verdana"/>
                          <a:ea typeface="+mn-ea"/>
                          <a:cs typeface="Arial" panose="020B0604020202020204" pitchFamily="34" charset="0"/>
                        </a:endParaRPr>
                      </a:p>
                    </p:txBody>
                  </p:sp>
                  <p:sp>
                    <p:nvSpPr>
                      <p:cNvPr id="85" name="Line 64"/>
                      <p:cNvSpPr>
                        <a:spLocks noChangeShapeType="1"/>
                      </p:cNvSpPr>
                      <p:nvPr/>
                    </p:nvSpPr>
                    <p:spPr bwMode="auto">
                      <a:xfrm>
                        <a:off x="2662" y="2213"/>
                        <a:ext cx="0" cy="104"/>
                      </a:xfrm>
                      <a:prstGeom prst="line">
                        <a:avLst/>
                      </a:prstGeom>
                      <a:noFill/>
                      <a:ln w="12700">
                        <a:solidFill>
                          <a:srgbClr val="000066"/>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000" b="0" i="0" u="none" strike="noStrike" kern="0" cap="none" spc="0" normalizeH="0" baseline="0" noProof="0">
                          <a:ln>
                            <a:noFill/>
                          </a:ln>
                          <a:solidFill>
                            <a:prstClr val="black"/>
                          </a:solidFill>
                          <a:effectLst/>
                          <a:uLnTx/>
                          <a:uFillTx/>
                          <a:latin typeface="Verdana"/>
                          <a:ea typeface="+mn-ea"/>
                          <a:cs typeface="Arial" panose="020B0604020202020204" pitchFamily="34" charset="0"/>
                        </a:endParaRPr>
                      </a:p>
                    </p:txBody>
                  </p:sp>
                  <p:sp>
                    <p:nvSpPr>
                      <p:cNvPr id="86" name="Line 65"/>
                      <p:cNvSpPr>
                        <a:spLocks noChangeShapeType="1"/>
                      </p:cNvSpPr>
                      <p:nvPr/>
                    </p:nvSpPr>
                    <p:spPr bwMode="auto">
                      <a:xfrm>
                        <a:off x="3086" y="2213"/>
                        <a:ext cx="0" cy="104"/>
                      </a:xfrm>
                      <a:prstGeom prst="line">
                        <a:avLst/>
                      </a:prstGeom>
                      <a:noFill/>
                      <a:ln w="12700">
                        <a:solidFill>
                          <a:srgbClr val="000066"/>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000" b="0" i="0" u="none" strike="noStrike" kern="0" cap="none" spc="0" normalizeH="0" baseline="0" noProof="0">
                          <a:ln>
                            <a:noFill/>
                          </a:ln>
                          <a:solidFill>
                            <a:prstClr val="black"/>
                          </a:solidFill>
                          <a:effectLst/>
                          <a:uLnTx/>
                          <a:uFillTx/>
                          <a:latin typeface="Verdana"/>
                          <a:ea typeface="+mn-ea"/>
                          <a:cs typeface="Arial" panose="020B0604020202020204" pitchFamily="34" charset="0"/>
                        </a:endParaRPr>
                      </a:p>
                    </p:txBody>
                  </p:sp>
                  <p:sp>
                    <p:nvSpPr>
                      <p:cNvPr id="87" name="Line 66"/>
                      <p:cNvSpPr>
                        <a:spLocks noChangeShapeType="1"/>
                      </p:cNvSpPr>
                      <p:nvPr/>
                    </p:nvSpPr>
                    <p:spPr bwMode="auto">
                      <a:xfrm>
                        <a:off x="3550" y="2213"/>
                        <a:ext cx="0" cy="104"/>
                      </a:xfrm>
                      <a:prstGeom prst="line">
                        <a:avLst/>
                      </a:prstGeom>
                      <a:noFill/>
                      <a:ln w="12700">
                        <a:solidFill>
                          <a:srgbClr val="000066"/>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000" b="0" i="0" u="none" strike="noStrike" kern="0" cap="none" spc="0" normalizeH="0" baseline="0" noProof="0">
                          <a:ln>
                            <a:noFill/>
                          </a:ln>
                          <a:solidFill>
                            <a:prstClr val="black"/>
                          </a:solidFill>
                          <a:effectLst/>
                          <a:uLnTx/>
                          <a:uFillTx/>
                          <a:latin typeface="Verdana"/>
                          <a:ea typeface="+mn-ea"/>
                          <a:cs typeface="Arial" panose="020B0604020202020204" pitchFamily="34" charset="0"/>
                        </a:endParaRPr>
                      </a:p>
                    </p:txBody>
                  </p:sp>
                  <p:sp>
                    <p:nvSpPr>
                      <p:cNvPr id="88" name="Line 67"/>
                      <p:cNvSpPr>
                        <a:spLocks noChangeShapeType="1"/>
                      </p:cNvSpPr>
                      <p:nvPr/>
                    </p:nvSpPr>
                    <p:spPr bwMode="auto">
                      <a:xfrm>
                        <a:off x="3926" y="2205"/>
                        <a:ext cx="0" cy="104"/>
                      </a:xfrm>
                      <a:prstGeom prst="line">
                        <a:avLst/>
                      </a:prstGeom>
                      <a:noFill/>
                      <a:ln w="12700">
                        <a:solidFill>
                          <a:srgbClr val="000066"/>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000" b="0" i="0" u="none" strike="noStrike" kern="0" cap="none" spc="0" normalizeH="0" baseline="0" noProof="0">
                          <a:ln>
                            <a:noFill/>
                          </a:ln>
                          <a:solidFill>
                            <a:prstClr val="black"/>
                          </a:solidFill>
                          <a:effectLst/>
                          <a:uLnTx/>
                          <a:uFillTx/>
                          <a:latin typeface="Verdana"/>
                          <a:ea typeface="+mn-ea"/>
                          <a:cs typeface="Arial" panose="020B0604020202020204" pitchFamily="34" charset="0"/>
                        </a:endParaRPr>
                      </a:p>
                    </p:txBody>
                  </p:sp>
                </p:grpSp>
              </p:grpSp>
              <p:sp>
                <p:nvSpPr>
                  <p:cNvPr id="70" name="Line 68"/>
                  <p:cNvSpPr>
                    <a:spLocks noChangeShapeType="1"/>
                  </p:cNvSpPr>
                  <p:nvPr/>
                </p:nvSpPr>
                <p:spPr bwMode="auto">
                  <a:xfrm>
                    <a:off x="2868" y="1493"/>
                    <a:ext cx="0" cy="206"/>
                  </a:xfrm>
                  <a:prstGeom prst="line">
                    <a:avLst/>
                  </a:prstGeom>
                  <a:noFill/>
                  <a:ln w="12700">
                    <a:solidFill>
                      <a:srgbClr val="000066"/>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000" b="0" i="0" u="none" strike="noStrike" kern="0" cap="none" spc="0" normalizeH="0" baseline="0" noProof="0">
                      <a:ln>
                        <a:noFill/>
                      </a:ln>
                      <a:solidFill>
                        <a:prstClr val="black"/>
                      </a:solidFill>
                      <a:effectLst/>
                      <a:uLnTx/>
                      <a:uFillTx/>
                      <a:latin typeface="Verdana"/>
                      <a:ea typeface="+mn-ea"/>
                      <a:cs typeface="Arial" panose="020B0604020202020204" pitchFamily="34" charset="0"/>
                    </a:endParaRPr>
                  </a:p>
                </p:txBody>
              </p:sp>
            </p:grpSp>
            <p:sp>
              <p:nvSpPr>
                <p:cNvPr id="68" name="Text Box 69"/>
                <p:cNvSpPr txBox="1">
                  <a:spLocks noChangeArrowheads="1"/>
                </p:cNvSpPr>
                <p:nvPr/>
              </p:nvSpPr>
              <p:spPr bwMode="auto">
                <a:xfrm>
                  <a:off x="1696" y="2322"/>
                  <a:ext cx="1104" cy="467"/>
                </a:xfrm>
                <a:prstGeom prst="rect">
                  <a:avLst/>
                </a:prstGeom>
                <a:solidFill>
                  <a:sysClr val="windowText" lastClr="000000"/>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91432" tIns="45716" rIns="91432" bIns="45716">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700" b="0" i="0" u="none" strike="noStrike" kern="0" cap="none" spc="0" normalizeH="0" baseline="0" noProof="0" dirty="0">
                      <a:ln>
                        <a:noFill/>
                      </a:ln>
                      <a:solidFill>
                        <a:prstClr val="white"/>
                      </a:solidFill>
                      <a:effectLst/>
                      <a:uLnTx/>
                      <a:uFillTx/>
                      <a:latin typeface="Verdana"/>
                      <a:ea typeface="+mn-ea"/>
                      <a:cs typeface="Arial" panose="020B0604020202020204" pitchFamily="34" charset="0"/>
                    </a:rPr>
                    <a:t>Business/ Organization</a:t>
                  </a:r>
                </a:p>
              </p:txBody>
            </p:sp>
          </p:grpSp>
          <p:grpSp>
            <p:nvGrpSpPr>
              <p:cNvPr id="51" name="Group 75"/>
              <p:cNvGrpSpPr>
                <a:grpSpLocks/>
              </p:cNvGrpSpPr>
              <p:nvPr/>
            </p:nvGrpSpPr>
            <p:grpSpPr bwMode="auto">
              <a:xfrm>
                <a:off x="5382310" y="3808150"/>
                <a:ext cx="1728717" cy="1448093"/>
                <a:chOff x="4040" y="2003"/>
                <a:chExt cx="1125" cy="922"/>
              </a:xfrm>
            </p:grpSpPr>
            <p:pic>
              <p:nvPicPr>
                <p:cNvPr id="65" name="Picture 76"/>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4040" y="2194"/>
                  <a:ext cx="1100" cy="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66" name="Text Box 77"/>
                <p:cNvSpPr txBox="1">
                  <a:spLocks noChangeArrowheads="1"/>
                </p:cNvSpPr>
                <p:nvPr/>
              </p:nvSpPr>
              <p:spPr bwMode="auto">
                <a:xfrm>
                  <a:off x="4062" y="2003"/>
                  <a:ext cx="1103" cy="587"/>
                </a:xfrm>
                <a:prstGeom prst="rect">
                  <a:avLst/>
                </a:prstGeom>
                <a:solidFill>
                  <a:sysClr val="windowText" lastClr="000000"/>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91432" tIns="45716" rIns="91432" bIns="45716">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700" b="0" i="0" u="none" strike="noStrike" kern="0" cap="none" spc="0" normalizeH="0" baseline="0" noProof="0" dirty="0">
                      <a:ln>
                        <a:noFill/>
                      </a:ln>
                      <a:solidFill>
                        <a:prstClr val="white"/>
                      </a:solidFill>
                      <a:effectLst/>
                      <a:uLnTx/>
                      <a:uFillTx/>
                      <a:latin typeface="Verdana"/>
                      <a:ea typeface="+mn-ea"/>
                      <a:cs typeface="Arial" panose="020B0604020202020204" pitchFamily="34" charset="0"/>
                    </a:rPr>
                    <a:t>Project Timelines/ Delivery</a:t>
                  </a:r>
                </a:p>
              </p:txBody>
            </p:sp>
          </p:grpSp>
          <p:sp>
            <p:nvSpPr>
              <p:cNvPr id="57" name="Text Box 84"/>
              <p:cNvSpPr txBox="1">
                <a:spLocks noChangeArrowheads="1"/>
              </p:cNvSpPr>
              <p:nvPr/>
            </p:nvSpPr>
            <p:spPr bwMode="auto">
              <a:xfrm>
                <a:off x="378694" y="3637970"/>
                <a:ext cx="2107723" cy="20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01874" tIns="50937" rIns="101874" bIns="50937">
                <a:spAutoFit/>
              </a:bodyPr>
              <a:lstStyle>
                <a:lvl1pPr marL="174625" indent="-174625">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87313" marR="0" lvl="0" indent="-87313" algn="l" defTabSz="914400" rtl="0" eaLnBrk="1" fontAlgn="base" latinLnBrk="0" hangingPunct="1">
                  <a:lnSpc>
                    <a:spcPct val="100000"/>
                  </a:lnSpc>
                  <a:spcBef>
                    <a:spcPct val="0"/>
                  </a:spcBef>
                  <a:spcAft>
                    <a:spcPct val="0"/>
                  </a:spcAft>
                  <a:buClr>
                    <a:srgbClr val="00A1DE"/>
                  </a:buClr>
                  <a:buSzTx/>
                  <a:buFont typeface="Wingdings" panose="05000000000000000000" pitchFamily="2" charset="2"/>
                  <a:buChar char="n"/>
                  <a:tabLst/>
                  <a:defRPr/>
                </a:pPr>
                <a:r>
                  <a:rPr kumimoji="0" lang="en-US" altLang="en-US" sz="700" b="0" i="0" u="none" strike="noStrike" kern="0" cap="none" spc="0" normalizeH="0" baseline="0" noProof="0" dirty="0">
                    <a:ln>
                      <a:noFill/>
                    </a:ln>
                    <a:solidFill>
                      <a:srgbClr val="002776"/>
                    </a:solidFill>
                    <a:effectLst/>
                    <a:uLnTx/>
                    <a:uFillTx/>
                    <a:latin typeface="Verdana"/>
                    <a:ea typeface="+mn-ea"/>
                    <a:cs typeface="Arial" panose="020B0604020202020204" pitchFamily="34" charset="0"/>
                  </a:rPr>
                  <a:t>Un-optimized resource Planning</a:t>
                </a:r>
              </a:p>
              <a:p>
                <a:pPr marL="87313" marR="0" lvl="0" indent="-87313" algn="l" defTabSz="914400" rtl="0" eaLnBrk="1" fontAlgn="base" latinLnBrk="0" hangingPunct="1">
                  <a:lnSpc>
                    <a:spcPct val="100000"/>
                  </a:lnSpc>
                  <a:spcBef>
                    <a:spcPct val="0"/>
                  </a:spcBef>
                  <a:spcAft>
                    <a:spcPct val="0"/>
                  </a:spcAft>
                  <a:buClr>
                    <a:srgbClr val="00A1DE"/>
                  </a:buClr>
                  <a:buSzTx/>
                  <a:buFont typeface="Wingdings" panose="05000000000000000000" pitchFamily="2" charset="2"/>
                  <a:buChar char="n"/>
                  <a:tabLst/>
                  <a:defRPr/>
                </a:pPr>
                <a:r>
                  <a:rPr kumimoji="0" lang="en-US" altLang="en-US" sz="700" b="0" i="0" u="none" strike="noStrike" kern="0" cap="none" spc="0" normalizeH="0" baseline="0" noProof="0" dirty="0">
                    <a:ln>
                      <a:noFill/>
                    </a:ln>
                    <a:solidFill>
                      <a:srgbClr val="002776"/>
                    </a:solidFill>
                    <a:effectLst/>
                    <a:uLnTx/>
                    <a:uFillTx/>
                    <a:latin typeface="Verdana"/>
                    <a:ea typeface="+mn-ea"/>
                    <a:cs typeface="Arial" panose="020B0604020202020204" pitchFamily="34" charset="0"/>
                  </a:rPr>
                  <a:t>Reporting Issues</a:t>
                </a:r>
              </a:p>
              <a:p>
                <a:pPr marL="87313" marR="0" lvl="0" indent="-87313" algn="l" defTabSz="914400" rtl="0" eaLnBrk="1" fontAlgn="base" latinLnBrk="0" hangingPunct="1">
                  <a:lnSpc>
                    <a:spcPct val="100000"/>
                  </a:lnSpc>
                  <a:spcBef>
                    <a:spcPct val="0"/>
                  </a:spcBef>
                  <a:spcAft>
                    <a:spcPct val="0"/>
                  </a:spcAft>
                  <a:buClr>
                    <a:srgbClr val="00A1DE"/>
                  </a:buClr>
                  <a:buSzTx/>
                  <a:buFont typeface="Wingdings" panose="05000000000000000000" pitchFamily="2" charset="2"/>
                  <a:buChar char="n"/>
                  <a:tabLst/>
                  <a:defRPr/>
                </a:pPr>
                <a:r>
                  <a:rPr kumimoji="0" lang="en-US" altLang="en-US" sz="700" b="0" i="0" u="none" strike="noStrike" kern="0" cap="none" spc="0" normalizeH="0" baseline="0" noProof="0" dirty="0">
                    <a:ln>
                      <a:noFill/>
                    </a:ln>
                    <a:solidFill>
                      <a:srgbClr val="002776"/>
                    </a:solidFill>
                    <a:effectLst/>
                    <a:uLnTx/>
                    <a:uFillTx/>
                    <a:latin typeface="Verdana"/>
                    <a:ea typeface="+mn-ea"/>
                    <a:cs typeface="Arial" panose="020B0604020202020204" pitchFamily="34" charset="0"/>
                  </a:rPr>
                  <a:t>Payroll processing</a:t>
                </a:r>
              </a:p>
              <a:p>
                <a:pPr marL="87313" marR="0" lvl="0" indent="-87313" algn="l" defTabSz="914400" rtl="0" eaLnBrk="1" fontAlgn="base" latinLnBrk="0" hangingPunct="1">
                  <a:lnSpc>
                    <a:spcPct val="100000"/>
                  </a:lnSpc>
                  <a:spcBef>
                    <a:spcPct val="0"/>
                  </a:spcBef>
                  <a:spcAft>
                    <a:spcPct val="0"/>
                  </a:spcAft>
                  <a:buClr>
                    <a:srgbClr val="00A1DE"/>
                  </a:buClr>
                  <a:buSzTx/>
                  <a:buFont typeface="Wingdings" panose="05000000000000000000" pitchFamily="2" charset="2"/>
                  <a:buChar char="n"/>
                  <a:tabLst/>
                  <a:defRPr/>
                </a:pPr>
                <a:endParaRPr kumimoji="0" lang="en-US" altLang="en-US" sz="700" b="0" i="0" u="none" strike="noStrike" kern="0" cap="none" spc="0" normalizeH="0" baseline="0" noProof="0" dirty="0">
                  <a:ln>
                    <a:noFill/>
                  </a:ln>
                  <a:solidFill>
                    <a:srgbClr val="002776"/>
                  </a:solidFill>
                  <a:effectLst/>
                  <a:uLnTx/>
                  <a:uFillTx/>
                  <a:latin typeface="Verdana"/>
                  <a:ea typeface="+mn-ea"/>
                  <a:cs typeface="Arial" panose="020B0604020202020204" pitchFamily="34" charset="0"/>
                </a:endParaRPr>
              </a:p>
            </p:txBody>
          </p:sp>
          <p:sp>
            <p:nvSpPr>
              <p:cNvPr id="58" name="Text Box 85"/>
              <p:cNvSpPr txBox="1">
                <a:spLocks noChangeArrowheads="1"/>
              </p:cNvSpPr>
              <p:nvPr/>
            </p:nvSpPr>
            <p:spPr bwMode="auto">
              <a:xfrm>
                <a:off x="5489021" y="1897206"/>
                <a:ext cx="4463133" cy="1131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101874" tIns="50937" rIns="101874" bIns="50937">
                <a:spAutoFit/>
              </a:bodyPr>
              <a:lstStyle>
                <a:lvl1pPr marL="174625" indent="-174625">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174625" marR="0" lvl="0" indent="-174625" algn="l" defTabSz="914400" rtl="0" eaLnBrk="1" fontAlgn="base" latinLnBrk="0" hangingPunct="1">
                  <a:lnSpc>
                    <a:spcPct val="100000"/>
                  </a:lnSpc>
                  <a:spcBef>
                    <a:spcPct val="0"/>
                  </a:spcBef>
                  <a:spcAft>
                    <a:spcPct val="0"/>
                  </a:spcAft>
                  <a:buClr>
                    <a:srgbClr val="00A1DE"/>
                  </a:buClr>
                  <a:buSzTx/>
                  <a:buFont typeface="Wingdings" panose="05000000000000000000" pitchFamily="2" charset="2"/>
                  <a:buChar char="n"/>
                  <a:tabLst/>
                  <a:defRPr/>
                </a:pPr>
                <a:r>
                  <a:rPr kumimoji="0" lang="en-US" altLang="en-US" sz="700" b="0" i="0" u="none" strike="noStrike" kern="0" cap="none" spc="0" normalizeH="0" baseline="0" noProof="0" dirty="0">
                    <a:ln>
                      <a:noFill/>
                    </a:ln>
                    <a:solidFill>
                      <a:srgbClr val="002776"/>
                    </a:solidFill>
                    <a:effectLst/>
                    <a:uLnTx/>
                    <a:uFillTx/>
                    <a:latin typeface="Verdana"/>
                    <a:ea typeface="+mn-ea"/>
                    <a:cs typeface="Arial" panose="020B0604020202020204" pitchFamily="34" charset="0"/>
                  </a:rPr>
                  <a:t>Cost Overrun</a:t>
                </a:r>
              </a:p>
              <a:p>
                <a:pPr marL="174625" marR="0" lvl="0" indent="-174625" algn="l" defTabSz="914400" rtl="0" eaLnBrk="1" fontAlgn="base" latinLnBrk="0" hangingPunct="1">
                  <a:lnSpc>
                    <a:spcPct val="100000"/>
                  </a:lnSpc>
                  <a:spcBef>
                    <a:spcPct val="0"/>
                  </a:spcBef>
                  <a:spcAft>
                    <a:spcPct val="0"/>
                  </a:spcAft>
                  <a:buClr>
                    <a:srgbClr val="00A1DE"/>
                  </a:buClr>
                  <a:buSzTx/>
                  <a:buFont typeface="Wingdings" panose="05000000000000000000" pitchFamily="2" charset="2"/>
                  <a:buChar char="n"/>
                  <a:tabLst/>
                  <a:defRPr/>
                </a:pPr>
                <a:r>
                  <a:rPr kumimoji="0" lang="en-US" altLang="en-US" sz="700" b="0" i="0" u="none" strike="noStrike" kern="0" cap="none" spc="0" normalizeH="0" baseline="0" noProof="0" dirty="0">
                    <a:ln>
                      <a:noFill/>
                    </a:ln>
                    <a:solidFill>
                      <a:srgbClr val="002776"/>
                    </a:solidFill>
                    <a:effectLst/>
                    <a:uLnTx/>
                    <a:uFillTx/>
                    <a:latin typeface="Verdana"/>
                    <a:ea typeface="+mn-ea"/>
                    <a:cs typeface="Arial" panose="020B0604020202020204" pitchFamily="34" charset="0"/>
                  </a:rPr>
                  <a:t>Low rate of return</a:t>
                </a:r>
              </a:p>
              <a:p>
                <a:pPr marL="174625" marR="0" lvl="0" indent="-174625" algn="l" defTabSz="914400" rtl="0" eaLnBrk="1" fontAlgn="base" latinLnBrk="0" hangingPunct="1">
                  <a:lnSpc>
                    <a:spcPct val="100000"/>
                  </a:lnSpc>
                  <a:spcBef>
                    <a:spcPct val="0"/>
                  </a:spcBef>
                  <a:spcAft>
                    <a:spcPct val="0"/>
                  </a:spcAft>
                  <a:buClr>
                    <a:srgbClr val="00A1DE"/>
                  </a:buClr>
                  <a:buSzTx/>
                  <a:buFont typeface="Wingdings" panose="05000000000000000000" pitchFamily="2" charset="2"/>
                  <a:buChar char="n"/>
                  <a:tabLst/>
                  <a:defRPr/>
                </a:pPr>
                <a:r>
                  <a:rPr kumimoji="0" lang="en-US" altLang="en-US" sz="700" b="0" i="0" u="none" strike="noStrike" kern="0" cap="none" spc="0" normalizeH="0" baseline="0" noProof="0" dirty="0">
                    <a:ln>
                      <a:noFill/>
                    </a:ln>
                    <a:solidFill>
                      <a:srgbClr val="002776"/>
                    </a:solidFill>
                    <a:effectLst/>
                    <a:uLnTx/>
                    <a:uFillTx/>
                    <a:latin typeface="Verdana"/>
                    <a:ea typeface="+mn-ea"/>
                    <a:cs typeface="Arial" panose="020B0604020202020204" pitchFamily="34" charset="0"/>
                  </a:rPr>
                  <a:t>Higher borrowing rate</a:t>
                </a:r>
              </a:p>
              <a:p>
                <a:pPr marL="174625" marR="0" lvl="0" indent="-174625" algn="l" defTabSz="914400" rtl="0" eaLnBrk="1" fontAlgn="base" latinLnBrk="0" hangingPunct="1">
                  <a:lnSpc>
                    <a:spcPct val="100000"/>
                  </a:lnSpc>
                  <a:spcBef>
                    <a:spcPct val="0"/>
                  </a:spcBef>
                  <a:spcAft>
                    <a:spcPct val="0"/>
                  </a:spcAft>
                  <a:buClr>
                    <a:srgbClr val="00A1DE"/>
                  </a:buClr>
                  <a:buSzTx/>
                  <a:buFont typeface="Wingdings" panose="05000000000000000000" pitchFamily="2" charset="2"/>
                  <a:buChar char="n"/>
                  <a:tabLst/>
                  <a:defRPr/>
                </a:pPr>
                <a:r>
                  <a:rPr kumimoji="0" lang="en-US" altLang="en-US" sz="700" b="0" i="0" u="none" strike="noStrike" kern="0" cap="none" spc="0" normalizeH="0" baseline="0" noProof="0" dirty="0">
                    <a:ln>
                      <a:noFill/>
                    </a:ln>
                    <a:solidFill>
                      <a:srgbClr val="002776"/>
                    </a:solidFill>
                    <a:effectLst/>
                    <a:uLnTx/>
                    <a:uFillTx/>
                    <a:latin typeface="Verdana"/>
                    <a:ea typeface="+mn-ea"/>
                    <a:cs typeface="Arial" panose="020B0604020202020204" pitchFamily="34" charset="0"/>
                  </a:rPr>
                  <a:t>Un-optimized spending</a:t>
                </a:r>
              </a:p>
              <a:p>
                <a:pPr marL="174625" marR="0" lvl="0" indent="-174625" algn="l" defTabSz="914400" rtl="0" eaLnBrk="1" fontAlgn="base" latinLnBrk="0" hangingPunct="1">
                  <a:lnSpc>
                    <a:spcPct val="100000"/>
                  </a:lnSpc>
                  <a:spcBef>
                    <a:spcPct val="0"/>
                  </a:spcBef>
                  <a:spcAft>
                    <a:spcPct val="0"/>
                  </a:spcAft>
                  <a:buClr>
                    <a:srgbClr val="00A1DE"/>
                  </a:buClr>
                  <a:buSzTx/>
                  <a:buFont typeface="Wingdings" panose="05000000000000000000" pitchFamily="2" charset="2"/>
                  <a:buChar char="n"/>
                  <a:tabLst/>
                  <a:defRPr/>
                </a:pPr>
                <a:endParaRPr kumimoji="0" lang="en-US" altLang="en-US" sz="700" b="0" i="0" u="none" strike="noStrike" kern="0" cap="none" spc="0" normalizeH="0" baseline="0" noProof="0" dirty="0">
                  <a:ln>
                    <a:noFill/>
                  </a:ln>
                  <a:solidFill>
                    <a:srgbClr val="002776"/>
                  </a:solidFill>
                  <a:effectLst/>
                  <a:uLnTx/>
                  <a:uFillTx/>
                  <a:latin typeface="Verdana"/>
                  <a:ea typeface="+mn-ea"/>
                  <a:cs typeface="Arial" panose="020B0604020202020204" pitchFamily="34" charset="0"/>
                </a:endParaRPr>
              </a:p>
            </p:txBody>
          </p:sp>
          <p:sp>
            <p:nvSpPr>
              <p:cNvPr id="59" name="Text Box 86"/>
              <p:cNvSpPr txBox="1">
                <a:spLocks noChangeArrowheads="1"/>
              </p:cNvSpPr>
              <p:nvPr/>
            </p:nvSpPr>
            <p:spPr bwMode="auto">
              <a:xfrm>
                <a:off x="5233513" y="6267821"/>
                <a:ext cx="5175058" cy="751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101874" tIns="50937" rIns="101874" bIns="50937">
                <a:spAutoFit/>
              </a:bodyPr>
              <a:lstStyle>
                <a:lvl1pPr marL="174625" indent="-174625">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174625" marR="0" lvl="0" indent="-174625" algn="l" defTabSz="914400" rtl="0" eaLnBrk="1" fontAlgn="base" latinLnBrk="0" hangingPunct="1">
                  <a:lnSpc>
                    <a:spcPct val="100000"/>
                  </a:lnSpc>
                  <a:spcBef>
                    <a:spcPct val="0"/>
                  </a:spcBef>
                  <a:spcAft>
                    <a:spcPct val="0"/>
                  </a:spcAft>
                  <a:buClr>
                    <a:srgbClr val="00A1DE"/>
                  </a:buClr>
                  <a:buSzTx/>
                  <a:buFont typeface="Wingdings" panose="05000000000000000000" pitchFamily="2" charset="2"/>
                  <a:buChar char="n"/>
                  <a:tabLst/>
                  <a:defRPr/>
                </a:pPr>
                <a:r>
                  <a:rPr kumimoji="0" lang="en-US" altLang="en-US" sz="700" b="0" i="0" u="none" strike="noStrike" kern="0" cap="none" spc="0" normalizeH="0" baseline="0" noProof="0" dirty="0">
                    <a:ln>
                      <a:noFill/>
                    </a:ln>
                    <a:solidFill>
                      <a:srgbClr val="002776"/>
                    </a:solidFill>
                    <a:effectLst/>
                    <a:uLnTx/>
                    <a:uFillTx/>
                    <a:latin typeface="Verdana"/>
                    <a:ea typeface="+mn-ea"/>
                    <a:cs typeface="Arial" panose="020B0604020202020204" pitchFamily="34" charset="0"/>
                  </a:rPr>
                  <a:t>Inappropriate contract terms</a:t>
                </a:r>
              </a:p>
              <a:p>
                <a:pPr marL="174625" marR="0" lvl="0" indent="-174625" algn="l" defTabSz="914400" rtl="0" eaLnBrk="1" fontAlgn="base" latinLnBrk="0" hangingPunct="1">
                  <a:lnSpc>
                    <a:spcPct val="100000"/>
                  </a:lnSpc>
                  <a:spcBef>
                    <a:spcPct val="0"/>
                  </a:spcBef>
                  <a:spcAft>
                    <a:spcPct val="0"/>
                  </a:spcAft>
                  <a:buClr>
                    <a:srgbClr val="00A1DE"/>
                  </a:buClr>
                  <a:buSzTx/>
                  <a:buFont typeface="Wingdings" panose="05000000000000000000" pitchFamily="2" charset="2"/>
                  <a:buChar char="n"/>
                  <a:tabLst/>
                  <a:defRPr/>
                </a:pPr>
                <a:r>
                  <a:rPr kumimoji="0" lang="en-US" altLang="en-US" sz="700" b="0" i="0" u="none" strike="noStrike" kern="0" cap="none" spc="0" normalizeH="0" baseline="0" noProof="0" dirty="0">
                    <a:ln>
                      <a:noFill/>
                    </a:ln>
                    <a:solidFill>
                      <a:srgbClr val="002776"/>
                    </a:solidFill>
                    <a:effectLst/>
                    <a:uLnTx/>
                    <a:uFillTx/>
                    <a:latin typeface="Verdana"/>
                    <a:ea typeface="+mn-ea"/>
                    <a:cs typeface="Arial" panose="020B0604020202020204" pitchFamily="34" charset="0"/>
                  </a:rPr>
                  <a:t>Non-binding contract</a:t>
                </a:r>
              </a:p>
              <a:p>
                <a:pPr marL="174625" marR="0" lvl="0" indent="-174625" algn="l" defTabSz="914400" rtl="0" eaLnBrk="1" fontAlgn="base" latinLnBrk="0" hangingPunct="1">
                  <a:lnSpc>
                    <a:spcPct val="100000"/>
                  </a:lnSpc>
                  <a:spcBef>
                    <a:spcPct val="0"/>
                  </a:spcBef>
                  <a:spcAft>
                    <a:spcPct val="0"/>
                  </a:spcAft>
                  <a:buClr>
                    <a:srgbClr val="00A1DE"/>
                  </a:buClr>
                  <a:buSzTx/>
                  <a:buFont typeface="Wingdings" panose="05000000000000000000" pitchFamily="2" charset="2"/>
                  <a:buChar char="n"/>
                  <a:tabLst/>
                  <a:defRPr/>
                </a:pPr>
                <a:r>
                  <a:rPr kumimoji="0" lang="en-US" altLang="en-US" sz="700" b="0" i="0" u="none" strike="noStrike" kern="0" cap="none" spc="0" normalizeH="0" baseline="0" noProof="0" dirty="0">
                    <a:ln>
                      <a:noFill/>
                    </a:ln>
                    <a:solidFill>
                      <a:srgbClr val="002776"/>
                    </a:solidFill>
                    <a:effectLst/>
                    <a:uLnTx/>
                    <a:uFillTx/>
                    <a:latin typeface="Verdana"/>
                    <a:ea typeface="+mn-ea"/>
                    <a:cs typeface="Arial" panose="020B0604020202020204" pitchFamily="34" charset="0"/>
                  </a:rPr>
                  <a:t>Lack of contract monitoring</a:t>
                </a:r>
              </a:p>
            </p:txBody>
          </p:sp>
          <p:sp>
            <p:nvSpPr>
              <p:cNvPr id="60" name="Text Box 87"/>
              <p:cNvSpPr txBox="1">
                <a:spLocks noChangeArrowheads="1"/>
              </p:cNvSpPr>
              <p:nvPr/>
            </p:nvSpPr>
            <p:spPr bwMode="auto">
              <a:xfrm>
                <a:off x="7490379" y="3693605"/>
                <a:ext cx="2577181" cy="132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101874" tIns="50937" rIns="101874" bIns="50937">
                <a:spAutoFit/>
              </a:bodyPr>
              <a:lstStyle>
                <a:lvl1pPr marL="174625" indent="-174625">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87313" marR="0" lvl="0" indent="-87313" algn="l" defTabSz="914400" rtl="0" eaLnBrk="1" fontAlgn="base" latinLnBrk="0" hangingPunct="1">
                  <a:lnSpc>
                    <a:spcPct val="100000"/>
                  </a:lnSpc>
                  <a:spcBef>
                    <a:spcPct val="0"/>
                  </a:spcBef>
                  <a:spcAft>
                    <a:spcPct val="0"/>
                  </a:spcAft>
                  <a:buClr>
                    <a:srgbClr val="00A1DE"/>
                  </a:buClr>
                  <a:buSzTx/>
                  <a:buFont typeface="Wingdings" panose="05000000000000000000" pitchFamily="2" charset="2"/>
                  <a:buChar char="n"/>
                  <a:tabLst/>
                  <a:defRPr/>
                </a:pPr>
                <a:r>
                  <a:rPr kumimoji="0" lang="en-US" altLang="en-US" sz="700" b="0" i="0" u="none" strike="noStrike" kern="0" cap="none" spc="0" normalizeH="0" baseline="0" noProof="0" dirty="0">
                    <a:ln>
                      <a:noFill/>
                    </a:ln>
                    <a:solidFill>
                      <a:srgbClr val="002776"/>
                    </a:solidFill>
                    <a:effectLst/>
                    <a:uLnTx/>
                    <a:uFillTx/>
                    <a:latin typeface="Verdana"/>
                    <a:ea typeface="+mn-ea"/>
                    <a:cs typeface="Arial" panose="020B0604020202020204" pitchFamily="34" charset="0"/>
                  </a:rPr>
                  <a:t>Supply Issues</a:t>
                </a:r>
              </a:p>
              <a:p>
                <a:pPr marL="87313" marR="0" lvl="0" indent="-87313" algn="l" defTabSz="914400" rtl="0" eaLnBrk="1" fontAlgn="base" latinLnBrk="0" hangingPunct="1">
                  <a:lnSpc>
                    <a:spcPct val="100000"/>
                  </a:lnSpc>
                  <a:spcBef>
                    <a:spcPct val="0"/>
                  </a:spcBef>
                  <a:spcAft>
                    <a:spcPct val="0"/>
                  </a:spcAft>
                  <a:buClr>
                    <a:srgbClr val="00A1DE"/>
                  </a:buClr>
                  <a:buSzTx/>
                  <a:buFont typeface="Wingdings" panose="05000000000000000000" pitchFamily="2" charset="2"/>
                  <a:buChar char="n"/>
                  <a:tabLst/>
                  <a:defRPr/>
                </a:pPr>
                <a:r>
                  <a:rPr kumimoji="0" lang="en-US" altLang="en-US" sz="700" b="0" i="0" u="none" strike="noStrike" kern="0" cap="none" spc="0" normalizeH="0" baseline="0" noProof="0" dirty="0">
                    <a:ln>
                      <a:noFill/>
                    </a:ln>
                    <a:solidFill>
                      <a:srgbClr val="002776"/>
                    </a:solidFill>
                    <a:effectLst/>
                    <a:uLnTx/>
                    <a:uFillTx/>
                    <a:latin typeface="Verdana"/>
                    <a:ea typeface="+mn-ea"/>
                    <a:cs typeface="Arial" panose="020B0604020202020204" pitchFamily="34" charset="0"/>
                  </a:rPr>
                  <a:t>Inventory lags</a:t>
                </a:r>
              </a:p>
              <a:p>
                <a:pPr marL="87313" marR="0" lvl="0" indent="-87313" algn="l" defTabSz="914400" rtl="0" eaLnBrk="1" fontAlgn="base" latinLnBrk="0" hangingPunct="1">
                  <a:lnSpc>
                    <a:spcPct val="100000"/>
                  </a:lnSpc>
                  <a:spcBef>
                    <a:spcPct val="0"/>
                  </a:spcBef>
                  <a:spcAft>
                    <a:spcPct val="0"/>
                  </a:spcAft>
                  <a:buClr>
                    <a:srgbClr val="00A1DE"/>
                  </a:buClr>
                  <a:buSzTx/>
                  <a:buFont typeface="Wingdings" panose="05000000000000000000" pitchFamily="2" charset="2"/>
                  <a:buChar char="n"/>
                  <a:tabLst/>
                  <a:defRPr/>
                </a:pPr>
                <a:r>
                  <a:rPr kumimoji="0" lang="en-US" altLang="en-US" sz="700" b="0" i="0" u="none" strike="noStrike" kern="0" cap="none" spc="0" normalizeH="0" baseline="0" noProof="0" dirty="0">
                    <a:ln>
                      <a:noFill/>
                    </a:ln>
                    <a:solidFill>
                      <a:srgbClr val="002776"/>
                    </a:solidFill>
                    <a:effectLst/>
                    <a:uLnTx/>
                    <a:uFillTx/>
                    <a:latin typeface="Verdana"/>
                    <a:ea typeface="+mn-ea"/>
                    <a:cs typeface="Arial" panose="020B0604020202020204" pitchFamily="34" charset="0"/>
                  </a:rPr>
                  <a:t>Vendor Management Issues</a:t>
                </a:r>
              </a:p>
            </p:txBody>
          </p:sp>
          <p:sp>
            <p:nvSpPr>
              <p:cNvPr id="61" name="Text Box 88"/>
              <p:cNvSpPr txBox="1">
                <a:spLocks noChangeArrowheads="1"/>
              </p:cNvSpPr>
              <p:nvPr/>
            </p:nvSpPr>
            <p:spPr bwMode="auto">
              <a:xfrm>
                <a:off x="475918" y="2942117"/>
                <a:ext cx="1903486" cy="737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1874" tIns="50937" rIns="101874" bIns="50937">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000" b="1" i="0" u="none" strike="noStrike" kern="0" cap="none" spc="0" normalizeH="0" baseline="0" noProof="0" dirty="0">
                    <a:ln>
                      <a:noFill/>
                    </a:ln>
                    <a:solidFill>
                      <a:srgbClr val="002776"/>
                    </a:solidFill>
                    <a:effectLst/>
                    <a:uLnTx/>
                    <a:uFillTx/>
                    <a:latin typeface="Verdana"/>
                    <a:ea typeface="+mn-ea"/>
                    <a:cs typeface="Arial" panose="020B0604020202020204" pitchFamily="34" charset="0"/>
                  </a:rPr>
                  <a:t>Resource</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000" b="1" i="0" u="none" strike="noStrike" kern="0" cap="none" spc="0" normalizeH="0" baseline="0" noProof="0" dirty="0">
                    <a:ln>
                      <a:noFill/>
                    </a:ln>
                    <a:solidFill>
                      <a:srgbClr val="002776"/>
                    </a:solidFill>
                    <a:effectLst/>
                    <a:uLnTx/>
                    <a:uFillTx/>
                    <a:latin typeface="Verdana"/>
                    <a:ea typeface="+mn-ea"/>
                    <a:cs typeface="Arial" panose="020B0604020202020204" pitchFamily="34" charset="0"/>
                  </a:rPr>
                  <a:t>Constraints</a:t>
                </a:r>
              </a:p>
            </p:txBody>
          </p:sp>
          <p:sp>
            <p:nvSpPr>
              <p:cNvPr id="62" name="Text Box 89"/>
              <p:cNvSpPr txBox="1">
                <a:spLocks noChangeArrowheads="1"/>
              </p:cNvSpPr>
              <p:nvPr/>
            </p:nvSpPr>
            <p:spPr bwMode="auto">
              <a:xfrm>
                <a:off x="7097770" y="3113184"/>
                <a:ext cx="3020373" cy="669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101874" tIns="50937" rIns="101874" bIns="50937">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900" b="1" i="0" u="none" strike="noStrike" kern="0" cap="none" spc="0" normalizeH="0" baseline="0" noProof="0" dirty="0">
                    <a:ln>
                      <a:noFill/>
                    </a:ln>
                    <a:solidFill>
                      <a:srgbClr val="002776"/>
                    </a:solidFill>
                    <a:effectLst/>
                    <a:uLnTx/>
                    <a:uFillTx/>
                    <a:latin typeface="Verdana"/>
                    <a:ea typeface="+mn-ea"/>
                    <a:cs typeface="Arial" panose="020B0604020202020204" pitchFamily="34" charset="0"/>
                  </a:rPr>
                  <a:t>Project and O&amp;M Issues</a:t>
                </a:r>
              </a:p>
            </p:txBody>
          </p:sp>
          <p:sp>
            <p:nvSpPr>
              <p:cNvPr id="63" name="Text Box 90"/>
              <p:cNvSpPr txBox="1">
                <a:spLocks noChangeArrowheads="1"/>
              </p:cNvSpPr>
              <p:nvPr/>
            </p:nvSpPr>
            <p:spPr bwMode="auto">
              <a:xfrm>
                <a:off x="3620908" y="1904415"/>
                <a:ext cx="2405656" cy="6698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101874" tIns="50937" rIns="101874" bIns="50937">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900" b="1" i="0" u="none" strike="noStrike" kern="0" cap="none" spc="0" normalizeH="0" baseline="0" noProof="0" dirty="0">
                    <a:ln>
                      <a:noFill/>
                    </a:ln>
                    <a:solidFill>
                      <a:srgbClr val="002776"/>
                    </a:solidFill>
                    <a:effectLst/>
                    <a:uLnTx/>
                    <a:uFillTx/>
                    <a:latin typeface="Verdana"/>
                    <a:ea typeface="+mn-ea"/>
                    <a:cs typeface="Arial" panose="020B0604020202020204" pitchFamily="34" charset="0"/>
                  </a:rPr>
                  <a:t>Financial Issues</a:t>
                </a:r>
              </a:p>
            </p:txBody>
          </p:sp>
          <p:sp>
            <p:nvSpPr>
              <p:cNvPr id="64" name="Text Box 91"/>
              <p:cNvSpPr txBox="1">
                <a:spLocks noChangeArrowheads="1"/>
              </p:cNvSpPr>
              <p:nvPr/>
            </p:nvSpPr>
            <p:spPr bwMode="auto">
              <a:xfrm>
                <a:off x="3108068" y="6419258"/>
                <a:ext cx="2734512" cy="6698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101874" tIns="50937" rIns="101874" bIns="50937">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900" b="1" i="0" u="none" strike="noStrike" kern="0" cap="none" spc="0" normalizeH="0" baseline="0" noProof="0" dirty="0">
                    <a:ln>
                      <a:noFill/>
                    </a:ln>
                    <a:solidFill>
                      <a:srgbClr val="002776"/>
                    </a:solidFill>
                    <a:effectLst/>
                    <a:uLnTx/>
                    <a:uFillTx/>
                    <a:latin typeface="Verdana"/>
                    <a:ea typeface="+mn-ea"/>
                    <a:cs typeface="Arial" panose="020B0604020202020204" pitchFamily="34" charset="0"/>
                  </a:rPr>
                  <a:t>Contractual Issues</a:t>
                </a:r>
              </a:p>
            </p:txBody>
          </p:sp>
        </p:grpSp>
        <p:sp>
          <p:nvSpPr>
            <p:cNvPr id="128" name="Rectangle 72"/>
            <p:cNvSpPr>
              <a:spLocks noChangeArrowheads="1"/>
            </p:cNvSpPr>
            <p:nvPr/>
          </p:nvSpPr>
          <p:spPr bwMode="auto">
            <a:xfrm>
              <a:off x="1828796" y="4200534"/>
              <a:ext cx="726620" cy="496102"/>
            </a:xfrm>
            <a:prstGeom prst="rect">
              <a:avLst/>
            </a:prstGeom>
            <a:solidFill>
              <a:srgbClr val="B2B2B2"/>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2776"/>
                </a:solidFill>
                <a:effectLst/>
                <a:uLnTx/>
                <a:uFillTx/>
                <a:latin typeface="Arial" panose="020B0604020202020204" pitchFamily="34" charset="0"/>
                <a:ea typeface="+mn-ea"/>
                <a:cs typeface="Arial" panose="020B0604020202020204" pitchFamily="34" charset="0"/>
              </a:endParaRPr>
            </a:p>
          </p:txBody>
        </p:sp>
        <p:pic>
          <p:nvPicPr>
            <p:cNvPr id="129" name="Picture 73"/>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870547" y="4220950"/>
              <a:ext cx="568404" cy="2626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0" name="Picture 74"/>
            <p:cNvPicPr>
              <a:picLocks noChangeAspect="1" noChangeArrowheads="1"/>
            </p:cNvPicPr>
            <p:nvPr/>
          </p:nvPicPr>
          <p:blipFill>
            <a:blip r:embed="rId12" cstate="hqprint">
              <a:extLst>
                <a:ext uri="{28A0092B-C50C-407E-A947-70E740481C1C}">
                  <a14:useLocalDpi xmlns:a14="http://schemas.microsoft.com/office/drawing/2010/main" val="0"/>
                </a:ext>
              </a:extLst>
            </a:blip>
            <a:srcRect b="66351"/>
            <a:stretch>
              <a:fillRect/>
            </a:stretch>
          </p:blipFill>
          <p:spPr bwMode="auto">
            <a:xfrm>
              <a:off x="1906439" y="4434634"/>
              <a:ext cx="572799" cy="2306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31" name="Text Box 69"/>
            <p:cNvSpPr txBox="1">
              <a:spLocks noChangeArrowheads="1"/>
            </p:cNvSpPr>
            <p:nvPr/>
          </p:nvSpPr>
          <p:spPr bwMode="auto">
            <a:xfrm>
              <a:off x="1795717" y="3966812"/>
              <a:ext cx="759700" cy="307768"/>
            </a:xfrm>
            <a:prstGeom prst="rect">
              <a:avLst/>
            </a:prstGeom>
            <a:solidFill>
              <a:sysClr val="windowText" lastClr="000000"/>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square" lIns="91432" tIns="45716" rIns="91432" bIns="45716">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700" b="0" i="0" u="none" strike="noStrike" kern="0" cap="none" spc="0" normalizeH="0" baseline="0" noProof="0" dirty="0">
                  <a:ln>
                    <a:noFill/>
                  </a:ln>
                  <a:solidFill>
                    <a:prstClr val="white"/>
                  </a:solidFill>
                  <a:effectLst/>
                  <a:uLnTx/>
                  <a:uFillTx/>
                  <a:latin typeface="Verdana"/>
                  <a:ea typeface="+mn-ea"/>
                  <a:cs typeface="Arial" panose="020B0604020202020204" pitchFamily="34" charset="0"/>
                </a:rPr>
                <a:t>Contract/ Commitment</a:t>
              </a:r>
            </a:p>
          </p:txBody>
        </p:sp>
      </p:grpSp>
      <p:grpSp>
        <p:nvGrpSpPr>
          <p:cNvPr id="134" name="Group 133"/>
          <p:cNvGrpSpPr/>
          <p:nvPr/>
        </p:nvGrpSpPr>
        <p:grpSpPr>
          <a:xfrm>
            <a:off x="596415" y="1781243"/>
            <a:ext cx="3366907" cy="837869"/>
            <a:chOff x="7376787" y="2881928"/>
            <a:chExt cx="4244242" cy="1293696"/>
          </a:xfrm>
        </p:grpSpPr>
        <p:sp>
          <p:nvSpPr>
            <p:cNvPr id="135" name="Rectangle 134"/>
            <p:cNvSpPr/>
            <p:nvPr/>
          </p:nvSpPr>
          <p:spPr bwMode="gray">
            <a:xfrm>
              <a:off x="7376787" y="2881930"/>
              <a:ext cx="4244239" cy="1293694"/>
            </a:xfrm>
            <a:prstGeom prst="rect">
              <a:avLst/>
            </a:prstGeom>
            <a:solidFill>
              <a:schemeClr val="bg1">
                <a:lumMod val="95000"/>
              </a:schemeClr>
            </a:solidFill>
            <a:ln w="19050" algn="ctr">
              <a:noFill/>
              <a:miter lim="800000"/>
              <a:headEnd/>
              <a:tailEnd/>
            </a:ln>
          </p:spPr>
          <p:txBody>
            <a:bodyPr wrap="square" lIns="88900" tIns="88900" rIns="88900" bIns="88900" rtlCol="0" anchor="t"/>
            <a:lstStyle/>
            <a:p>
              <a:pPr marL="0" marR="0" lvl="0" indent="0" algn="just" defTabSz="914400" rtl="0" eaLnBrk="1" fontAlgn="auto" latinLnBrk="0" hangingPunct="1">
                <a:lnSpc>
                  <a:spcPct val="106000"/>
                </a:lnSpc>
                <a:spcBef>
                  <a:spcPts val="216"/>
                </a:spcBef>
                <a:spcAft>
                  <a:spcPts val="216"/>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Verdana"/>
                  <a:ea typeface="+mn-ea"/>
                  <a:cs typeface="+mn-cs"/>
                </a:rPr>
                <a:t>Impacting Issues</a:t>
              </a:r>
            </a:p>
            <a:p>
              <a:pPr marL="171450" marR="0" lvl="0" indent="-171450" algn="just" defTabSz="914400" rtl="0" eaLnBrk="1" fontAlgn="auto" latinLnBrk="0" hangingPunct="1">
                <a:lnSpc>
                  <a:spcPct val="106000"/>
                </a:lnSpc>
                <a:spcBef>
                  <a:spcPts val="216"/>
                </a:spcBef>
                <a:spcAft>
                  <a:spcPts val="216"/>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Verdana"/>
                  <a:ea typeface="+mn-ea"/>
                  <a:cs typeface="+mn-cs"/>
                </a:rPr>
                <a:t>There are a number of issues that have a manifold impact over the organization and business</a:t>
              </a:r>
            </a:p>
          </p:txBody>
        </p:sp>
        <p:cxnSp>
          <p:nvCxnSpPr>
            <p:cNvPr id="136" name="Straight Connector 135"/>
            <p:cNvCxnSpPr/>
            <p:nvPr/>
          </p:nvCxnSpPr>
          <p:spPr>
            <a:xfrm>
              <a:off x="7376788" y="2881928"/>
              <a:ext cx="4244241" cy="0"/>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137" name="Group 136"/>
          <p:cNvGrpSpPr/>
          <p:nvPr/>
        </p:nvGrpSpPr>
        <p:grpSpPr>
          <a:xfrm>
            <a:off x="658360" y="5535060"/>
            <a:ext cx="3304960" cy="817217"/>
            <a:chOff x="7376787" y="2881928"/>
            <a:chExt cx="4244242" cy="1520270"/>
          </a:xfrm>
        </p:grpSpPr>
        <p:sp>
          <p:nvSpPr>
            <p:cNvPr id="138" name="Rectangle 137"/>
            <p:cNvSpPr/>
            <p:nvPr/>
          </p:nvSpPr>
          <p:spPr bwMode="gray">
            <a:xfrm>
              <a:off x="7376787" y="2881930"/>
              <a:ext cx="4244239" cy="1520268"/>
            </a:xfrm>
            <a:prstGeom prst="rect">
              <a:avLst/>
            </a:prstGeom>
            <a:solidFill>
              <a:schemeClr val="bg1">
                <a:lumMod val="95000"/>
              </a:schemeClr>
            </a:solidFill>
            <a:ln w="19050" algn="ctr">
              <a:noFill/>
              <a:miter lim="800000"/>
              <a:headEnd/>
              <a:tailEnd/>
            </a:ln>
          </p:spPr>
          <p:txBody>
            <a:bodyPr wrap="square" lIns="88900" tIns="88900" rIns="88900" bIns="88900" rtlCol="0" anchor="t"/>
            <a:lstStyle/>
            <a:p>
              <a:pPr marL="0" marR="0" lvl="0" indent="0" algn="just" defTabSz="914400" rtl="0" eaLnBrk="1" fontAlgn="auto" latinLnBrk="0" hangingPunct="1">
                <a:lnSpc>
                  <a:spcPct val="106000"/>
                </a:lnSpc>
                <a:spcBef>
                  <a:spcPts val="216"/>
                </a:spcBef>
                <a:spcAft>
                  <a:spcPts val="216"/>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Verdana"/>
                  <a:ea typeface="+mn-ea"/>
                  <a:cs typeface="+mn-cs"/>
                </a:rPr>
                <a:t>Issues Listing</a:t>
              </a:r>
            </a:p>
            <a:p>
              <a:pPr marL="171450" marR="0" lvl="0" indent="-171450" algn="just" defTabSz="914400" rtl="0" eaLnBrk="1" fontAlgn="auto" latinLnBrk="0" hangingPunct="1">
                <a:lnSpc>
                  <a:spcPct val="106000"/>
                </a:lnSpc>
                <a:spcBef>
                  <a:spcPts val="216"/>
                </a:spcBef>
                <a:spcAft>
                  <a:spcPts val="216"/>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Verdana"/>
                  <a:ea typeface="+mn-ea"/>
                  <a:cs typeface="+mn-cs"/>
                </a:rPr>
                <a:t>We will critically assess and list the issues that creates an impact in CIL’s business and organization</a:t>
              </a:r>
            </a:p>
          </p:txBody>
        </p:sp>
        <p:cxnSp>
          <p:nvCxnSpPr>
            <p:cNvPr id="139" name="Straight Connector 138"/>
            <p:cNvCxnSpPr/>
            <p:nvPr/>
          </p:nvCxnSpPr>
          <p:spPr>
            <a:xfrm>
              <a:off x="7376788" y="2881928"/>
              <a:ext cx="4244241" cy="0"/>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142" name="Group 141"/>
          <p:cNvGrpSpPr/>
          <p:nvPr/>
        </p:nvGrpSpPr>
        <p:grpSpPr>
          <a:xfrm>
            <a:off x="10417034" y="79699"/>
            <a:ext cx="1272725" cy="274320"/>
            <a:chOff x="10417034" y="79700"/>
            <a:chExt cx="1272725" cy="137591"/>
          </a:xfrm>
        </p:grpSpPr>
        <p:sp>
          <p:nvSpPr>
            <p:cNvPr id="143" name="Freeform 142"/>
            <p:cNvSpPr/>
            <p:nvPr/>
          </p:nvSpPr>
          <p:spPr>
            <a:xfrm>
              <a:off x="10417034" y="79700"/>
              <a:ext cx="343979" cy="137591"/>
            </a:xfrm>
            <a:custGeom>
              <a:avLst/>
              <a:gdLst>
                <a:gd name="connsiteX0" fmla="*/ 0 w 343979"/>
                <a:gd name="connsiteY0" fmla="*/ 0 h 137591"/>
                <a:gd name="connsiteX1" fmla="*/ 275184 w 343979"/>
                <a:gd name="connsiteY1" fmla="*/ 0 h 137591"/>
                <a:gd name="connsiteX2" fmla="*/ 343979 w 343979"/>
                <a:gd name="connsiteY2" fmla="*/ 68796 h 137591"/>
                <a:gd name="connsiteX3" fmla="*/ 275184 w 343979"/>
                <a:gd name="connsiteY3" fmla="*/ 137591 h 137591"/>
                <a:gd name="connsiteX4" fmla="*/ 0 w 343979"/>
                <a:gd name="connsiteY4" fmla="*/ 137591 h 137591"/>
                <a:gd name="connsiteX5" fmla="*/ 68796 w 343979"/>
                <a:gd name="connsiteY5" fmla="*/ 68796 h 137591"/>
                <a:gd name="connsiteX6" fmla="*/ 0 w 343979"/>
                <a:gd name="connsiteY6" fmla="*/ 0 h 137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3979" h="137591">
                  <a:moveTo>
                    <a:pt x="0" y="0"/>
                  </a:moveTo>
                  <a:lnTo>
                    <a:pt x="275184" y="0"/>
                  </a:lnTo>
                  <a:lnTo>
                    <a:pt x="343979" y="68796"/>
                  </a:lnTo>
                  <a:lnTo>
                    <a:pt x="275184" y="137591"/>
                  </a:lnTo>
                  <a:lnTo>
                    <a:pt x="0" y="137591"/>
                  </a:lnTo>
                  <a:lnTo>
                    <a:pt x="68796" y="68796"/>
                  </a:lnTo>
                  <a:lnTo>
                    <a:pt x="0" y="0"/>
                  </a:lnTo>
                  <a:close/>
                </a:path>
              </a:pathLst>
            </a:custGeom>
            <a:solidFill>
              <a:schemeClr val="bg2"/>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0800" tIns="10668" rIns="79463" bIns="10668" numCol="1" spcCol="1270" anchor="ctr" anchorCtr="0">
              <a:noAutofit/>
            </a:bodyPr>
            <a:lstStyle/>
            <a:p>
              <a:pPr algn="ctr" defTabSz="355600">
                <a:lnSpc>
                  <a:spcPct val="90000"/>
                </a:lnSpc>
                <a:spcBef>
                  <a:spcPct val="0"/>
                </a:spcBef>
                <a:spcAft>
                  <a:spcPct val="35000"/>
                </a:spcAft>
              </a:pPr>
              <a:r>
                <a:rPr lang="en-US" sz="800" dirty="0"/>
                <a:t> </a:t>
              </a:r>
            </a:p>
          </p:txBody>
        </p:sp>
        <p:sp>
          <p:nvSpPr>
            <p:cNvPr id="144" name="Freeform 143"/>
            <p:cNvSpPr/>
            <p:nvPr/>
          </p:nvSpPr>
          <p:spPr>
            <a:xfrm>
              <a:off x="10726616" y="79700"/>
              <a:ext cx="343979" cy="137591"/>
            </a:xfrm>
            <a:custGeom>
              <a:avLst/>
              <a:gdLst>
                <a:gd name="connsiteX0" fmla="*/ 0 w 343979"/>
                <a:gd name="connsiteY0" fmla="*/ 0 h 137591"/>
                <a:gd name="connsiteX1" fmla="*/ 275184 w 343979"/>
                <a:gd name="connsiteY1" fmla="*/ 0 h 137591"/>
                <a:gd name="connsiteX2" fmla="*/ 343979 w 343979"/>
                <a:gd name="connsiteY2" fmla="*/ 68796 h 137591"/>
                <a:gd name="connsiteX3" fmla="*/ 275184 w 343979"/>
                <a:gd name="connsiteY3" fmla="*/ 137591 h 137591"/>
                <a:gd name="connsiteX4" fmla="*/ 0 w 343979"/>
                <a:gd name="connsiteY4" fmla="*/ 137591 h 137591"/>
                <a:gd name="connsiteX5" fmla="*/ 68796 w 343979"/>
                <a:gd name="connsiteY5" fmla="*/ 68796 h 137591"/>
                <a:gd name="connsiteX6" fmla="*/ 0 w 343979"/>
                <a:gd name="connsiteY6" fmla="*/ 0 h 137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3979" h="137591">
                  <a:moveTo>
                    <a:pt x="0" y="0"/>
                  </a:moveTo>
                  <a:lnTo>
                    <a:pt x="275184" y="0"/>
                  </a:lnTo>
                  <a:lnTo>
                    <a:pt x="343979" y="68796"/>
                  </a:lnTo>
                  <a:lnTo>
                    <a:pt x="275184" y="137591"/>
                  </a:lnTo>
                  <a:lnTo>
                    <a:pt x="0" y="137591"/>
                  </a:lnTo>
                  <a:lnTo>
                    <a:pt x="68796" y="68796"/>
                  </a:lnTo>
                  <a:lnTo>
                    <a:pt x="0" y="0"/>
                  </a:lnTo>
                  <a:close/>
                </a:path>
              </a:pathLst>
            </a:custGeom>
            <a:solidFill>
              <a:schemeClr val="bg2"/>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0800" tIns="10668" rIns="79463" bIns="10668" numCol="1" spcCol="1270" anchor="ctr" anchorCtr="0">
              <a:noAutofit/>
            </a:bodyPr>
            <a:lstStyle/>
            <a:p>
              <a:pPr algn="ctr" defTabSz="355600">
                <a:lnSpc>
                  <a:spcPct val="90000"/>
                </a:lnSpc>
                <a:spcBef>
                  <a:spcPct val="0"/>
                </a:spcBef>
                <a:spcAft>
                  <a:spcPct val="35000"/>
                </a:spcAft>
              </a:pPr>
              <a:r>
                <a:rPr lang="en-US" sz="800" dirty="0"/>
                <a:t> </a:t>
              </a:r>
            </a:p>
          </p:txBody>
        </p:sp>
        <p:sp>
          <p:nvSpPr>
            <p:cNvPr id="145" name="Freeform 144"/>
            <p:cNvSpPr/>
            <p:nvPr/>
          </p:nvSpPr>
          <p:spPr>
            <a:xfrm>
              <a:off x="11036198" y="79700"/>
              <a:ext cx="343979" cy="137591"/>
            </a:xfrm>
            <a:custGeom>
              <a:avLst/>
              <a:gdLst>
                <a:gd name="connsiteX0" fmla="*/ 0 w 343979"/>
                <a:gd name="connsiteY0" fmla="*/ 0 h 137591"/>
                <a:gd name="connsiteX1" fmla="*/ 275184 w 343979"/>
                <a:gd name="connsiteY1" fmla="*/ 0 h 137591"/>
                <a:gd name="connsiteX2" fmla="*/ 343979 w 343979"/>
                <a:gd name="connsiteY2" fmla="*/ 68796 h 137591"/>
                <a:gd name="connsiteX3" fmla="*/ 275184 w 343979"/>
                <a:gd name="connsiteY3" fmla="*/ 137591 h 137591"/>
                <a:gd name="connsiteX4" fmla="*/ 0 w 343979"/>
                <a:gd name="connsiteY4" fmla="*/ 137591 h 137591"/>
                <a:gd name="connsiteX5" fmla="*/ 68796 w 343979"/>
                <a:gd name="connsiteY5" fmla="*/ 68796 h 137591"/>
                <a:gd name="connsiteX6" fmla="*/ 0 w 343979"/>
                <a:gd name="connsiteY6" fmla="*/ 0 h 137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3979" h="137591">
                  <a:moveTo>
                    <a:pt x="0" y="0"/>
                  </a:moveTo>
                  <a:lnTo>
                    <a:pt x="275184" y="0"/>
                  </a:lnTo>
                  <a:lnTo>
                    <a:pt x="343979" y="68796"/>
                  </a:lnTo>
                  <a:lnTo>
                    <a:pt x="275184" y="137591"/>
                  </a:lnTo>
                  <a:lnTo>
                    <a:pt x="0" y="137591"/>
                  </a:lnTo>
                  <a:lnTo>
                    <a:pt x="68796" y="68796"/>
                  </a:lnTo>
                  <a:lnTo>
                    <a:pt x="0" y="0"/>
                  </a:lnTo>
                  <a:close/>
                </a:path>
              </a:pathLst>
            </a:custGeom>
            <a:solidFill>
              <a:schemeClr val="bg2"/>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0800" tIns="10668" rIns="79463" bIns="10668" numCol="1" spcCol="1270" anchor="ctr" anchorCtr="0">
              <a:noAutofit/>
            </a:bodyPr>
            <a:lstStyle/>
            <a:p>
              <a:pPr algn="ctr" defTabSz="355600">
                <a:lnSpc>
                  <a:spcPct val="90000"/>
                </a:lnSpc>
                <a:spcBef>
                  <a:spcPct val="0"/>
                </a:spcBef>
                <a:spcAft>
                  <a:spcPct val="35000"/>
                </a:spcAft>
              </a:pPr>
              <a:endParaRPr lang="en-US" sz="800" dirty="0"/>
            </a:p>
          </p:txBody>
        </p:sp>
        <p:sp>
          <p:nvSpPr>
            <p:cNvPr id="146" name="Freeform 145"/>
            <p:cNvSpPr/>
            <p:nvPr/>
          </p:nvSpPr>
          <p:spPr>
            <a:xfrm>
              <a:off x="11345780" y="79700"/>
              <a:ext cx="343979" cy="137591"/>
            </a:xfrm>
            <a:custGeom>
              <a:avLst/>
              <a:gdLst>
                <a:gd name="connsiteX0" fmla="*/ 0 w 343979"/>
                <a:gd name="connsiteY0" fmla="*/ 0 h 137591"/>
                <a:gd name="connsiteX1" fmla="*/ 275184 w 343979"/>
                <a:gd name="connsiteY1" fmla="*/ 0 h 137591"/>
                <a:gd name="connsiteX2" fmla="*/ 343979 w 343979"/>
                <a:gd name="connsiteY2" fmla="*/ 68796 h 137591"/>
                <a:gd name="connsiteX3" fmla="*/ 275184 w 343979"/>
                <a:gd name="connsiteY3" fmla="*/ 137591 h 137591"/>
                <a:gd name="connsiteX4" fmla="*/ 0 w 343979"/>
                <a:gd name="connsiteY4" fmla="*/ 137591 h 137591"/>
                <a:gd name="connsiteX5" fmla="*/ 68796 w 343979"/>
                <a:gd name="connsiteY5" fmla="*/ 68796 h 137591"/>
                <a:gd name="connsiteX6" fmla="*/ 0 w 343979"/>
                <a:gd name="connsiteY6" fmla="*/ 0 h 137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3979" h="137591">
                  <a:moveTo>
                    <a:pt x="0" y="0"/>
                  </a:moveTo>
                  <a:lnTo>
                    <a:pt x="275184" y="0"/>
                  </a:lnTo>
                  <a:lnTo>
                    <a:pt x="343979" y="68796"/>
                  </a:lnTo>
                  <a:lnTo>
                    <a:pt x="275184" y="137591"/>
                  </a:lnTo>
                  <a:lnTo>
                    <a:pt x="0" y="137591"/>
                  </a:lnTo>
                  <a:lnTo>
                    <a:pt x="68796" y="68796"/>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0800" tIns="10668" rIns="79463" bIns="10668" numCol="1" spcCol="1270" anchor="ctr" anchorCtr="0">
              <a:noAutofit/>
            </a:bodyPr>
            <a:lstStyle/>
            <a:p>
              <a:pPr algn="ctr" defTabSz="355600">
                <a:lnSpc>
                  <a:spcPct val="90000"/>
                </a:lnSpc>
                <a:spcBef>
                  <a:spcPct val="0"/>
                </a:spcBef>
                <a:spcAft>
                  <a:spcPct val="35000"/>
                </a:spcAft>
              </a:pPr>
              <a:endParaRPr lang="en-US" sz="800" dirty="0"/>
            </a:p>
          </p:txBody>
        </p:sp>
      </p:grpSp>
      <p:sp>
        <p:nvSpPr>
          <p:cNvPr id="127" name="Title 2">
            <a:extLst>
              <a:ext uri="{FF2B5EF4-FFF2-40B4-BE49-F238E27FC236}">
                <a16:creationId xmlns:a16="http://schemas.microsoft.com/office/drawing/2014/main" id="{8D973501-B48C-4171-AC47-67D51F631076}"/>
              </a:ext>
            </a:extLst>
          </p:cNvPr>
          <p:cNvSpPr>
            <a:spLocks noGrp="1"/>
          </p:cNvSpPr>
          <p:nvPr>
            <p:ph type="title"/>
          </p:nvPr>
        </p:nvSpPr>
        <p:spPr>
          <a:xfrm>
            <a:off x="469900" y="402587"/>
            <a:ext cx="11252200" cy="334102"/>
          </a:xfrm>
        </p:spPr>
        <p:txBody>
          <a:bodyPr vert="horz" lIns="0" tIns="0" rIns="0" bIns="0" rtlCol="0" anchor="t" anchorCtr="0">
            <a:noAutofit/>
          </a:bodyPr>
          <a:lstStyle/>
          <a:p>
            <a:r>
              <a:rPr lang="en-US" dirty="0">
                <a:solidFill>
                  <a:prstClr val="black"/>
                </a:solidFill>
              </a:rPr>
              <a:t>Module 4: Approach for Risk Management</a:t>
            </a:r>
            <a:endParaRPr lang="en-GB" dirty="0">
              <a:solidFill>
                <a:prstClr val="black"/>
              </a:solidFill>
            </a:endParaRPr>
          </a:p>
        </p:txBody>
      </p:sp>
    </p:spTree>
    <p:extLst>
      <p:ext uri="{BB962C8B-B14F-4D97-AF65-F5344CB8AC3E}">
        <p14:creationId xmlns:p14="http://schemas.microsoft.com/office/powerpoint/2010/main" val="299898092"/>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5060&quot;&gt;&lt;version val=&quot;28278&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0&quot;/&gt;&lt;/m_mruColor&gt;&lt;m_eweekdayFirstOfWeek val=&quot;1&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nBHYOSW7YVBazB.jQaYD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MIlQBAgKQuusBEK7jSft7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wjeyUdmhQZKdxS9lcHuRvg"/>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nBHYOSW7YVBazB.jQaYDw"/>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MIlQBAgKQuusBEK7jSft7A"/>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woHHqNSaT3KBw0aBlpr1nw"/>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P7r.GLXPQj.PIESo6ebtNg"/>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sN339nHETH2t0sCnYQo.Gw"/>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EVTCe9rKTxyH5elib_8uBQ"/>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BCnYpH7LTviNUnS3J1meUQ"/>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BCnYpH7LTviNUnS3J1meUQ"/>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BCnYpH7LTviNUnS3J1meUQ"/>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BCnYpH7LTviNUnS3J1meUQ"/>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BCnYpH7LTviNUnS3J1meUQ"/>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BCnYpH7LTviNUnS3J1meUQ"/>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BCnYpH7LTviNUnS3J1meUQ"/>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BCnYpH7LTviNUnS3J1meUQ"/>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BCnYpH7LTviNUnS3J1meUQ"/>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BCnYpH7LTviNUnS3J1meUQ"/>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BCnYpH7LTviNUnS3J1meUQ"/>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BCnYpH7LTviNUnS3J1meUQ"/>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BCnYpH7LTviNUnS3J1meUQ"/>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sN339nHETH2t0sCnYQo.Gw"/>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EVTCe9rKTxyH5elib_8uBQ"/>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EVTCe9rKTxyH5elib_8uBQ"/>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sN339nHETH2t0sCnYQo.Gw"/>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sN339nHETH2t0sCnYQo.Gw"/>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EVTCe9rKTxyH5elib_8uBQ"/>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nmwaXFOoQfukUyjtTomhFg"/>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nmwaXFOoQfukUyjtTomhFg"/>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OY6bi_b2olaVDBDtj93YcA"/>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QVtFUw7zq7Jckd9.FUa0Q"/>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woHHqNSaT3KBw0aBlpr1nw"/>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pu54wyP_BeEqTT0y1_l8eGg"/>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pu54wyP_BeEqTT0y1_l8eGg"/>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pu54wyP_BeEqTT0y1_l8eGg"/>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pu54wyP_BeEqTT0y1_l8eGg"/>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pu54wyP_BeEqTT0y1_l8eGg"/>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pu54wyP_BeEqTT0y1_l8eGg"/>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pu54wyP_BeEqTT0y1_l8eGg"/>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pu54wyP_BeEqTT0y1_l8eGg"/>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pu54wyP_BeEqTT0y1_l8eGg"/>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pu54wyP_BeEqTT0y1_l8eGg"/>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pu54wyP_BeEqTT0y1_l8eGg"/>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pu54wyP_BeEqTT0y1_l8eGg"/>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pu54wyP_BeEqTT0y1_l8eGg"/>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pu54wyP_BeEqTT0y1_l8eGg"/>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pu54wyP_BeEqTT0y1_l8eGg"/>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pu54wyP_BeEqTT0y1_l8eGg"/>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pu54wyP_BeEqTT0y1_l8eGg"/>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pu54wyP_BeEqTT0y1_l8eGg"/>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pu54wyP_BeEqTT0y1_l8eGg"/>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pu54wyP_BeEqTT0y1_l8eGg"/>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pu54wyP_BeEqTT0y1_l8eGg"/>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zhaKu41W1EvCJMwpoSQPZA"/>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vMWf5eWxFnU5tpyk1MXdNw"/>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pOED2H2HNpE.nhj8gtT5SsQ"/>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pcFqw6ObvsE.Uv6ubMZS6Qw"/>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pBa6ZgcsggEW9ZwhL2jcV.A"/>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ptpke.q3MRk.rxVEJ5Ati6A"/>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gNn72FSC8B869UyadEqLTQ"/>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RUbVIDHf09zNGxLGcPCgIA"/>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OY6bi_b2olaVDBDtj93YcA"/>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bJhhsf7zl6lgDHyD_h1Y.w"/>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tvK61WC0aJ38Oazd0SPgGZw"/>
</p:tagLst>
</file>

<file path=ppt/theme/theme1.xml><?xml version="1.0" encoding="utf-8"?>
<a:theme xmlns:a="http://schemas.openxmlformats.org/drawingml/2006/main" name="Deloitte_US_Onscreen">
  <a:themeElements>
    <a:clrScheme name="Deloitte colors">
      <a:dk1>
        <a:sysClr val="windowText" lastClr="000000"/>
      </a:dk1>
      <a:lt1>
        <a:sysClr val="window" lastClr="FFFFFF"/>
      </a:lt1>
      <a:dk2>
        <a:srgbClr val="53565A"/>
      </a:dk2>
      <a:lt2>
        <a:srgbClr val="D0D0CE"/>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53565A"/>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gray"/>
      <a:bodyPr lIns="0" rIns="0" anchor="b" anchorCtr="0">
        <a:normAutofit fontScale="92500"/>
      </a:bodyPr>
      <a:lstStyle>
        <a:defPPr>
          <a:lnSpc>
            <a:spcPts val="900"/>
          </a:lnSpc>
          <a:defRPr sz="1300" b="1" dirty="0">
            <a:solidFill>
              <a:schemeClr val="tx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Presentation1" id="{B250B804-2FDB-4928-98F0-F76F4A35E307}" vid="{34B986A3-8F99-4F88-AF27-8B60A5DA0FDB}"/>
    </a:ext>
  </a:extLst>
</a:theme>
</file>

<file path=ppt/theme/theme2.xml><?xml version="1.0" encoding="utf-8"?>
<a:theme xmlns:a="http://schemas.openxmlformats.org/drawingml/2006/main" name="2_Deloitte_US_Onscreen">
  <a:themeElements>
    <a:clrScheme name="Deloitte colors">
      <a:dk1>
        <a:sysClr val="windowText" lastClr="000000"/>
      </a:dk1>
      <a:lt1>
        <a:sysClr val="window" lastClr="FFFFFF"/>
      </a:lt1>
      <a:dk2>
        <a:srgbClr val="53565A"/>
      </a:dk2>
      <a:lt2>
        <a:srgbClr val="D0D0CE"/>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53565A"/>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gray"/>
      <a:bodyPr lIns="0" rIns="0" anchor="b" anchorCtr="0">
        <a:normAutofit fontScale="92500"/>
      </a:bodyPr>
      <a:lstStyle>
        <a:defPPr>
          <a:lnSpc>
            <a:spcPts val="900"/>
          </a:lnSpc>
          <a:defRPr sz="1300" b="1" dirty="0">
            <a:solidFill>
              <a:schemeClr val="tx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Presentation1" id="{B250B804-2FDB-4928-98F0-F76F4A35E307}" vid="{34B986A3-8F99-4F88-AF27-8B60A5DA0FDB}"/>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Application xmlns="http://www.sap.com/cof/ao/powerpoint/application">
  <com.sap.ip.bi.pioneer>
    <Version>4</Version>
    <AAO_Revision>2.7.200.84890</AAO_Revision>
    <RefreshOnOpen>False</RefreshOnOpen>
    <PlanningModeSetToChangeMode>True</PlanningModeSetToChangeMode>
    <Cleaned>False</Cleaned>
    <ForcePromptOnInitialRefresh>False</ForcePromptOnInitialRefresh>
    <StorePromptsInDocument>True</StorePromptsInDocument>
    <MergeVariables>False</MergeVariables>
    <RefreshPlanningObjectsOnRefreshAll>True</RefreshPlanningObjectsOnRefreshAll>
    <DocumentFilter/>
    <Items/>
  </com.sap.ip.bi.pioneer>
</Application>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88ac10d5-d499-482e-8b56-6ab71e10844d">
      <Terms xmlns="http://schemas.microsoft.com/office/infopath/2007/PartnerControls"/>
    </lcf76f155ced4ddcb4097134ff3c332f>
    <TaxCatchAll xmlns="b34fac16-a9a4-4d97-96d6-3d67277b3bbb"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Application xmlns="http://www.sap.com/cof/powerpoint/application">
  <Version>2</Version>
  <Revision>2.7.200.84890</Revision>
</Application>
</file>

<file path=customXml/item5.xml><?xml version="1.0" encoding="utf-8"?>
<ct:contentTypeSchema xmlns:ct="http://schemas.microsoft.com/office/2006/metadata/contentType" xmlns:ma="http://schemas.microsoft.com/office/2006/metadata/properties/metaAttributes" ct:_="" ma:_="" ma:contentTypeName="Document" ma:contentTypeID="0x01010046EABACCD3B39C49923CC76F9A3899B0" ma:contentTypeVersion="10" ma:contentTypeDescription="Create a new document." ma:contentTypeScope="" ma:versionID="888edbca11eac38050b29462c56b3d83">
  <xsd:schema xmlns:xsd="http://www.w3.org/2001/XMLSchema" xmlns:xs="http://www.w3.org/2001/XMLSchema" xmlns:p="http://schemas.microsoft.com/office/2006/metadata/properties" xmlns:ns2="88ac10d5-d499-482e-8b56-6ab71e10844d" xmlns:ns3="b34fac16-a9a4-4d97-96d6-3d67277b3bbb" targetNamespace="http://schemas.microsoft.com/office/2006/metadata/properties" ma:root="true" ma:fieldsID="b2578cae4076c3a00574eaa070b195d6" ns2:_="" ns3:_="">
    <xsd:import namespace="88ac10d5-d499-482e-8b56-6ab71e10844d"/>
    <xsd:import namespace="b34fac16-a9a4-4d97-96d6-3d67277b3bb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ac10d5-d499-482e-8b56-6ab71e1084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98d900d-0589-4081-96eb-513de833a507"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34fac16-a9a4-4d97-96d6-3d67277b3bb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b26a010e-ed09-4f8f-afe2-969c013c94e7}" ma:internalName="TaxCatchAll" ma:showField="CatchAllData" ma:web="b34fac16-a9a4-4d97-96d6-3d67277b3bb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E9F44DB-4E86-473C-B99B-A42FC9D977B4}">
  <ds:schemaRefs>
    <ds:schemaRef ds:uri="http://www.sap.com/cof/ao/powerpoint/application"/>
  </ds:schemaRefs>
</ds:datastoreItem>
</file>

<file path=customXml/itemProps2.xml><?xml version="1.0" encoding="utf-8"?>
<ds:datastoreItem xmlns:ds="http://schemas.openxmlformats.org/officeDocument/2006/customXml" ds:itemID="{C4B3B816-0556-4160-A9D9-F45C7B6DA286}">
  <ds:schemaRefs>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9584635b-5996-4c0f-8c7a-bc6122d81fab"/>
    <ds:schemaRef ds:uri="http://www.w3.org/XML/1998/namespace"/>
    <ds:schemaRef ds:uri="http://purl.org/dc/dcmitype/"/>
  </ds:schemaRefs>
</ds:datastoreItem>
</file>

<file path=customXml/itemProps3.xml><?xml version="1.0" encoding="utf-8"?>
<ds:datastoreItem xmlns:ds="http://schemas.openxmlformats.org/officeDocument/2006/customXml" ds:itemID="{417197FC-DA38-4AB6-A0C5-B93E7B3336D9}">
  <ds:schemaRefs>
    <ds:schemaRef ds:uri="http://schemas.microsoft.com/sharepoint/v3/contenttype/forms"/>
  </ds:schemaRefs>
</ds:datastoreItem>
</file>

<file path=customXml/itemProps4.xml><?xml version="1.0" encoding="utf-8"?>
<ds:datastoreItem xmlns:ds="http://schemas.openxmlformats.org/officeDocument/2006/customXml" ds:itemID="{EB1540F5-388D-4280-B73E-39C344AC083E}">
  <ds:schemaRefs>
    <ds:schemaRef ds:uri="http://www.sap.com/cof/powerpoint/application"/>
  </ds:schemaRefs>
</ds:datastoreItem>
</file>

<file path=customXml/itemProps5.xml><?xml version="1.0" encoding="utf-8"?>
<ds:datastoreItem xmlns:ds="http://schemas.openxmlformats.org/officeDocument/2006/customXml" ds:itemID="{6B1F24D4-51F0-4773-84C6-9017FDEFF2A2}"/>
</file>

<file path=docProps/app.xml><?xml version="1.0" encoding="utf-8"?>
<Properties xmlns="http://schemas.openxmlformats.org/officeDocument/2006/extended-properties" xmlns:vt="http://schemas.openxmlformats.org/officeDocument/2006/docPropsVTypes">
  <Template/>
  <TotalTime>56497</TotalTime>
  <Words>3536</Words>
  <Application>Microsoft Office PowerPoint</Application>
  <PresentationFormat>Widescreen</PresentationFormat>
  <Paragraphs>670</Paragraphs>
  <Slides>21</Slides>
  <Notes>9</Notes>
  <HiddenSlides>0</HiddenSlides>
  <MMClips>0</MMClips>
  <ScaleCrop>false</ScaleCrop>
  <HeadingPairs>
    <vt:vector size="8" baseType="variant">
      <vt:variant>
        <vt:lpstr>Fonts Used</vt:lpstr>
      </vt:variant>
      <vt:variant>
        <vt:i4>8</vt:i4>
      </vt:variant>
      <vt:variant>
        <vt:lpstr>Theme</vt:lpstr>
      </vt:variant>
      <vt:variant>
        <vt:i4>2</vt:i4>
      </vt:variant>
      <vt:variant>
        <vt:lpstr>Embedded OLE Servers</vt:lpstr>
      </vt:variant>
      <vt:variant>
        <vt:i4>1</vt:i4>
      </vt:variant>
      <vt:variant>
        <vt:lpstr>Slide Titles</vt:lpstr>
      </vt:variant>
      <vt:variant>
        <vt:i4>21</vt:i4>
      </vt:variant>
    </vt:vector>
  </HeadingPairs>
  <TitlesOfParts>
    <vt:vector size="32" baseType="lpstr">
      <vt:lpstr>Arial</vt:lpstr>
      <vt:lpstr>Arial Narrow</vt:lpstr>
      <vt:lpstr>Calibri</vt:lpstr>
      <vt:lpstr>Calibri Light</vt:lpstr>
      <vt:lpstr>Times New Roman</vt:lpstr>
      <vt:lpstr>Verdana</vt:lpstr>
      <vt:lpstr>Wingdings</vt:lpstr>
      <vt:lpstr>Wingdings 2</vt:lpstr>
      <vt:lpstr>Deloitte_US_Onscreen</vt:lpstr>
      <vt:lpstr>2_Deloitte_US_Onscreen</vt:lpstr>
      <vt:lpstr>think-cell Slide</vt:lpstr>
      <vt:lpstr>PowerPoint Presentation</vt:lpstr>
      <vt:lpstr>Agenda for Discussion</vt:lpstr>
      <vt:lpstr>Here with you today</vt:lpstr>
      <vt:lpstr>Deloitte is world’s largest professional services firm, with rich experience of executing similar mandates in India</vt:lpstr>
      <vt:lpstr>Scope of work for the assignment </vt:lpstr>
      <vt:lpstr>Overall Work Plan</vt:lpstr>
      <vt:lpstr>PowerPoint Presentation</vt:lpstr>
      <vt:lpstr>PowerPoint Presentation</vt:lpstr>
      <vt:lpstr>Our governance structure</vt:lpstr>
      <vt:lpstr>Support needed from CIL</vt:lpstr>
      <vt:lpstr>PowerPoint Presentation</vt:lpstr>
      <vt:lpstr>ANNEXURES</vt:lpstr>
      <vt:lpstr>Our proposed team to execute this assignment</vt:lpstr>
      <vt:lpstr>Overall approach covering diversification and value addition initiatives</vt:lpstr>
      <vt:lpstr>Module 1: Market Research and Sectoral Assessment</vt:lpstr>
      <vt:lpstr>Module 2: Developing Strategies</vt:lpstr>
      <vt:lpstr>Module 3: Preparation of RFP for Selection of PIA</vt:lpstr>
      <vt:lpstr>Module 3: Preparation of RFP for Selection of PIA</vt:lpstr>
      <vt:lpstr>Module 4: Four pronged approach to drive program execution and ensure timely implementation</vt:lpstr>
      <vt:lpstr>Module 4: Setting up of the PMO &amp; Implementation Monitoring Framework</vt:lpstr>
      <vt:lpstr>Module 4: Approach for Risk Management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Mukherjee, Shouvik</cp:lastModifiedBy>
  <cp:revision>2767</cp:revision>
  <cp:lastPrinted>2018-08-14T02:15:53Z</cp:lastPrinted>
  <dcterms:created xsi:type="dcterms:W3CDTF">2018-05-21T04:58:35Z</dcterms:created>
  <dcterms:modified xsi:type="dcterms:W3CDTF">2023-08-08T06:10:28Z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0x01010046EABACCD3B39C49923CC76F9A3899B0</vt:lpwstr>
  </property>
  <property fmtid="{D5CDD505-2E9C-101B-9397-08002B2CF9AE}" pid="3" name="MSIP_Label_ea60d57e-af5b-4752-ac57-3e4f28ca11dc_Enabled">
    <vt:lpwstr>true</vt:lpwstr>
  </property>
  <property fmtid="{D5CDD505-2E9C-101B-9397-08002B2CF9AE}" pid="4" name="MSIP_Label_ea60d57e-af5b-4752-ac57-3e4f28ca11dc_SetDate">
    <vt:lpwstr>2023-08-08T05:05:42Z</vt:lpwstr>
  </property>
  <property fmtid="{D5CDD505-2E9C-101B-9397-08002B2CF9AE}" pid="5" name="MSIP_Label_ea60d57e-af5b-4752-ac57-3e4f28ca11dc_Method">
    <vt:lpwstr>Standard</vt:lpwstr>
  </property>
  <property fmtid="{D5CDD505-2E9C-101B-9397-08002B2CF9AE}" pid="6" name="MSIP_Label_ea60d57e-af5b-4752-ac57-3e4f28ca11dc_Name">
    <vt:lpwstr>ea60d57e-af5b-4752-ac57-3e4f28ca11dc</vt:lpwstr>
  </property>
  <property fmtid="{D5CDD505-2E9C-101B-9397-08002B2CF9AE}" pid="7" name="MSIP_Label_ea60d57e-af5b-4752-ac57-3e4f28ca11dc_SiteId">
    <vt:lpwstr>36da45f1-dd2c-4d1f-af13-5abe46b99921</vt:lpwstr>
  </property>
  <property fmtid="{D5CDD505-2E9C-101B-9397-08002B2CF9AE}" pid="8" name="MSIP_Label_ea60d57e-af5b-4752-ac57-3e4f28ca11dc_ActionId">
    <vt:lpwstr>15a1ffcc-07ff-434d-89f2-d40a35fdbca9</vt:lpwstr>
  </property>
  <property fmtid="{D5CDD505-2E9C-101B-9397-08002B2CF9AE}" pid="9" name="MSIP_Label_ea60d57e-af5b-4752-ac57-3e4f28ca11dc_ContentBits">
    <vt:lpwstr>0</vt:lpwstr>
  </property>
</Properties>
</file>